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4c74ddcf6477d" /><Relationship Type="http://schemas.openxmlformats.org/officeDocument/2006/relationships/extended-properties" Target="/docProps/app.xml" Id="Rd95ee73b115045b5" /><Relationship Type="http://schemas.openxmlformats.org/officeDocument/2006/relationships/officeDocument" Target="/ppt/presentation.xml" Id="R51d3093c0369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91a1045f64883"/>
  </p:sldMasterIdLst>
  <p:notesMasterIdLst>
    <p:notesMasterId xmlns:r="http://schemas.openxmlformats.org/officeDocument/2006/relationships" r:id="R0bdc67e0c4644793"/>
  </p:notesMasterIdLst>
  <p:sldIdLst>
    <p:sldId xmlns:r="http://schemas.openxmlformats.org/officeDocument/2006/relationships" id="256" r:id="Raa734bd0b6334670"/>
    <p:sldId xmlns:r="http://schemas.openxmlformats.org/officeDocument/2006/relationships" id="257" r:id="R311a1986ed684218"/>
    <p:sldId xmlns:r="http://schemas.openxmlformats.org/officeDocument/2006/relationships" id="258" r:id="R010e1be3724349bc"/>
    <p:sldId xmlns:r="http://schemas.openxmlformats.org/officeDocument/2006/relationships" id="259" r:id="Re3d65386209441d0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dab0af5254bc6" /><Relationship Type="http://schemas.openxmlformats.org/officeDocument/2006/relationships/slideMaster" Target="/ppt/slideMasters/slideMaster1.xml" Id="Rc8e91a1045f64883" /><Relationship Type="http://schemas.openxmlformats.org/officeDocument/2006/relationships/notesMaster" Target="/ppt/notesMasters/notesMaster1.xml" Id="R0bdc67e0c4644793" /><Relationship Type="http://schemas.openxmlformats.org/officeDocument/2006/relationships/presProps" Target="/ppt/presProps.xml" Id="R9e106619475346f6" /><Relationship Type="http://schemas.openxmlformats.org/officeDocument/2006/relationships/tableStyles" Target="/ppt/tableStyles.xml" Id="R0eabae23cf7b46b7" /><Relationship Type="http://schemas.openxmlformats.org/officeDocument/2006/relationships/slide" Target="/ppt/slides/slide1.xml" Id="Raa734bd0b6334670" /><Relationship Type="http://schemas.openxmlformats.org/officeDocument/2006/relationships/slide" Target="/ppt/slides/slide2.xml" Id="R311a1986ed684218" /><Relationship Type="http://schemas.openxmlformats.org/officeDocument/2006/relationships/slide" Target="/ppt/slides/slide3.xml" Id="R010e1be3724349bc" /><Relationship Type="http://schemas.openxmlformats.org/officeDocument/2006/relationships/slide" Target="/ppt/slides/slide4.xml" Id="Re3d653862094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40e979361a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c131bb1d4437a" /><Relationship Type="http://schemas.openxmlformats.org/officeDocument/2006/relationships/notesMaster" Target="/ppt/notesMasters/notesMaster1.xml" Id="R997e5c09b0044b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c854ec24049ab" /><Relationship Type="http://schemas.openxmlformats.org/officeDocument/2006/relationships/notesMaster" Target="/ppt/notesMasters/notesMaster1.xml" Id="R894fc08d5369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d9f8ff708477f" /><Relationship Type="http://schemas.openxmlformats.org/officeDocument/2006/relationships/notesMaster" Target="/ppt/notesMasters/notesMaster1.xml" Id="R9f2e9f5cac834a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2742a382e4a65" /><Relationship Type="http://schemas.openxmlformats.org/officeDocument/2006/relationships/notesMaster" Target="/ppt/notesMasters/notesMaster1.xml" Id="R40766f10b6e6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Cowork agent challenges and approaches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fig2_challenges_and_approaches.png; SHA-256: 327c642fa25cb70db081e5bce7e140c88f3374e78bfbca79c4ce0f988c2c605d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(86), whose internal pixels are not editable.</a:t>
            </a:r>
          </a:p>
          <a:p xmlns:a="http://schemas.openxmlformats.org/drawingml/2006/main">
            <a:r>
              <a:t>Font substitution: source PDF families mapped to Calibri, Segoe UI Symbol, Consolas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Environment construction and recursive evolution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fig3_environment_construction_and_evolution.png; SHA-256: 29109663610dc4f35aefb56554cc9edf8a6d566d81c16c1da6cc2bcbb419bfd4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(201), whose internal pixels are not editable.</a:t>
            </a:r>
          </a:p>
          <a:p xmlns:a="http://schemas.openxmlformats.org/drawingml/2006/main">
            <a:r>
              <a:t>Font substitution: source PDF families mapped to Calibri,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Verifier-to-Turn Credit Assignment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fig5_vtca_training_pipeline.png; SHA-256: 87b795ed44c9034eadbc742bd12c79c8ed4ee38f1a54e2acd1106628782ab95f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(13), whose internal pixels are not editable.</a:t>
            </a:r>
          </a:p>
          <a:p xmlns:a="http://schemas.openxmlformats.org/drawingml/2006/main">
            <a:r>
              <a:t>Font substitution: source PDF families mapped to Calibri, DengXian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Research files to verified workspaces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fig8_research_files_to_verified_workspaces.png; SHA-256: c24a60f20b6c8e41bb5bc80e29f3dee684d6b006e7679a29ef6b2e4e9c27e8c3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(20), whose internal pixels are not editable.</a:t>
            </a:r>
          </a:p>
          <a:p xmlns:a="http://schemas.openxmlformats.org/drawingml/2006/main">
            <a:r>
              <a:t>Font substitution: source PDF families mapped to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64a3940424e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bab7c82d347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5c3a24a764d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2fa17cb5040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fd334abe746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24289b22849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B4CAF1-AD83-429F-BAD8-EC7B14D1D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98333"/>
            <a:ext cx="121920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260DB6-7F19-49C9-9B68-A896E4866F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238750"/>
            <a:ext cx="10668000" cy="105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988EE6-573F-43AE-8E25-4703C1355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68750"/>
            <a:ext cx="12192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7BBD5B-1E90-4DAE-86DC-611B92C57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EE510F-2780-4FD7-9F19-92181796D5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13525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087848-DDC5-4972-8BFE-5F94E8286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E117D2-C443-402D-9AE1-478FB8E908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D5A63F-2A27-4E81-B45E-29D6CB4E74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B79E5D-6301-4A5D-89C1-C90486CB8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27667A-19FF-45C1-8E42-ACD6A75DCF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24e2b6cd84914" /><Relationship Type="http://schemas.openxmlformats.org/officeDocument/2006/relationships/slideLayout" Target="/ppt/slideLayouts/slideLayout1.xml" Id="R2fe09a5799614051" /><Relationship Type="http://schemas.openxmlformats.org/officeDocument/2006/relationships/slideLayout" Target="/ppt/slideLayouts/slideLayout2.xml" Id="Rf1d1aaa9d8be4dd9" /><Relationship Type="http://schemas.openxmlformats.org/officeDocument/2006/relationships/slideLayout" Target="/ppt/slideLayouts/slideLayout3.xml" Id="R5d13b68b0fd34790" /><Relationship Type="http://schemas.openxmlformats.org/officeDocument/2006/relationships/slideLayout" Target="/ppt/slideLayouts/slideLayout4.xml" Id="Rb401e89585d840ff" /><Relationship Type="http://schemas.openxmlformats.org/officeDocument/2006/relationships/slideLayout" Target="/ppt/slideLayouts/slideLayout5.xml" Id="R43d6310c721540c0" /><Relationship Type="http://schemas.openxmlformats.org/officeDocument/2006/relationships/slideLayout" Target="/ppt/slideLayouts/slideLayout6.xml" Id="R17f778806f0e44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09a5799614051"/>
    <p:sldLayoutId xmlns:r="http://schemas.openxmlformats.org/officeDocument/2006/relationships" id="2147483650" r:id="Rf1d1aaa9d8be4dd9"/>
    <p:sldLayoutId xmlns:r="http://schemas.openxmlformats.org/officeDocument/2006/relationships" id="2147483651" r:id="R5d13b68b0fd34790"/>
    <p:sldLayoutId xmlns:r="http://schemas.openxmlformats.org/officeDocument/2006/relationships" id="2147483652" r:id="Rb401e89585d840ff"/>
    <p:sldLayoutId xmlns:r="http://schemas.openxmlformats.org/officeDocument/2006/relationships" id="2147483653" r:id="R43d6310c721540c0"/>
    <p:sldLayoutId xmlns:r="http://schemas.openxmlformats.org/officeDocument/2006/relationships" id="2147483654" r:id="R17f778806f0e44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be1993abb401b" /><Relationship Type="http://schemas.openxmlformats.org/officeDocument/2006/relationships/image" Target="/ppt/media/image.png" Id="R51bf5e618e6b4d3e" /><Relationship Type="http://schemas.openxmlformats.org/officeDocument/2006/relationships/image" Target="/ppt/media/image2.png" Id="R4e1cb0a4604d424f" /><Relationship Type="http://schemas.openxmlformats.org/officeDocument/2006/relationships/image" Target="/ppt/media/image3.png" Id="R6662a4b919ef4a67" /><Relationship Type="http://schemas.openxmlformats.org/officeDocument/2006/relationships/image" Target="/ppt/media/image4.png" Id="Rc401209f8bce443e" /><Relationship Type="http://schemas.openxmlformats.org/officeDocument/2006/relationships/image" Target="/ppt/media/image5.png" Id="Rcb4c7dfe65214fd7" /><Relationship Type="http://schemas.openxmlformats.org/officeDocument/2006/relationships/image" Target="/ppt/media/image6.png" Id="R0500c1613cd4414f" /><Relationship Type="http://schemas.openxmlformats.org/officeDocument/2006/relationships/image" Target="/ppt/media/image7.png" Id="R5d3a7fc0d3e6490f" /><Relationship Type="http://schemas.openxmlformats.org/officeDocument/2006/relationships/image" Target="/ppt/media/image8.png" Id="R4412ddd329004aca" /><Relationship Type="http://schemas.openxmlformats.org/officeDocument/2006/relationships/image" Target="/ppt/media/image9.png" Id="R37a8545c7b3541c0" /><Relationship Type="http://schemas.openxmlformats.org/officeDocument/2006/relationships/image" Target="/ppt/media/image10.png" Id="Rd9f34133435441d9" /><Relationship Type="http://schemas.openxmlformats.org/officeDocument/2006/relationships/image" Target="/ppt/media/image11.png" Id="R5e6fda75e6cd4b2a" /><Relationship Type="http://schemas.openxmlformats.org/officeDocument/2006/relationships/image" Target="/ppt/media/image12.png" Id="R229aa872a78943e3" /><Relationship Type="http://schemas.openxmlformats.org/officeDocument/2006/relationships/image" Target="/ppt/media/image13.png" Id="Rd6419b38c31b4186" /><Relationship Type="http://schemas.openxmlformats.org/officeDocument/2006/relationships/image" Target="/ppt/media/image14.png" Id="R7b2df5ace2454185" /><Relationship Type="http://schemas.openxmlformats.org/officeDocument/2006/relationships/image" Target="/ppt/media/image15.png" Id="Rf1d306c2da38477f" /><Relationship Type="http://schemas.openxmlformats.org/officeDocument/2006/relationships/image" Target="/ppt/media/image16.png" Id="R6e6accb66bb64632" /><Relationship Type="http://schemas.openxmlformats.org/officeDocument/2006/relationships/image" Target="/ppt/media/image17.png" Id="Rf8dab498884a43fe" /><Relationship Type="http://schemas.openxmlformats.org/officeDocument/2006/relationships/image" Target="/ppt/media/image18.png" Id="R9824c7f41ed84c04" /><Relationship Type="http://schemas.openxmlformats.org/officeDocument/2006/relationships/image" Target="/ppt/media/image19.png" Id="R4907a1ab669b471b" /><Relationship Type="http://schemas.openxmlformats.org/officeDocument/2006/relationships/image" Target="/ppt/media/image20.png" Id="Rac77bd5dca1b44a9" /><Relationship Type="http://schemas.openxmlformats.org/officeDocument/2006/relationships/image" Target="/ppt/media/image21.png" Id="R6d4b9e17c06244e3" /><Relationship Type="http://schemas.openxmlformats.org/officeDocument/2006/relationships/image" Target="/ppt/media/image22.png" Id="Re8b70be139dc41e3" /><Relationship Type="http://schemas.openxmlformats.org/officeDocument/2006/relationships/image" Target="/ppt/media/image23.png" Id="R9af31e967a7e48bb" /><Relationship Type="http://schemas.openxmlformats.org/officeDocument/2006/relationships/image" Target="/ppt/media/image24.png" Id="Rc94807ed1b9f4cc5" /><Relationship Type="http://schemas.openxmlformats.org/officeDocument/2006/relationships/image" Target="/ppt/media/image25.png" Id="Ree0c090e93c54a12" /><Relationship Type="http://schemas.openxmlformats.org/officeDocument/2006/relationships/image" Target="/ppt/media/image26.png" Id="R5c2a207dee804a40" /><Relationship Type="http://schemas.openxmlformats.org/officeDocument/2006/relationships/image" Target="/ppt/media/image27.png" Id="R8aa8ec741dad4906" /><Relationship Type="http://schemas.openxmlformats.org/officeDocument/2006/relationships/image" Target="/ppt/media/image28.png" Id="Rbbc7160cd12e4331" /><Relationship Type="http://schemas.openxmlformats.org/officeDocument/2006/relationships/image" Target="/ppt/media/image29.png" Id="R13aac500c6254fbe" /><Relationship Type="http://schemas.openxmlformats.org/officeDocument/2006/relationships/image" Target="/ppt/media/image30.png" Id="R292c0e8757a04b4e" /><Relationship Type="http://schemas.openxmlformats.org/officeDocument/2006/relationships/image" Target="/ppt/media/image31.png" Id="R642c819a03454967" /><Relationship Type="http://schemas.openxmlformats.org/officeDocument/2006/relationships/image" Target="/ppt/media/image32.png" Id="R748134b23afd4f52" /><Relationship Type="http://schemas.openxmlformats.org/officeDocument/2006/relationships/image" Target="/ppt/media/image33.png" Id="R1adb656bcb1d4287" /><Relationship Type="http://schemas.openxmlformats.org/officeDocument/2006/relationships/image" Target="/ppt/media/image34.png" Id="Reb2a563fe49540fd" /><Relationship Type="http://schemas.openxmlformats.org/officeDocument/2006/relationships/image" Target="/ppt/media/image35.png" Id="Rfcb3fad9c342464c" /><Relationship Type="http://schemas.openxmlformats.org/officeDocument/2006/relationships/image" Target="/ppt/media/image36.png" Id="R52ac2461452141b6" /><Relationship Type="http://schemas.openxmlformats.org/officeDocument/2006/relationships/image" Target="/ppt/media/image37.png" Id="Rccfa9816ed8e4dd8" /><Relationship Type="http://schemas.openxmlformats.org/officeDocument/2006/relationships/image" Target="/ppt/media/image38.png" Id="R5b7dcbfe4f594118" /><Relationship Type="http://schemas.openxmlformats.org/officeDocument/2006/relationships/image" Target="/ppt/media/image39.png" Id="Rc034f00beb4e4178" /><Relationship Type="http://schemas.openxmlformats.org/officeDocument/2006/relationships/image" Target="/ppt/media/image40.png" Id="Rcb3f49b6c2ae4d9c" /><Relationship Type="http://schemas.openxmlformats.org/officeDocument/2006/relationships/image" Target="/ppt/media/image41.png" Id="Ra998d82c6a394eb6" /><Relationship Type="http://schemas.openxmlformats.org/officeDocument/2006/relationships/image" Target="/ppt/media/image42.png" Id="R741ed084626a4514" /><Relationship Type="http://schemas.openxmlformats.org/officeDocument/2006/relationships/image" Target="/ppt/media/image43.png" Id="R3bc3c63c3c0c4fb6" /><Relationship Type="http://schemas.openxmlformats.org/officeDocument/2006/relationships/image" Target="/ppt/media/image44.png" Id="Rcdc55c4f538b45b3" /><Relationship Type="http://schemas.openxmlformats.org/officeDocument/2006/relationships/image" Target="/ppt/media/image45.png" Id="Rf534b743e6e74974" /><Relationship Type="http://schemas.openxmlformats.org/officeDocument/2006/relationships/image" Target="/ppt/media/image46.png" Id="R303bed501b464bc4" /><Relationship Type="http://schemas.openxmlformats.org/officeDocument/2006/relationships/image" Target="/ppt/media/image47.png" Id="R5f0651ef01194dd6" /><Relationship Type="http://schemas.openxmlformats.org/officeDocument/2006/relationships/image" Target="/ppt/media/image48.png" Id="Rea972ae629e64d9f" /><Relationship Type="http://schemas.openxmlformats.org/officeDocument/2006/relationships/image" Target="/ppt/media/image49.png" Id="R40fc8b581fe0432b" /><Relationship Type="http://schemas.openxmlformats.org/officeDocument/2006/relationships/image" Target="/ppt/media/image50.png" Id="R136e10eddb40437c" /><Relationship Type="http://schemas.openxmlformats.org/officeDocument/2006/relationships/image" Target="/ppt/media/image51.png" Id="R76b47d5672ee4643" /><Relationship Type="http://schemas.openxmlformats.org/officeDocument/2006/relationships/image" Target="/ppt/media/image52.png" Id="Rabed222ad86d4d20" /><Relationship Type="http://schemas.openxmlformats.org/officeDocument/2006/relationships/image" Target="/ppt/media/image53.png" Id="Re7f693bb55854fef" /><Relationship Type="http://schemas.openxmlformats.org/officeDocument/2006/relationships/image" Target="/ppt/media/image54.png" Id="R7e1de61739644cf5" /><Relationship Type="http://schemas.openxmlformats.org/officeDocument/2006/relationships/image" Target="/ppt/media/image55.png" Id="R2a6a21af758a430b" /><Relationship Type="http://schemas.openxmlformats.org/officeDocument/2006/relationships/image" Target="/ppt/media/image56.png" Id="Rb6cef62d617641f2" /><Relationship Type="http://schemas.openxmlformats.org/officeDocument/2006/relationships/image" Target="/ppt/media/image57.png" Id="Rabf8a175b3b84999" /><Relationship Type="http://schemas.openxmlformats.org/officeDocument/2006/relationships/image" Target="/ppt/media/image58.png" Id="R89f65b2852ab493b" /><Relationship Type="http://schemas.openxmlformats.org/officeDocument/2006/relationships/image" Target="/ppt/media/image59.png" Id="R2f3806f6470249c3" /><Relationship Type="http://schemas.openxmlformats.org/officeDocument/2006/relationships/image" Target="/ppt/media/image60.png" Id="R671c60b296b44105" /><Relationship Type="http://schemas.openxmlformats.org/officeDocument/2006/relationships/image" Target="/ppt/media/image61.png" Id="Re6758a49f0814f0a" /><Relationship Type="http://schemas.openxmlformats.org/officeDocument/2006/relationships/image" Target="/ppt/media/image62.png" Id="R627c3ef1efac4f03" /><Relationship Type="http://schemas.openxmlformats.org/officeDocument/2006/relationships/image" Target="/ppt/media/image63.png" Id="Rbcc0b483454d4341" /><Relationship Type="http://schemas.openxmlformats.org/officeDocument/2006/relationships/image" Target="/ppt/media/image64.png" Id="R5fd26df298394896" /><Relationship Type="http://schemas.openxmlformats.org/officeDocument/2006/relationships/image" Target="/ppt/media/image65.png" Id="Rde1beba34d1a4b94" /><Relationship Type="http://schemas.openxmlformats.org/officeDocument/2006/relationships/image" Target="/ppt/media/image66.png" Id="R3b0fd5f692b640a8" /><Relationship Type="http://schemas.openxmlformats.org/officeDocument/2006/relationships/image" Target="/ppt/media/image67.png" Id="R086089cb19dc423c" /><Relationship Type="http://schemas.openxmlformats.org/officeDocument/2006/relationships/image" Target="/ppt/media/image68.png" Id="R7f08757e15774069" /><Relationship Type="http://schemas.openxmlformats.org/officeDocument/2006/relationships/image" Target="/ppt/media/image69.png" Id="R838b4845fd98455f" /><Relationship Type="http://schemas.openxmlformats.org/officeDocument/2006/relationships/image" Target="/ppt/media/image70.png" Id="R8cbcf8f511004991" /><Relationship Type="http://schemas.openxmlformats.org/officeDocument/2006/relationships/image" Target="/ppt/media/image71.png" Id="R4584a022015445bc" /><Relationship Type="http://schemas.openxmlformats.org/officeDocument/2006/relationships/image" Target="/ppt/media/image72.png" Id="R1e0233b82fee49b2" /><Relationship Type="http://schemas.openxmlformats.org/officeDocument/2006/relationships/image" Target="/ppt/media/image73.png" Id="R4afaef0cc7864df6" /><Relationship Type="http://schemas.openxmlformats.org/officeDocument/2006/relationships/image" Target="/ppt/media/image74.png" Id="R82e918b325954759" /><Relationship Type="http://schemas.openxmlformats.org/officeDocument/2006/relationships/image" Target="/ppt/media/image75.png" Id="Re3d0658a06784b9e" /><Relationship Type="http://schemas.openxmlformats.org/officeDocument/2006/relationships/image" Target="/ppt/media/image76.png" Id="R898298be3f264833" /><Relationship Type="http://schemas.openxmlformats.org/officeDocument/2006/relationships/image" Target="/ppt/media/image77.png" Id="Ra9b9c5afabfb432d" /><Relationship Type="http://schemas.openxmlformats.org/officeDocument/2006/relationships/image" Target="/ppt/media/image78.png" Id="Re72def1f4dd24c12" /><Relationship Type="http://schemas.openxmlformats.org/officeDocument/2006/relationships/image" Target="/ppt/media/image79.png" Id="Rbeb0bb3580d34f2b" /><Relationship Type="http://schemas.openxmlformats.org/officeDocument/2006/relationships/image" Target="/ppt/media/image80.png" Id="Rd024805322a14ce0" /><Relationship Type="http://schemas.openxmlformats.org/officeDocument/2006/relationships/image" Target="/ppt/media/image81.png" Id="R9eb202316429437c" /><Relationship Type="http://schemas.openxmlformats.org/officeDocument/2006/relationships/image" Target="/ppt/media/image82.png" Id="Rf26c553bf9364eb4" /><Relationship Type="http://schemas.openxmlformats.org/officeDocument/2006/relationships/image" Target="/ppt/media/image83.png" Id="R978cc662266d4dce" /><Relationship Type="http://schemas.openxmlformats.org/officeDocument/2006/relationships/image" Target="/ppt/media/image84.png" Id="Raf7b5c2a23a44d15" /><Relationship Type="http://schemas.openxmlformats.org/officeDocument/2006/relationships/image" Target="/ppt/media/image85.png" Id="Rc7d68246e03b425a" /><Relationship Type="http://schemas.openxmlformats.org/officeDocument/2006/relationships/image" Target="/ppt/media/image86.png" Id="Raeeb35b1648047d9" /><Relationship Type="http://schemas.openxmlformats.org/officeDocument/2006/relationships/notesSlide" Target="/ppt/notesSlides/notesSlide1.xml" Id="Rc93ba12a1101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1496f0b6b465d" /><Relationship Type="http://schemas.openxmlformats.org/officeDocument/2006/relationships/image" Target="/ppt/media/image87.png" Id="R79ddf85127ff444b" /><Relationship Type="http://schemas.openxmlformats.org/officeDocument/2006/relationships/image" Target="/ppt/media/image88.png" Id="Re209aa8855814817" /><Relationship Type="http://schemas.openxmlformats.org/officeDocument/2006/relationships/image" Target="/ppt/media/image89.png" Id="R941a17fbe107446b" /><Relationship Type="http://schemas.openxmlformats.org/officeDocument/2006/relationships/image" Target="/ppt/media/image90.png" Id="R6aab5b5b438c4f65" /><Relationship Type="http://schemas.openxmlformats.org/officeDocument/2006/relationships/image" Target="/ppt/media/image91.png" Id="Rdf332aacb7ab4647" /><Relationship Type="http://schemas.openxmlformats.org/officeDocument/2006/relationships/image" Target="/ppt/media/image92.png" Id="R944513d4eb9640e2" /><Relationship Type="http://schemas.openxmlformats.org/officeDocument/2006/relationships/image" Target="/ppt/media/image93.png" Id="R249330498a8c47be" /><Relationship Type="http://schemas.openxmlformats.org/officeDocument/2006/relationships/image" Target="/ppt/media/image94.png" Id="Ra62d3bce0a0a4c7c" /><Relationship Type="http://schemas.openxmlformats.org/officeDocument/2006/relationships/image" Target="/ppt/media/image95.png" Id="R17e4febdbed7455b" /><Relationship Type="http://schemas.openxmlformats.org/officeDocument/2006/relationships/image" Target="/ppt/media/image96.png" Id="R6d631caf8b2f471d" /><Relationship Type="http://schemas.openxmlformats.org/officeDocument/2006/relationships/image" Target="/ppt/media/image97.png" Id="R67af141396384a69" /><Relationship Type="http://schemas.openxmlformats.org/officeDocument/2006/relationships/image" Target="/ppt/media/image98.png" Id="Rcc5e41f5621c4dfd" /><Relationship Type="http://schemas.openxmlformats.org/officeDocument/2006/relationships/image" Target="/ppt/media/image99.png" Id="Rfdd4ef1f28654199" /><Relationship Type="http://schemas.openxmlformats.org/officeDocument/2006/relationships/image" Target="/ppt/media/image100.png" Id="R222b25c467df4945" /><Relationship Type="http://schemas.openxmlformats.org/officeDocument/2006/relationships/image" Target="/ppt/media/image101.png" Id="R9f01b9fe43d44096" /><Relationship Type="http://schemas.openxmlformats.org/officeDocument/2006/relationships/image" Target="/ppt/media/image102.png" Id="R40b5ce94e5e249e1" /><Relationship Type="http://schemas.openxmlformats.org/officeDocument/2006/relationships/image" Target="/ppt/media/image103.png" Id="Rddd54054faf94046" /><Relationship Type="http://schemas.openxmlformats.org/officeDocument/2006/relationships/image" Target="/ppt/media/image104.png" Id="Rf5343f69c5ea4d2d" /><Relationship Type="http://schemas.openxmlformats.org/officeDocument/2006/relationships/image" Target="/ppt/media/image105.png" Id="R7bcce8276e6e4dc2" /><Relationship Type="http://schemas.openxmlformats.org/officeDocument/2006/relationships/image" Target="/ppt/media/image106.png" Id="Ra9ab917658aa426e" /><Relationship Type="http://schemas.openxmlformats.org/officeDocument/2006/relationships/image" Target="/ppt/media/image107.png" Id="R552fcf9d295d47f5" /><Relationship Type="http://schemas.openxmlformats.org/officeDocument/2006/relationships/image" Target="/ppt/media/image108.png" Id="Ra81ad40674e44b7b" /><Relationship Type="http://schemas.openxmlformats.org/officeDocument/2006/relationships/image" Target="/ppt/media/image109.png" Id="R355523145d1144ea" /><Relationship Type="http://schemas.openxmlformats.org/officeDocument/2006/relationships/image" Target="/ppt/media/image110.png" Id="Rac2a1d01ff9448fc" /><Relationship Type="http://schemas.openxmlformats.org/officeDocument/2006/relationships/image" Target="/ppt/media/image111.png" Id="Reb96084ae0d547fd" /><Relationship Type="http://schemas.openxmlformats.org/officeDocument/2006/relationships/image" Target="/ppt/media/image112.png" Id="R72772fda707a42b9" /><Relationship Type="http://schemas.openxmlformats.org/officeDocument/2006/relationships/image" Target="/ppt/media/image113.png" Id="Re8de20539f664964" /><Relationship Type="http://schemas.openxmlformats.org/officeDocument/2006/relationships/image" Target="/ppt/media/image114.png" Id="Rcdeff34cd0424f9a" /><Relationship Type="http://schemas.openxmlformats.org/officeDocument/2006/relationships/image" Target="/ppt/media/image115.png" Id="R94771d3f16bc4892" /><Relationship Type="http://schemas.openxmlformats.org/officeDocument/2006/relationships/image" Target="/ppt/media/image116.png" Id="R715e9f10c70d489c" /><Relationship Type="http://schemas.openxmlformats.org/officeDocument/2006/relationships/image" Target="/ppt/media/image117.png" Id="R96b3185eeb4743d9" /><Relationship Type="http://schemas.openxmlformats.org/officeDocument/2006/relationships/image" Target="/ppt/media/image118.png" Id="Rdb297597455a491a" /><Relationship Type="http://schemas.openxmlformats.org/officeDocument/2006/relationships/image" Target="/ppt/media/image119.png" Id="R87b9ddd47cec4cbe" /><Relationship Type="http://schemas.openxmlformats.org/officeDocument/2006/relationships/image" Target="/ppt/media/image120.png" Id="R9f1aea66a3a647d8" /><Relationship Type="http://schemas.openxmlformats.org/officeDocument/2006/relationships/image" Target="/ppt/media/image121.png" Id="R814b9af97ada4cfe" /><Relationship Type="http://schemas.openxmlformats.org/officeDocument/2006/relationships/image" Target="/ppt/media/image122.png" Id="R485f90814bab455f" /><Relationship Type="http://schemas.openxmlformats.org/officeDocument/2006/relationships/image" Target="/ppt/media/image123.png" Id="R6602a5707c1d4a29" /><Relationship Type="http://schemas.openxmlformats.org/officeDocument/2006/relationships/image" Target="/ppt/media/image124.png" Id="R1220435f6ec24ac4" /><Relationship Type="http://schemas.openxmlformats.org/officeDocument/2006/relationships/image" Target="/ppt/media/image125.png" Id="Rdcf6eed879da465f" /><Relationship Type="http://schemas.openxmlformats.org/officeDocument/2006/relationships/image" Target="/ppt/media/image126.png" Id="R11680afb48b14e5b" /><Relationship Type="http://schemas.openxmlformats.org/officeDocument/2006/relationships/image" Target="/ppt/media/image127.png" Id="R8031e91076524cde" /><Relationship Type="http://schemas.openxmlformats.org/officeDocument/2006/relationships/image" Target="/ppt/media/image128.png" Id="R00b4da8693474cdd" /><Relationship Type="http://schemas.openxmlformats.org/officeDocument/2006/relationships/image" Target="/ppt/media/image129.png" Id="Re809d78e923a4885" /><Relationship Type="http://schemas.openxmlformats.org/officeDocument/2006/relationships/image" Target="/ppt/media/image130.png" Id="Rba8faebf416548f7" /><Relationship Type="http://schemas.openxmlformats.org/officeDocument/2006/relationships/image" Target="/ppt/media/image131.png" Id="Rae0160fb10b34ebd" /><Relationship Type="http://schemas.openxmlformats.org/officeDocument/2006/relationships/image" Target="/ppt/media/image132.png" Id="R50ac119a5e734956" /><Relationship Type="http://schemas.openxmlformats.org/officeDocument/2006/relationships/image" Target="/ppt/media/image133.png" Id="Rc2b93335f2e04862" /><Relationship Type="http://schemas.openxmlformats.org/officeDocument/2006/relationships/image" Target="/ppt/media/image134.png" Id="R582ae455b79a46d0" /><Relationship Type="http://schemas.openxmlformats.org/officeDocument/2006/relationships/image" Target="/ppt/media/image135.png" Id="R1ce44b06a24b49ae" /><Relationship Type="http://schemas.openxmlformats.org/officeDocument/2006/relationships/image" Target="/ppt/media/image136.png" Id="R7a4cb457e00c4652" /><Relationship Type="http://schemas.openxmlformats.org/officeDocument/2006/relationships/image" Target="/ppt/media/image137.png" Id="R1981af6731ac45f7" /><Relationship Type="http://schemas.openxmlformats.org/officeDocument/2006/relationships/image" Target="/ppt/media/image138.png" Id="R962a189602c34641" /><Relationship Type="http://schemas.openxmlformats.org/officeDocument/2006/relationships/image" Target="/ppt/media/image139.png" Id="R00a7266925ad4777" /><Relationship Type="http://schemas.openxmlformats.org/officeDocument/2006/relationships/image" Target="/ppt/media/image140.png" Id="R1fdd32427c714cf2" /><Relationship Type="http://schemas.openxmlformats.org/officeDocument/2006/relationships/image" Target="/ppt/media/image141.png" Id="Rf4397a0e32774a0e" /><Relationship Type="http://schemas.openxmlformats.org/officeDocument/2006/relationships/image" Target="/ppt/media/image142.png" Id="Rfce6a6db897d4e2e" /><Relationship Type="http://schemas.openxmlformats.org/officeDocument/2006/relationships/image" Target="/ppt/media/image143.png" Id="Re6ba62b30a26417e" /><Relationship Type="http://schemas.openxmlformats.org/officeDocument/2006/relationships/image" Target="/ppt/media/image144.png" Id="Rc55538b1b6094306" /><Relationship Type="http://schemas.openxmlformats.org/officeDocument/2006/relationships/image" Target="/ppt/media/image145.png" Id="R4b20304ca3ea48d4" /><Relationship Type="http://schemas.openxmlformats.org/officeDocument/2006/relationships/image" Target="/ppt/media/image146.png" Id="R8a84f8d13de04b42" /><Relationship Type="http://schemas.openxmlformats.org/officeDocument/2006/relationships/image" Target="/ppt/media/image147.png" Id="Rbddad0ab7c404789" /><Relationship Type="http://schemas.openxmlformats.org/officeDocument/2006/relationships/image" Target="/ppt/media/image148.png" Id="R85f1bf877ab1483a" /><Relationship Type="http://schemas.openxmlformats.org/officeDocument/2006/relationships/image" Target="/ppt/media/image149.png" Id="R05ef3edfda4a4af9" /><Relationship Type="http://schemas.openxmlformats.org/officeDocument/2006/relationships/image" Target="/ppt/media/image150.png" Id="Ra7cab2b0d561466d" /><Relationship Type="http://schemas.openxmlformats.org/officeDocument/2006/relationships/image" Target="/ppt/media/image151.png" Id="Rd6b6e70ba3784452" /><Relationship Type="http://schemas.openxmlformats.org/officeDocument/2006/relationships/image" Target="/ppt/media/image152.png" Id="R2e4193bc23a64cd5" /><Relationship Type="http://schemas.openxmlformats.org/officeDocument/2006/relationships/image" Target="/ppt/media/image153.png" Id="R1a5f8b77f80f4c3a" /><Relationship Type="http://schemas.openxmlformats.org/officeDocument/2006/relationships/image" Target="/ppt/media/image154.png" Id="R131899ab55e444ce" /><Relationship Type="http://schemas.openxmlformats.org/officeDocument/2006/relationships/image" Target="/ppt/media/image155.png" Id="R0e3623d619ff4da7" /><Relationship Type="http://schemas.openxmlformats.org/officeDocument/2006/relationships/image" Target="/ppt/media/image156.png" Id="Rf7926c818dd242d6" /><Relationship Type="http://schemas.openxmlformats.org/officeDocument/2006/relationships/image" Target="/ppt/media/image157.png" Id="Rc2313fe991c34d1e" /><Relationship Type="http://schemas.openxmlformats.org/officeDocument/2006/relationships/image" Target="/ppt/media/image158.png" Id="R3b1b993297e24027" /><Relationship Type="http://schemas.openxmlformats.org/officeDocument/2006/relationships/image" Target="/ppt/media/image159.png" Id="R58084e8e89bb4e06" /><Relationship Type="http://schemas.openxmlformats.org/officeDocument/2006/relationships/image" Target="/ppt/media/image160.png" Id="Rc583d10c051640a4" /><Relationship Type="http://schemas.openxmlformats.org/officeDocument/2006/relationships/image" Target="/ppt/media/image161.png" Id="Rbdf650fe0f464eef" /><Relationship Type="http://schemas.openxmlformats.org/officeDocument/2006/relationships/image" Target="/ppt/media/image162.png" Id="R6e2b3d7ac9db4cb9" /><Relationship Type="http://schemas.openxmlformats.org/officeDocument/2006/relationships/image" Target="/ppt/media/image163.png" Id="Rfae173fa486843df" /><Relationship Type="http://schemas.openxmlformats.org/officeDocument/2006/relationships/image" Target="/ppt/media/image164.png" Id="Ra7cb3d0ab2f445e7" /><Relationship Type="http://schemas.openxmlformats.org/officeDocument/2006/relationships/image" Target="/ppt/media/image165.png" Id="Ra043c11b95744292" /><Relationship Type="http://schemas.openxmlformats.org/officeDocument/2006/relationships/image" Target="/ppt/media/image166.png" Id="Rd5a937f70f4642f5" /><Relationship Type="http://schemas.openxmlformats.org/officeDocument/2006/relationships/image" Target="/ppt/media/image167.png" Id="Rdd74e2ebe42f4146" /><Relationship Type="http://schemas.openxmlformats.org/officeDocument/2006/relationships/image" Target="/ppt/media/image168.png" Id="Ra0813fe89158493b" /><Relationship Type="http://schemas.openxmlformats.org/officeDocument/2006/relationships/image" Target="/ppt/media/image169.png" Id="Rcd03b61ccdab4677" /><Relationship Type="http://schemas.openxmlformats.org/officeDocument/2006/relationships/image" Target="/ppt/media/image170.png" Id="R99b62ae791924630" /><Relationship Type="http://schemas.openxmlformats.org/officeDocument/2006/relationships/image" Target="/ppt/media/image171.png" Id="Rf0055b3922a842c1" /><Relationship Type="http://schemas.openxmlformats.org/officeDocument/2006/relationships/image" Target="/ppt/media/image172.png" Id="Rad3935407d774653" /><Relationship Type="http://schemas.openxmlformats.org/officeDocument/2006/relationships/image" Target="/ppt/media/image173.png" Id="R0efe9fd864e447da" /><Relationship Type="http://schemas.openxmlformats.org/officeDocument/2006/relationships/image" Target="/ppt/media/image174.png" Id="R0da08264edf4467d" /><Relationship Type="http://schemas.openxmlformats.org/officeDocument/2006/relationships/image" Target="/ppt/media/image175.png" Id="R74c44e7696fe405b" /><Relationship Type="http://schemas.openxmlformats.org/officeDocument/2006/relationships/image" Target="/ppt/media/image176.png" Id="R4adb682a8d874294" /><Relationship Type="http://schemas.openxmlformats.org/officeDocument/2006/relationships/image" Target="/ppt/media/image177.png" Id="R45dbc85019b24159" /><Relationship Type="http://schemas.openxmlformats.org/officeDocument/2006/relationships/image" Target="/ppt/media/image178.png" Id="Rb6e28d19421c4727" /><Relationship Type="http://schemas.openxmlformats.org/officeDocument/2006/relationships/image" Target="/ppt/media/image179.png" Id="R919af4e7c8a24959" /><Relationship Type="http://schemas.openxmlformats.org/officeDocument/2006/relationships/image" Target="/ppt/media/image180.png" Id="Rc8455cc859b14839" /><Relationship Type="http://schemas.openxmlformats.org/officeDocument/2006/relationships/image" Target="/ppt/media/image181.png" Id="R755c804025cc4044" /><Relationship Type="http://schemas.openxmlformats.org/officeDocument/2006/relationships/image" Target="/ppt/media/image182.png" Id="R51ad9bc53a7e4f91" /><Relationship Type="http://schemas.openxmlformats.org/officeDocument/2006/relationships/image" Target="/ppt/media/image183.png" Id="R3a4858d195f046bf" /><Relationship Type="http://schemas.openxmlformats.org/officeDocument/2006/relationships/image" Target="/ppt/media/image184.png" Id="R676756600f9b4012" /><Relationship Type="http://schemas.openxmlformats.org/officeDocument/2006/relationships/image" Target="/ppt/media/image185.png" Id="Rce9b7b48e9f14ec9" /><Relationship Type="http://schemas.openxmlformats.org/officeDocument/2006/relationships/image" Target="/ppt/media/image186.png" Id="Rf5bcf06c4afd4ba0" /><Relationship Type="http://schemas.openxmlformats.org/officeDocument/2006/relationships/image" Target="/ppt/media/image187.png" Id="Rd1a0cc708293431d" /><Relationship Type="http://schemas.openxmlformats.org/officeDocument/2006/relationships/image" Target="/ppt/media/image188.png" Id="R6430cd42b47940da" /><Relationship Type="http://schemas.openxmlformats.org/officeDocument/2006/relationships/image" Target="/ppt/media/image189.png" Id="R7e4e7b2267554ab2" /><Relationship Type="http://schemas.openxmlformats.org/officeDocument/2006/relationships/image" Target="/ppt/media/image190.png" Id="R3082b0a734c24444" /><Relationship Type="http://schemas.openxmlformats.org/officeDocument/2006/relationships/image" Target="/ppt/media/image191.png" Id="R32711d6f959e4eda" /><Relationship Type="http://schemas.openxmlformats.org/officeDocument/2006/relationships/image" Target="/ppt/media/image192.png" Id="Rf7b4b93009474506" /><Relationship Type="http://schemas.openxmlformats.org/officeDocument/2006/relationships/image" Target="/ppt/media/image193.png" Id="Reb8250befab74754" /><Relationship Type="http://schemas.openxmlformats.org/officeDocument/2006/relationships/image" Target="/ppt/media/image194.png" Id="R973280131a8b4713" /><Relationship Type="http://schemas.openxmlformats.org/officeDocument/2006/relationships/image" Target="/ppt/media/image195.png" Id="R07ba4bf5e39c4a7d" /><Relationship Type="http://schemas.openxmlformats.org/officeDocument/2006/relationships/image" Target="/ppt/media/image196.png" Id="R6e63e005460e4e45" /><Relationship Type="http://schemas.openxmlformats.org/officeDocument/2006/relationships/image" Target="/ppt/media/image197.png" Id="R4f280ab94c9f406d" /><Relationship Type="http://schemas.openxmlformats.org/officeDocument/2006/relationships/image" Target="/ppt/media/image198.png" Id="R3ed9583008ad49b3" /><Relationship Type="http://schemas.openxmlformats.org/officeDocument/2006/relationships/image" Target="/ppt/media/image199.png" Id="R57de67d1e2154a13" /><Relationship Type="http://schemas.openxmlformats.org/officeDocument/2006/relationships/image" Target="/ppt/media/image200.png" Id="R5dff2f9858d94f64" /><Relationship Type="http://schemas.openxmlformats.org/officeDocument/2006/relationships/image" Target="/ppt/media/image201.png" Id="R769c7702e3b64d49" /><Relationship Type="http://schemas.openxmlformats.org/officeDocument/2006/relationships/image" Target="/ppt/media/image202.png" Id="Rf6be5bdafdf94fff" /><Relationship Type="http://schemas.openxmlformats.org/officeDocument/2006/relationships/image" Target="/ppt/media/image203.png" Id="Raea17d25604a47c0" /><Relationship Type="http://schemas.openxmlformats.org/officeDocument/2006/relationships/image" Target="/ppt/media/image204.png" Id="Rabb0a3a982914bab" /><Relationship Type="http://schemas.openxmlformats.org/officeDocument/2006/relationships/image" Target="/ppt/media/image205.png" Id="R0098105bbb9644a0" /><Relationship Type="http://schemas.openxmlformats.org/officeDocument/2006/relationships/image" Target="/ppt/media/image206.png" Id="Re8eb40dff55245d4" /><Relationship Type="http://schemas.openxmlformats.org/officeDocument/2006/relationships/image" Target="/ppt/media/image207.png" Id="R8b4dacf2b2f6416e" /><Relationship Type="http://schemas.openxmlformats.org/officeDocument/2006/relationships/image" Target="/ppt/media/image208.png" Id="R2dc3cb81b10b42a9" /><Relationship Type="http://schemas.openxmlformats.org/officeDocument/2006/relationships/image" Target="/ppt/media/image209.png" Id="Rabde74aadacc48ec" /><Relationship Type="http://schemas.openxmlformats.org/officeDocument/2006/relationships/image" Target="/ppt/media/image210.png" Id="Rbfd881dc67dc40d3" /><Relationship Type="http://schemas.openxmlformats.org/officeDocument/2006/relationships/image" Target="/ppt/media/image211.png" Id="R173f95cd71314d91" /><Relationship Type="http://schemas.openxmlformats.org/officeDocument/2006/relationships/image" Target="/ppt/media/image212.png" Id="Rfa3ac4acac624f95" /><Relationship Type="http://schemas.openxmlformats.org/officeDocument/2006/relationships/image" Target="/ppt/media/image213.png" Id="Rb7ddee66f2314014" /><Relationship Type="http://schemas.openxmlformats.org/officeDocument/2006/relationships/image" Target="/ppt/media/image214.png" Id="R4f174d91dbc140ff" /><Relationship Type="http://schemas.openxmlformats.org/officeDocument/2006/relationships/image" Target="/ppt/media/image215.png" Id="R125800192d724470" /><Relationship Type="http://schemas.openxmlformats.org/officeDocument/2006/relationships/image" Target="/ppt/media/image216.png" Id="Rd458561f85ff4b31" /><Relationship Type="http://schemas.openxmlformats.org/officeDocument/2006/relationships/image" Target="/ppt/media/image217.png" Id="Rd22aee13ae6648dc" /><Relationship Type="http://schemas.openxmlformats.org/officeDocument/2006/relationships/image" Target="/ppt/media/image218.png" Id="Re22e981a69144771" /><Relationship Type="http://schemas.openxmlformats.org/officeDocument/2006/relationships/image" Target="/ppt/media/image219.png" Id="Rde05205bf73c4de6" /><Relationship Type="http://schemas.openxmlformats.org/officeDocument/2006/relationships/image" Target="/ppt/media/image220.png" Id="R60ce2b483c24485d" /><Relationship Type="http://schemas.openxmlformats.org/officeDocument/2006/relationships/image" Target="/ppt/media/image221.png" Id="Rd2c52c6f69424ab6" /><Relationship Type="http://schemas.openxmlformats.org/officeDocument/2006/relationships/image" Target="/ppt/media/image222.png" Id="R0c85450886554f44" /><Relationship Type="http://schemas.openxmlformats.org/officeDocument/2006/relationships/image" Target="/ppt/media/image223.png" Id="R6cc441e360064114" /><Relationship Type="http://schemas.openxmlformats.org/officeDocument/2006/relationships/image" Target="/ppt/media/image224.png" Id="R622f8245bce2493c" /><Relationship Type="http://schemas.openxmlformats.org/officeDocument/2006/relationships/image" Target="/ppt/media/image225.png" Id="R2b5054100d28428e" /><Relationship Type="http://schemas.openxmlformats.org/officeDocument/2006/relationships/image" Target="/ppt/media/image226.png" Id="R3f4fc2ba2eea43af" /><Relationship Type="http://schemas.openxmlformats.org/officeDocument/2006/relationships/image" Target="/ppt/media/image227.png" Id="Rf2f0898dc53d461d" /><Relationship Type="http://schemas.openxmlformats.org/officeDocument/2006/relationships/image" Target="/ppt/media/image228.png" Id="Rf7b93eb2ff7b4fd2" /><Relationship Type="http://schemas.openxmlformats.org/officeDocument/2006/relationships/image" Target="/ppt/media/image229.png" Id="R629f499caeef48eb" /><Relationship Type="http://schemas.openxmlformats.org/officeDocument/2006/relationships/image" Target="/ppt/media/image230.png" Id="Rd24015f6223c47b7" /><Relationship Type="http://schemas.openxmlformats.org/officeDocument/2006/relationships/image" Target="/ppt/media/image231.png" Id="Red467916172c4f73" /><Relationship Type="http://schemas.openxmlformats.org/officeDocument/2006/relationships/image" Target="/ppt/media/image232.png" Id="Rda20fa04b4c14c05" /><Relationship Type="http://schemas.openxmlformats.org/officeDocument/2006/relationships/image" Target="/ppt/media/image233.png" Id="Radc846f6c7b748dd" /><Relationship Type="http://schemas.openxmlformats.org/officeDocument/2006/relationships/image" Target="/ppt/media/image234.png" Id="Rd116001f97984f83" /><Relationship Type="http://schemas.openxmlformats.org/officeDocument/2006/relationships/image" Target="/ppt/media/image235.png" Id="R3394d3d4d40e4d67" /><Relationship Type="http://schemas.openxmlformats.org/officeDocument/2006/relationships/image" Target="/ppt/media/image236.png" Id="R7ce8f25c8eb44a3f" /><Relationship Type="http://schemas.openxmlformats.org/officeDocument/2006/relationships/image" Target="/ppt/media/image237.png" Id="Rc7771e5a0f4344f8" /><Relationship Type="http://schemas.openxmlformats.org/officeDocument/2006/relationships/image" Target="/ppt/media/image238.png" Id="Raceb0c9b9d354f39" /><Relationship Type="http://schemas.openxmlformats.org/officeDocument/2006/relationships/image" Target="/ppt/media/image239.png" Id="Ra848f84f26ea433e" /><Relationship Type="http://schemas.openxmlformats.org/officeDocument/2006/relationships/image" Target="/ppt/media/image240.png" Id="Rfef96ac726b5461a" /><Relationship Type="http://schemas.openxmlformats.org/officeDocument/2006/relationships/image" Target="/ppt/media/image241.png" Id="Rf4c2f4567d52406c" /><Relationship Type="http://schemas.openxmlformats.org/officeDocument/2006/relationships/image" Target="/ppt/media/image242.png" Id="R95795422ba58443a" /><Relationship Type="http://schemas.openxmlformats.org/officeDocument/2006/relationships/image" Target="/ppt/media/image243.png" Id="Rf30273f557dd4f21" /><Relationship Type="http://schemas.openxmlformats.org/officeDocument/2006/relationships/image" Target="/ppt/media/image244.png" Id="R82952773a401444c" /><Relationship Type="http://schemas.openxmlformats.org/officeDocument/2006/relationships/image" Target="/ppt/media/image245.png" Id="R096439499b624f6e" /><Relationship Type="http://schemas.openxmlformats.org/officeDocument/2006/relationships/image" Target="/ppt/media/image246.png" Id="R363548f8171b47c1" /><Relationship Type="http://schemas.openxmlformats.org/officeDocument/2006/relationships/image" Target="/ppt/media/image247.png" Id="R554fd7dbd8e44220" /><Relationship Type="http://schemas.openxmlformats.org/officeDocument/2006/relationships/image" Target="/ppt/media/image248.png" Id="Rd3b6d96262e74b3f" /><Relationship Type="http://schemas.openxmlformats.org/officeDocument/2006/relationships/image" Target="/ppt/media/image249.png" Id="Rc6473e2950b449c0" /><Relationship Type="http://schemas.openxmlformats.org/officeDocument/2006/relationships/image" Target="/ppt/media/image250.png" Id="R6c31b3b27ffb4420" /><Relationship Type="http://schemas.openxmlformats.org/officeDocument/2006/relationships/image" Target="/ppt/media/image251.png" Id="R7211ede06fd5482d" /><Relationship Type="http://schemas.openxmlformats.org/officeDocument/2006/relationships/image" Target="/ppt/media/image252.png" Id="Rb463018f55984295" /><Relationship Type="http://schemas.openxmlformats.org/officeDocument/2006/relationships/image" Target="/ppt/media/image253.png" Id="R05b2c2b0972b40f1" /><Relationship Type="http://schemas.openxmlformats.org/officeDocument/2006/relationships/image" Target="/ppt/media/image254.png" Id="R9930f5bf8efd4614" /><Relationship Type="http://schemas.openxmlformats.org/officeDocument/2006/relationships/image" Target="/ppt/media/image255.png" Id="R3c25b5d7a29b46d1" /><Relationship Type="http://schemas.openxmlformats.org/officeDocument/2006/relationships/image" Target="/ppt/media/image256.png" Id="Rd82016e292bc4ea5" /><Relationship Type="http://schemas.openxmlformats.org/officeDocument/2006/relationships/image" Target="/ppt/media/image257.png" Id="Rfe646996df914990" /><Relationship Type="http://schemas.openxmlformats.org/officeDocument/2006/relationships/image" Target="/ppt/media/image258.png" Id="R55279a03c9184010" /><Relationship Type="http://schemas.openxmlformats.org/officeDocument/2006/relationships/image" Target="/ppt/media/image259.png" Id="Ree802e06a99c4dc5" /><Relationship Type="http://schemas.openxmlformats.org/officeDocument/2006/relationships/image" Target="/ppt/media/image260.png" Id="R58f24e1e97094f38" /><Relationship Type="http://schemas.openxmlformats.org/officeDocument/2006/relationships/image" Target="/ppt/media/image261.png" Id="Re12aaa2b0c7d4138" /><Relationship Type="http://schemas.openxmlformats.org/officeDocument/2006/relationships/image" Target="/ppt/media/image262.png" Id="R62263e615f364a91" /><Relationship Type="http://schemas.openxmlformats.org/officeDocument/2006/relationships/image" Target="/ppt/media/image263.png" Id="R3835a826ded946b6" /><Relationship Type="http://schemas.openxmlformats.org/officeDocument/2006/relationships/image" Target="/ppt/media/image264.png" Id="R2dd5c95d0beb470f" /><Relationship Type="http://schemas.openxmlformats.org/officeDocument/2006/relationships/image" Target="/ppt/media/image265.png" Id="Rcfd9f69594e44472" /><Relationship Type="http://schemas.openxmlformats.org/officeDocument/2006/relationships/image" Target="/ppt/media/image266.png" Id="R66ce8290d412455d" /><Relationship Type="http://schemas.openxmlformats.org/officeDocument/2006/relationships/image" Target="/ppt/media/image267.png" Id="Rda90325a378143c2" /><Relationship Type="http://schemas.openxmlformats.org/officeDocument/2006/relationships/image" Target="/ppt/media/image268.png" Id="R2ee6f721fd984f98" /><Relationship Type="http://schemas.openxmlformats.org/officeDocument/2006/relationships/image" Target="/ppt/media/image269.png" Id="R0fcde8242f5f4331" /><Relationship Type="http://schemas.openxmlformats.org/officeDocument/2006/relationships/image" Target="/ppt/media/image270.png" Id="R43fcc39646054efa" /><Relationship Type="http://schemas.openxmlformats.org/officeDocument/2006/relationships/image" Target="/ppt/media/image271.png" Id="Rb06642c108aa43f4" /><Relationship Type="http://schemas.openxmlformats.org/officeDocument/2006/relationships/image" Target="/ppt/media/image272.png" Id="Rfbb27e7b76ad480e" /><Relationship Type="http://schemas.openxmlformats.org/officeDocument/2006/relationships/image" Target="/ppt/media/image273.png" Id="R01b382955fc846ca" /><Relationship Type="http://schemas.openxmlformats.org/officeDocument/2006/relationships/image" Target="/ppt/media/image274.png" Id="R240fbc19d97d4167" /><Relationship Type="http://schemas.openxmlformats.org/officeDocument/2006/relationships/image" Target="/ppt/media/image275.png" Id="Re50b62eb6b9e454f" /><Relationship Type="http://schemas.openxmlformats.org/officeDocument/2006/relationships/image" Target="/ppt/media/image276.png" Id="R71b58560376444f1" /><Relationship Type="http://schemas.openxmlformats.org/officeDocument/2006/relationships/image" Target="/ppt/media/image277.png" Id="R4d355c2764334729" /><Relationship Type="http://schemas.openxmlformats.org/officeDocument/2006/relationships/image" Target="/ppt/media/image278.png" Id="R34ac2dcf19f145a5" /><Relationship Type="http://schemas.openxmlformats.org/officeDocument/2006/relationships/image" Target="/ppt/media/image279.png" Id="R31d931a8b2704522" /><Relationship Type="http://schemas.openxmlformats.org/officeDocument/2006/relationships/image" Target="/ppt/media/image280.png" Id="R9f95815933e34874" /><Relationship Type="http://schemas.openxmlformats.org/officeDocument/2006/relationships/image" Target="/ppt/media/image281.png" Id="R3f21013bb83e417b" /><Relationship Type="http://schemas.openxmlformats.org/officeDocument/2006/relationships/image" Target="/ppt/media/image282.png" Id="Rd743457286c74f1f" /><Relationship Type="http://schemas.openxmlformats.org/officeDocument/2006/relationships/image" Target="/ppt/media/image283.png" Id="R353930ecf0df4857" /><Relationship Type="http://schemas.openxmlformats.org/officeDocument/2006/relationships/image" Target="/ppt/media/image284.png" Id="Rd2d9374051cf4c8e" /><Relationship Type="http://schemas.openxmlformats.org/officeDocument/2006/relationships/image" Target="/ppt/media/image285.png" Id="Rb16fca0fd45747e5" /><Relationship Type="http://schemas.openxmlformats.org/officeDocument/2006/relationships/image" Target="/ppt/media/image286.png" Id="R1a3bc35da03c44bd" /><Relationship Type="http://schemas.openxmlformats.org/officeDocument/2006/relationships/image" Target="/ppt/media/image287.png" Id="Rdb66e9d49d3c462c" /><Relationship Type="http://schemas.openxmlformats.org/officeDocument/2006/relationships/notesSlide" Target="/ppt/notesSlides/notesSlide2.xml" Id="Rb121f9d10947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10fbe6b8346f9" /><Relationship Type="http://schemas.openxmlformats.org/officeDocument/2006/relationships/image" Target="/ppt/media/image288.png" Id="Rb54ce8518d6f4c0e" /><Relationship Type="http://schemas.openxmlformats.org/officeDocument/2006/relationships/image" Target="/ppt/media/image289.png" Id="R31ec3314b12b4f8f" /><Relationship Type="http://schemas.openxmlformats.org/officeDocument/2006/relationships/image" Target="/ppt/media/image290.png" Id="R77ea8e0d85b54100" /><Relationship Type="http://schemas.openxmlformats.org/officeDocument/2006/relationships/image" Target="/ppt/media/image291.png" Id="Rc57362b0f6cf4e50" /><Relationship Type="http://schemas.openxmlformats.org/officeDocument/2006/relationships/image" Target="/ppt/media/image292.png" Id="R6ea0db40a9e14db0" /><Relationship Type="http://schemas.openxmlformats.org/officeDocument/2006/relationships/image" Target="/ppt/media/image293.png" Id="R4491f09d0c2c437c" /><Relationship Type="http://schemas.openxmlformats.org/officeDocument/2006/relationships/image" Target="/ppt/media/image294.png" Id="Re7206739d2424eb6" /><Relationship Type="http://schemas.openxmlformats.org/officeDocument/2006/relationships/image" Target="/ppt/media/image295.png" Id="Rd45693480b3141c1" /><Relationship Type="http://schemas.openxmlformats.org/officeDocument/2006/relationships/image" Target="/ppt/media/image296.png" Id="R32927f0a178741ec" /><Relationship Type="http://schemas.openxmlformats.org/officeDocument/2006/relationships/image" Target="/ppt/media/image297.png" Id="R9713b64c86b346b9" /><Relationship Type="http://schemas.openxmlformats.org/officeDocument/2006/relationships/image" Target="/ppt/media/image298.png" Id="R6a1485be80414da9" /><Relationship Type="http://schemas.openxmlformats.org/officeDocument/2006/relationships/image" Target="/ppt/media/image299.png" Id="R82c8a8b089d04a95" /><Relationship Type="http://schemas.openxmlformats.org/officeDocument/2006/relationships/image" Target="/ppt/media/image300.png" Id="R730797a29fab4a7e" /><Relationship Type="http://schemas.openxmlformats.org/officeDocument/2006/relationships/notesSlide" Target="/ppt/notesSlides/notesSlide3.xml" Id="Rfd712956baf949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c59375ad044a1" /><Relationship Type="http://schemas.openxmlformats.org/officeDocument/2006/relationships/image" Target="/ppt/media/image301.png" Id="R71ec8a3d4cf446b4" /><Relationship Type="http://schemas.openxmlformats.org/officeDocument/2006/relationships/image" Target="/ppt/media/image302.png" Id="R7ee747274b194be4" /><Relationship Type="http://schemas.openxmlformats.org/officeDocument/2006/relationships/image" Target="/ppt/media/image303.png" Id="R36161ec65fea4b4b" /><Relationship Type="http://schemas.openxmlformats.org/officeDocument/2006/relationships/image" Target="/ppt/media/image304.png" Id="R5c4d0ba48a0f4d27" /><Relationship Type="http://schemas.openxmlformats.org/officeDocument/2006/relationships/image" Target="/ppt/media/image305.png" Id="Ra07a11a5a13e46c5" /><Relationship Type="http://schemas.openxmlformats.org/officeDocument/2006/relationships/image" Target="/ppt/media/image306.png" Id="R2268b1448a9e4f38" /><Relationship Type="http://schemas.openxmlformats.org/officeDocument/2006/relationships/image" Target="/ppt/media/image307.png" Id="Rfd81f3bfe8644a6f" /><Relationship Type="http://schemas.openxmlformats.org/officeDocument/2006/relationships/image" Target="/ppt/media/image308.png" Id="R3181fc8bdae444a8" /><Relationship Type="http://schemas.openxmlformats.org/officeDocument/2006/relationships/image" Target="/ppt/media/image309.png" Id="R114a99789e2b47a9" /><Relationship Type="http://schemas.openxmlformats.org/officeDocument/2006/relationships/image" Target="/ppt/media/image310.png" Id="Ra50b7aba59654bf6" /><Relationship Type="http://schemas.openxmlformats.org/officeDocument/2006/relationships/image" Target="/ppt/media/image311.png" Id="Rfc1c1083c3544ce3" /><Relationship Type="http://schemas.openxmlformats.org/officeDocument/2006/relationships/image" Target="/ppt/media/image312.png" Id="Re9086d9e8f0f4ecf" /><Relationship Type="http://schemas.openxmlformats.org/officeDocument/2006/relationships/image" Target="/ppt/media/image313.png" Id="R30f49048505d4434" /><Relationship Type="http://schemas.openxmlformats.org/officeDocument/2006/relationships/image" Target="/ppt/media/image314.png" Id="Reabfdf27ae3448ca" /><Relationship Type="http://schemas.openxmlformats.org/officeDocument/2006/relationships/image" Target="/ppt/media/image315.png" Id="R698a18893b9b40d6" /><Relationship Type="http://schemas.openxmlformats.org/officeDocument/2006/relationships/image" Target="/ppt/media/image316.png" Id="Rf5d51993c29f49f2" /><Relationship Type="http://schemas.openxmlformats.org/officeDocument/2006/relationships/image" Target="/ppt/media/image317.png" Id="R68d774a2a2de4380" /><Relationship Type="http://schemas.openxmlformats.org/officeDocument/2006/relationships/image" Target="/ppt/media/image318.png" Id="R1524eb7156f74bab" /><Relationship Type="http://schemas.openxmlformats.org/officeDocument/2006/relationships/image" Target="/ppt/media/image319.png" Id="R419a6921b05a4f90" /><Relationship Type="http://schemas.openxmlformats.org/officeDocument/2006/relationships/image" Target="/ppt/media/image320.png" Id="R4894262f8fc343e1" /><Relationship Type="http://schemas.openxmlformats.org/officeDocument/2006/relationships/notesSlide" Target="/ppt/notesSlides/notesSlide4.xml" Id="R2add78856adc4f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1" name="path-1">
            <a:extLst xmlns:a="http://schemas.openxmlformats.org/drawingml/2006/main">
              <a:ext uri="{FF2B5EF4-FFF2-40B4-BE49-F238E27FC236}">
                <a16:creationId xmlns:a16="http://schemas.microsoft.com/office/drawing/2014/main" id="{27EE4C83-1D50-4EE2-8EC8-A29A466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8922"/>
            <a:ext cx="15240000" cy="7587155"/>
          </a:xfrm>
          <a:custGeom xmlns:a="http://schemas.openxmlformats.org/drawingml/2006/main">
            <a:pathLst>
              <a:path w="15240000" h="7587155">
                <a:moveTo>
                  <a:pt x="15240000" y="7587155"/>
                </a:moveTo>
                <a:lnTo>
                  <a:pt x="15240000" y="0"/>
                </a:lnTo>
                <a:lnTo>
                  <a:pt x="0" y="0"/>
                </a:lnTo>
                <a:lnTo>
                  <a:pt x="0" y="7587155"/>
                </a:lnTo>
                <a:lnTo>
                  <a:pt x="15240000" y="758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D00458CD-68A0-4599-A050-5EFCCD3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8922"/>
            <a:ext cx="15240000" cy="7587155"/>
          </a:xfrm>
          <a:custGeom xmlns:a="http://schemas.openxmlformats.org/drawingml/2006/main">
            <a:pathLst>
              <a:path w="15240000" h="7587155">
                <a:moveTo>
                  <a:pt x="0" y="7587155"/>
                </a:moveTo>
                <a:lnTo>
                  <a:pt x="15240000" y="7587155"/>
                </a:lnTo>
                <a:lnTo>
                  <a:pt x="15240000" y="0"/>
                </a:lnTo>
                <a:lnTo>
                  <a:pt x="0" y="0"/>
                </a:lnTo>
                <a:lnTo>
                  <a:pt x="0" y="75871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 (a)">
            <a:extLst xmlns:a="http://schemas.openxmlformats.org/drawingml/2006/main">
              <a:ext uri="{FF2B5EF4-FFF2-40B4-BE49-F238E27FC236}">
                <a16:creationId xmlns:a16="http://schemas.microsoft.com/office/drawing/2014/main" id="{8A613B39-3043-445E-A80C-FC789D6D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634" y="1023022"/>
            <a:ext cx="514228" cy="541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4" name="text-3 Challenges">
            <a:extLst xmlns:a="http://schemas.openxmlformats.org/drawingml/2006/main">
              <a:ext uri="{FF2B5EF4-FFF2-40B4-BE49-F238E27FC236}">
                <a16:creationId xmlns:a16="http://schemas.microsoft.com/office/drawing/2014/main" id="{6F892E9C-94C9-4517-8795-99D1E66C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599" y="1023424"/>
            <a:ext cx="1804892" cy="540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Challenges</a:t>
            </a:r>
          </a:p>
        </p:txBody>
      </p:sp>
      <p:sp>
        <p:nvSpPr>
          <p:cNvPr id="5" name="text-4 (b)">
            <a:extLst xmlns:a="http://schemas.openxmlformats.org/drawingml/2006/main">
              <a:ext uri="{FF2B5EF4-FFF2-40B4-BE49-F238E27FC236}">
                <a16:creationId xmlns:a16="http://schemas.microsoft.com/office/drawing/2014/main" id="{0368EBB5-2481-42CC-A349-94686F68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345" y="1023023"/>
            <a:ext cx="514227" cy="541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2C457-91CC-43CF-85BC-0ECE6BAA2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f5e618e6b4d3e"/>
          <a:stretch xmlns:a="http://schemas.openxmlformats.org/drawingml/2006/main"/>
        </p:blipFill>
        <p:spPr>
          <a:xfrm xmlns:a="http://schemas.openxmlformats.org/drawingml/2006/main">
            <a:off x="8313683" y="960711"/>
            <a:ext cx="3028950" cy="923925"/>
          </a:xfrm>
          <a:prstGeom xmlns:a="http://schemas.openxmlformats.org/drawingml/2006/main" prst="rect">
            <a:avLst/>
          </a:prstGeom>
        </p:spPr>
      </p:pic>
      <p:sp>
        <p:nvSpPr>
          <p:cNvPr id="7" name="path-6">
            <a:extLst xmlns:a="http://schemas.openxmlformats.org/drawingml/2006/main">
              <a:ext uri="{FF2B5EF4-FFF2-40B4-BE49-F238E27FC236}">
                <a16:creationId xmlns:a16="http://schemas.microsoft.com/office/drawing/2014/main" id="{8A19445B-F403-428D-99CE-4A99C62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1751135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7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7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E9F5EB"/>
              </a:gs>
              <a:gs pos="100000">
                <a:srgbClr val="F8FBF6"/>
              </a:gs>
            </a:gsLst>
            <a:lin ang="0"/>
          </a:gradFill>
          <a:ln xmlns:a="http://schemas.openxmlformats.org/drawingml/2006/main" w="46339">
            <a:solidFill>
              <a:srgbClr val="70A194"/>
            </a:solidFill>
            <a:prstDash val="solid"/>
          </a:ln>
        </p:spPr>
      </p:sp>
      <p:sp>
        <p:nvSpPr>
          <p:cNvPr id="8" name="path-7">
            <a:extLst xmlns:a="http://schemas.openxmlformats.org/drawingml/2006/main">
              <a:ext uri="{FF2B5EF4-FFF2-40B4-BE49-F238E27FC236}">
                <a16:creationId xmlns:a16="http://schemas.microsoft.com/office/drawing/2014/main" id="{2ABA0232-2B24-4AAE-B7CE-4130CB7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1" y="1740470"/>
            <a:ext cx="4170492" cy="401603"/>
          </a:xfrm>
          <a:custGeom xmlns:a="http://schemas.openxmlformats.org/drawingml/2006/main">
            <a:pathLst>
              <a:path w="4170492" h="401603">
                <a:moveTo>
                  <a:pt x="0" y="164695"/>
                </a:moveTo>
                <a:cubicBezTo>
                  <a:pt x="0" y="73737"/>
                  <a:pt x="73736" y="0"/>
                  <a:pt x="164694" y="0"/>
                </a:cubicBezTo>
                <a:lnTo>
                  <a:pt x="4005797" y="0"/>
                </a:lnTo>
                <a:cubicBezTo>
                  <a:pt x="4096754" y="0"/>
                  <a:pt x="4170492" y="73737"/>
                  <a:pt x="4170492" y="164695"/>
                </a:cubicBezTo>
                <a:lnTo>
                  <a:pt x="4170492" y="236908"/>
                </a:lnTo>
                <a:cubicBezTo>
                  <a:pt x="4170492" y="327867"/>
                  <a:pt x="4096754" y="401603"/>
                  <a:pt x="4005797" y="401603"/>
                </a:cubicBezTo>
                <a:lnTo>
                  <a:pt x="164694" y="401603"/>
                </a:lnTo>
                <a:cubicBezTo>
                  <a:pt x="73736" y="401603"/>
                  <a:pt x="0" y="327867"/>
                  <a:pt x="0" y="236908"/>
                </a:cubicBezTo>
                <a:lnTo>
                  <a:pt x="0" y="164695"/>
                </a:lnTo>
              </a:path>
            </a:pathLst>
          </a:custGeom>
          <a:solidFill xmlns:a="http://schemas.openxmlformats.org/drawingml/2006/main">
            <a:srgbClr val="70A1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8 1">
            <a:extLst xmlns:a="http://schemas.openxmlformats.org/drawingml/2006/main">
              <a:ext uri="{FF2B5EF4-FFF2-40B4-BE49-F238E27FC236}">
                <a16:creationId xmlns:a16="http://schemas.microsoft.com/office/drawing/2014/main" id="{84157FAE-4498-4724-9960-B1C32D2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30" y="1775729"/>
            <a:ext cx="201594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-8 Scaling">
            <a:extLst xmlns:a="http://schemas.openxmlformats.org/drawingml/2006/main">
              <a:ext uri="{FF2B5EF4-FFF2-40B4-BE49-F238E27FC236}">
                <a16:creationId xmlns:a16="http://schemas.microsoft.com/office/drawing/2014/main" id="{EB23113E-F593-4DAC-9AEC-CC0D6642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8050" y="1775814"/>
            <a:ext cx="916375" cy="410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Scaling</a:t>
            </a:r>
          </a:p>
        </p:txBody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93A1847E-E073-416D-AB79-C8FA94B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1751135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E9F5EC"/>
              </a:gs>
              <a:gs pos="100000">
                <a:srgbClr val="F7FBF5"/>
              </a:gs>
            </a:gsLst>
            <a:lin ang="0"/>
          </a:gradFill>
          <a:ln xmlns:a="http://schemas.openxmlformats.org/drawingml/2006/main" w="46339">
            <a:solidFill>
              <a:srgbClr val="70A194"/>
            </a:solidFill>
            <a:prstDash val="solid"/>
          </a:ln>
        </p:spPr>
      </p:sp>
      <p:sp>
        <p:nvSpPr>
          <p:cNvPr id="12" name="path-10">
            <a:extLst xmlns:a="http://schemas.openxmlformats.org/drawingml/2006/main">
              <a:ext uri="{FF2B5EF4-FFF2-40B4-BE49-F238E27FC236}">
                <a16:creationId xmlns:a16="http://schemas.microsoft.com/office/drawing/2014/main" id="{AD04697D-590F-4D9F-8A29-FC69519C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690" y="1742146"/>
            <a:ext cx="10256320" cy="403340"/>
          </a:xfrm>
          <a:custGeom xmlns:a="http://schemas.openxmlformats.org/drawingml/2006/main">
            <a:pathLst>
              <a:path w="10256320" h="403340">
                <a:moveTo>
                  <a:pt x="0" y="108589"/>
                </a:moveTo>
                <a:cubicBezTo>
                  <a:pt x="0" y="48617"/>
                  <a:pt x="48615" y="0"/>
                  <a:pt x="108587" y="0"/>
                </a:cubicBezTo>
                <a:lnTo>
                  <a:pt x="10147734" y="0"/>
                </a:lnTo>
                <a:cubicBezTo>
                  <a:pt x="10207704" y="0"/>
                  <a:pt x="10256320" y="48617"/>
                  <a:pt x="10256320" y="108589"/>
                </a:cubicBezTo>
                <a:lnTo>
                  <a:pt x="10256320" y="294751"/>
                </a:lnTo>
                <a:cubicBezTo>
                  <a:pt x="10256320" y="354725"/>
                  <a:pt x="10207704" y="403340"/>
                  <a:pt x="10147734" y="403340"/>
                </a:cubicBezTo>
                <a:lnTo>
                  <a:pt x="108587" y="403340"/>
                </a:lnTo>
                <a:cubicBezTo>
                  <a:pt x="48615" y="403340"/>
                  <a:pt x="0" y="354725"/>
                  <a:pt x="0" y="294751"/>
                </a:cubicBezTo>
                <a:lnTo>
                  <a:pt x="0" y="108589"/>
                </a:lnTo>
              </a:path>
            </a:pathLst>
          </a:custGeom>
          <a:solidFill xmlns:a="http://schemas.openxmlformats.org/drawingml/2006/main">
            <a:srgbClr val="70A1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 Harness">
            <a:extLst xmlns:a="http://schemas.openxmlformats.org/drawingml/2006/main">
              <a:ext uri="{FF2B5EF4-FFF2-40B4-BE49-F238E27FC236}">
                <a16:creationId xmlns:a16="http://schemas.microsoft.com/office/drawing/2014/main" id="{B48A9703-B118-4C7D-86A4-8F9410D5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923" y="1730774"/>
            <a:ext cx="1028058" cy="411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14" name="text-12 -">
            <a:extLst xmlns:a="http://schemas.openxmlformats.org/drawingml/2006/main">
              <a:ext uri="{FF2B5EF4-FFF2-40B4-BE49-F238E27FC236}">
                <a16:creationId xmlns:a16="http://schemas.microsoft.com/office/drawing/2014/main" id="{D976EAFF-C8FB-447D-8079-4BA59AE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5966" y="1731271"/>
            <a:ext cx="142692" cy="41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5" name="text-13 driven">
            <a:extLst xmlns:a="http://schemas.openxmlformats.org/drawingml/2006/main">
              <a:ext uri="{FF2B5EF4-FFF2-40B4-BE49-F238E27FC236}">
                <a16:creationId xmlns:a16="http://schemas.microsoft.com/office/drawing/2014/main" id="{A933ADD0-A1F8-40B4-AEEF-FAC09CC1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6716" y="1731271"/>
            <a:ext cx="819658" cy="411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driven</a:t>
            </a:r>
          </a:p>
        </p:txBody>
      </p:sp>
      <p:sp>
        <p:nvSpPr>
          <p:cNvPr id="16" name="text-13 adaptive">
            <a:extLst xmlns:a="http://schemas.openxmlformats.org/drawingml/2006/main">
              <a:ext uri="{FF2B5EF4-FFF2-40B4-BE49-F238E27FC236}">
                <a16:creationId xmlns:a16="http://schemas.microsoft.com/office/drawing/2014/main" id="{8ABCD62F-7551-4660-940A-07F84D23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8758" y="1731384"/>
            <a:ext cx="1124406" cy="41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1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adaptive</a:t>
            </a:r>
          </a:p>
        </p:txBody>
      </p:sp>
      <p:sp>
        <p:nvSpPr>
          <p:cNvPr id="17" name="text-13 joint">
            <a:extLst xmlns:a="http://schemas.openxmlformats.org/drawingml/2006/main">
              <a:ext uri="{FF2B5EF4-FFF2-40B4-BE49-F238E27FC236}">
                <a16:creationId xmlns:a16="http://schemas.microsoft.com/office/drawing/2014/main" id="{5B3C45FD-2B48-4A0D-B22B-DEA49C0E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488" y="1731717"/>
            <a:ext cx="607402" cy="410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joint</a:t>
            </a:r>
          </a:p>
        </p:txBody>
      </p:sp>
      <p:sp>
        <p:nvSpPr>
          <p:cNvPr id="18" name="text-13 synthesis">
            <a:extLst xmlns:a="http://schemas.openxmlformats.org/drawingml/2006/main">
              <a:ext uri="{FF2B5EF4-FFF2-40B4-BE49-F238E27FC236}">
                <a16:creationId xmlns:a16="http://schemas.microsoft.com/office/drawing/2014/main" id="{E14DAF4D-3EE7-451C-8A46-5586F9D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7137" y="1731422"/>
            <a:ext cx="1157307" cy="410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931D9-AAA6-4C47-98E7-BF155D76B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cb0a4604d424f"/>
          <a:stretch xmlns:a="http://schemas.openxmlformats.org/drawingml/2006/main"/>
        </p:blipFill>
        <p:spPr>
          <a:xfrm xmlns:a="http://schemas.openxmlformats.org/drawingml/2006/main">
            <a:off x="4367831" y="2829284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58776-EEC3-41E2-8AC7-855459350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2a4b919ef4a67"/>
          <a:stretch xmlns:a="http://schemas.openxmlformats.org/drawingml/2006/main"/>
        </p:blipFill>
        <p:spPr>
          <a:xfrm xmlns:a="http://schemas.openxmlformats.org/drawingml/2006/main">
            <a:off x="4360808" y="2865711"/>
            <a:ext cx="76200" cy="20955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82984-E205-43C9-947A-1F55FCD72D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1209f8bce443e"/>
          <a:stretch xmlns:a="http://schemas.openxmlformats.org/drawingml/2006/main"/>
        </p:blipFill>
        <p:spPr>
          <a:xfrm xmlns:a="http://schemas.openxmlformats.org/drawingml/2006/main">
            <a:off x="4360808" y="2865711"/>
            <a:ext cx="76200" cy="20955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0D167-B110-4566-B28A-D7298C5FD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c7dfe65214fd7"/>
          <a:stretch xmlns:a="http://schemas.openxmlformats.org/drawingml/2006/main"/>
        </p:blipFill>
        <p:spPr>
          <a:xfrm xmlns:a="http://schemas.openxmlformats.org/drawingml/2006/main">
            <a:off x="4419731" y="2762557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3AD70-8F5E-4936-860E-B7EB1C573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0c1613cd4414f"/>
          <a:stretch xmlns:a="http://schemas.openxmlformats.org/drawingml/2006/main"/>
        </p:blipFill>
        <p:spPr>
          <a:xfrm xmlns:a="http://schemas.openxmlformats.org/drawingml/2006/main">
            <a:off x="4427483" y="2799036"/>
            <a:ext cx="409575" cy="342900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F9045-75C6-4C91-86E6-57907B6B6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a7fc0d3e6490f"/>
          <a:stretch xmlns:a="http://schemas.openxmlformats.org/drawingml/2006/main"/>
        </p:blipFill>
        <p:spPr>
          <a:xfrm xmlns:a="http://schemas.openxmlformats.org/drawingml/2006/main">
            <a:off x="4427483" y="2799036"/>
            <a:ext cx="409575" cy="342900"/>
          </a:xfrm>
          <a:prstGeom xmlns:a="http://schemas.openxmlformats.org/drawingml/2006/main" prst="rect">
            <a:avLst/>
          </a:prstGeom>
        </p:spPr>
      </p:pic>
      <p:sp>
        <p:nvSpPr>
          <p:cNvPr id="25" name="path-20">
            <a:extLst xmlns:a="http://schemas.openxmlformats.org/drawingml/2006/main">
              <a:ext uri="{FF2B5EF4-FFF2-40B4-BE49-F238E27FC236}">
                <a16:creationId xmlns:a16="http://schemas.microsoft.com/office/drawing/2014/main" id="{9A307B95-BB66-4E25-89F1-728BDC77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4068075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5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5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B2D6C8"/>
              </a:gs>
              <a:gs pos="100000">
                <a:srgbClr val="DBECE3"/>
              </a:gs>
            </a:gsLst>
            <a:lin ang="0"/>
          </a:gradFill>
          <a:ln xmlns:a="http://schemas.openxmlformats.org/drawingml/2006/main" w="46339">
            <a:solidFill>
              <a:srgbClr val="527276"/>
            </a:solidFill>
            <a:prstDash val="solid"/>
          </a:ln>
        </p:spPr>
      </p:sp>
      <p:sp>
        <p:nvSpPr>
          <p:cNvPr id="26" name="path-21">
            <a:extLst xmlns:a="http://schemas.openxmlformats.org/drawingml/2006/main">
              <a:ext uri="{FF2B5EF4-FFF2-40B4-BE49-F238E27FC236}">
                <a16:creationId xmlns:a16="http://schemas.microsoft.com/office/drawing/2014/main" id="{162E256A-6394-4079-8C8D-C12A246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4068075"/>
            <a:ext cx="4170491" cy="401603"/>
          </a:xfrm>
          <a:custGeom xmlns:a="http://schemas.openxmlformats.org/drawingml/2006/main">
            <a:pathLst>
              <a:path w="4170491" h="401603">
                <a:moveTo>
                  <a:pt x="0" y="108125"/>
                </a:moveTo>
                <a:cubicBezTo>
                  <a:pt x="0" y="48410"/>
                  <a:pt x="48409" y="0"/>
                  <a:pt x="108125" y="0"/>
                </a:cubicBezTo>
                <a:lnTo>
                  <a:pt x="4062366" y="0"/>
                </a:lnTo>
                <a:cubicBezTo>
                  <a:pt x="4122081" y="0"/>
                  <a:pt x="4170491" y="48410"/>
                  <a:pt x="4170491" y="108125"/>
                </a:cubicBezTo>
                <a:lnTo>
                  <a:pt x="4170491" y="293478"/>
                </a:lnTo>
                <a:cubicBezTo>
                  <a:pt x="4170491" y="353193"/>
                  <a:pt x="4122081" y="401603"/>
                  <a:pt x="4062366" y="401603"/>
                </a:cubicBezTo>
                <a:lnTo>
                  <a:pt x="108125" y="401603"/>
                </a:lnTo>
                <a:cubicBezTo>
                  <a:pt x="48409" y="401603"/>
                  <a:pt x="0" y="353193"/>
                  <a:pt x="0" y="293478"/>
                </a:cubicBezTo>
                <a:lnTo>
                  <a:pt x="0" y="108125"/>
                </a:lnTo>
              </a:path>
            </a:pathLst>
          </a:custGeom>
          <a:solidFill xmlns:a="http://schemas.openxmlformats.org/drawingml/2006/main">
            <a:srgbClr val="527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22 2">
            <a:extLst xmlns:a="http://schemas.openxmlformats.org/drawingml/2006/main">
              <a:ext uri="{FF2B5EF4-FFF2-40B4-BE49-F238E27FC236}">
                <a16:creationId xmlns:a16="http://schemas.microsoft.com/office/drawing/2014/main" id="{A72D7352-4FFB-4834-97AE-B48D43E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096" y="4077841"/>
            <a:ext cx="201593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" name="text-22 Evolving">
            <a:extLst xmlns:a="http://schemas.openxmlformats.org/drawingml/2006/main">
              <a:ext uri="{FF2B5EF4-FFF2-40B4-BE49-F238E27FC236}">
                <a16:creationId xmlns:a16="http://schemas.microsoft.com/office/drawing/2014/main" id="{47350FDC-4D02-4919-ABF7-2035799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2016" y="4078733"/>
            <a:ext cx="1068134" cy="409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5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Evolving</a:t>
            </a:r>
          </a:p>
        </p:txBody>
      </p:sp>
      <p:sp>
        <p:nvSpPr>
          <p:cNvPr id="29" name="path-23">
            <a:extLst xmlns:a="http://schemas.openxmlformats.org/drawingml/2006/main">
              <a:ext uri="{FF2B5EF4-FFF2-40B4-BE49-F238E27FC236}">
                <a16:creationId xmlns:a16="http://schemas.microsoft.com/office/drawing/2014/main" id="{4D92B1D4-6145-4763-B3E1-19161F0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4068075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B2D6C9"/>
              </a:gs>
              <a:gs pos="100000">
                <a:srgbClr val="DBECE3"/>
              </a:gs>
            </a:gsLst>
            <a:lin ang="0"/>
          </a:gradFill>
          <a:ln xmlns:a="http://schemas.openxmlformats.org/drawingml/2006/main" w="46339">
            <a:solidFill>
              <a:srgbClr val="527276"/>
            </a:solidFill>
            <a:prstDash val="solid"/>
          </a:ln>
        </p:spPr>
      </p:sp>
      <p:sp>
        <p:nvSpPr>
          <p:cNvPr id="30" name="path-24">
            <a:extLst xmlns:a="http://schemas.openxmlformats.org/drawingml/2006/main">
              <a:ext uri="{FF2B5EF4-FFF2-40B4-BE49-F238E27FC236}">
                <a16:creationId xmlns:a16="http://schemas.microsoft.com/office/drawing/2014/main" id="{0DBF9917-EDD4-451B-BD24-38D5A6F1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4068075"/>
            <a:ext cx="10256321" cy="401603"/>
          </a:xfrm>
          <a:custGeom xmlns:a="http://schemas.openxmlformats.org/drawingml/2006/main">
            <a:pathLst>
              <a:path w="10256321" h="401603">
                <a:moveTo>
                  <a:pt x="0" y="108129"/>
                </a:moveTo>
                <a:cubicBezTo>
                  <a:pt x="0" y="48412"/>
                  <a:pt x="48410" y="0"/>
                  <a:pt x="108127" y="0"/>
                </a:cubicBezTo>
                <a:lnTo>
                  <a:pt x="10148194" y="0"/>
                </a:lnTo>
                <a:cubicBezTo>
                  <a:pt x="10207909" y="0"/>
                  <a:pt x="10256321" y="48412"/>
                  <a:pt x="10256321" y="108129"/>
                </a:cubicBezTo>
                <a:lnTo>
                  <a:pt x="10256321" y="293474"/>
                </a:lnTo>
                <a:cubicBezTo>
                  <a:pt x="10256321" y="353192"/>
                  <a:pt x="10207909" y="401603"/>
                  <a:pt x="10148194" y="401603"/>
                </a:cubicBezTo>
                <a:lnTo>
                  <a:pt x="108127" y="401603"/>
                </a:lnTo>
                <a:cubicBezTo>
                  <a:pt x="48410" y="401603"/>
                  <a:pt x="0" y="353192"/>
                  <a:pt x="0" y="293474"/>
                </a:cubicBezTo>
                <a:lnTo>
                  <a:pt x="0" y="108129"/>
                </a:lnTo>
              </a:path>
            </a:pathLst>
          </a:custGeom>
          <a:solidFill xmlns:a="http://schemas.openxmlformats.org/drawingml/2006/main">
            <a:srgbClr val="527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5 FCR">
            <a:extLst xmlns:a="http://schemas.openxmlformats.org/drawingml/2006/main">
              <a:ext uri="{FF2B5EF4-FFF2-40B4-BE49-F238E27FC236}">
                <a16:creationId xmlns:a16="http://schemas.microsoft.com/office/drawing/2014/main" id="{3EB19A2D-72CE-44C7-B743-47F0C9E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6668" y="4077225"/>
            <a:ext cx="503856" cy="4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FCR</a:t>
            </a:r>
          </a:p>
        </p:txBody>
      </p:sp>
      <p:sp>
        <p:nvSpPr>
          <p:cNvPr id="32" name="text-26 (">
            <a:extLst xmlns:a="http://schemas.openxmlformats.org/drawingml/2006/main">
              <a:ext uri="{FF2B5EF4-FFF2-40B4-BE49-F238E27FC236}">
                <a16:creationId xmlns:a16="http://schemas.microsoft.com/office/drawing/2014/main" id="{388418B6-F129-4E06-9C5D-D989663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3886" y="4077700"/>
            <a:ext cx="144299" cy="411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33" name="text-27 Factorial">
            <a:extLst xmlns:a="http://schemas.openxmlformats.org/drawingml/2006/main">
              <a:ext uri="{FF2B5EF4-FFF2-40B4-BE49-F238E27FC236}">
                <a16:creationId xmlns:a16="http://schemas.microsoft.com/office/drawing/2014/main" id="{0C90AFEC-E351-448E-A70F-F545BEC7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4632" y="4077473"/>
            <a:ext cx="1116718" cy="411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5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Factorial</a:t>
            </a:r>
          </a:p>
        </p:txBody>
      </p:sp>
      <p:sp>
        <p:nvSpPr>
          <p:cNvPr id="34" name="text-27 Compatibility">
            <a:extLst xmlns:a="http://schemas.openxmlformats.org/drawingml/2006/main">
              <a:ext uri="{FF2B5EF4-FFF2-40B4-BE49-F238E27FC236}">
                <a16:creationId xmlns:a16="http://schemas.microsoft.com/office/drawing/2014/main" id="{0F15D558-2BEE-4368-9A3C-6CAEFE22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3352" y="4078049"/>
            <a:ext cx="1686906" cy="410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Compatibility</a:t>
            </a:r>
          </a:p>
        </p:txBody>
      </p:sp>
      <p:sp>
        <p:nvSpPr>
          <p:cNvPr id="35" name="text-27 Replay">
            <a:extLst xmlns:a="http://schemas.openxmlformats.org/drawingml/2006/main">
              <a:ext uri="{FF2B5EF4-FFF2-40B4-BE49-F238E27FC236}">
                <a16:creationId xmlns:a16="http://schemas.microsoft.com/office/drawing/2014/main" id="{B5165010-633C-40FC-A5A9-EEF0EFD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2185" y="4077799"/>
            <a:ext cx="877888" cy="411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sp>
        <p:nvSpPr>
          <p:cNvPr id="36" name="text-28 )">
            <a:extLst xmlns:a="http://schemas.openxmlformats.org/drawingml/2006/main">
              <a:ext uri="{FF2B5EF4-FFF2-40B4-BE49-F238E27FC236}">
                <a16:creationId xmlns:a16="http://schemas.microsoft.com/office/drawing/2014/main" id="{7AFDB5F7-75A4-467A-9D27-EF4F3FC2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6285" y="4077700"/>
            <a:ext cx="144299" cy="411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E15695-8547-4030-8B7D-1F2109FA67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2ddd329004aca"/>
          <a:stretch xmlns:a="http://schemas.openxmlformats.org/drawingml/2006/main"/>
        </p:blipFill>
        <p:spPr>
          <a:xfrm xmlns:a="http://schemas.openxmlformats.org/drawingml/2006/main">
            <a:off x="4367831" y="5146224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94B5BC-5C01-44CA-8B4A-8C16999B2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8545c7b3541c0"/>
          <a:stretch xmlns:a="http://schemas.openxmlformats.org/drawingml/2006/main"/>
        </p:blipFill>
        <p:spPr>
          <a:xfrm xmlns:a="http://schemas.openxmlformats.org/drawingml/2006/main">
            <a:off x="4360808" y="5199336"/>
            <a:ext cx="76200" cy="1714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B6878C-322E-4EE6-AA58-9720025959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34133435441d9"/>
          <a:stretch xmlns:a="http://schemas.openxmlformats.org/drawingml/2006/main"/>
        </p:blipFill>
        <p:spPr>
          <a:xfrm xmlns:a="http://schemas.openxmlformats.org/drawingml/2006/main">
            <a:off x="4360808" y="5199336"/>
            <a:ext cx="76200" cy="1714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E89B7-B30B-4EA6-9FB8-C37A2E844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fda75e6cd4b2a"/>
          <a:stretch xmlns:a="http://schemas.openxmlformats.org/drawingml/2006/main"/>
        </p:blipFill>
        <p:spPr>
          <a:xfrm xmlns:a="http://schemas.openxmlformats.org/drawingml/2006/main">
            <a:off x="4419731" y="5079497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5279C7-DAA6-44F9-B369-142D674F2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aa872a78943e3"/>
          <a:stretch xmlns:a="http://schemas.openxmlformats.org/drawingml/2006/main"/>
        </p:blipFill>
        <p:spPr>
          <a:xfrm xmlns:a="http://schemas.openxmlformats.org/drawingml/2006/main">
            <a:off x="4427483" y="5132661"/>
            <a:ext cx="409575" cy="30480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9C412-DAE3-49B3-930F-280E51299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19b38c31b4186"/>
          <a:stretch xmlns:a="http://schemas.openxmlformats.org/drawingml/2006/main"/>
        </p:blipFill>
        <p:spPr>
          <a:xfrm xmlns:a="http://schemas.openxmlformats.org/drawingml/2006/main">
            <a:off x="4427483" y="5132661"/>
            <a:ext cx="409575" cy="304800"/>
          </a:xfrm>
          <a:prstGeom xmlns:a="http://schemas.openxmlformats.org/drawingml/2006/main" prst="rect">
            <a:avLst/>
          </a:prstGeom>
        </p:spPr>
      </p:pic>
      <p:sp>
        <p:nvSpPr>
          <p:cNvPr id="43" name="path-35">
            <a:extLst xmlns:a="http://schemas.openxmlformats.org/drawingml/2006/main">
              <a:ext uri="{FF2B5EF4-FFF2-40B4-BE49-F238E27FC236}">
                <a16:creationId xmlns:a16="http://schemas.microsoft.com/office/drawing/2014/main" id="{042C4851-0DFE-4132-ACAE-F12B8151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6385015"/>
            <a:ext cx="4170491" cy="2085241"/>
          </a:xfrm>
          <a:custGeom xmlns:a="http://schemas.openxmlformats.org/drawingml/2006/main">
            <a:pathLst>
              <a:path w="4170491" h="2085241">
                <a:moveTo>
                  <a:pt x="0" y="154455"/>
                </a:moveTo>
                <a:cubicBezTo>
                  <a:pt x="0" y="69152"/>
                  <a:pt x="69152" y="0"/>
                  <a:pt x="154455" y="0"/>
                </a:cubicBezTo>
                <a:lnTo>
                  <a:pt x="4016036" y="0"/>
                </a:lnTo>
                <a:cubicBezTo>
                  <a:pt x="4101340" y="0"/>
                  <a:pt x="4170491" y="69152"/>
                  <a:pt x="4170491" y="154455"/>
                </a:cubicBezTo>
                <a:lnTo>
                  <a:pt x="4170491" y="1930786"/>
                </a:lnTo>
                <a:cubicBezTo>
                  <a:pt x="4170491" y="2016089"/>
                  <a:pt x="4101340" y="2085241"/>
                  <a:pt x="4016036" y="2085241"/>
                </a:cubicBezTo>
                <a:lnTo>
                  <a:pt x="154455" y="2085241"/>
                </a:lnTo>
                <a:cubicBezTo>
                  <a:pt x="69152" y="2085241"/>
                  <a:pt x="0" y="2016089"/>
                  <a:pt x="0" y="1930786"/>
                </a:cubicBezTo>
                <a:lnTo>
                  <a:pt x="0" y="154455"/>
                </a:lnTo>
              </a:path>
            </a:pathLst>
          </a:custGeom>
          <a:gradFill xmlns:a="http://schemas.openxmlformats.org/drawingml/2006/main">
            <a:gsLst>
              <a:gs pos="0">
                <a:srgbClr val="CAE3E3"/>
              </a:gs>
              <a:gs pos="100000">
                <a:srgbClr val="E7F3F3"/>
              </a:gs>
            </a:gsLst>
            <a:lin ang="0"/>
          </a:gradFill>
          <a:ln xmlns:a="http://schemas.openxmlformats.org/drawingml/2006/main" w="46339">
            <a:solidFill>
              <a:srgbClr val="54718B"/>
            </a:solidFill>
            <a:prstDash val="solid"/>
          </a:ln>
        </p:spPr>
      </p:sp>
      <p:sp>
        <p:nvSpPr>
          <p:cNvPr id="44" name="path-36">
            <a:extLst xmlns:a="http://schemas.openxmlformats.org/drawingml/2006/main">
              <a:ext uri="{FF2B5EF4-FFF2-40B4-BE49-F238E27FC236}">
                <a16:creationId xmlns:a16="http://schemas.microsoft.com/office/drawing/2014/main" id="{128D40EF-DE94-4AAC-BE82-B3E4C736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" y="6385015"/>
            <a:ext cx="4170491" cy="401603"/>
          </a:xfrm>
          <a:custGeom xmlns:a="http://schemas.openxmlformats.org/drawingml/2006/main">
            <a:pathLst>
              <a:path w="4170491" h="401603">
                <a:moveTo>
                  <a:pt x="0" y="108125"/>
                </a:moveTo>
                <a:cubicBezTo>
                  <a:pt x="0" y="48409"/>
                  <a:pt x="48409" y="0"/>
                  <a:pt x="108125" y="0"/>
                </a:cubicBezTo>
                <a:lnTo>
                  <a:pt x="4062366" y="0"/>
                </a:lnTo>
                <a:cubicBezTo>
                  <a:pt x="4122081" y="0"/>
                  <a:pt x="4170491" y="48409"/>
                  <a:pt x="4170491" y="108125"/>
                </a:cubicBezTo>
                <a:lnTo>
                  <a:pt x="4170491" y="293477"/>
                </a:lnTo>
                <a:cubicBezTo>
                  <a:pt x="4170491" y="353193"/>
                  <a:pt x="4122081" y="401603"/>
                  <a:pt x="4062366" y="401603"/>
                </a:cubicBezTo>
                <a:lnTo>
                  <a:pt x="108125" y="401603"/>
                </a:lnTo>
                <a:cubicBezTo>
                  <a:pt x="48409" y="401603"/>
                  <a:pt x="0" y="353193"/>
                  <a:pt x="0" y="293477"/>
                </a:cubicBezTo>
                <a:lnTo>
                  <a:pt x="0" y="108125"/>
                </a:lnTo>
              </a:path>
            </a:pathLst>
          </a:custGeom>
          <a:solidFill xmlns:a="http://schemas.openxmlformats.org/drawingml/2006/main">
            <a:srgbClr val="547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37 3">
            <a:extLst xmlns:a="http://schemas.openxmlformats.org/drawingml/2006/main">
              <a:ext uri="{FF2B5EF4-FFF2-40B4-BE49-F238E27FC236}">
                <a16:creationId xmlns:a16="http://schemas.microsoft.com/office/drawing/2014/main" id="{82499F9C-1542-49A6-A352-94AACD7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664" y="6394781"/>
            <a:ext cx="201593" cy="41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6" name="text-38 Trai">
            <a:extLst xmlns:a="http://schemas.openxmlformats.org/drawingml/2006/main">
              <a:ext uri="{FF2B5EF4-FFF2-40B4-BE49-F238E27FC236}">
                <a16:creationId xmlns:a16="http://schemas.microsoft.com/office/drawing/2014/main" id="{6AD53E99-3395-4BBB-8913-5CDB4DB1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628" y="6394608"/>
            <a:ext cx="518544" cy="41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13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</a:t>
            </a:r>
          </a:p>
        </p:txBody>
      </p:sp>
      <p:sp>
        <p:nvSpPr>
          <p:cNvPr id="47" name="text-39 ning">
            <a:extLst xmlns:a="http://schemas.openxmlformats.org/drawingml/2006/main">
              <a:ext uri="{FF2B5EF4-FFF2-40B4-BE49-F238E27FC236}">
                <a16:creationId xmlns:a16="http://schemas.microsoft.com/office/drawing/2014/main" id="{52D067ED-8F58-42C2-A402-82C3903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406" y="6395464"/>
            <a:ext cx="587952" cy="41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30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ning</a:t>
            </a:r>
          </a:p>
        </p:txBody>
      </p:sp>
      <p:sp>
        <p:nvSpPr>
          <p:cNvPr id="48" name="path-40">
            <a:extLst xmlns:a="http://schemas.openxmlformats.org/drawingml/2006/main">
              <a:ext uri="{FF2B5EF4-FFF2-40B4-BE49-F238E27FC236}">
                <a16:creationId xmlns:a16="http://schemas.microsoft.com/office/drawing/2014/main" id="{A0EB4A62-BD51-48A5-854C-95180BCA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6385015"/>
            <a:ext cx="10256319" cy="2085246"/>
          </a:xfrm>
          <a:custGeom xmlns:a="http://schemas.openxmlformats.org/drawingml/2006/main">
            <a:pathLst>
              <a:path w="10256319" h="2085246">
                <a:moveTo>
                  <a:pt x="0" y="154451"/>
                </a:moveTo>
                <a:cubicBezTo>
                  <a:pt x="0" y="69150"/>
                  <a:pt x="69150" y="0"/>
                  <a:pt x="154450" y="0"/>
                </a:cubicBezTo>
                <a:lnTo>
                  <a:pt x="10101869" y="0"/>
                </a:lnTo>
                <a:cubicBezTo>
                  <a:pt x="10187171" y="0"/>
                  <a:pt x="10256319" y="69150"/>
                  <a:pt x="10256319" y="154451"/>
                </a:cubicBezTo>
                <a:lnTo>
                  <a:pt x="10256319" y="1930795"/>
                </a:lnTo>
                <a:cubicBezTo>
                  <a:pt x="10256319" y="2016095"/>
                  <a:pt x="10187171" y="2085246"/>
                  <a:pt x="10101869" y="2085246"/>
                </a:cubicBezTo>
                <a:lnTo>
                  <a:pt x="154450" y="2085246"/>
                </a:lnTo>
                <a:cubicBezTo>
                  <a:pt x="69150" y="2085246"/>
                  <a:pt x="0" y="2016095"/>
                  <a:pt x="0" y="1930795"/>
                </a:cubicBezTo>
                <a:lnTo>
                  <a:pt x="0" y="154451"/>
                </a:lnTo>
              </a:path>
            </a:pathLst>
          </a:custGeom>
          <a:gradFill xmlns:a="http://schemas.openxmlformats.org/drawingml/2006/main">
            <a:gsLst>
              <a:gs pos="0">
                <a:srgbClr val="CAE4E3"/>
              </a:gs>
              <a:gs pos="100000">
                <a:srgbClr val="E7F3F3"/>
              </a:gs>
            </a:gsLst>
            <a:lin ang="0"/>
          </a:gradFill>
          <a:ln xmlns:a="http://schemas.openxmlformats.org/drawingml/2006/main" w="46339">
            <a:solidFill>
              <a:srgbClr val="54718B"/>
            </a:solidFill>
            <a:prstDash val="solid"/>
          </a:ln>
        </p:spPr>
      </p:sp>
      <p:sp>
        <p:nvSpPr>
          <p:cNvPr id="49" name="path-41">
            <a:extLst xmlns:a="http://schemas.openxmlformats.org/drawingml/2006/main">
              <a:ext uri="{FF2B5EF4-FFF2-40B4-BE49-F238E27FC236}">
                <a16:creationId xmlns:a16="http://schemas.microsoft.com/office/drawing/2014/main" id="{6094D794-65CD-4EBB-A1E6-437C48A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69" y="6385015"/>
            <a:ext cx="10256321" cy="401603"/>
          </a:xfrm>
          <a:custGeom xmlns:a="http://schemas.openxmlformats.org/drawingml/2006/main">
            <a:pathLst>
              <a:path w="10256321" h="401603">
                <a:moveTo>
                  <a:pt x="0" y="108128"/>
                </a:moveTo>
                <a:cubicBezTo>
                  <a:pt x="0" y="48410"/>
                  <a:pt x="48410" y="0"/>
                  <a:pt x="108127" y="0"/>
                </a:cubicBezTo>
                <a:lnTo>
                  <a:pt x="10148194" y="0"/>
                </a:lnTo>
                <a:cubicBezTo>
                  <a:pt x="10207909" y="0"/>
                  <a:pt x="10256321" y="48410"/>
                  <a:pt x="10256321" y="108128"/>
                </a:cubicBezTo>
                <a:lnTo>
                  <a:pt x="10256321" y="293473"/>
                </a:lnTo>
                <a:cubicBezTo>
                  <a:pt x="10256321" y="353191"/>
                  <a:pt x="10207909" y="401603"/>
                  <a:pt x="10148194" y="401603"/>
                </a:cubicBezTo>
                <a:lnTo>
                  <a:pt x="108127" y="401603"/>
                </a:lnTo>
                <a:cubicBezTo>
                  <a:pt x="48410" y="401603"/>
                  <a:pt x="0" y="353191"/>
                  <a:pt x="0" y="293473"/>
                </a:cubicBezTo>
                <a:lnTo>
                  <a:pt x="0" y="108128"/>
                </a:lnTo>
              </a:path>
            </a:pathLst>
          </a:custGeom>
          <a:solidFill xmlns:a="http://schemas.openxmlformats.org/drawingml/2006/main">
            <a:srgbClr val="547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42 VTCA">
            <a:extLst xmlns:a="http://schemas.openxmlformats.org/drawingml/2006/main">
              <a:ext uri="{FF2B5EF4-FFF2-40B4-BE49-F238E27FC236}">
                <a16:creationId xmlns:a16="http://schemas.microsoft.com/office/drawing/2014/main" id="{74B5499F-5A8E-44F0-9FD5-EF6BE386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9104" y="6400326"/>
            <a:ext cx="666791" cy="39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VTCA</a:t>
            </a:r>
          </a:p>
        </p:txBody>
      </p:sp>
      <p:sp>
        <p:nvSpPr>
          <p:cNvPr id="51" name="text-42 (Verifier">
            <a:extLst xmlns:a="http://schemas.openxmlformats.org/drawingml/2006/main">
              <a:ext uri="{FF2B5EF4-FFF2-40B4-BE49-F238E27FC236}">
                <a16:creationId xmlns:a16="http://schemas.microsoft.com/office/drawing/2014/main" id="{D7FB01D5-6CF0-4BCD-A2D2-0C69E97A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0562" y="6399085"/>
            <a:ext cx="991505" cy="39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2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(Verifier</a:t>
            </a:r>
          </a:p>
        </p:txBody>
      </p:sp>
      <p:sp>
        <p:nvSpPr>
          <p:cNvPr id="52" name="text-43 -">
            <a:extLst xmlns:a="http://schemas.openxmlformats.org/drawingml/2006/main">
              <a:ext uri="{FF2B5EF4-FFF2-40B4-BE49-F238E27FC236}">
                <a16:creationId xmlns:a16="http://schemas.microsoft.com/office/drawing/2014/main" id="{04F16D5B-9D87-467C-B5D8-8EDAA8B7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336" y="6403041"/>
            <a:ext cx="135146" cy="38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3" name="text-44 to">
            <a:extLst xmlns:a="http://schemas.openxmlformats.org/drawingml/2006/main">
              <a:ext uri="{FF2B5EF4-FFF2-40B4-BE49-F238E27FC236}">
                <a16:creationId xmlns:a16="http://schemas.microsoft.com/office/drawing/2014/main" id="{2A9E4E81-78AA-4058-B11C-668F0AD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5221" y="6402795"/>
            <a:ext cx="290219" cy="38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9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54" name="text-45 -">
            <a:extLst xmlns:a="http://schemas.openxmlformats.org/drawingml/2006/main">
              <a:ext uri="{FF2B5EF4-FFF2-40B4-BE49-F238E27FC236}">
                <a16:creationId xmlns:a16="http://schemas.microsoft.com/office/drawing/2014/main" id="{D2133458-3294-46EA-9235-8F95D88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7419" y="6403041"/>
            <a:ext cx="135146" cy="38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88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5" name="text-46 Turn">
            <a:extLst xmlns:a="http://schemas.openxmlformats.org/drawingml/2006/main">
              <a:ext uri="{FF2B5EF4-FFF2-40B4-BE49-F238E27FC236}">
                <a16:creationId xmlns:a16="http://schemas.microsoft.com/office/drawing/2014/main" id="{D4FE7431-1885-4135-98E6-16EADE8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4304" y="6400810"/>
            <a:ext cx="573503" cy="392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06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56" name="text-46 Credit">
            <a:extLst xmlns:a="http://schemas.openxmlformats.org/drawingml/2006/main">
              <a:ext uri="{FF2B5EF4-FFF2-40B4-BE49-F238E27FC236}">
                <a16:creationId xmlns:a16="http://schemas.microsoft.com/office/drawing/2014/main" id="{6951B414-7E7C-4B22-9644-4D26A67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3178" y="6399348"/>
            <a:ext cx="749577" cy="394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57" name="text-46 Assignment)">
            <a:extLst xmlns:a="http://schemas.openxmlformats.org/drawingml/2006/main">
              <a:ext uri="{FF2B5EF4-FFF2-40B4-BE49-F238E27FC236}">
                <a16:creationId xmlns:a16="http://schemas.microsoft.com/office/drawing/2014/main" id="{8226E0A9-0FC2-455F-9F30-36968FC8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5821" y="6400025"/>
            <a:ext cx="1501768" cy="393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Assignment)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AF78E2-4D10-49C5-8BC2-07B7CD30BE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df5ace2454185"/>
          <a:stretch xmlns:a="http://schemas.openxmlformats.org/drawingml/2006/main"/>
        </p:blipFill>
        <p:spPr>
          <a:xfrm xmlns:a="http://schemas.openxmlformats.org/drawingml/2006/main">
            <a:off x="4367831" y="7463164"/>
            <a:ext cx="155698" cy="285447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C123CB-69FB-42B7-B808-D3727382C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306c2da38477f"/>
          <a:stretch xmlns:a="http://schemas.openxmlformats.org/drawingml/2006/main"/>
        </p:blipFill>
        <p:spPr>
          <a:xfrm xmlns:a="http://schemas.openxmlformats.org/drawingml/2006/main">
            <a:off x="4360808" y="7504386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FE820F-B435-4468-B01A-11663270A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accb66bb64632"/>
          <a:stretch xmlns:a="http://schemas.openxmlformats.org/drawingml/2006/main"/>
        </p:blipFill>
        <p:spPr>
          <a:xfrm xmlns:a="http://schemas.openxmlformats.org/drawingml/2006/main">
            <a:off x="4360808" y="7504386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3ECCB0-2273-4465-B532-33A63EA24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ab498884a43fe"/>
          <a:stretch xmlns:a="http://schemas.openxmlformats.org/drawingml/2006/main"/>
        </p:blipFill>
        <p:spPr>
          <a:xfrm xmlns:a="http://schemas.openxmlformats.org/drawingml/2006/main">
            <a:off x="4360808" y="7504386"/>
            <a:ext cx="76200" cy="200025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AE6462-14E4-45C9-875E-3897FAF25E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4c7f41ed84c04"/>
          <a:stretch xmlns:a="http://schemas.openxmlformats.org/drawingml/2006/main"/>
        </p:blipFill>
        <p:spPr>
          <a:xfrm xmlns:a="http://schemas.openxmlformats.org/drawingml/2006/main">
            <a:off x="4419731" y="7396436"/>
            <a:ext cx="485630" cy="418903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60420B-D96A-43F2-9177-6D5372B90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7a1ab669b471b"/>
          <a:stretch xmlns:a="http://schemas.openxmlformats.org/drawingml/2006/main"/>
        </p:blipFill>
        <p:spPr>
          <a:xfrm xmlns:a="http://schemas.openxmlformats.org/drawingml/2006/main">
            <a:off x="4427483" y="7437711"/>
            <a:ext cx="409575" cy="333375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CAAED9-9F9C-4E06-8D95-F985DEB32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7bd5dca1b44a9"/>
          <a:stretch xmlns:a="http://schemas.openxmlformats.org/drawingml/2006/main"/>
        </p:blipFill>
        <p:spPr>
          <a:xfrm xmlns:a="http://schemas.openxmlformats.org/drawingml/2006/main">
            <a:off x="4427483" y="7437711"/>
            <a:ext cx="409575" cy="333375"/>
          </a:xfrm>
          <a:prstGeom xmlns:a="http://schemas.openxmlformats.org/drawingml/2006/main" prst="rect">
            <a:avLst/>
          </a:prstGeom>
        </p:spPr>
      </p:pic>
      <p:sp>
        <p:nvSpPr>
          <p:cNvPr id="65" name="text-54 Components">
            <a:extLst xmlns:a="http://schemas.openxmlformats.org/drawingml/2006/main">
              <a:ext uri="{FF2B5EF4-FFF2-40B4-BE49-F238E27FC236}">
                <a16:creationId xmlns:a16="http://schemas.microsoft.com/office/drawing/2014/main" id="{13289783-219F-4D59-A4EB-AD4F70D1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939" y="2239768"/>
            <a:ext cx="1471293" cy="384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Components</a:t>
            </a:r>
          </a:p>
        </p:txBody>
      </p:sp>
      <p:sp>
        <p:nvSpPr>
          <p:cNvPr id="66" name="text-54 can">
            <a:extLst xmlns:a="http://schemas.openxmlformats.org/drawingml/2006/main">
              <a:ext uri="{FF2B5EF4-FFF2-40B4-BE49-F238E27FC236}">
                <a16:creationId xmlns:a16="http://schemas.microsoft.com/office/drawing/2014/main" id="{3721763C-74FB-4484-BD23-F3C7388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104" y="2239118"/>
            <a:ext cx="450752" cy="385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</a:t>
            </a:r>
          </a:p>
        </p:txBody>
      </p:sp>
      <p:sp>
        <p:nvSpPr>
          <p:cNvPr id="67" name="text-54 misalign">
            <a:extLst xmlns:a="http://schemas.openxmlformats.org/drawingml/2006/main">
              <a:ext uri="{FF2B5EF4-FFF2-40B4-BE49-F238E27FC236}">
                <a16:creationId xmlns:a16="http://schemas.microsoft.com/office/drawing/2014/main" id="{75A62C81-ED3E-4F87-B708-36DB8B5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8249" y="2239205"/>
            <a:ext cx="1016672" cy="384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misalign</a:t>
            </a:r>
          </a:p>
        </p:txBody>
      </p:sp>
      <p:sp>
        <p:nvSpPr>
          <p:cNvPr id="68" name="path-55">
            <a:extLst xmlns:a="http://schemas.openxmlformats.org/drawingml/2006/main">
              <a:ext uri="{FF2B5EF4-FFF2-40B4-BE49-F238E27FC236}">
                <a16:creationId xmlns:a16="http://schemas.microsoft.com/office/drawing/2014/main" id="{FAC2636D-8691-4CEC-B86D-5A2E1732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92" y="2677911"/>
            <a:ext cx="741421" cy="370711"/>
          </a:xfrm>
          <a:custGeom xmlns:a="http://schemas.openxmlformats.org/drawingml/2006/main">
            <a:pathLst>
              <a:path w="741421" h="370711">
                <a:moveTo>
                  <a:pt x="0" y="61782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2"/>
                </a:cubicBezTo>
                <a:lnTo>
                  <a:pt x="741421" y="308929"/>
                </a:lnTo>
                <a:cubicBezTo>
                  <a:pt x="741421" y="343049"/>
                  <a:pt x="713760" y="370711"/>
                  <a:pt x="679638" y="370711"/>
                </a:cubicBezTo>
                <a:lnTo>
                  <a:pt x="61783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56">
            <a:extLst xmlns:a="http://schemas.openxmlformats.org/drawingml/2006/main">
              <a:ext uri="{FF2B5EF4-FFF2-40B4-BE49-F238E27FC236}">
                <a16:creationId xmlns:a16="http://schemas.microsoft.com/office/drawing/2014/main" id="{865AD4E5-EEE0-4F6C-9C3C-1ECA1D01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92" y="2677911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ECAA7A-EE35-4FA8-B8EC-379CC6420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b9e17c06244e3"/>
          <a:stretch xmlns:a="http://schemas.openxmlformats.org/drawingml/2006/main"/>
        </p:blipFill>
        <p:spPr>
          <a:xfrm xmlns:a="http://schemas.openxmlformats.org/drawingml/2006/main">
            <a:off x="675556" y="2703243"/>
            <a:ext cx="374417" cy="326225"/>
          </a:xfrm>
          <a:prstGeom xmlns:a="http://schemas.openxmlformats.org/drawingml/2006/main" prst="rect">
            <a:avLst/>
          </a:prstGeom>
        </p:spPr>
      </p:pic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23DF99-34A8-4AE4-A3C0-F7433C1489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70be139dc41e3"/>
          <a:stretch xmlns:a="http://schemas.openxmlformats.org/drawingml/2006/main"/>
        </p:blipFill>
        <p:spPr>
          <a:xfrm xmlns:a="http://schemas.openxmlformats.org/drawingml/2006/main">
            <a:off x="684158" y="2741886"/>
            <a:ext cx="257175" cy="247650"/>
          </a:xfrm>
          <a:prstGeom xmlns:a="http://schemas.openxmlformats.org/drawingml/2006/main" prst="rect">
            <a:avLst/>
          </a:prstGeom>
        </p:spPr>
      </p:pic>
      <p:sp>
        <p:nvSpPr>
          <p:cNvPr id="72" name="text-59 C">
            <a:extLst xmlns:a="http://schemas.openxmlformats.org/drawingml/2006/main">
              <a:ext uri="{FF2B5EF4-FFF2-40B4-BE49-F238E27FC236}">
                <a16:creationId xmlns:a16="http://schemas.microsoft.com/office/drawing/2014/main" id="{C02F4021-2C03-4029-96D6-8CB71C1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326" y="2700686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73" name="path-60">
            <a:extLst xmlns:a="http://schemas.openxmlformats.org/drawingml/2006/main">
              <a:ext uri="{FF2B5EF4-FFF2-40B4-BE49-F238E27FC236}">
                <a16:creationId xmlns:a16="http://schemas.microsoft.com/office/drawing/2014/main" id="{E58E597E-070B-46B0-AB55-7DB230CE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01" y="2677911"/>
            <a:ext cx="741420" cy="370711"/>
          </a:xfrm>
          <a:custGeom xmlns:a="http://schemas.openxmlformats.org/drawingml/2006/main">
            <a:pathLst>
              <a:path w="741420" h="370711">
                <a:moveTo>
                  <a:pt x="0" y="61782"/>
                </a:moveTo>
                <a:cubicBezTo>
                  <a:pt x="0" y="27661"/>
                  <a:pt x="27661" y="0"/>
                  <a:pt x="61782" y="0"/>
                </a:cubicBezTo>
                <a:lnTo>
                  <a:pt x="679639" y="0"/>
                </a:lnTo>
                <a:cubicBezTo>
                  <a:pt x="713760" y="0"/>
                  <a:pt x="741420" y="27661"/>
                  <a:pt x="741420" y="61782"/>
                </a:cubicBezTo>
                <a:lnTo>
                  <a:pt x="741420" y="308929"/>
                </a:lnTo>
                <a:cubicBezTo>
                  <a:pt x="741420" y="343049"/>
                  <a:pt x="713760" y="370711"/>
                  <a:pt x="679639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1">
            <a:extLst xmlns:a="http://schemas.openxmlformats.org/drawingml/2006/main">
              <a:ext uri="{FF2B5EF4-FFF2-40B4-BE49-F238E27FC236}">
                <a16:creationId xmlns:a16="http://schemas.microsoft.com/office/drawing/2014/main" id="{72D962FB-B47E-4236-BD5E-EDFAA96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401" y="2677911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75" name="text-62 T">
            <a:extLst xmlns:a="http://schemas.openxmlformats.org/drawingml/2006/main">
              <a:ext uri="{FF2B5EF4-FFF2-40B4-BE49-F238E27FC236}">
                <a16:creationId xmlns:a16="http://schemas.microsoft.com/office/drawing/2014/main" id="{52AD7880-B88E-4DDC-BD3E-6B677BF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9032" y="2700646"/>
            <a:ext cx="166871" cy="346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76" name="path-63">
            <a:extLst xmlns:a="http://schemas.openxmlformats.org/drawingml/2006/main">
              <a:ext uri="{FF2B5EF4-FFF2-40B4-BE49-F238E27FC236}">
                <a16:creationId xmlns:a16="http://schemas.microsoft.com/office/drawing/2014/main" id="{CB4E58E3-1A3C-4256-BD0E-715222F3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10" y="2677911"/>
            <a:ext cx="741421" cy="370711"/>
          </a:xfrm>
          <a:custGeom xmlns:a="http://schemas.openxmlformats.org/drawingml/2006/main">
            <a:pathLst>
              <a:path w="741421" h="370711">
                <a:moveTo>
                  <a:pt x="0" y="61782"/>
                </a:moveTo>
                <a:cubicBezTo>
                  <a:pt x="0" y="27661"/>
                  <a:pt x="27662" y="0"/>
                  <a:pt x="61783" y="0"/>
                </a:cubicBezTo>
                <a:lnTo>
                  <a:pt x="679639" y="0"/>
                </a:lnTo>
                <a:cubicBezTo>
                  <a:pt x="713760" y="0"/>
                  <a:pt x="741421" y="27661"/>
                  <a:pt x="741421" y="61782"/>
                </a:cubicBezTo>
                <a:lnTo>
                  <a:pt x="741421" y="308929"/>
                </a:lnTo>
                <a:cubicBezTo>
                  <a:pt x="741421" y="343049"/>
                  <a:pt x="713760" y="370711"/>
                  <a:pt x="679639" y="370711"/>
                </a:cubicBezTo>
                <a:lnTo>
                  <a:pt x="61783" y="370711"/>
                </a:lnTo>
                <a:cubicBezTo>
                  <a:pt x="27662" y="370711"/>
                  <a:pt x="0" y="343049"/>
                  <a:pt x="0" y="308929"/>
                </a:cubicBezTo>
                <a:lnTo>
                  <a:pt x="0" y="617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4">
            <a:extLst xmlns:a="http://schemas.openxmlformats.org/drawingml/2006/main">
              <a:ext uri="{FF2B5EF4-FFF2-40B4-BE49-F238E27FC236}">
                <a16:creationId xmlns:a16="http://schemas.microsoft.com/office/drawing/2014/main" id="{BCC5FB82-025C-4B75-8312-8C6EC7D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10" y="2677911"/>
            <a:ext cx="741421" cy="370710"/>
          </a:xfrm>
          <a:custGeom xmlns:a="http://schemas.openxmlformats.org/drawingml/2006/main">
            <a:pathLst>
              <a:path w="74142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679638" y="0"/>
                </a:lnTo>
                <a:cubicBezTo>
                  <a:pt x="713760" y="0"/>
                  <a:pt x="741421" y="27661"/>
                  <a:pt x="741421" y="61783"/>
                </a:cubicBezTo>
                <a:lnTo>
                  <a:pt x="741421" y="308928"/>
                </a:lnTo>
                <a:cubicBezTo>
                  <a:pt x="741421" y="343049"/>
                  <a:pt x="713760" y="370710"/>
                  <a:pt x="67963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846C91"/>
            </a:solidFill>
            <a:prstDash val="solid"/>
          </a:ln>
        </p:spPr>
      </p:sp>
      <p:sp>
        <p:nvSpPr>
          <p:cNvPr id="78" name="text-65 V">
            <a:extLst xmlns:a="http://schemas.openxmlformats.org/drawingml/2006/main">
              <a:ext uri="{FF2B5EF4-FFF2-40B4-BE49-F238E27FC236}">
                <a16:creationId xmlns:a16="http://schemas.microsoft.com/office/drawing/2014/main" id="{51F07601-C355-4F65-91B3-BB6C8642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290" y="2700733"/>
            <a:ext cx="190629" cy="3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79" name="text-66 Missing">
            <a:extLst xmlns:a="http://schemas.openxmlformats.org/drawingml/2006/main">
              <a:ext uri="{FF2B5EF4-FFF2-40B4-BE49-F238E27FC236}">
                <a16:creationId xmlns:a16="http://schemas.microsoft.com/office/drawing/2014/main" id="{77512C37-60E3-4E1F-8290-D83898A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190" y="3314782"/>
            <a:ext cx="804037" cy="332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Missing</a:t>
            </a:r>
          </a:p>
        </p:txBody>
      </p:sp>
      <p:sp>
        <p:nvSpPr>
          <p:cNvPr id="80" name="text-66 inputs">
            <a:extLst xmlns:a="http://schemas.openxmlformats.org/drawingml/2006/main">
              <a:ext uri="{FF2B5EF4-FFF2-40B4-BE49-F238E27FC236}">
                <a16:creationId xmlns:a16="http://schemas.microsoft.com/office/drawing/2014/main" id="{368A219C-143A-418F-9305-3C6BEBFB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765" y="3315036"/>
            <a:ext cx="651586" cy="33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81" name="text-66 and">
            <a:extLst xmlns:a="http://schemas.openxmlformats.org/drawingml/2006/main">
              <a:ext uri="{FF2B5EF4-FFF2-40B4-BE49-F238E27FC236}">
                <a16:creationId xmlns:a16="http://schemas.microsoft.com/office/drawing/2014/main" id="{82822BA0-7493-4CCA-956E-4298927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885" y="3316157"/>
            <a:ext cx="415934" cy="330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82" name="text-66 ungrounded">
            <a:extLst xmlns:a="http://schemas.openxmlformats.org/drawingml/2006/main">
              <a:ext uri="{FF2B5EF4-FFF2-40B4-BE49-F238E27FC236}">
                <a16:creationId xmlns:a16="http://schemas.microsoft.com/office/drawing/2014/main" id="{219B63BA-844E-4B90-A307-0ECC9124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604" y="3314262"/>
            <a:ext cx="1246898" cy="333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ungrounded</a:t>
            </a:r>
          </a:p>
        </p:txBody>
      </p:sp>
      <p:sp>
        <p:nvSpPr>
          <p:cNvPr id="83" name="text-66 checks">
            <a:extLst xmlns:a="http://schemas.openxmlformats.org/drawingml/2006/main">
              <a:ext uri="{FF2B5EF4-FFF2-40B4-BE49-F238E27FC236}">
                <a16:creationId xmlns:a16="http://schemas.microsoft.com/office/drawing/2014/main" id="{41C2AEFE-BBAE-47FD-BB10-0E332B6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946" y="3313734"/>
            <a:ext cx="688197" cy="333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84" name="text-67 .">
            <a:extLst xmlns:a="http://schemas.openxmlformats.org/drawingml/2006/main">
              <a:ext uri="{FF2B5EF4-FFF2-40B4-BE49-F238E27FC236}">
                <a16:creationId xmlns:a16="http://schemas.microsoft.com/office/drawing/2014/main" id="{9D73EB7A-1EBD-4572-B36A-A95CD27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9994" y="3320229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5" name="path-68">
            <a:extLst xmlns:a="http://schemas.openxmlformats.org/drawingml/2006/main">
              <a:ext uri="{FF2B5EF4-FFF2-40B4-BE49-F238E27FC236}">
                <a16:creationId xmlns:a16="http://schemas.microsoft.com/office/drawing/2014/main" id="{972E8EA9-DF72-4C2C-8B27-0AEBA11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2229969"/>
            <a:ext cx="3042914" cy="926776"/>
          </a:xfrm>
          <a:custGeom xmlns:a="http://schemas.openxmlformats.org/drawingml/2006/main">
            <a:pathLst>
              <a:path w="3042914" h="926776">
                <a:moveTo>
                  <a:pt x="0" y="77228"/>
                </a:moveTo>
                <a:cubicBezTo>
                  <a:pt x="0" y="34576"/>
                  <a:pt x="34576" y="0"/>
                  <a:pt x="77227" y="0"/>
                </a:cubicBezTo>
                <a:lnTo>
                  <a:pt x="2965685" y="0"/>
                </a:lnTo>
                <a:cubicBezTo>
                  <a:pt x="3008337" y="0"/>
                  <a:pt x="3042914" y="34576"/>
                  <a:pt x="3042914" y="77228"/>
                </a:cubicBezTo>
                <a:lnTo>
                  <a:pt x="3042914" y="849548"/>
                </a:lnTo>
                <a:cubicBezTo>
                  <a:pt x="3042914" y="892200"/>
                  <a:pt x="3008337" y="926776"/>
                  <a:pt x="2965685" y="926776"/>
                </a:cubicBezTo>
                <a:lnTo>
                  <a:pt x="77227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69">
            <a:extLst xmlns:a="http://schemas.openxmlformats.org/drawingml/2006/main">
              <a:ext uri="{FF2B5EF4-FFF2-40B4-BE49-F238E27FC236}">
                <a16:creationId xmlns:a16="http://schemas.microsoft.com/office/drawing/2014/main" id="{815C5507-AE92-4ADB-AD40-43C288D7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2229969"/>
            <a:ext cx="3042914" cy="926776"/>
          </a:xfrm>
          <a:custGeom xmlns:a="http://schemas.openxmlformats.org/drawingml/2006/main">
            <a:pathLst>
              <a:path w="3042914" h="926776">
                <a:moveTo>
                  <a:pt x="0" y="77228"/>
                </a:moveTo>
                <a:cubicBezTo>
                  <a:pt x="0" y="34576"/>
                  <a:pt x="34576" y="0"/>
                  <a:pt x="77228" y="0"/>
                </a:cubicBezTo>
                <a:lnTo>
                  <a:pt x="2965687" y="0"/>
                </a:lnTo>
                <a:cubicBezTo>
                  <a:pt x="3008339" y="0"/>
                  <a:pt x="3042914" y="34576"/>
                  <a:pt x="3042914" y="77228"/>
                </a:cubicBezTo>
                <a:lnTo>
                  <a:pt x="3042914" y="849548"/>
                </a:lnTo>
                <a:cubicBezTo>
                  <a:pt x="3042914" y="892200"/>
                  <a:pt x="3008339" y="926776"/>
                  <a:pt x="2965687" y="926776"/>
                </a:cubicBezTo>
                <a:lnTo>
                  <a:pt x="77228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0C1623-1B25-4C85-974C-5D7880972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31e967a7e48bb"/>
          <a:stretch xmlns:a="http://schemas.openxmlformats.org/drawingml/2006/main"/>
        </p:blipFill>
        <p:spPr>
          <a:xfrm xmlns:a="http://schemas.openxmlformats.org/drawingml/2006/main">
            <a:off x="5187101" y="2384432"/>
            <a:ext cx="730299" cy="619086"/>
          </a:xfrm>
          <a:prstGeom xmlns:a="http://schemas.openxmlformats.org/drawingml/2006/main" prst="rect">
            <a:avLst/>
          </a:prstGeom>
        </p:spPr>
      </p:pic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696CC7-27E4-4CF7-BEF0-AB5406F10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807ed1b9f4cc5"/>
          <a:stretch xmlns:a="http://schemas.openxmlformats.org/drawingml/2006/main"/>
        </p:blipFill>
        <p:spPr>
          <a:xfrm xmlns:a="http://schemas.openxmlformats.org/drawingml/2006/main">
            <a:off x="5199008" y="2389461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89" name="text-72 C">
            <a:extLst xmlns:a="http://schemas.openxmlformats.org/drawingml/2006/main">
              <a:ext uri="{FF2B5EF4-FFF2-40B4-BE49-F238E27FC236}">
                <a16:creationId xmlns:a16="http://schemas.microsoft.com/office/drawing/2014/main" id="{325CFD9B-AD66-4092-B074-19458E0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845" y="2266954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90" name="text-72 Work">
            <a:extLst xmlns:a="http://schemas.openxmlformats.org/drawingml/2006/main">
              <a:ext uri="{FF2B5EF4-FFF2-40B4-BE49-F238E27FC236}">
                <a16:creationId xmlns:a16="http://schemas.microsoft.com/office/drawing/2014/main" id="{B5484A83-853D-40DD-A905-D23F602C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274" y="2266583"/>
            <a:ext cx="596131" cy="34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91" name="text-72 Context">
            <a:extLst xmlns:a="http://schemas.openxmlformats.org/drawingml/2006/main">
              <a:ext uri="{FF2B5EF4-FFF2-40B4-BE49-F238E27FC236}">
                <a16:creationId xmlns:a16="http://schemas.microsoft.com/office/drawing/2014/main" id="{DBA3CA4B-C455-4A03-953D-BEF4BA3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004" y="2266629"/>
            <a:ext cx="830534" cy="346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92" name="text-73 Files,">
            <a:extLst xmlns:a="http://schemas.openxmlformats.org/drawingml/2006/main">
              <a:ext uri="{FF2B5EF4-FFF2-40B4-BE49-F238E27FC236}">
                <a16:creationId xmlns:a16="http://schemas.microsoft.com/office/drawing/2014/main" id="{9441895C-A10F-4AB2-AB07-3358CAF4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811" y="2561621"/>
            <a:ext cx="502261" cy="31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Files,</a:t>
            </a:r>
          </a:p>
        </p:txBody>
      </p:sp>
      <p:sp>
        <p:nvSpPr>
          <p:cNvPr id="93" name="text-73 skills,">
            <a:extLst xmlns:a="http://schemas.openxmlformats.org/drawingml/2006/main">
              <a:ext uri="{FF2B5EF4-FFF2-40B4-BE49-F238E27FC236}">
                <a16:creationId xmlns:a16="http://schemas.microsoft.com/office/drawing/2014/main" id="{B9417B41-46D6-4B05-810F-F466278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0769" y="2562503"/>
            <a:ext cx="531063" cy="316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skills,</a:t>
            </a:r>
          </a:p>
        </p:txBody>
      </p:sp>
      <p:sp>
        <p:nvSpPr>
          <p:cNvPr id="94" name="text-73 and">
            <a:extLst xmlns:a="http://schemas.openxmlformats.org/drawingml/2006/main">
              <a:ext uri="{FF2B5EF4-FFF2-40B4-BE49-F238E27FC236}">
                <a16:creationId xmlns:a16="http://schemas.microsoft.com/office/drawing/2014/main" id="{B95545D7-26A9-4602-AF82-68403A3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9689" y="2560941"/>
            <a:ext cx="391783" cy="318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95" name="text-73 apps">
            <a:extLst xmlns:a="http://schemas.openxmlformats.org/drawingml/2006/main">
              <a:ext uri="{FF2B5EF4-FFF2-40B4-BE49-F238E27FC236}">
                <a16:creationId xmlns:a16="http://schemas.microsoft.com/office/drawing/2014/main" id="{CD441DC2-AA61-4CC1-A96B-2DF1AAD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508" y="2561799"/>
            <a:ext cx="477356" cy="31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sp>
        <p:nvSpPr>
          <p:cNvPr id="96" name="text-74 Resettable">
            <a:extLst xmlns:a="http://schemas.openxmlformats.org/drawingml/2006/main">
              <a:ext uri="{FF2B5EF4-FFF2-40B4-BE49-F238E27FC236}">
                <a16:creationId xmlns:a16="http://schemas.microsoft.com/office/drawing/2014/main" id="{D144038C-9916-4C81-9BCE-5803131B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109" y="2836115"/>
            <a:ext cx="964958" cy="307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Resettable</a:t>
            </a:r>
          </a:p>
        </p:txBody>
      </p:sp>
      <p:sp>
        <p:nvSpPr>
          <p:cNvPr id="97" name="text-74 state">
            <a:extLst xmlns:a="http://schemas.openxmlformats.org/drawingml/2006/main">
              <a:ext uri="{FF2B5EF4-FFF2-40B4-BE49-F238E27FC236}">
                <a16:creationId xmlns:a16="http://schemas.microsoft.com/office/drawing/2014/main" id="{CFBB2CC5-05F4-4C95-A42E-0067437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0640" y="2837389"/>
            <a:ext cx="478604" cy="305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98" name="path-75">
            <a:extLst xmlns:a="http://schemas.openxmlformats.org/drawingml/2006/main">
              <a:ext uri="{FF2B5EF4-FFF2-40B4-BE49-F238E27FC236}">
                <a16:creationId xmlns:a16="http://schemas.microsoft.com/office/drawing/2014/main" id="{C7FA5154-0486-440E-BC90-7B0E3A1F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2229969"/>
            <a:ext cx="3042915" cy="926776"/>
          </a:xfrm>
          <a:custGeom xmlns:a="http://schemas.openxmlformats.org/drawingml/2006/main">
            <a:pathLst>
              <a:path w="3042915" h="926776">
                <a:moveTo>
                  <a:pt x="0" y="77228"/>
                </a:moveTo>
                <a:cubicBezTo>
                  <a:pt x="0" y="34576"/>
                  <a:pt x="34577" y="0"/>
                  <a:pt x="77229" y="0"/>
                </a:cubicBezTo>
                <a:lnTo>
                  <a:pt x="2965686" y="0"/>
                </a:lnTo>
                <a:cubicBezTo>
                  <a:pt x="3008338" y="0"/>
                  <a:pt x="3042915" y="34576"/>
                  <a:pt x="3042915" y="77228"/>
                </a:cubicBezTo>
                <a:lnTo>
                  <a:pt x="3042915" y="849548"/>
                </a:lnTo>
                <a:cubicBezTo>
                  <a:pt x="3042915" y="892200"/>
                  <a:pt x="3008338" y="926776"/>
                  <a:pt x="2965686" y="926776"/>
                </a:cubicBezTo>
                <a:lnTo>
                  <a:pt x="77229" y="926776"/>
                </a:lnTo>
                <a:cubicBezTo>
                  <a:pt x="34577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76">
            <a:extLst xmlns:a="http://schemas.openxmlformats.org/drawingml/2006/main">
              <a:ext uri="{FF2B5EF4-FFF2-40B4-BE49-F238E27FC236}">
                <a16:creationId xmlns:a16="http://schemas.microsoft.com/office/drawing/2014/main" id="{209E361A-0597-4D0B-B370-C9E93CB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2229969"/>
            <a:ext cx="3042915" cy="926776"/>
          </a:xfrm>
          <a:custGeom xmlns:a="http://schemas.openxmlformats.org/drawingml/2006/main">
            <a:pathLst>
              <a:path w="3042915" h="926776">
                <a:moveTo>
                  <a:pt x="0" y="77228"/>
                </a:moveTo>
                <a:cubicBezTo>
                  <a:pt x="0" y="34576"/>
                  <a:pt x="34576" y="0"/>
                  <a:pt x="77228" y="0"/>
                </a:cubicBezTo>
                <a:lnTo>
                  <a:pt x="2965686" y="0"/>
                </a:lnTo>
                <a:cubicBezTo>
                  <a:pt x="3008339" y="0"/>
                  <a:pt x="3042915" y="34576"/>
                  <a:pt x="3042915" y="77228"/>
                </a:cubicBezTo>
                <a:lnTo>
                  <a:pt x="3042915" y="849548"/>
                </a:lnTo>
                <a:cubicBezTo>
                  <a:pt x="3042915" y="892200"/>
                  <a:pt x="3008339" y="926776"/>
                  <a:pt x="2965686" y="926776"/>
                </a:cubicBezTo>
                <a:lnTo>
                  <a:pt x="77228" y="926776"/>
                </a:lnTo>
                <a:cubicBezTo>
                  <a:pt x="34576" y="926776"/>
                  <a:pt x="0" y="892200"/>
                  <a:pt x="0" y="849548"/>
                </a:cubicBezTo>
                <a:lnTo>
                  <a:pt x="0" y="7722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693DC8-1198-4978-9889-0A01531EF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c090e93c54a12"/>
          <a:stretch xmlns:a="http://schemas.openxmlformats.org/drawingml/2006/main"/>
        </p:blipFill>
        <p:spPr>
          <a:xfrm xmlns:a="http://schemas.openxmlformats.org/drawingml/2006/main">
            <a:off x="8475302" y="2425210"/>
            <a:ext cx="645036" cy="56348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BF0FF9-86DA-4F8C-8A3D-AFDB2BFF5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a207dee804a40"/>
          <a:stretch xmlns:a="http://schemas.openxmlformats.org/drawingml/2006/main"/>
        </p:blipFill>
        <p:spPr>
          <a:xfrm xmlns:a="http://schemas.openxmlformats.org/drawingml/2006/main">
            <a:off x="8485133" y="2437086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02" name="text-79 T">
            <a:extLst xmlns:a="http://schemas.openxmlformats.org/drawingml/2006/main">
              <a:ext uri="{FF2B5EF4-FFF2-40B4-BE49-F238E27FC236}">
                <a16:creationId xmlns:a16="http://schemas.microsoft.com/office/drawing/2014/main" id="{5B106A57-7417-45B9-B689-EF6AB229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7765" y="2244672"/>
            <a:ext cx="166871" cy="346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103" name="text-79 Long">
            <a:extLst xmlns:a="http://schemas.openxmlformats.org/drawingml/2006/main">
              <a:ext uri="{FF2B5EF4-FFF2-40B4-BE49-F238E27FC236}">
                <a16:creationId xmlns:a16="http://schemas.microsoft.com/office/drawing/2014/main" id="{066FBC23-831C-4960-85FD-8E14975F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214" y="2243822"/>
            <a:ext cx="542013" cy="347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104" name="text-80 -">
            <a:extLst xmlns:a="http://schemas.openxmlformats.org/drawingml/2006/main">
              <a:ext uri="{FF2B5EF4-FFF2-40B4-BE49-F238E27FC236}">
                <a16:creationId xmlns:a16="http://schemas.microsoft.com/office/drawing/2014/main" id="{C4EAE40A-E975-4D9E-9C80-5CCE67D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532" y="2244686"/>
            <a:ext cx="120169" cy="346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05" name="text-81 horizon">
            <a:extLst xmlns:a="http://schemas.openxmlformats.org/drawingml/2006/main">
              <a:ext uri="{FF2B5EF4-FFF2-40B4-BE49-F238E27FC236}">
                <a16:creationId xmlns:a16="http://schemas.microsoft.com/office/drawing/2014/main" id="{DDB9F612-DBE5-415F-85A7-CEC45E2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4832" y="2244052"/>
            <a:ext cx="810641" cy="347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06" name="text-81 Task">
            <a:extLst xmlns:a="http://schemas.openxmlformats.org/drawingml/2006/main">
              <a:ext uri="{FF2B5EF4-FFF2-40B4-BE49-F238E27FC236}">
                <a16:creationId xmlns:a16="http://schemas.microsoft.com/office/drawing/2014/main" id="{0D5DB9F0-B6AB-44DA-8CC6-E1E485A0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7710" y="2245186"/>
            <a:ext cx="493860" cy="34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7" name="text-82 Goals">
            <a:extLst xmlns:a="http://schemas.openxmlformats.org/drawingml/2006/main">
              <a:ext uri="{FF2B5EF4-FFF2-40B4-BE49-F238E27FC236}">
                <a16:creationId xmlns:a16="http://schemas.microsoft.com/office/drawing/2014/main" id="{38ADD00E-070C-48FA-8F1B-55C77A1F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2" y="2561485"/>
            <a:ext cx="557532" cy="317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Goals</a:t>
            </a:r>
          </a:p>
        </p:txBody>
      </p:sp>
      <p:sp>
        <p:nvSpPr>
          <p:cNvPr id="108" name="text-82 and">
            <a:extLst xmlns:a="http://schemas.openxmlformats.org/drawingml/2006/main">
              <a:ext uri="{FF2B5EF4-FFF2-40B4-BE49-F238E27FC236}">
                <a16:creationId xmlns:a16="http://schemas.microsoft.com/office/drawing/2014/main" id="{1891972E-29E0-42DA-B7E8-B3B44116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2018" y="2561032"/>
            <a:ext cx="391628" cy="31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09" name="text-82 deliverables">
            <a:extLst xmlns:a="http://schemas.openxmlformats.org/drawingml/2006/main">
              <a:ext uri="{FF2B5EF4-FFF2-40B4-BE49-F238E27FC236}">
                <a16:creationId xmlns:a16="http://schemas.microsoft.com/office/drawing/2014/main" id="{A567D817-739C-479F-94D0-02CE506B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9559" y="2562023"/>
            <a:ext cx="1136647" cy="317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deliverables</a:t>
            </a:r>
          </a:p>
        </p:txBody>
      </p:sp>
      <p:sp>
        <p:nvSpPr>
          <p:cNvPr id="110" name="text-83 Clean">
            <a:extLst xmlns:a="http://schemas.openxmlformats.org/drawingml/2006/main">
              <a:ext uri="{FF2B5EF4-FFF2-40B4-BE49-F238E27FC236}">
                <a16:creationId xmlns:a16="http://schemas.microsoft.com/office/drawing/2014/main" id="{3C2F9770-C5A4-4619-A8EB-EEC43543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874" y="2822951"/>
            <a:ext cx="530567" cy="304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Clean</a:t>
            </a:r>
          </a:p>
        </p:txBody>
      </p:sp>
      <p:sp>
        <p:nvSpPr>
          <p:cNvPr id="111" name="text-84 -">
            <a:extLst xmlns:a="http://schemas.openxmlformats.org/drawingml/2006/main">
              <a:ext uri="{FF2B5EF4-FFF2-40B4-BE49-F238E27FC236}">
                <a16:creationId xmlns:a16="http://schemas.microsoft.com/office/drawing/2014/main" id="{0FB3FB7A-3667-46F4-9226-8692D01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0224" y="2824322"/>
            <a:ext cx="105133" cy="30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2" name="text-85 state">
            <a:extLst xmlns:a="http://schemas.openxmlformats.org/drawingml/2006/main">
              <a:ext uri="{FF2B5EF4-FFF2-40B4-BE49-F238E27FC236}">
                <a16:creationId xmlns:a16="http://schemas.microsoft.com/office/drawing/2014/main" id="{8C78B642-84F7-4AB2-99BC-8DEF730F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801" y="2822625"/>
            <a:ext cx="478463" cy="305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13" name="text-85 demo">
            <a:extLst xmlns:a="http://schemas.openxmlformats.org/drawingml/2006/main">
              <a:ext uri="{FF2B5EF4-FFF2-40B4-BE49-F238E27FC236}">
                <a16:creationId xmlns:a16="http://schemas.microsoft.com/office/drawing/2014/main" id="{1D29CAFC-A5EC-4CEF-846F-00CB733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338" y="2823149"/>
            <a:ext cx="538322" cy="304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  <p:sp>
        <p:nvSpPr>
          <p:cNvPr id="114" name="path-86">
            <a:extLst xmlns:a="http://schemas.openxmlformats.org/drawingml/2006/main">
              <a:ext uri="{FF2B5EF4-FFF2-40B4-BE49-F238E27FC236}">
                <a16:creationId xmlns:a16="http://schemas.microsoft.com/office/drawing/2014/main" id="{8229BAE0-4E5A-4745-9768-7AE6F5B8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2229969"/>
            <a:ext cx="3116283" cy="926776"/>
          </a:xfrm>
          <a:custGeom xmlns:a="http://schemas.openxmlformats.org/drawingml/2006/main">
            <a:pathLst>
              <a:path w="3116283" h="926776">
                <a:moveTo>
                  <a:pt x="0" y="77230"/>
                </a:moveTo>
                <a:cubicBezTo>
                  <a:pt x="0" y="34576"/>
                  <a:pt x="34577" y="0"/>
                  <a:pt x="77229" y="0"/>
                </a:cubicBezTo>
                <a:lnTo>
                  <a:pt x="3039055" y="0"/>
                </a:lnTo>
                <a:cubicBezTo>
                  <a:pt x="3081708" y="0"/>
                  <a:pt x="3116283" y="34576"/>
                  <a:pt x="3116283" y="77230"/>
                </a:cubicBezTo>
                <a:lnTo>
                  <a:pt x="3116283" y="849546"/>
                </a:lnTo>
                <a:cubicBezTo>
                  <a:pt x="3116283" y="892200"/>
                  <a:pt x="3081708" y="926776"/>
                  <a:pt x="3039055" y="926776"/>
                </a:cubicBezTo>
                <a:lnTo>
                  <a:pt x="77229" y="926776"/>
                </a:lnTo>
                <a:cubicBezTo>
                  <a:pt x="34577" y="926776"/>
                  <a:pt x="0" y="892200"/>
                  <a:pt x="0" y="849546"/>
                </a:cubicBezTo>
                <a:lnTo>
                  <a:pt x="0" y="772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87">
            <a:extLst xmlns:a="http://schemas.openxmlformats.org/drawingml/2006/main">
              <a:ext uri="{FF2B5EF4-FFF2-40B4-BE49-F238E27FC236}">
                <a16:creationId xmlns:a16="http://schemas.microsoft.com/office/drawing/2014/main" id="{581D777C-87EA-46A3-A511-03CED8A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2229969"/>
            <a:ext cx="3116283" cy="926776"/>
          </a:xfrm>
          <a:custGeom xmlns:a="http://schemas.openxmlformats.org/drawingml/2006/main">
            <a:pathLst>
              <a:path w="3116283" h="926776">
                <a:moveTo>
                  <a:pt x="0" y="77229"/>
                </a:moveTo>
                <a:cubicBezTo>
                  <a:pt x="0" y="34577"/>
                  <a:pt x="34577" y="0"/>
                  <a:pt x="77229" y="0"/>
                </a:cubicBezTo>
                <a:lnTo>
                  <a:pt x="3039055" y="0"/>
                </a:lnTo>
                <a:cubicBezTo>
                  <a:pt x="3081706" y="0"/>
                  <a:pt x="3116283" y="34577"/>
                  <a:pt x="3116283" y="77229"/>
                </a:cubicBezTo>
                <a:lnTo>
                  <a:pt x="3116283" y="849547"/>
                </a:lnTo>
                <a:cubicBezTo>
                  <a:pt x="3116283" y="892199"/>
                  <a:pt x="3081706" y="926776"/>
                  <a:pt x="3039055" y="926776"/>
                </a:cubicBezTo>
                <a:lnTo>
                  <a:pt x="77229" y="926776"/>
                </a:lnTo>
                <a:cubicBezTo>
                  <a:pt x="34577" y="926776"/>
                  <a:pt x="0" y="892199"/>
                  <a:pt x="0" y="849547"/>
                </a:cubicBezTo>
                <a:lnTo>
                  <a:pt x="0" y="7722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sp>
        <p:nvSpPr>
          <p:cNvPr id="116" name="text-88 V">
            <a:extLst xmlns:a="http://schemas.openxmlformats.org/drawingml/2006/main">
              <a:ext uri="{FF2B5EF4-FFF2-40B4-BE49-F238E27FC236}">
                <a16:creationId xmlns:a16="http://schemas.microsoft.com/office/drawing/2014/main" id="{E837EC41-DA86-4B4A-A351-1295D18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8987" y="2267002"/>
            <a:ext cx="190628" cy="346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17" name="text-88 Verifier">
            <a:extLst xmlns:a="http://schemas.openxmlformats.org/drawingml/2006/main">
              <a:ext uri="{FF2B5EF4-FFF2-40B4-BE49-F238E27FC236}">
                <a16:creationId xmlns:a16="http://schemas.microsoft.com/office/drawing/2014/main" id="{A41B7431-699F-4022-BF84-89F4CE2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7842" y="2266289"/>
            <a:ext cx="794605" cy="34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8" name="text-89 Contract">
            <a:extLst xmlns:a="http://schemas.openxmlformats.org/drawingml/2006/main">
              <a:ext uri="{FF2B5EF4-FFF2-40B4-BE49-F238E27FC236}">
                <a16:creationId xmlns:a16="http://schemas.microsoft.com/office/drawing/2014/main" id="{2988829C-919F-4B84-B359-9569FF0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6481" y="2562147"/>
            <a:ext cx="828750" cy="31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119" name="text-89 and">
            <a:extLst xmlns:a="http://schemas.openxmlformats.org/drawingml/2006/main">
              <a:ext uri="{FF2B5EF4-FFF2-40B4-BE49-F238E27FC236}">
                <a16:creationId xmlns:a16="http://schemas.microsoft.com/office/drawing/2014/main" id="{AAC1942C-29AE-4C34-A456-2B02A7D8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2363" y="2560851"/>
            <a:ext cx="391939" cy="318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20" name="text-89 evidence">
            <a:extLst xmlns:a="http://schemas.openxmlformats.org/drawingml/2006/main">
              <a:ext uri="{FF2B5EF4-FFF2-40B4-BE49-F238E27FC236}">
                <a16:creationId xmlns:a16="http://schemas.microsoft.com/office/drawing/2014/main" id="{EEBCB0F6-EEBC-4177-8BCD-EF0E09C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227" y="2561548"/>
            <a:ext cx="843820" cy="317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21" name="text-90 Executable">
            <a:extLst xmlns:a="http://schemas.openxmlformats.org/drawingml/2006/main">
              <a:ext uri="{FF2B5EF4-FFF2-40B4-BE49-F238E27FC236}">
                <a16:creationId xmlns:a16="http://schemas.microsoft.com/office/drawing/2014/main" id="{D31922FC-7191-429A-8F1D-AB5F51BB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2612" y="2807809"/>
            <a:ext cx="990600" cy="305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Executable</a:t>
            </a:r>
          </a:p>
        </p:txBody>
      </p:sp>
      <p:sp>
        <p:nvSpPr>
          <p:cNvPr id="122" name="text-90 checks">
            <a:extLst xmlns:a="http://schemas.openxmlformats.org/drawingml/2006/main">
              <a:ext uri="{FF2B5EF4-FFF2-40B4-BE49-F238E27FC236}">
                <a16:creationId xmlns:a16="http://schemas.microsoft.com/office/drawing/2014/main" id="{B1A51B09-8A0D-4262-96E7-8A8E8FB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5159" y="2808095"/>
            <a:ext cx="617785" cy="30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23" name="path-91">
            <a:extLst xmlns:a="http://schemas.openxmlformats.org/drawingml/2006/main">
              <a:ext uri="{FF2B5EF4-FFF2-40B4-BE49-F238E27FC236}">
                <a16:creationId xmlns:a16="http://schemas.microsoft.com/office/drawing/2014/main" id="{BD029C29-CCAC-4CBF-96F2-214E946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3280316"/>
            <a:ext cx="3042914" cy="355264"/>
          </a:xfrm>
          <a:custGeom xmlns:a="http://schemas.openxmlformats.org/drawingml/2006/main">
            <a:pathLst>
              <a:path w="3042914" h="355264">
                <a:moveTo>
                  <a:pt x="0" y="71051"/>
                </a:moveTo>
                <a:cubicBezTo>
                  <a:pt x="0" y="31811"/>
                  <a:pt x="31810" y="0"/>
                  <a:pt x="71052" y="0"/>
                </a:cubicBezTo>
                <a:lnTo>
                  <a:pt x="2971864" y="0"/>
                </a:lnTo>
                <a:cubicBezTo>
                  <a:pt x="3011102" y="0"/>
                  <a:pt x="3042914" y="31811"/>
                  <a:pt x="3042914" y="71051"/>
                </a:cubicBezTo>
                <a:lnTo>
                  <a:pt x="3042914" y="284212"/>
                </a:lnTo>
                <a:cubicBezTo>
                  <a:pt x="3042914" y="323452"/>
                  <a:pt x="3011102" y="355264"/>
                  <a:pt x="2971864" y="355264"/>
                </a:cubicBezTo>
                <a:lnTo>
                  <a:pt x="71052" y="355264"/>
                </a:lnTo>
                <a:cubicBezTo>
                  <a:pt x="31810" y="355264"/>
                  <a:pt x="0" y="323452"/>
                  <a:pt x="0" y="284212"/>
                </a:cubicBezTo>
                <a:lnTo>
                  <a:pt x="0" y="710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92">
            <a:extLst xmlns:a="http://schemas.openxmlformats.org/drawingml/2006/main">
              <a:ext uri="{FF2B5EF4-FFF2-40B4-BE49-F238E27FC236}">
                <a16:creationId xmlns:a16="http://schemas.microsoft.com/office/drawing/2014/main" id="{0E87C5CD-DC52-4A30-88C6-6E68F17D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3280316"/>
            <a:ext cx="3042914" cy="355264"/>
          </a:xfrm>
          <a:custGeom xmlns:a="http://schemas.openxmlformats.org/drawingml/2006/main">
            <a:pathLst>
              <a:path w="3042914" h="355264">
                <a:moveTo>
                  <a:pt x="0" y="71052"/>
                </a:moveTo>
                <a:cubicBezTo>
                  <a:pt x="0" y="31811"/>
                  <a:pt x="31811" y="0"/>
                  <a:pt x="71051" y="0"/>
                </a:cubicBezTo>
                <a:lnTo>
                  <a:pt x="2971863" y="0"/>
                </a:lnTo>
                <a:cubicBezTo>
                  <a:pt x="3011103" y="0"/>
                  <a:pt x="3042914" y="31811"/>
                  <a:pt x="3042914" y="71052"/>
                </a:cubicBezTo>
                <a:lnTo>
                  <a:pt x="3042914" y="284213"/>
                </a:lnTo>
                <a:cubicBezTo>
                  <a:pt x="3042914" y="323453"/>
                  <a:pt x="3011103" y="355264"/>
                  <a:pt x="2971863" y="355264"/>
                </a:cubicBezTo>
                <a:lnTo>
                  <a:pt x="71051" y="355264"/>
                </a:lnTo>
                <a:cubicBezTo>
                  <a:pt x="31811" y="355264"/>
                  <a:pt x="0" y="323453"/>
                  <a:pt x="0" y="284213"/>
                </a:cubicBezTo>
                <a:lnTo>
                  <a:pt x="0" y="71052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sp>
        <p:nvSpPr>
          <p:cNvPr id="125" name="text-93 Check">
            <a:extLst xmlns:a="http://schemas.openxmlformats.org/drawingml/2006/main">
              <a:ext uri="{FF2B5EF4-FFF2-40B4-BE49-F238E27FC236}">
                <a16:creationId xmlns:a16="http://schemas.microsoft.com/office/drawing/2014/main" id="{33B593B0-4AB8-40B0-A52D-A651608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931" y="3326896"/>
            <a:ext cx="539212" cy="289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126" name="text-93 dependencies">
            <a:extLst xmlns:a="http://schemas.openxmlformats.org/drawingml/2006/main">
              <a:ext uri="{FF2B5EF4-FFF2-40B4-BE49-F238E27FC236}">
                <a16:creationId xmlns:a16="http://schemas.microsoft.com/office/drawing/2014/main" id="{363BB36F-B443-46C9-A727-9F42467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4327" y="3325933"/>
            <a:ext cx="1211581" cy="290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3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127" name="path-94">
            <a:extLst xmlns:a="http://schemas.openxmlformats.org/drawingml/2006/main">
              <a:ext uri="{FF2B5EF4-FFF2-40B4-BE49-F238E27FC236}">
                <a16:creationId xmlns:a16="http://schemas.microsoft.com/office/drawing/2014/main" id="{A2C3A71A-2FC4-4BFB-844A-9D32ACB4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3280316"/>
            <a:ext cx="3042915" cy="355264"/>
          </a:xfrm>
          <a:custGeom xmlns:a="http://schemas.openxmlformats.org/drawingml/2006/main">
            <a:pathLst>
              <a:path w="3042915" h="355264">
                <a:moveTo>
                  <a:pt x="0" y="71051"/>
                </a:moveTo>
                <a:cubicBezTo>
                  <a:pt x="0" y="31811"/>
                  <a:pt x="31811" y="0"/>
                  <a:pt x="71051" y="0"/>
                </a:cubicBezTo>
                <a:lnTo>
                  <a:pt x="2971863" y="0"/>
                </a:lnTo>
                <a:cubicBezTo>
                  <a:pt x="3011104" y="0"/>
                  <a:pt x="3042915" y="31811"/>
                  <a:pt x="3042915" y="71051"/>
                </a:cubicBezTo>
                <a:lnTo>
                  <a:pt x="3042915" y="284212"/>
                </a:lnTo>
                <a:cubicBezTo>
                  <a:pt x="3042915" y="323452"/>
                  <a:pt x="3011104" y="355264"/>
                  <a:pt x="2971863" y="355264"/>
                </a:cubicBezTo>
                <a:lnTo>
                  <a:pt x="71051" y="355264"/>
                </a:lnTo>
                <a:cubicBezTo>
                  <a:pt x="31811" y="355264"/>
                  <a:pt x="0" y="323452"/>
                  <a:pt x="0" y="284212"/>
                </a:cubicBezTo>
                <a:lnTo>
                  <a:pt x="0" y="710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95">
            <a:extLst xmlns:a="http://schemas.openxmlformats.org/drawingml/2006/main">
              <a:ext uri="{FF2B5EF4-FFF2-40B4-BE49-F238E27FC236}">
                <a16:creationId xmlns:a16="http://schemas.microsoft.com/office/drawing/2014/main" id="{ACD07943-0678-4EB3-BFAE-6AC34E8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3280316"/>
            <a:ext cx="3042915" cy="355264"/>
          </a:xfrm>
          <a:custGeom xmlns:a="http://schemas.openxmlformats.org/drawingml/2006/main">
            <a:pathLst>
              <a:path w="3042915" h="355264">
                <a:moveTo>
                  <a:pt x="0" y="71052"/>
                </a:moveTo>
                <a:cubicBezTo>
                  <a:pt x="0" y="31811"/>
                  <a:pt x="31810" y="0"/>
                  <a:pt x="71051" y="0"/>
                </a:cubicBezTo>
                <a:lnTo>
                  <a:pt x="2971863" y="0"/>
                </a:lnTo>
                <a:cubicBezTo>
                  <a:pt x="3011103" y="0"/>
                  <a:pt x="3042915" y="31811"/>
                  <a:pt x="3042915" y="71052"/>
                </a:cubicBezTo>
                <a:lnTo>
                  <a:pt x="3042915" y="284213"/>
                </a:lnTo>
                <a:cubicBezTo>
                  <a:pt x="3042915" y="323453"/>
                  <a:pt x="3011103" y="355264"/>
                  <a:pt x="2971863" y="355264"/>
                </a:cubicBezTo>
                <a:lnTo>
                  <a:pt x="71051" y="355264"/>
                </a:lnTo>
                <a:cubicBezTo>
                  <a:pt x="31810" y="355264"/>
                  <a:pt x="0" y="323453"/>
                  <a:pt x="0" y="284213"/>
                </a:cubicBezTo>
                <a:lnTo>
                  <a:pt x="0" y="71052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sp>
        <p:nvSpPr>
          <p:cNvPr id="129" name="text-96 Demonstrate">
            <a:extLst xmlns:a="http://schemas.openxmlformats.org/drawingml/2006/main">
              <a:ext uri="{FF2B5EF4-FFF2-40B4-BE49-F238E27FC236}">
                <a16:creationId xmlns:a16="http://schemas.microsoft.com/office/drawing/2014/main" id="{64C08230-0AA0-47C5-B729-ABA86023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5249" y="3326600"/>
            <a:ext cx="1158785" cy="28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Demonstrate</a:t>
            </a:r>
          </a:p>
        </p:txBody>
      </p:sp>
      <p:sp>
        <p:nvSpPr>
          <p:cNvPr id="130" name="text-96 feasibility">
            <a:extLst xmlns:a="http://schemas.openxmlformats.org/drawingml/2006/main">
              <a:ext uri="{FF2B5EF4-FFF2-40B4-BE49-F238E27FC236}">
                <a16:creationId xmlns:a16="http://schemas.microsoft.com/office/drawing/2014/main" id="{042A9EF5-0996-4E16-8A66-C812ACF7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6844" y="3327623"/>
            <a:ext cx="870251" cy="288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feasibility</a:t>
            </a:r>
          </a:p>
        </p:txBody>
      </p:sp>
      <p:sp>
        <p:nvSpPr>
          <p:cNvPr id="131" name="path-97">
            <a:extLst xmlns:a="http://schemas.openxmlformats.org/drawingml/2006/main">
              <a:ext uri="{FF2B5EF4-FFF2-40B4-BE49-F238E27FC236}">
                <a16:creationId xmlns:a16="http://schemas.microsoft.com/office/drawing/2014/main" id="{874E142F-2FC3-45A0-9C56-C6D3336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3280316"/>
            <a:ext cx="3116283" cy="355264"/>
          </a:xfrm>
          <a:custGeom xmlns:a="http://schemas.openxmlformats.org/drawingml/2006/main">
            <a:pathLst>
              <a:path w="3116283" h="355264">
                <a:moveTo>
                  <a:pt x="0" y="71054"/>
                </a:moveTo>
                <a:cubicBezTo>
                  <a:pt x="0" y="31811"/>
                  <a:pt x="31812" y="0"/>
                  <a:pt x="71054" y="0"/>
                </a:cubicBezTo>
                <a:lnTo>
                  <a:pt x="3045229" y="0"/>
                </a:lnTo>
                <a:cubicBezTo>
                  <a:pt x="3084473" y="0"/>
                  <a:pt x="3116283" y="31811"/>
                  <a:pt x="3116283" y="71054"/>
                </a:cubicBezTo>
                <a:lnTo>
                  <a:pt x="3116283" y="284210"/>
                </a:lnTo>
                <a:cubicBezTo>
                  <a:pt x="3116283" y="323452"/>
                  <a:pt x="3084473" y="355264"/>
                  <a:pt x="3045229" y="355264"/>
                </a:cubicBezTo>
                <a:lnTo>
                  <a:pt x="71054" y="355264"/>
                </a:lnTo>
                <a:cubicBezTo>
                  <a:pt x="31812" y="355264"/>
                  <a:pt x="0" y="323452"/>
                  <a:pt x="0" y="284210"/>
                </a:cubicBezTo>
                <a:lnTo>
                  <a:pt x="0" y="710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98">
            <a:extLst xmlns:a="http://schemas.openxmlformats.org/drawingml/2006/main">
              <a:ext uri="{FF2B5EF4-FFF2-40B4-BE49-F238E27FC236}">
                <a16:creationId xmlns:a16="http://schemas.microsoft.com/office/drawing/2014/main" id="{066DCAE0-4AA4-421A-A381-7573026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3280316"/>
            <a:ext cx="3116283" cy="355264"/>
          </a:xfrm>
          <a:custGeom xmlns:a="http://schemas.openxmlformats.org/drawingml/2006/main">
            <a:pathLst>
              <a:path w="3116283" h="355264">
                <a:moveTo>
                  <a:pt x="0" y="71054"/>
                </a:moveTo>
                <a:cubicBezTo>
                  <a:pt x="0" y="31812"/>
                  <a:pt x="31811" y="0"/>
                  <a:pt x="71053" y="0"/>
                </a:cubicBezTo>
                <a:lnTo>
                  <a:pt x="3045229" y="0"/>
                </a:lnTo>
                <a:cubicBezTo>
                  <a:pt x="3084473" y="0"/>
                  <a:pt x="3116283" y="31812"/>
                  <a:pt x="3116283" y="71054"/>
                </a:cubicBezTo>
                <a:lnTo>
                  <a:pt x="3116283" y="284210"/>
                </a:lnTo>
                <a:cubicBezTo>
                  <a:pt x="3116283" y="323452"/>
                  <a:pt x="3084473" y="355264"/>
                  <a:pt x="3045229" y="355264"/>
                </a:cubicBezTo>
                <a:lnTo>
                  <a:pt x="71053" y="355264"/>
                </a:lnTo>
                <a:cubicBezTo>
                  <a:pt x="31811" y="355264"/>
                  <a:pt x="0" y="323452"/>
                  <a:pt x="0" y="284210"/>
                </a:cubicBezTo>
                <a:lnTo>
                  <a:pt x="0" y="71054"/>
                </a:lnTo>
              </a:path>
            </a:pathLst>
          </a:custGeom>
          <a:noFill xmlns:a="http://schemas.openxmlformats.org/drawingml/2006/main"/>
          <a:ln xmlns:a="http://schemas.openxmlformats.org/drawingml/2006/main" w="30893">
            <a:solidFill>
              <a:srgbClr val="4D8474"/>
            </a:solidFill>
            <a:prstDash val="solid"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C649A22-8D54-419A-9DF6-32E4A9A97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8ec741dad4906"/>
          <a:stretch xmlns:a="http://schemas.openxmlformats.org/drawingml/2006/main"/>
        </p:blipFill>
        <p:spPr>
          <a:xfrm xmlns:a="http://schemas.openxmlformats.org/drawingml/2006/main">
            <a:off x="12048950" y="3229652"/>
            <a:ext cx="392953" cy="418903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4FD3A77-6A50-46C1-8245-B65B705B7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7160cd12e4331"/>
          <a:stretch xmlns:a="http://schemas.openxmlformats.org/drawingml/2006/main"/>
        </p:blipFill>
        <p:spPr>
          <a:xfrm xmlns:a="http://schemas.openxmlformats.org/drawingml/2006/main">
            <a:off x="12047483" y="3284811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5" name="text-101 Calibrate">
            <a:extLst xmlns:a="http://schemas.openxmlformats.org/drawingml/2006/main">
              <a:ext uri="{FF2B5EF4-FFF2-40B4-BE49-F238E27FC236}">
                <a16:creationId xmlns:a16="http://schemas.microsoft.com/office/drawing/2014/main" id="{431A8EF7-ECE1-41F3-950A-5B51A03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9411" y="3326858"/>
            <a:ext cx="817576" cy="289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Calibrate</a:t>
            </a:r>
          </a:p>
        </p:txBody>
      </p:sp>
      <p:sp>
        <p:nvSpPr>
          <p:cNvPr id="136" name="text-101 verifier">
            <a:extLst xmlns:a="http://schemas.openxmlformats.org/drawingml/2006/main">
              <a:ext uri="{FF2B5EF4-FFF2-40B4-BE49-F238E27FC236}">
                <a16:creationId xmlns:a16="http://schemas.microsoft.com/office/drawing/2014/main" id="{95691BB3-08D2-4300-9380-8B75E84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9726" y="3326897"/>
            <a:ext cx="648161" cy="28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0EDA5C4-CDC5-4D1A-95BF-8EF4736E1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ac500c6254fbe"/>
          <a:stretch xmlns:a="http://schemas.openxmlformats.org/drawingml/2006/main"/>
        </p:blipFill>
        <p:spPr>
          <a:xfrm xmlns:a="http://schemas.openxmlformats.org/drawingml/2006/main">
            <a:off x="508736" y="4527138"/>
            <a:ext cx="418903" cy="389246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17C29F-94B4-4D03-8707-AE9BC57FF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c0e8757a04b4e"/>
          <a:stretch xmlns:a="http://schemas.openxmlformats.org/drawingml/2006/main"/>
        </p:blipFill>
        <p:spPr>
          <a:xfrm xmlns:a="http://schemas.openxmlformats.org/drawingml/2006/main">
            <a:off x="522233" y="4570686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39" name="text-104 Local">
            <a:extLst xmlns:a="http://schemas.openxmlformats.org/drawingml/2006/main">
              <a:ext uri="{FF2B5EF4-FFF2-40B4-BE49-F238E27FC236}">
                <a16:creationId xmlns:a16="http://schemas.microsoft.com/office/drawing/2014/main" id="{E9E62C18-49D5-4A61-9652-BD7C634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319" y="4560547"/>
            <a:ext cx="632796" cy="38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140" name="text-104 edits">
            <a:extLst xmlns:a="http://schemas.openxmlformats.org/drawingml/2006/main">
              <a:ext uri="{FF2B5EF4-FFF2-40B4-BE49-F238E27FC236}">
                <a16:creationId xmlns:a16="http://schemas.microsoft.com/office/drawing/2014/main" id="{6F96B0B2-F1B3-4DD8-A071-6AC410F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854" y="4559750"/>
            <a:ext cx="601087" cy="38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edits</a:t>
            </a:r>
          </a:p>
        </p:txBody>
      </p:sp>
      <p:sp>
        <p:nvSpPr>
          <p:cNvPr id="141" name="text-104 break">
            <a:extLst xmlns:a="http://schemas.openxmlformats.org/drawingml/2006/main">
              <a:ext uri="{FF2B5EF4-FFF2-40B4-BE49-F238E27FC236}">
                <a16:creationId xmlns:a16="http://schemas.microsoft.com/office/drawing/2014/main" id="{36B05B11-30C5-43B9-AD5C-616CC39C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860" y="4559576"/>
            <a:ext cx="704251" cy="385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break</a:t>
            </a:r>
          </a:p>
        </p:txBody>
      </p:sp>
      <p:sp>
        <p:nvSpPr>
          <p:cNvPr id="142" name="text-104 bindings">
            <a:extLst xmlns:a="http://schemas.openxmlformats.org/drawingml/2006/main">
              <a:ext uri="{FF2B5EF4-FFF2-40B4-BE49-F238E27FC236}">
                <a16:creationId xmlns:a16="http://schemas.microsoft.com/office/drawing/2014/main" id="{D9514C44-5BB0-4032-B35C-A93B3D5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3182" y="4559968"/>
            <a:ext cx="1017847" cy="38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143" name="path-105">
            <a:extLst xmlns:a="http://schemas.openxmlformats.org/drawingml/2006/main">
              <a:ext uri="{FF2B5EF4-FFF2-40B4-BE49-F238E27FC236}">
                <a16:creationId xmlns:a16="http://schemas.microsoft.com/office/drawing/2014/main" id="{A98C5C23-7742-4264-9FEA-AB04CA72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5" y="4994850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8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ath-106">
            <a:extLst xmlns:a="http://schemas.openxmlformats.org/drawingml/2006/main">
              <a:ext uri="{FF2B5EF4-FFF2-40B4-BE49-F238E27FC236}">
                <a16:creationId xmlns:a16="http://schemas.microsoft.com/office/drawing/2014/main" id="{6EC28054-3AAB-4B97-8A55-00E9B9A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5" y="4994850"/>
            <a:ext cx="617850" cy="370710"/>
          </a:xfrm>
          <a:custGeom xmlns:a="http://schemas.openxmlformats.org/drawingml/2006/main">
            <a:pathLst>
              <a:path w="617850" h="370710">
                <a:moveTo>
                  <a:pt x="0" y="61783"/>
                </a:moveTo>
                <a:cubicBezTo>
                  <a:pt x="0" y="27661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0" y="27661"/>
                  <a:pt x="617850" y="61783"/>
                </a:cubicBezTo>
                <a:lnTo>
                  <a:pt x="617850" y="308928"/>
                </a:lnTo>
                <a:cubicBezTo>
                  <a:pt x="617850" y="343049"/>
                  <a:pt x="590190" y="370710"/>
                  <a:pt x="556068" y="370710"/>
                </a:cubicBezTo>
                <a:lnTo>
                  <a:pt x="61782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4D8474"/>
            </a:solidFill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3D2099E-6B2B-4C1E-891E-D3A047282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c819a03454967"/>
          <a:stretch xmlns:a="http://schemas.openxmlformats.org/drawingml/2006/main"/>
        </p:blipFill>
        <p:spPr>
          <a:xfrm xmlns:a="http://schemas.openxmlformats.org/drawingml/2006/main">
            <a:off x="436508" y="5056461"/>
            <a:ext cx="257175" cy="247650"/>
          </a:xfrm>
          <a:prstGeom xmlns:a="http://schemas.openxmlformats.org/drawingml/2006/main" prst="rect">
            <a:avLst/>
          </a:prstGeom>
        </p:spPr>
      </p:pic>
      <p:sp>
        <p:nvSpPr>
          <p:cNvPr id="146" name="text-108 C">
            <a:extLst xmlns:a="http://schemas.openxmlformats.org/drawingml/2006/main">
              <a:ext uri="{FF2B5EF4-FFF2-40B4-BE49-F238E27FC236}">
                <a16:creationId xmlns:a16="http://schemas.microsoft.com/office/drawing/2014/main" id="{BDE1A79F-CBE4-43AB-A7F8-C7EAD880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93" y="5017625"/>
            <a:ext cx="172656" cy="346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47" name="path-109">
            <a:extLst xmlns:a="http://schemas.openxmlformats.org/drawingml/2006/main">
              <a:ext uri="{FF2B5EF4-FFF2-40B4-BE49-F238E27FC236}">
                <a16:creationId xmlns:a16="http://schemas.microsoft.com/office/drawing/2014/main" id="{A651218D-E265-405F-91D0-8BC8D487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4994850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3" y="0"/>
                </a:cubicBezTo>
                <a:lnTo>
                  <a:pt x="556069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9" y="370711"/>
                </a:cubicBezTo>
                <a:lnTo>
                  <a:pt x="61783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10">
            <a:extLst xmlns:a="http://schemas.openxmlformats.org/drawingml/2006/main">
              <a:ext uri="{FF2B5EF4-FFF2-40B4-BE49-F238E27FC236}">
                <a16:creationId xmlns:a16="http://schemas.microsoft.com/office/drawing/2014/main" id="{36D7D762-D99D-4929-96C3-4C0439A3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4994850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2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2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49" name="text-111 T">
            <a:extLst xmlns:a="http://schemas.openxmlformats.org/drawingml/2006/main">
              <a:ext uri="{FF2B5EF4-FFF2-40B4-BE49-F238E27FC236}">
                <a16:creationId xmlns:a16="http://schemas.microsoft.com/office/drawing/2014/main" id="{9432A084-037D-4BAE-890D-12753EBC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858" y="5017585"/>
            <a:ext cx="166871" cy="346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150" name="path-112">
            <a:extLst xmlns:a="http://schemas.openxmlformats.org/drawingml/2006/main">
              <a:ext uri="{FF2B5EF4-FFF2-40B4-BE49-F238E27FC236}">
                <a16:creationId xmlns:a16="http://schemas.microsoft.com/office/drawing/2014/main" id="{C21E77A9-506F-465C-83FC-1EF3B06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82" y="4994850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9" y="0"/>
                </a:lnTo>
                <a:cubicBezTo>
                  <a:pt x="590190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90" y="370711"/>
                  <a:pt x="556069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13">
            <a:extLst xmlns:a="http://schemas.openxmlformats.org/drawingml/2006/main">
              <a:ext uri="{FF2B5EF4-FFF2-40B4-BE49-F238E27FC236}">
                <a16:creationId xmlns:a16="http://schemas.microsoft.com/office/drawing/2014/main" id="{30F7084D-1398-4CDA-8441-B87A5F68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82" y="4994850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397966"/>
            </a:solidFill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F5832A2-8B70-4DC5-A026-B7495F1A6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134b23afd4f52"/>
          <a:stretch xmlns:a="http://schemas.openxmlformats.org/drawingml/2006/main"/>
        </p:blipFill>
        <p:spPr>
          <a:xfrm xmlns:a="http://schemas.openxmlformats.org/drawingml/2006/main">
            <a:off x="2336338" y="4994233"/>
            <a:ext cx="374417" cy="374417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642DB8F-4CD5-4C8F-AB37-C9DE95650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b656bcb1d4287"/>
          <a:stretch xmlns:a="http://schemas.openxmlformats.org/drawingml/2006/main"/>
        </p:blipFill>
        <p:spPr>
          <a:xfrm xmlns:a="http://schemas.openxmlformats.org/drawingml/2006/main">
            <a:off x="2341508" y="5046936"/>
            <a:ext cx="276225" cy="266700"/>
          </a:xfrm>
          <a:prstGeom xmlns:a="http://schemas.openxmlformats.org/drawingml/2006/main" prst="rect">
            <a:avLst/>
          </a:prstGeom>
        </p:spPr>
      </p:pic>
      <p:sp>
        <p:nvSpPr>
          <p:cNvPr id="154" name="text-116 Hʹ">
            <a:extLst xmlns:a="http://schemas.openxmlformats.org/drawingml/2006/main">
              <a:ext uri="{FF2B5EF4-FFF2-40B4-BE49-F238E27FC236}">
                <a16:creationId xmlns:a16="http://schemas.microsoft.com/office/drawing/2014/main" id="{2AC89760-7E57-42C6-B931-AF1AAE8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8084" y="5017027"/>
            <a:ext cx="253975" cy="346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Hʹ</a:t>
            </a:r>
          </a:p>
        </p:txBody>
      </p:sp>
      <p:sp>
        <p:nvSpPr>
          <p:cNvPr id="155" name="path-117">
            <a:extLst xmlns:a="http://schemas.openxmlformats.org/drawingml/2006/main">
              <a:ext uri="{FF2B5EF4-FFF2-40B4-BE49-F238E27FC236}">
                <a16:creationId xmlns:a16="http://schemas.microsoft.com/office/drawing/2014/main" id="{FAFBC478-8031-42CB-87DC-EBBD6B8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50" y="4994850"/>
            <a:ext cx="617851" cy="370711"/>
          </a:xfrm>
          <a:custGeom xmlns:a="http://schemas.openxmlformats.org/drawingml/2006/main">
            <a:pathLst>
              <a:path w="617851" h="370711">
                <a:moveTo>
                  <a:pt x="0" y="61783"/>
                </a:moveTo>
                <a:cubicBezTo>
                  <a:pt x="0" y="27662"/>
                  <a:pt x="27661" y="0"/>
                  <a:pt x="61782" y="0"/>
                </a:cubicBezTo>
                <a:lnTo>
                  <a:pt x="556068" y="0"/>
                </a:lnTo>
                <a:cubicBezTo>
                  <a:pt x="590189" y="0"/>
                  <a:pt x="617851" y="27662"/>
                  <a:pt x="617851" y="61783"/>
                </a:cubicBezTo>
                <a:lnTo>
                  <a:pt x="617851" y="308929"/>
                </a:lnTo>
                <a:cubicBezTo>
                  <a:pt x="617851" y="343049"/>
                  <a:pt x="590189" y="370711"/>
                  <a:pt x="556068" y="370711"/>
                </a:cubicBezTo>
                <a:lnTo>
                  <a:pt x="61782" y="370711"/>
                </a:lnTo>
                <a:cubicBezTo>
                  <a:pt x="27661" y="370711"/>
                  <a:pt x="0" y="343049"/>
                  <a:pt x="0" y="308929"/>
                </a:cubicBezTo>
                <a:lnTo>
                  <a:pt x="0" y="617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18">
            <a:extLst xmlns:a="http://schemas.openxmlformats.org/drawingml/2006/main">
              <a:ext uri="{FF2B5EF4-FFF2-40B4-BE49-F238E27FC236}">
                <a16:creationId xmlns:a16="http://schemas.microsoft.com/office/drawing/2014/main" id="{A53A4584-4386-45F4-B871-50F048E8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50" y="4994850"/>
            <a:ext cx="617851" cy="370710"/>
          </a:xfrm>
          <a:custGeom xmlns:a="http://schemas.openxmlformats.org/drawingml/2006/main">
            <a:pathLst>
              <a:path w="617851" h="370710">
                <a:moveTo>
                  <a:pt x="0" y="61783"/>
                </a:moveTo>
                <a:cubicBezTo>
                  <a:pt x="0" y="27661"/>
                  <a:pt x="27661" y="0"/>
                  <a:pt x="61783" y="0"/>
                </a:cubicBezTo>
                <a:lnTo>
                  <a:pt x="556068" y="0"/>
                </a:lnTo>
                <a:cubicBezTo>
                  <a:pt x="590190" y="0"/>
                  <a:pt x="617851" y="27661"/>
                  <a:pt x="617851" y="61783"/>
                </a:cubicBezTo>
                <a:lnTo>
                  <a:pt x="617851" y="308928"/>
                </a:lnTo>
                <a:cubicBezTo>
                  <a:pt x="617851" y="343049"/>
                  <a:pt x="590190" y="370710"/>
                  <a:pt x="556068" y="370710"/>
                </a:cubicBezTo>
                <a:lnTo>
                  <a:pt x="61783" y="370710"/>
                </a:lnTo>
                <a:cubicBezTo>
                  <a:pt x="27661" y="370710"/>
                  <a:pt x="0" y="343049"/>
                  <a:pt x="0" y="308928"/>
                </a:cubicBezTo>
                <a:lnTo>
                  <a:pt x="0" y="61783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846C91"/>
            </a:solidFill>
            <a:prstDash val="solid"/>
          </a:ln>
        </p:spPr>
      </p:sp>
      <p:sp>
        <p:nvSpPr>
          <p:cNvPr id="157" name="text-119 V">
            <a:extLst xmlns:a="http://schemas.openxmlformats.org/drawingml/2006/main">
              <a:ext uri="{FF2B5EF4-FFF2-40B4-BE49-F238E27FC236}">
                <a16:creationId xmlns:a16="http://schemas.microsoft.com/office/drawing/2014/main" id="{6C5758B4-8E94-4385-8E86-DCC9B29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6645" y="5017673"/>
            <a:ext cx="190629" cy="3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4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158" name="text-120 Harness">
            <a:extLst xmlns:a="http://schemas.openxmlformats.org/drawingml/2006/main">
              <a:ext uri="{FF2B5EF4-FFF2-40B4-BE49-F238E27FC236}">
                <a16:creationId xmlns:a16="http://schemas.microsoft.com/office/drawing/2014/main" id="{353627CE-5CBE-47AC-ACA3-AEAAF9BA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9097" y="5355945"/>
            <a:ext cx="651817" cy="266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159" name="text-121 edit">
            <a:extLst xmlns:a="http://schemas.openxmlformats.org/drawingml/2006/main">
              <a:ext uri="{FF2B5EF4-FFF2-40B4-BE49-F238E27FC236}">
                <a16:creationId xmlns:a16="http://schemas.microsoft.com/office/drawing/2014/main" id="{F0BF96D9-9D33-4131-A2AA-22E4217D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048" y="5356055"/>
            <a:ext cx="334105" cy="266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</a:t>
            </a:r>
          </a:p>
        </p:txBody>
      </p:sp>
      <p:sp>
        <p:nvSpPr>
          <p:cNvPr id="160" name="text-122 One">
            <a:extLst xmlns:a="http://schemas.openxmlformats.org/drawingml/2006/main">
              <a:ext uri="{FF2B5EF4-FFF2-40B4-BE49-F238E27FC236}">
                <a16:creationId xmlns:a16="http://schemas.microsoft.com/office/drawing/2014/main" id="{FBDB5067-EC6A-4150-8C1B-7D9DFBE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809" y="5721128"/>
            <a:ext cx="442234" cy="331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61" name="text-122 fix">
            <a:extLst xmlns:a="http://schemas.openxmlformats.org/drawingml/2006/main">
              <a:ext uri="{FF2B5EF4-FFF2-40B4-BE49-F238E27FC236}">
                <a16:creationId xmlns:a16="http://schemas.microsoft.com/office/drawing/2014/main" id="{C6BD8817-0460-41E1-88BE-A149406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90" y="5721602"/>
            <a:ext cx="282108" cy="331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</a:t>
            </a:r>
          </a:p>
        </p:txBody>
      </p:sp>
      <p:sp>
        <p:nvSpPr>
          <p:cNvPr id="162" name="text-122 can">
            <a:extLst xmlns:a="http://schemas.openxmlformats.org/drawingml/2006/main">
              <a:ext uri="{FF2B5EF4-FFF2-40B4-BE49-F238E27FC236}">
                <a16:creationId xmlns:a16="http://schemas.microsoft.com/office/drawing/2014/main" id="{5BAD3E2B-0405-49B5-9828-8288833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807" y="5722007"/>
            <a:ext cx="386731" cy="33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</a:t>
            </a:r>
          </a:p>
        </p:txBody>
      </p:sp>
      <p:sp>
        <p:nvSpPr>
          <p:cNvPr id="163" name="text-122 regress">
            <a:extLst xmlns:a="http://schemas.openxmlformats.org/drawingml/2006/main">
              <a:ext uri="{FF2B5EF4-FFF2-40B4-BE49-F238E27FC236}">
                <a16:creationId xmlns:a16="http://schemas.microsoft.com/office/drawing/2014/main" id="{8EF7FAE5-3EDC-4847-AF85-7AB849F0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518" y="5719114"/>
            <a:ext cx="760163" cy="33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regress</a:t>
            </a:r>
          </a:p>
        </p:txBody>
      </p:sp>
      <p:sp>
        <p:nvSpPr>
          <p:cNvPr id="164" name="text-122 shared">
            <a:extLst xmlns:a="http://schemas.openxmlformats.org/drawingml/2006/main">
              <a:ext uri="{FF2B5EF4-FFF2-40B4-BE49-F238E27FC236}">
                <a16:creationId xmlns:a16="http://schemas.microsoft.com/office/drawing/2014/main" id="{F0170435-3665-4098-8D1A-CD373E3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5211" y="5720106"/>
            <a:ext cx="713667" cy="333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shared</a:t>
            </a:r>
          </a:p>
        </p:txBody>
      </p:sp>
      <p:sp>
        <p:nvSpPr>
          <p:cNvPr id="165" name="text-122 tasks">
            <a:extLst xmlns:a="http://schemas.openxmlformats.org/drawingml/2006/main">
              <a:ext uri="{FF2B5EF4-FFF2-40B4-BE49-F238E27FC236}">
                <a16:creationId xmlns:a16="http://schemas.microsoft.com/office/drawing/2014/main" id="{62F1C421-C835-4C1B-A36F-37AE235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402" y="5719663"/>
            <a:ext cx="548667" cy="333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tasks</a:t>
            </a:r>
          </a:p>
        </p:txBody>
      </p:sp>
      <p:sp>
        <p:nvSpPr>
          <p:cNvPr id="166" name="text-123 .">
            <a:extLst xmlns:a="http://schemas.openxmlformats.org/drawingml/2006/main">
              <a:ext uri="{FF2B5EF4-FFF2-40B4-BE49-F238E27FC236}">
                <a16:creationId xmlns:a16="http://schemas.microsoft.com/office/drawing/2014/main" id="{93A0D4EC-9188-4CD8-9786-99B5E07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375" y="5726139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7" name="path-124">
            <a:extLst xmlns:a="http://schemas.openxmlformats.org/drawingml/2006/main">
              <a:ext uri="{FF2B5EF4-FFF2-40B4-BE49-F238E27FC236}">
                <a16:creationId xmlns:a16="http://schemas.microsoft.com/office/drawing/2014/main" id="{E40FFE97-E495-4F9B-9F57-F77B103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4546909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7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7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25">
            <a:extLst xmlns:a="http://schemas.openxmlformats.org/drawingml/2006/main">
              <a:ext uri="{FF2B5EF4-FFF2-40B4-BE49-F238E27FC236}">
                <a16:creationId xmlns:a16="http://schemas.microsoft.com/office/drawing/2014/main" id="{C01A8B12-EC74-468B-8B46-27A3585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4546909"/>
            <a:ext cx="2239709" cy="1235053"/>
          </a:xfrm>
          <a:custGeom xmlns:a="http://schemas.openxmlformats.org/drawingml/2006/main">
            <a:pathLst>
              <a:path w="2239709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9" y="46078"/>
                  <a:pt x="2239709" y="102918"/>
                </a:cubicBezTo>
                <a:lnTo>
                  <a:pt x="2239709" y="1132135"/>
                </a:lnTo>
                <a:cubicBezTo>
                  <a:pt x="2239709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69" name="text-126 Diagnose">
            <a:extLst xmlns:a="http://schemas.openxmlformats.org/drawingml/2006/main">
              <a:ext uri="{FF2B5EF4-FFF2-40B4-BE49-F238E27FC236}">
                <a16:creationId xmlns:a16="http://schemas.microsoft.com/office/drawing/2014/main" id="{415ABD02-B45B-464E-A6E9-0494E14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4512" y="4619539"/>
            <a:ext cx="961934" cy="332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Diagnose</a:t>
            </a:r>
          </a:p>
        </p:txBody>
      </p:sp>
      <p:sp>
        <p:nvSpPr>
          <p:cNvPr id="170" name="text-127 Confirmed">
            <a:extLst xmlns:a="http://schemas.openxmlformats.org/drawingml/2006/main">
              <a:ext uri="{FF2B5EF4-FFF2-40B4-BE49-F238E27FC236}">
                <a16:creationId xmlns:a16="http://schemas.microsoft.com/office/drawing/2014/main" id="{04908123-A77A-4650-88F4-9F73B11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0827" y="4920797"/>
            <a:ext cx="890695" cy="284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Confirmed</a:t>
            </a:r>
          </a:p>
        </p:txBody>
      </p:sp>
      <p:sp>
        <p:nvSpPr>
          <p:cNvPr id="171" name="text-127 mismatch">
            <a:extLst xmlns:a="http://schemas.openxmlformats.org/drawingml/2006/main">
              <a:ext uri="{FF2B5EF4-FFF2-40B4-BE49-F238E27FC236}">
                <a16:creationId xmlns:a16="http://schemas.microsoft.com/office/drawing/2014/main" id="{AB88ABDB-AFA4-4060-9B57-FE93855B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2225" y="4920506"/>
            <a:ext cx="844000" cy="284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172" name="text-128 vs">
            <a:extLst xmlns:a="http://schemas.openxmlformats.org/drawingml/2006/main">
              <a:ext uri="{FF2B5EF4-FFF2-40B4-BE49-F238E27FC236}">
                <a16:creationId xmlns:a16="http://schemas.microsoft.com/office/drawing/2014/main" id="{C978BFDD-1473-4296-87F2-08966723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710" y="5133065"/>
            <a:ext cx="204362" cy="28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vs</a:t>
            </a:r>
          </a:p>
        </p:txBody>
      </p:sp>
      <p:sp>
        <p:nvSpPr>
          <p:cNvPr id="173" name="text-128 policy">
            <a:extLst xmlns:a="http://schemas.openxmlformats.org/drawingml/2006/main">
              <a:ext uri="{FF2B5EF4-FFF2-40B4-BE49-F238E27FC236}">
                <a16:creationId xmlns:a16="http://schemas.microsoft.com/office/drawing/2014/main" id="{E3986F79-26F7-4298-B0A7-CB578538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150" y="5132578"/>
            <a:ext cx="512742" cy="283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174" name="text-129 -">
            <a:extLst xmlns:a="http://schemas.openxmlformats.org/drawingml/2006/main">
              <a:ext uri="{FF2B5EF4-FFF2-40B4-BE49-F238E27FC236}">
                <a16:creationId xmlns:a16="http://schemas.microsoft.com/office/drawing/2014/main" id="{6A7D6049-F264-4B16-9704-39552ADA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1934" y="5134356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75" name="text-130 only">
            <a:extLst xmlns:a="http://schemas.openxmlformats.org/drawingml/2006/main">
              <a:ext uri="{FF2B5EF4-FFF2-40B4-BE49-F238E27FC236}">
                <a16:creationId xmlns:a16="http://schemas.microsoft.com/office/drawing/2014/main" id="{1E7B95CB-EA25-4979-B164-CF1C35B4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3720" y="5132953"/>
            <a:ext cx="381168" cy="2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only</a:t>
            </a:r>
          </a:p>
        </p:txBody>
      </p:sp>
      <p:sp>
        <p:nvSpPr>
          <p:cNvPr id="176" name="text-131 failure">
            <a:extLst xmlns:a="http://schemas.openxmlformats.org/drawingml/2006/main">
              <a:ext uri="{FF2B5EF4-FFF2-40B4-BE49-F238E27FC236}">
                <a16:creationId xmlns:a16="http://schemas.microsoft.com/office/drawing/2014/main" id="{F1000ED2-7DFA-466F-8A99-603E4629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5669" y="5133052"/>
            <a:ext cx="562288" cy="283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failure</a:t>
            </a:r>
          </a:p>
        </p:txBody>
      </p:sp>
      <p:sp>
        <p:nvSpPr>
          <p:cNvPr id="177" name="path-132">
            <a:extLst xmlns:a="http://schemas.openxmlformats.org/drawingml/2006/main">
              <a:ext uri="{FF2B5EF4-FFF2-40B4-BE49-F238E27FC236}">
                <a16:creationId xmlns:a16="http://schemas.microsoft.com/office/drawing/2014/main" id="{C8566918-4772-404F-9058-4FCBE4B3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180" y="4546909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9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9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33">
            <a:extLst xmlns:a="http://schemas.openxmlformats.org/drawingml/2006/main">
              <a:ext uri="{FF2B5EF4-FFF2-40B4-BE49-F238E27FC236}">
                <a16:creationId xmlns:a16="http://schemas.microsoft.com/office/drawing/2014/main" id="{84639D5E-6757-449F-BC31-4ED4DF1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180" y="4546909"/>
            <a:ext cx="2239708" cy="1235053"/>
          </a:xfrm>
          <a:custGeom xmlns:a="http://schemas.openxmlformats.org/drawingml/2006/main">
            <a:pathLst>
              <a:path w="2239708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8" y="46078"/>
                  <a:pt x="2239708" y="102918"/>
                </a:cubicBezTo>
                <a:lnTo>
                  <a:pt x="2239708" y="1132135"/>
                </a:lnTo>
                <a:cubicBezTo>
                  <a:pt x="2239708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sp>
        <p:nvSpPr>
          <p:cNvPr id="179" name="text-134 Freeze">
            <a:extLst xmlns:a="http://schemas.openxmlformats.org/drawingml/2006/main">
              <a:ext uri="{FF2B5EF4-FFF2-40B4-BE49-F238E27FC236}">
                <a16:creationId xmlns:a16="http://schemas.microsoft.com/office/drawing/2014/main" id="{71DDA34E-696A-4378-A151-0E6EF57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3380" y="4618774"/>
            <a:ext cx="674077" cy="333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Freeze</a:t>
            </a:r>
          </a:p>
        </p:txBody>
      </p:sp>
      <p:sp>
        <p:nvSpPr>
          <p:cNvPr id="180" name="text-135 One">
            <a:extLst xmlns:a="http://schemas.openxmlformats.org/drawingml/2006/main">
              <a:ext uri="{FF2B5EF4-FFF2-40B4-BE49-F238E27FC236}">
                <a16:creationId xmlns:a16="http://schemas.microsoft.com/office/drawing/2014/main" id="{EDB9964D-BD8F-4B41-91AE-713DB0B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732" y="4921347"/>
            <a:ext cx="369912" cy="283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81" name="text-136 Δ">
            <a:extLst xmlns:a="http://schemas.openxmlformats.org/drawingml/2006/main">
              <a:ext uri="{FF2B5EF4-FFF2-40B4-BE49-F238E27FC236}">
                <a16:creationId xmlns:a16="http://schemas.microsoft.com/office/drawing/2014/main" id="{187C05CB-897B-43F5-8E9E-2CD76147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096" y="4923187"/>
            <a:ext cx="149486" cy="281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182" name="text-137 per">
            <a:extLst xmlns:a="http://schemas.openxmlformats.org/drawingml/2006/main">
              <a:ext uri="{FF2B5EF4-FFF2-40B4-BE49-F238E27FC236}">
                <a16:creationId xmlns:a16="http://schemas.microsoft.com/office/drawing/2014/main" id="{90B49333-A804-4F24-99CA-53895B3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0282" y="4921851"/>
            <a:ext cx="306094" cy="282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</a:t>
            </a:r>
          </a:p>
        </p:txBody>
      </p:sp>
      <p:sp>
        <p:nvSpPr>
          <p:cNvPr id="183" name="text-137 factor">
            <a:extLst xmlns:a="http://schemas.openxmlformats.org/drawingml/2006/main">
              <a:ext uri="{FF2B5EF4-FFF2-40B4-BE49-F238E27FC236}">
                <a16:creationId xmlns:a16="http://schemas.microsoft.com/office/drawing/2014/main" id="{61B65167-3006-4FBE-810F-BD483E79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7106" y="4921328"/>
            <a:ext cx="523175" cy="283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factor</a:t>
            </a:r>
          </a:p>
        </p:txBody>
      </p:sp>
      <p:sp>
        <p:nvSpPr>
          <p:cNvPr id="184" name="text-138 Fixed">
            <a:extLst xmlns:a="http://schemas.openxmlformats.org/drawingml/2006/main">
              <a:ext uri="{FF2B5EF4-FFF2-40B4-BE49-F238E27FC236}">
                <a16:creationId xmlns:a16="http://schemas.microsoft.com/office/drawing/2014/main" id="{D9EB9BF0-F860-43EF-A4A4-9CB3C37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270" y="5131978"/>
            <a:ext cx="462086" cy="2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Fixed</a:t>
            </a:r>
          </a:p>
        </p:txBody>
      </p:sp>
      <p:sp>
        <p:nvSpPr>
          <p:cNvPr id="185" name="text-138 intent">
            <a:extLst xmlns:a="http://schemas.openxmlformats.org/drawingml/2006/main">
              <a:ext uri="{FF2B5EF4-FFF2-40B4-BE49-F238E27FC236}">
                <a16:creationId xmlns:a16="http://schemas.microsoft.com/office/drawing/2014/main" id="{B52EDA45-97C1-4448-B26A-C496E02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2198" y="5133016"/>
            <a:ext cx="516718" cy="283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intent</a:t>
            </a:r>
          </a:p>
        </p:txBody>
      </p:sp>
      <p:sp>
        <p:nvSpPr>
          <p:cNvPr id="186" name="text-138 &amp;">
            <a:extLst xmlns:a="http://schemas.openxmlformats.org/drawingml/2006/main">
              <a:ext uri="{FF2B5EF4-FFF2-40B4-BE49-F238E27FC236}">
                <a16:creationId xmlns:a16="http://schemas.microsoft.com/office/drawing/2014/main" id="{E2221811-EF42-4C0F-B369-170968C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181" y="5134481"/>
            <a:ext cx="173117" cy="281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87" name="text-139 eval">
            <a:extLst xmlns:a="http://schemas.openxmlformats.org/drawingml/2006/main">
              <a:ext uri="{FF2B5EF4-FFF2-40B4-BE49-F238E27FC236}">
                <a16:creationId xmlns:a16="http://schemas.microsoft.com/office/drawing/2014/main" id="{A3D8B92E-F50E-49F7-AFCC-684C75A9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4075" y="5132686"/>
            <a:ext cx="372830" cy="283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</a:t>
            </a:r>
          </a:p>
        </p:txBody>
      </p:sp>
      <p:sp>
        <p:nvSpPr>
          <p:cNvPr id="188" name="text-140 rules">
            <a:extLst xmlns:a="http://schemas.openxmlformats.org/drawingml/2006/main">
              <a:ext uri="{FF2B5EF4-FFF2-40B4-BE49-F238E27FC236}">
                <a16:creationId xmlns:a16="http://schemas.microsoft.com/office/drawing/2014/main" id="{22F833C9-1610-4F2F-A1EA-FD9DD3E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6986" y="5133039"/>
            <a:ext cx="431372" cy="283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189" name="path-141">
            <a:extLst xmlns:a="http://schemas.openxmlformats.org/drawingml/2006/main">
              <a:ext uri="{FF2B5EF4-FFF2-40B4-BE49-F238E27FC236}">
                <a16:creationId xmlns:a16="http://schemas.microsoft.com/office/drawing/2014/main" id="{2473FD1E-F314-456E-A683-CB7B560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244" y="4546909"/>
            <a:ext cx="2239709" cy="1235052"/>
          </a:xfrm>
          <a:custGeom xmlns:a="http://schemas.openxmlformats.org/drawingml/2006/main">
            <a:pathLst>
              <a:path w="2239709" h="1235052">
                <a:moveTo>
                  <a:pt x="0" y="102918"/>
                </a:moveTo>
                <a:cubicBezTo>
                  <a:pt x="0" y="46077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1" y="0"/>
                  <a:pt x="2239709" y="46077"/>
                  <a:pt x="2239709" y="102918"/>
                </a:cubicBezTo>
                <a:lnTo>
                  <a:pt x="2239709" y="1132134"/>
                </a:lnTo>
                <a:cubicBezTo>
                  <a:pt x="2239709" y="1188975"/>
                  <a:pt x="2193631" y="1235052"/>
                  <a:pt x="2136790" y="1235052"/>
                </a:cubicBezTo>
                <a:lnTo>
                  <a:pt x="102918" y="1235052"/>
                </a:lnTo>
                <a:cubicBezTo>
                  <a:pt x="46078" y="1235052"/>
                  <a:pt x="0" y="1188975"/>
                  <a:pt x="0" y="1132134"/>
                </a:cubicBezTo>
                <a:lnTo>
                  <a:pt x="0" y="1029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42">
            <a:extLst xmlns:a="http://schemas.openxmlformats.org/drawingml/2006/main">
              <a:ext uri="{FF2B5EF4-FFF2-40B4-BE49-F238E27FC236}">
                <a16:creationId xmlns:a16="http://schemas.microsoft.com/office/drawing/2014/main" id="{3FB622E4-7682-4007-A78B-F2BAD4C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244" y="4546909"/>
            <a:ext cx="2239709" cy="1235053"/>
          </a:xfrm>
          <a:custGeom xmlns:a="http://schemas.openxmlformats.org/drawingml/2006/main">
            <a:pathLst>
              <a:path w="2239709" h="1235053">
                <a:moveTo>
                  <a:pt x="0" y="102918"/>
                </a:moveTo>
                <a:cubicBezTo>
                  <a:pt x="0" y="46078"/>
                  <a:pt x="46078" y="0"/>
                  <a:pt x="102918" y="0"/>
                </a:cubicBezTo>
                <a:lnTo>
                  <a:pt x="2136790" y="0"/>
                </a:lnTo>
                <a:cubicBezTo>
                  <a:pt x="2193630" y="0"/>
                  <a:pt x="2239709" y="46078"/>
                  <a:pt x="2239709" y="102918"/>
                </a:cubicBezTo>
                <a:lnTo>
                  <a:pt x="2239709" y="1132135"/>
                </a:lnTo>
                <a:cubicBezTo>
                  <a:pt x="2239709" y="1188975"/>
                  <a:pt x="2193630" y="1235053"/>
                  <a:pt x="2136790" y="1235053"/>
                </a:cubicBezTo>
                <a:lnTo>
                  <a:pt x="102918" y="1235053"/>
                </a:lnTo>
                <a:cubicBezTo>
                  <a:pt x="46078" y="1235053"/>
                  <a:pt x="0" y="1188975"/>
                  <a:pt x="0" y="1132135"/>
                </a:cubicBezTo>
                <a:lnTo>
                  <a:pt x="0" y="102918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86D8B23-04EC-4B0A-9F59-05B619E2B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563fe49540fd"/>
          <a:stretch xmlns:a="http://schemas.openxmlformats.org/drawingml/2006/main"/>
        </p:blipFill>
        <p:spPr>
          <a:xfrm xmlns:a="http://schemas.openxmlformats.org/drawingml/2006/main">
            <a:off x="10132378" y="4512309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2214FA7-C76F-434E-A168-CCBD1BAE4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3fad9c342464c"/>
          <a:stretch xmlns:a="http://schemas.openxmlformats.org/drawingml/2006/main"/>
        </p:blipFill>
        <p:spPr>
          <a:xfrm xmlns:a="http://schemas.openxmlformats.org/drawingml/2006/main">
            <a:off x="10142483" y="4570686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93" name="text-145 Replay">
            <a:extLst xmlns:a="http://schemas.openxmlformats.org/drawingml/2006/main">
              <a:ext uri="{FF2B5EF4-FFF2-40B4-BE49-F238E27FC236}">
                <a16:creationId xmlns:a16="http://schemas.microsoft.com/office/drawing/2014/main" id="{17087785-5686-409C-A195-AFF9A206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7637" y="4619584"/>
            <a:ext cx="709960" cy="332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sp>
        <p:nvSpPr>
          <p:cNvPr id="194" name="text-145 2ᵈ">
            <a:extLst xmlns:a="http://schemas.openxmlformats.org/drawingml/2006/main">
              <a:ext uri="{FF2B5EF4-FFF2-40B4-BE49-F238E27FC236}">
                <a16:creationId xmlns:a16="http://schemas.microsoft.com/office/drawing/2014/main" id="{784FC243-B5EE-4032-8590-DC5193F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1936" y="4620325"/>
            <a:ext cx="248947" cy="331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2ᵈ</a:t>
            </a:r>
          </a:p>
        </p:txBody>
      </p:sp>
      <p:sp>
        <p:nvSpPr>
          <p:cNvPr id="195" name="text-146 Dependency">
            <a:extLst xmlns:a="http://schemas.openxmlformats.org/drawingml/2006/main">
              <a:ext uri="{FF2B5EF4-FFF2-40B4-BE49-F238E27FC236}">
                <a16:creationId xmlns:a16="http://schemas.microsoft.com/office/drawing/2014/main" id="{153459D3-6082-448F-AE1E-71FCAA0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1884" y="4921265"/>
            <a:ext cx="1043360" cy="283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Dependency</a:t>
            </a:r>
          </a:p>
        </p:txBody>
      </p:sp>
      <p:sp>
        <p:nvSpPr>
          <p:cNvPr id="196" name="text-147 -">
            <a:extLst xmlns:a="http://schemas.openxmlformats.org/drawingml/2006/main">
              <a:ext uri="{FF2B5EF4-FFF2-40B4-BE49-F238E27FC236}">
                <a16:creationId xmlns:a16="http://schemas.microsoft.com/office/drawing/2014/main" id="{B37C3D3E-4804-469A-9FFF-6199DC5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9752" y="4923050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97" name="text-148 closed">
            <a:extLst xmlns:a="http://schemas.openxmlformats.org/drawingml/2006/main">
              <a:ext uri="{FF2B5EF4-FFF2-40B4-BE49-F238E27FC236}">
                <a16:creationId xmlns:a16="http://schemas.microsoft.com/office/drawing/2014/main" id="{4B41845B-1612-4137-BD24-4395B414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1538" y="4921323"/>
            <a:ext cx="551065" cy="283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closed</a:t>
            </a:r>
          </a:p>
        </p:txBody>
      </p:sp>
      <p:sp>
        <p:nvSpPr>
          <p:cNvPr id="198" name="text-149 Matched">
            <a:extLst xmlns:a="http://schemas.openxmlformats.org/drawingml/2006/main">
              <a:ext uri="{FF2B5EF4-FFF2-40B4-BE49-F238E27FC236}">
                <a16:creationId xmlns:a16="http://schemas.microsoft.com/office/drawing/2014/main" id="{A1FD5F6A-0A3D-405B-9018-C374FB4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187" y="5132624"/>
            <a:ext cx="768914" cy="283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Matched</a:t>
            </a:r>
          </a:p>
        </p:txBody>
      </p:sp>
      <p:sp>
        <p:nvSpPr>
          <p:cNvPr id="199" name="text-149 trials">
            <a:extLst xmlns:a="http://schemas.openxmlformats.org/drawingml/2006/main">
              <a:ext uri="{FF2B5EF4-FFF2-40B4-BE49-F238E27FC236}">
                <a16:creationId xmlns:a16="http://schemas.microsoft.com/office/drawing/2014/main" id="{1D405FE5-6591-43BE-86CC-8AC8464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0939" y="5133258"/>
            <a:ext cx="448442" cy="282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trials</a:t>
            </a:r>
          </a:p>
        </p:txBody>
      </p:sp>
      <p:sp>
        <p:nvSpPr>
          <p:cNvPr id="200" name="path-150">
            <a:extLst xmlns:a="http://schemas.openxmlformats.org/drawingml/2006/main">
              <a:ext uri="{FF2B5EF4-FFF2-40B4-BE49-F238E27FC236}">
                <a16:creationId xmlns:a16="http://schemas.microsoft.com/office/drawing/2014/main" id="{5045B291-4A08-4F6C-9B77-4A6C70F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07" y="4546909"/>
            <a:ext cx="2548635" cy="1235701"/>
          </a:xfrm>
          <a:custGeom xmlns:a="http://schemas.openxmlformats.org/drawingml/2006/main">
            <a:pathLst>
              <a:path w="2548635" h="1235701">
                <a:moveTo>
                  <a:pt x="0" y="102971"/>
                </a:moveTo>
                <a:cubicBezTo>
                  <a:pt x="0" y="46100"/>
                  <a:pt x="46103" y="0"/>
                  <a:pt x="102971" y="0"/>
                </a:cubicBezTo>
                <a:lnTo>
                  <a:pt x="2445664" y="0"/>
                </a:lnTo>
                <a:cubicBezTo>
                  <a:pt x="2502533" y="0"/>
                  <a:pt x="2548635" y="46100"/>
                  <a:pt x="2548635" y="102971"/>
                </a:cubicBezTo>
                <a:lnTo>
                  <a:pt x="2548635" y="1132730"/>
                </a:lnTo>
                <a:cubicBezTo>
                  <a:pt x="2548635" y="1189599"/>
                  <a:pt x="2502533" y="1235701"/>
                  <a:pt x="2445664" y="1235701"/>
                </a:cubicBezTo>
                <a:lnTo>
                  <a:pt x="102971" y="1235701"/>
                </a:lnTo>
                <a:cubicBezTo>
                  <a:pt x="46103" y="1235701"/>
                  <a:pt x="0" y="1189599"/>
                  <a:pt x="0" y="1132730"/>
                </a:cubicBezTo>
                <a:lnTo>
                  <a:pt x="0" y="10297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51">
            <a:extLst xmlns:a="http://schemas.openxmlformats.org/drawingml/2006/main">
              <a:ext uri="{FF2B5EF4-FFF2-40B4-BE49-F238E27FC236}">
                <a16:creationId xmlns:a16="http://schemas.microsoft.com/office/drawing/2014/main" id="{7780769D-23E1-47E1-9881-FCF9F048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307" y="4546909"/>
            <a:ext cx="2548635" cy="1235701"/>
          </a:xfrm>
          <a:custGeom xmlns:a="http://schemas.openxmlformats.org/drawingml/2006/main">
            <a:pathLst>
              <a:path w="2548635" h="1235701">
                <a:moveTo>
                  <a:pt x="0" y="102971"/>
                </a:moveTo>
                <a:cubicBezTo>
                  <a:pt x="0" y="46102"/>
                  <a:pt x="46102" y="0"/>
                  <a:pt x="102971" y="0"/>
                </a:cubicBezTo>
                <a:lnTo>
                  <a:pt x="2445664" y="0"/>
                </a:lnTo>
                <a:cubicBezTo>
                  <a:pt x="2502533" y="0"/>
                  <a:pt x="2548635" y="46102"/>
                  <a:pt x="2548635" y="102971"/>
                </a:cubicBezTo>
                <a:lnTo>
                  <a:pt x="2548635" y="1132730"/>
                </a:lnTo>
                <a:cubicBezTo>
                  <a:pt x="2548635" y="1189600"/>
                  <a:pt x="2502533" y="1235701"/>
                  <a:pt x="2445664" y="1235701"/>
                </a:cubicBezTo>
                <a:lnTo>
                  <a:pt x="102971" y="1235701"/>
                </a:lnTo>
                <a:cubicBezTo>
                  <a:pt x="46102" y="1235701"/>
                  <a:pt x="0" y="1189600"/>
                  <a:pt x="0" y="1132730"/>
                </a:cubicBezTo>
                <a:lnTo>
                  <a:pt x="0" y="102971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27276">
                <a:alpha val="99000"/>
              </a:srgbClr>
            </a:solidFill>
            <a:prstDash val="solid"/>
          </a:ln>
        </p:spPr>
      </p:sp>
      <p:sp>
        <p:nvSpPr>
          <p:cNvPr id="202" name="text-152 Select">
            <a:extLst xmlns:a="http://schemas.openxmlformats.org/drawingml/2006/main">
              <a:ext uri="{FF2B5EF4-FFF2-40B4-BE49-F238E27FC236}">
                <a16:creationId xmlns:a16="http://schemas.microsoft.com/office/drawing/2014/main" id="{F1AA1A26-A09D-4083-A454-51A0B225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0187" y="4618607"/>
            <a:ext cx="627297" cy="333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</a:t>
            </a:r>
          </a:p>
        </p:txBody>
      </p:sp>
      <p:sp>
        <p:nvSpPr>
          <p:cNvPr id="203" name="text-153 Smallest">
            <a:extLst xmlns:a="http://schemas.openxmlformats.org/drawingml/2006/main">
              <a:ext uri="{FF2B5EF4-FFF2-40B4-BE49-F238E27FC236}">
                <a16:creationId xmlns:a16="http://schemas.microsoft.com/office/drawing/2014/main" id="{A76922F6-3655-4F14-9A0F-C0898B73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6480" y="4920753"/>
            <a:ext cx="728836" cy="284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Smallest</a:t>
            </a:r>
          </a:p>
        </p:txBody>
      </p:sp>
      <p:sp>
        <p:nvSpPr>
          <p:cNvPr id="204" name="text-153 validated">
            <a:extLst xmlns:a="http://schemas.openxmlformats.org/drawingml/2006/main">
              <a:ext uri="{FF2B5EF4-FFF2-40B4-BE49-F238E27FC236}">
                <a16:creationId xmlns:a16="http://schemas.microsoft.com/office/drawing/2014/main" id="{F633424B-2D05-4F55-ABD8-E49956C7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5329" y="4921652"/>
            <a:ext cx="797690" cy="283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validated</a:t>
            </a:r>
          </a:p>
        </p:txBody>
      </p:sp>
      <p:sp>
        <p:nvSpPr>
          <p:cNvPr id="205" name="text-153 repair">
            <a:extLst xmlns:a="http://schemas.openxmlformats.org/drawingml/2006/main">
              <a:ext uri="{FF2B5EF4-FFF2-40B4-BE49-F238E27FC236}">
                <a16:creationId xmlns:a16="http://schemas.microsoft.com/office/drawing/2014/main" id="{191CFB62-ABC0-4AA7-944A-F139487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3957" y="4921631"/>
            <a:ext cx="526233" cy="283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repair</a:t>
            </a:r>
          </a:p>
        </p:txBody>
      </p:sp>
      <p:sp>
        <p:nvSpPr>
          <p:cNvPr id="206" name="text-154 among">
            <a:extLst xmlns:a="http://schemas.openxmlformats.org/drawingml/2006/main">
              <a:ext uri="{FF2B5EF4-FFF2-40B4-BE49-F238E27FC236}">
                <a16:creationId xmlns:a16="http://schemas.microsoft.com/office/drawing/2014/main" id="{0B39AECC-D35E-4733-851F-01750E94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0957" y="5132095"/>
            <a:ext cx="614875" cy="28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among</a:t>
            </a:r>
          </a:p>
        </p:txBody>
      </p:sp>
      <p:sp>
        <p:nvSpPr>
          <p:cNvPr id="207" name="text-154 tested">
            <a:extLst xmlns:a="http://schemas.openxmlformats.org/drawingml/2006/main">
              <a:ext uri="{FF2B5EF4-FFF2-40B4-BE49-F238E27FC236}">
                <a16:creationId xmlns:a16="http://schemas.microsoft.com/office/drawing/2014/main" id="{4CEFAC2F-FB49-47D3-B387-CA968002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6694" y="5133191"/>
            <a:ext cx="540622" cy="282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tested</a:t>
            </a:r>
          </a:p>
        </p:txBody>
      </p:sp>
      <p:sp>
        <p:nvSpPr>
          <p:cNvPr id="208" name="text-154 candidates">
            <a:extLst xmlns:a="http://schemas.openxmlformats.org/drawingml/2006/main">
              <a:ext uri="{FF2B5EF4-FFF2-40B4-BE49-F238E27FC236}">
                <a16:creationId xmlns:a16="http://schemas.microsoft.com/office/drawing/2014/main" id="{3558EACE-0E95-47D9-B941-BBE089B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8376" y="5132664"/>
            <a:ext cx="928022" cy="28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9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candidates</a:t>
            </a:r>
          </a:p>
        </p:txBody>
      </p:sp>
      <p:sp>
        <p:nvSpPr>
          <p:cNvPr id="209" name="text-155 Fresh">
            <a:extLst xmlns:a="http://schemas.openxmlformats.org/drawingml/2006/main">
              <a:ext uri="{FF2B5EF4-FFF2-40B4-BE49-F238E27FC236}">
                <a16:creationId xmlns:a16="http://schemas.microsoft.com/office/drawing/2014/main" id="{F30DF005-FD96-4E78-9E7D-4006F2F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141" y="5835662"/>
            <a:ext cx="479275" cy="285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Fresh</a:t>
            </a:r>
          </a:p>
        </p:txBody>
      </p:sp>
      <p:sp>
        <p:nvSpPr>
          <p:cNvPr id="210" name="text-156 -">
            <a:extLst xmlns:a="http://schemas.openxmlformats.org/drawingml/2006/main">
              <a:ext uri="{FF2B5EF4-FFF2-40B4-BE49-F238E27FC236}">
                <a16:creationId xmlns:a16="http://schemas.microsoft.com/office/drawing/2014/main" id="{D18BA342-EAD1-48FF-809F-57919EFE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2380" y="5838706"/>
            <a:ext cx="97643" cy="281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11" name="text-157 seed">
            <a:extLst xmlns:a="http://schemas.openxmlformats.org/drawingml/2006/main">
              <a:ext uri="{FF2B5EF4-FFF2-40B4-BE49-F238E27FC236}">
                <a16:creationId xmlns:a16="http://schemas.microsoft.com/office/drawing/2014/main" id="{F84CC945-AA04-4DA2-9049-55AF92A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6096" y="5835471"/>
            <a:ext cx="416096" cy="28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seed</a:t>
            </a:r>
          </a:p>
        </p:txBody>
      </p:sp>
      <p:sp>
        <p:nvSpPr>
          <p:cNvPr id="212" name="text-157 confirmation">
            <a:extLst xmlns:a="http://schemas.openxmlformats.org/drawingml/2006/main">
              <a:ext uri="{FF2B5EF4-FFF2-40B4-BE49-F238E27FC236}">
                <a16:creationId xmlns:a16="http://schemas.microsoft.com/office/drawing/2014/main" id="{B5F67532-79A7-420B-B53C-DF0938C4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727" y="5834301"/>
            <a:ext cx="1103891" cy="28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confirmation</a:t>
            </a:r>
          </a:p>
        </p:txBody>
      </p:sp>
      <p:sp>
        <p:nvSpPr>
          <p:cNvPr id="213" name="text-157 →">
            <a:extLst xmlns:a="http://schemas.openxmlformats.org/drawingml/2006/main">
              <a:ext uri="{FF2B5EF4-FFF2-40B4-BE49-F238E27FC236}">
                <a16:creationId xmlns:a16="http://schemas.microsoft.com/office/drawing/2014/main" id="{B55F995F-A518-401E-ABC7-B395E7C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942" y="5838788"/>
            <a:ext cx="217933" cy="2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4" name="text-157 Promote">
            <a:extLst xmlns:a="http://schemas.openxmlformats.org/drawingml/2006/main">
              <a:ext uri="{FF2B5EF4-FFF2-40B4-BE49-F238E27FC236}">
                <a16:creationId xmlns:a16="http://schemas.microsoft.com/office/drawing/2014/main" id="{0E057840-5E26-4335-A333-0BEAB01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2647" y="5834511"/>
            <a:ext cx="750337" cy="287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Promote</a:t>
            </a:r>
          </a:p>
        </p:txBody>
      </p:sp>
      <p:sp>
        <p:nvSpPr>
          <p:cNvPr id="215" name="text-157 /">
            <a:extLst xmlns:a="http://schemas.openxmlformats.org/drawingml/2006/main">
              <a:ext uri="{FF2B5EF4-FFF2-40B4-BE49-F238E27FC236}">
                <a16:creationId xmlns:a16="http://schemas.microsoft.com/office/drawing/2014/main" id="{BA21A01A-99D5-4613-83EA-57C435C7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990" y="5838756"/>
            <a:ext cx="114009" cy="281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16" name="text-157 retain">
            <a:extLst xmlns:a="http://schemas.openxmlformats.org/drawingml/2006/main">
              <a:ext uri="{FF2B5EF4-FFF2-40B4-BE49-F238E27FC236}">
                <a16:creationId xmlns:a16="http://schemas.microsoft.com/office/drawing/2014/main" id="{5F371E82-6549-4005-9D51-230E59B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0491" y="5835170"/>
            <a:ext cx="526210" cy="286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retain</a:t>
            </a:r>
          </a:p>
        </p:txBody>
      </p:sp>
      <p:sp>
        <p:nvSpPr>
          <p:cNvPr id="217" name="text-157 parent">
            <a:extLst xmlns:a="http://schemas.openxmlformats.org/drawingml/2006/main">
              <a:ext uri="{FF2B5EF4-FFF2-40B4-BE49-F238E27FC236}">
                <a16:creationId xmlns:a16="http://schemas.microsoft.com/office/drawing/2014/main" id="{E9F79F4A-FF07-493F-9D6E-850D8F1B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9181" y="5834330"/>
            <a:ext cx="588750" cy="287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parent</a:t>
            </a:r>
          </a:p>
        </p:txBody>
      </p:sp>
      <p:sp>
        <p:nvSpPr>
          <p:cNvPr id="218" name="text-157 →">
            <a:extLst xmlns:a="http://schemas.openxmlformats.org/drawingml/2006/main">
              <a:ext uri="{FF2B5EF4-FFF2-40B4-BE49-F238E27FC236}">
                <a16:creationId xmlns:a16="http://schemas.microsoft.com/office/drawing/2014/main" id="{76B52E51-57BE-42AF-8BB9-05B38C3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9578" y="5838788"/>
            <a:ext cx="217933" cy="2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19" name="text-157 New">
            <a:extLst xmlns:a="http://schemas.openxmlformats.org/drawingml/2006/main">
              <a:ext uri="{FF2B5EF4-FFF2-40B4-BE49-F238E27FC236}">
                <a16:creationId xmlns:a16="http://schemas.microsoft.com/office/drawing/2014/main" id="{4A749916-1B86-416B-B545-941D1CB2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1283" y="5835375"/>
            <a:ext cx="410769" cy="285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</a:t>
            </a:r>
          </a:p>
        </p:txBody>
      </p:sp>
      <p:sp>
        <p:nvSpPr>
          <p:cNvPr id="220" name="text-157 rollouts">
            <a:extLst xmlns:a="http://schemas.openxmlformats.org/drawingml/2006/main">
              <a:ext uri="{FF2B5EF4-FFF2-40B4-BE49-F238E27FC236}">
                <a16:creationId xmlns:a16="http://schemas.microsoft.com/office/drawing/2014/main" id="{32118B7A-6B65-4016-836B-50B165B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4833" y="5834654"/>
            <a:ext cx="665318" cy="286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rollouts</a:t>
            </a:r>
          </a:p>
        </p:txBody>
      </p:sp>
      <p:sp>
        <p:nvSpPr>
          <p:cNvPr id="221" name="path-158">
            <a:extLst xmlns:a="http://schemas.openxmlformats.org/drawingml/2006/main">
              <a:ext uri="{FF2B5EF4-FFF2-40B4-BE49-F238E27FC236}">
                <a16:creationId xmlns:a16="http://schemas.microsoft.com/office/drawing/2014/main" id="{0932EDC2-79E7-4D7A-A607-EE09A9E0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747" y="5909780"/>
            <a:ext cx="137463" cy="127077"/>
          </a:xfrm>
          <a:custGeom xmlns:a="http://schemas.openxmlformats.org/drawingml/2006/main">
            <a:pathLst>
              <a:path w="137463" h="127077">
                <a:moveTo>
                  <a:pt x="90596" y="51908"/>
                </a:moveTo>
                <a:lnTo>
                  <a:pt x="81968" y="51908"/>
                </a:lnTo>
                <a:lnTo>
                  <a:pt x="81576" y="4710"/>
                </a:lnTo>
                <a:lnTo>
                  <a:pt x="86380" y="0"/>
                </a:lnTo>
                <a:lnTo>
                  <a:pt x="137463" y="481"/>
                </a:lnTo>
                <a:lnTo>
                  <a:pt x="137463" y="8844"/>
                </a:lnTo>
                <a:lnTo>
                  <a:pt x="105597" y="12208"/>
                </a:lnTo>
                <a:cubicBezTo>
                  <a:pt x="113964" y="20411"/>
                  <a:pt x="120027" y="28549"/>
                  <a:pt x="123785" y="36624"/>
                </a:cubicBezTo>
                <a:cubicBezTo>
                  <a:pt x="127544" y="44698"/>
                  <a:pt x="129423" y="53862"/>
                  <a:pt x="129423" y="64115"/>
                </a:cubicBezTo>
                <a:cubicBezTo>
                  <a:pt x="129423" y="76676"/>
                  <a:pt x="126825" y="87762"/>
                  <a:pt x="121628" y="97375"/>
                </a:cubicBezTo>
                <a:cubicBezTo>
                  <a:pt x="116432" y="106987"/>
                  <a:pt x="109013" y="114341"/>
                  <a:pt x="99371" y="119435"/>
                </a:cubicBezTo>
                <a:cubicBezTo>
                  <a:pt x="89730" y="124530"/>
                  <a:pt x="78438" y="127077"/>
                  <a:pt x="65496" y="127077"/>
                </a:cubicBezTo>
                <a:cubicBezTo>
                  <a:pt x="53011" y="127077"/>
                  <a:pt x="41752" y="124482"/>
                  <a:pt x="31718" y="119291"/>
                </a:cubicBezTo>
                <a:cubicBezTo>
                  <a:pt x="21685" y="114100"/>
                  <a:pt x="13890" y="106779"/>
                  <a:pt x="8334" y="97327"/>
                </a:cubicBezTo>
                <a:cubicBezTo>
                  <a:pt x="2778" y="87874"/>
                  <a:pt x="0" y="77188"/>
                  <a:pt x="0" y="65269"/>
                </a:cubicBezTo>
                <a:cubicBezTo>
                  <a:pt x="0" y="55272"/>
                  <a:pt x="1699" y="46108"/>
                  <a:pt x="5098" y="37777"/>
                </a:cubicBezTo>
                <a:cubicBezTo>
                  <a:pt x="8497" y="29446"/>
                  <a:pt x="13400" y="22269"/>
                  <a:pt x="19806" y="16245"/>
                </a:cubicBezTo>
                <a:lnTo>
                  <a:pt x="29512" y="24800"/>
                </a:lnTo>
                <a:cubicBezTo>
                  <a:pt x="24348" y="30504"/>
                  <a:pt x="20525" y="36656"/>
                  <a:pt x="18041" y="43256"/>
                </a:cubicBezTo>
                <a:cubicBezTo>
                  <a:pt x="15557" y="49857"/>
                  <a:pt x="14315" y="57098"/>
                  <a:pt x="14315" y="64981"/>
                </a:cubicBezTo>
                <a:cubicBezTo>
                  <a:pt x="14315" y="74465"/>
                  <a:pt x="16537" y="83004"/>
                  <a:pt x="20982" y="90598"/>
                </a:cubicBezTo>
                <a:cubicBezTo>
                  <a:pt x="25427" y="98192"/>
                  <a:pt x="31604" y="104039"/>
                  <a:pt x="39513" y="108141"/>
                </a:cubicBezTo>
                <a:cubicBezTo>
                  <a:pt x="47422" y="112242"/>
                  <a:pt x="56345" y="114293"/>
                  <a:pt x="66280" y="114293"/>
                </a:cubicBezTo>
                <a:cubicBezTo>
                  <a:pt x="76477" y="114293"/>
                  <a:pt x="85285" y="112130"/>
                  <a:pt x="92704" y="107804"/>
                </a:cubicBezTo>
                <a:cubicBezTo>
                  <a:pt x="100123" y="103479"/>
                  <a:pt x="105712" y="97583"/>
                  <a:pt x="109470" y="90117"/>
                </a:cubicBezTo>
                <a:cubicBezTo>
                  <a:pt x="113229" y="82652"/>
                  <a:pt x="115108" y="74241"/>
                  <a:pt x="115108" y="64884"/>
                </a:cubicBezTo>
                <a:cubicBezTo>
                  <a:pt x="115108" y="55849"/>
                  <a:pt x="113376" y="47550"/>
                  <a:pt x="109911" y="39988"/>
                </a:cubicBezTo>
                <a:cubicBezTo>
                  <a:pt x="106447" y="32426"/>
                  <a:pt x="101414" y="25986"/>
                  <a:pt x="94812" y="20667"/>
                </a:cubicBezTo>
                <a:lnTo>
                  <a:pt x="90596" y="51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159">
            <a:extLst xmlns:a="http://schemas.openxmlformats.org/drawingml/2006/main">
              <a:ext uri="{FF2B5EF4-FFF2-40B4-BE49-F238E27FC236}">
                <a16:creationId xmlns:a16="http://schemas.microsoft.com/office/drawing/2014/main" id="{248C4064-D203-4D64-ADB5-211F831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747" y="5909780"/>
            <a:ext cx="137463" cy="127077"/>
          </a:xfrm>
          <a:custGeom xmlns:a="http://schemas.openxmlformats.org/drawingml/2006/main">
            <a:pathLst>
              <a:path w="137463" h="127077">
                <a:moveTo>
                  <a:pt x="90596" y="51908"/>
                </a:moveTo>
                <a:lnTo>
                  <a:pt x="81968" y="51908"/>
                </a:lnTo>
                <a:lnTo>
                  <a:pt x="81576" y="4710"/>
                </a:lnTo>
                <a:lnTo>
                  <a:pt x="86380" y="0"/>
                </a:lnTo>
                <a:lnTo>
                  <a:pt x="137463" y="481"/>
                </a:lnTo>
                <a:lnTo>
                  <a:pt x="137463" y="8844"/>
                </a:lnTo>
                <a:lnTo>
                  <a:pt x="105597" y="12208"/>
                </a:lnTo>
                <a:cubicBezTo>
                  <a:pt x="113964" y="20411"/>
                  <a:pt x="120027" y="28549"/>
                  <a:pt x="123785" y="36624"/>
                </a:cubicBezTo>
                <a:cubicBezTo>
                  <a:pt x="127544" y="44698"/>
                  <a:pt x="129423" y="53862"/>
                  <a:pt x="129423" y="64115"/>
                </a:cubicBezTo>
                <a:cubicBezTo>
                  <a:pt x="129423" y="76676"/>
                  <a:pt x="126825" y="87762"/>
                  <a:pt x="121628" y="97375"/>
                </a:cubicBezTo>
                <a:cubicBezTo>
                  <a:pt x="116432" y="106987"/>
                  <a:pt x="109013" y="114341"/>
                  <a:pt x="99371" y="119435"/>
                </a:cubicBezTo>
                <a:cubicBezTo>
                  <a:pt x="89730" y="124530"/>
                  <a:pt x="78438" y="127077"/>
                  <a:pt x="65496" y="127077"/>
                </a:cubicBezTo>
                <a:cubicBezTo>
                  <a:pt x="53011" y="127077"/>
                  <a:pt x="41752" y="124482"/>
                  <a:pt x="31718" y="119291"/>
                </a:cubicBezTo>
                <a:cubicBezTo>
                  <a:pt x="21685" y="114100"/>
                  <a:pt x="13890" y="106779"/>
                  <a:pt x="8334" y="97327"/>
                </a:cubicBezTo>
                <a:cubicBezTo>
                  <a:pt x="2778" y="87874"/>
                  <a:pt x="0" y="77188"/>
                  <a:pt x="0" y="65269"/>
                </a:cubicBezTo>
                <a:cubicBezTo>
                  <a:pt x="0" y="55272"/>
                  <a:pt x="1699" y="46108"/>
                  <a:pt x="5098" y="37777"/>
                </a:cubicBezTo>
                <a:cubicBezTo>
                  <a:pt x="8497" y="29446"/>
                  <a:pt x="13400" y="22269"/>
                  <a:pt x="19806" y="16245"/>
                </a:cubicBezTo>
                <a:lnTo>
                  <a:pt x="29512" y="24800"/>
                </a:lnTo>
                <a:cubicBezTo>
                  <a:pt x="24348" y="30504"/>
                  <a:pt x="20525" y="36656"/>
                  <a:pt x="18041" y="43256"/>
                </a:cubicBezTo>
                <a:cubicBezTo>
                  <a:pt x="15557" y="49857"/>
                  <a:pt x="14315" y="57098"/>
                  <a:pt x="14315" y="64981"/>
                </a:cubicBezTo>
                <a:cubicBezTo>
                  <a:pt x="14315" y="74465"/>
                  <a:pt x="16537" y="83004"/>
                  <a:pt x="20982" y="90598"/>
                </a:cubicBezTo>
                <a:cubicBezTo>
                  <a:pt x="25427" y="98192"/>
                  <a:pt x="31604" y="104039"/>
                  <a:pt x="39513" y="108141"/>
                </a:cubicBezTo>
                <a:cubicBezTo>
                  <a:pt x="47422" y="112242"/>
                  <a:pt x="56345" y="114293"/>
                  <a:pt x="66280" y="114293"/>
                </a:cubicBezTo>
                <a:cubicBezTo>
                  <a:pt x="76477" y="114293"/>
                  <a:pt x="85285" y="112130"/>
                  <a:pt x="92704" y="107804"/>
                </a:cubicBezTo>
                <a:cubicBezTo>
                  <a:pt x="100123" y="103479"/>
                  <a:pt x="105712" y="97583"/>
                  <a:pt x="109470" y="90117"/>
                </a:cubicBezTo>
                <a:cubicBezTo>
                  <a:pt x="113229" y="82652"/>
                  <a:pt x="115108" y="74241"/>
                  <a:pt x="115108" y="64884"/>
                </a:cubicBezTo>
                <a:cubicBezTo>
                  <a:pt x="115108" y="55849"/>
                  <a:pt x="113376" y="47550"/>
                  <a:pt x="109911" y="39988"/>
                </a:cubicBezTo>
                <a:cubicBezTo>
                  <a:pt x="106447" y="32426"/>
                  <a:pt x="101414" y="25986"/>
                  <a:pt x="94812" y="20667"/>
                </a:cubicBezTo>
                <a:lnTo>
                  <a:pt x="90596" y="51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60 Sparse,">
            <a:extLst xmlns:a="http://schemas.openxmlformats.org/drawingml/2006/main">
              <a:ext uri="{FF2B5EF4-FFF2-40B4-BE49-F238E27FC236}">
                <a16:creationId xmlns:a16="http://schemas.microsoft.com/office/drawing/2014/main" id="{83367170-91B4-4A7D-8549-D45BCE30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879" y="6877068"/>
            <a:ext cx="877876" cy="384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Sparse,</a:t>
            </a:r>
          </a:p>
        </p:txBody>
      </p:sp>
      <p:sp>
        <p:nvSpPr>
          <p:cNvPr id="224" name="text-160 delayed">
            <a:extLst xmlns:a="http://schemas.openxmlformats.org/drawingml/2006/main">
              <a:ext uri="{FF2B5EF4-FFF2-40B4-BE49-F238E27FC236}">
                <a16:creationId xmlns:a16="http://schemas.microsoft.com/office/drawing/2014/main" id="{1B699D0C-D448-49EF-8569-6173D0A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973" y="6876445"/>
            <a:ext cx="953062" cy="385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delayed</a:t>
            </a:r>
          </a:p>
        </p:txBody>
      </p:sp>
      <p:sp>
        <p:nvSpPr>
          <p:cNvPr id="225" name="text-160 feedback">
            <a:extLst xmlns:a="http://schemas.openxmlformats.org/drawingml/2006/main">
              <a:ext uri="{FF2B5EF4-FFF2-40B4-BE49-F238E27FC236}">
                <a16:creationId xmlns:a16="http://schemas.microsoft.com/office/drawing/2014/main" id="{3D8F1A5F-7A70-42BB-8F18-56342965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190" y="6876975"/>
            <a:ext cx="1083211" cy="384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6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226" name="path-161">
            <a:extLst xmlns:a="http://schemas.openxmlformats.org/drawingml/2006/main">
              <a:ext uri="{FF2B5EF4-FFF2-40B4-BE49-F238E27FC236}">
                <a16:creationId xmlns:a16="http://schemas.microsoft.com/office/drawing/2014/main" id="{BBF97486-9997-48FF-91A4-66D22552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91" y="7311790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4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4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162">
            <a:extLst xmlns:a="http://schemas.openxmlformats.org/drawingml/2006/main">
              <a:ext uri="{FF2B5EF4-FFF2-40B4-BE49-F238E27FC236}">
                <a16:creationId xmlns:a16="http://schemas.microsoft.com/office/drawing/2014/main" id="{AAE21BD9-CAB6-4915-965E-F91DB7C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91" y="7311790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28" name="text-163 Find">
            <a:extLst xmlns:a="http://schemas.openxmlformats.org/drawingml/2006/main">
              <a:ext uri="{FF2B5EF4-FFF2-40B4-BE49-F238E27FC236}">
                <a16:creationId xmlns:a16="http://schemas.microsoft.com/office/drawing/2014/main" id="{70E6627A-03D6-42FC-AE2E-4B77BC03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768" y="7650614"/>
            <a:ext cx="361980" cy="266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Find</a:t>
            </a:r>
          </a:p>
        </p:txBody>
      </p:sp>
      <p:sp>
        <p:nvSpPr>
          <p:cNvPr id="229" name="path-164">
            <a:extLst xmlns:a="http://schemas.openxmlformats.org/drawingml/2006/main">
              <a:ext uri="{FF2B5EF4-FFF2-40B4-BE49-F238E27FC236}">
                <a16:creationId xmlns:a16="http://schemas.microsoft.com/office/drawing/2014/main" id="{1C933B02-3A0E-4DDF-8462-38C9A97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74" y="7311790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165">
            <a:extLst xmlns:a="http://schemas.openxmlformats.org/drawingml/2006/main">
              <a:ext uri="{FF2B5EF4-FFF2-40B4-BE49-F238E27FC236}">
                <a16:creationId xmlns:a16="http://schemas.microsoft.com/office/drawing/2014/main" id="{0A0BDBE1-7C8F-4679-A404-EC306FE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74" y="7311790"/>
            <a:ext cx="664189" cy="622794"/>
          </a:xfrm>
          <a:custGeom xmlns:a="http://schemas.openxmlformats.org/drawingml/2006/main">
            <a:pathLst>
              <a:path w="664189" h="622794">
                <a:moveTo>
                  <a:pt x="0" y="103795"/>
                </a:moveTo>
                <a:cubicBezTo>
                  <a:pt x="0" y="46471"/>
                  <a:pt x="46470" y="0"/>
                  <a:pt x="103795" y="0"/>
                </a:cubicBezTo>
                <a:lnTo>
                  <a:pt x="560395" y="0"/>
                </a:lnTo>
                <a:cubicBezTo>
                  <a:pt x="617719" y="0"/>
                  <a:pt x="664189" y="46471"/>
                  <a:pt x="664189" y="103795"/>
                </a:cubicBezTo>
                <a:lnTo>
                  <a:pt x="664189" y="518999"/>
                </a:lnTo>
                <a:cubicBezTo>
                  <a:pt x="664189" y="576323"/>
                  <a:pt x="617719" y="622794"/>
                  <a:pt x="560395" y="622794"/>
                </a:cubicBezTo>
                <a:lnTo>
                  <a:pt x="103795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1" name="text-166 Draft">
            <a:extLst xmlns:a="http://schemas.openxmlformats.org/drawingml/2006/main">
              <a:ext uri="{FF2B5EF4-FFF2-40B4-BE49-F238E27FC236}">
                <a16:creationId xmlns:a16="http://schemas.microsoft.com/office/drawing/2014/main" id="{5590843D-9DC2-4EFE-A9AD-309D498D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002" y="7648018"/>
            <a:ext cx="438915" cy="270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Draft</a:t>
            </a:r>
          </a:p>
        </p:txBody>
      </p:sp>
      <p:sp>
        <p:nvSpPr>
          <p:cNvPr id="232" name="path-167">
            <a:extLst xmlns:a="http://schemas.openxmlformats.org/drawingml/2006/main">
              <a:ext uri="{FF2B5EF4-FFF2-40B4-BE49-F238E27FC236}">
                <a16:creationId xmlns:a16="http://schemas.microsoft.com/office/drawing/2014/main" id="{67579E1F-9671-4806-8F85-39F58294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58" y="7311790"/>
            <a:ext cx="664190" cy="622794"/>
          </a:xfrm>
          <a:custGeom xmlns:a="http://schemas.openxmlformats.org/drawingml/2006/main">
            <a:pathLst>
              <a:path w="664190" h="622794">
                <a:moveTo>
                  <a:pt x="0" y="103795"/>
                </a:moveTo>
                <a:cubicBezTo>
                  <a:pt x="0" y="46471"/>
                  <a:pt x="46470" y="0"/>
                  <a:pt x="103794" y="0"/>
                </a:cubicBezTo>
                <a:lnTo>
                  <a:pt x="560395" y="0"/>
                </a:lnTo>
                <a:cubicBezTo>
                  <a:pt x="617719" y="0"/>
                  <a:pt x="664190" y="46471"/>
                  <a:pt x="664190" y="103795"/>
                </a:cubicBezTo>
                <a:lnTo>
                  <a:pt x="664190" y="518999"/>
                </a:lnTo>
                <a:cubicBezTo>
                  <a:pt x="664190" y="576323"/>
                  <a:pt x="617719" y="622794"/>
                  <a:pt x="560395" y="622794"/>
                </a:cubicBezTo>
                <a:lnTo>
                  <a:pt x="103794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168">
            <a:extLst xmlns:a="http://schemas.openxmlformats.org/drawingml/2006/main">
              <a:ext uri="{FF2B5EF4-FFF2-40B4-BE49-F238E27FC236}">
                <a16:creationId xmlns:a16="http://schemas.microsoft.com/office/drawing/2014/main" id="{7DCD67BC-C872-4ABA-871E-E35BC0FD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58" y="7311790"/>
            <a:ext cx="664190" cy="622794"/>
          </a:xfrm>
          <a:custGeom xmlns:a="http://schemas.openxmlformats.org/drawingml/2006/main">
            <a:pathLst>
              <a:path w="664190" h="622794">
                <a:moveTo>
                  <a:pt x="0" y="103795"/>
                </a:moveTo>
                <a:cubicBezTo>
                  <a:pt x="0" y="46471"/>
                  <a:pt x="46471" y="0"/>
                  <a:pt x="103795" y="0"/>
                </a:cubicBezTo>
                <a:lnTo>
                  <a:pt x="560394" y="0"/>
                </a:lnTo>
                <a:cubicBezTo>
                  <a:pt x="617719" y="0"/>
                  <a:pt x="664190" y="46471"/>
                  <a:pt x="664190" y="103795"/>
                </a:cubicBezTo>
                <a:lnTo>
                  <a:pt x="664190" y="518999"/>
                </a:lnTo>
                <a:cubicBezTo>
                  <a:pt x="664190" y="576323"/>
                  <a:pt x="617719" y="622794"/>
                  <a:pt x="560394" y="622794"/>
                </a:cubicBezTo>
                <a:lnTo>
                  <a:pt x="103795" y="622794"/>
                </a:lnTo>
                <a:cubicBezTo>
                  <a:pt x="46471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4" name="text-169 Fail">
            <a:extLst xmlns:a="http://schemas.openxmlformats.org/drawingml/2006/main">
              <a:ext uri="{FF2B5EF4-FFF2-40B4-BE49-F238E27FC236}">
                <a16:creationId xmlns:a16="http://schemas.microsoft.com/office/drawing/2014/main" id="{D835B6B1-1FB6-4DEC-BD58-DA8B26D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3721" y="7650419"/>
            <a:ext cx="307423" cy="267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235" name="path-170">
            <a:extLst xmlns:a="http://schemas.openxmlformats.org/drawingml/2006/main">
              <a:ext uri="{FF2B5EF4-FFF2-40B4-BE49-F238E27FC236}">
                <a16:creationId xmlns:a16="http://schemas.microsoft.com/office/drawing/2014/main" id="{248E2B5C-125A-46DA-8E5C-081A5FE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41" y="7311790"/>
            <a:ext cx="1058130" cy="622794"/>
          </a:xfrm>
          <a:custGeom xmlns:a="http://schemas.openxmlformats.org/drawingml/2006/main">
            <a:pathLst>
              <a:path w="1058130" h="622794">
                <a:moveTo>
                  <a:pt x="0" y="103795"/>
                </a:moveTo>
                <a:cubicBezTo>
                  <a:pt x="0" y="46471"/>
                  <a:pt x="46470" y="0"/>
                  <a:pt x="103794" y="0"/>
                </a:cubicBezTo>
                <a:lnTo>
                  <a:pt x="954335" y="0"/>
                </a:lnTo>
                <a:cubicBezTo>
                  <a:pt x="1011659" y="0"/>
                  <a:pt x="1058130" y="46471"/>
                  <a:pt x="1058130" y="103795"/>
                </a:cubicBezTo>
                <a:lnTo>
                  <a:pt x="1058130" y="518999"/>
                </a:lnTo>
                <a:cubicBezTo>
                  <a:pt x="1058130" y="576323"/>
                  <a:pt x="1011659" y="622794"/>
                  <a:pt x="954335" y="622794"/>
                </a:cubicBezTo>
                <a:lnTo>
                  <a:pt x="103794" y="622794"/>
                </a:lnTo>
                <a:cubicBezTo>
                  <a:pt x="46470" y="622794"/>
                  <a:pt x="0" y="576323"/>
                  <a:pt x="0" y="518999"/>
                </a:cubicBezTo>
                <a:lnTo>
                  <a:pt x="0" y="1037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171">
            <a:extLst xmlns:a="http://schemas.openxmlformats.org/drawingml/2006/main">
              <a:ext uri="{FF2B5EF4-FFF2-40B4-BE49-F238E27FC236}">
                <a16:creationId xmlns:a16="http://schemas.microsoft.com/office/drawing/2014/main" id="{809F5E74-2F8D-4A1C-A7FB-DCBCE9FD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41" y="7311790"/>
            <a:ext cx="1058130" cy="622794"/>
          </a:xfrm>
          <a:custGeom xmlns:a="http://schemas.openxmlformats.org/drawingml/2006/main">
            <a:pathLst>
              <a:path w="1058130" h="622794">
                <a:moveTo>
                  <a:pt x="0" y="103795"/>
                </a:moveTo>
                <a:cubicBezTo>
                  <a:pt x="0" y="46471"/>
                  <a:pt x="46471" y="0"/>
                  <a:pt x="103795" y="0"/>
                </a:cubicBezTo>
                <a:lnTo>
                  <a:pt x="954335" y="0"/>
                </a:lnTo>
                <a:cubicBezTo>
                  <a:pt x="1011659" y="0"/>
                  <a:pt x="1058130" y="46471"/>
                  <a:pt x="1058130" y="103795"/>
                </a:cubicBezTo>
                <a:lnTo>
                  <a:pt x="1058130" y="518998"/>
                </a:lnTo>
                <a:cubicBezTo>
                  <a:pt x="1058130" y="576323"/>
                  <a:pt x="1011659" y="622794"/>
                  <a:pt x="954335" y="622794"/>
                </a:cubicBezTo>
                <a:lnTo>
                  <a:pt x="103795" y="622794"/>
                </a:lnTo>
                <a:cubicBezTo>
                  <a:pt x="46471" y="622794"/>
                  <a:pt x="0" y="576323"/>
                  <a:pt x="0" y="518998"/>
                </a:cubicBezTo>
                <a:lnTo>
                  <a:pt x="0" y="103795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37" name="text-172 Reward">
            <a:extLst xmlns:a="http://schemas.openxmlformats.org/drawingml/2006/main">
              <a:ext uri="{FF2B5EF4-FFF2-40B4-BE49-F238E27FC236}">
                <a16:creationId xmlns:a16="http://schemas.microsoft.com/office/drawing/2014/main" id="{1A24B31D-F189-4008-A45C-C69C910B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6404" y="7650964"/>
            <a:ext cx="625974" cy="266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238" name="text-172 0">
            <a:extLst xmlns:a="http://schemas.openxmlformats.org/drawingml/2006/main">
              <a:ext uri="{FF2B5EF4-FFF2-40B4-BE49-F238E27FC236}">
                <a16:creationId xmlns:a16="http://schemas.microsoft.com/office/drawing/2014/main" id="{F635D7A5-DE1B-4C4C-9323-21A9DA4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1116" y="7651450"/>
            <a:ext cx="128116" cy="26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239" name="text-173 Useful">
            <a:extLst xmlns:a="http://schemas.openxmlformats.org/drawingml/2006/main">
              <a:ext uri="{FF2B5EF4-FFF2-40B4-BE49-F238E27FC236}">
                <a16:creationId xmlns:a16="http://schemas.microsoft.com/office/drawing/2014/main" id="{3A193440-20E8-4655-9ED1-75BB9B9A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782" y="8040149"/>
            <a:ext cx="668890" cy="334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Useful</a:t>
            </a:r>
          </a:p>
        </p:txBody>
      </p:sp>
      <p:sp>
        <p:nvSpPr>
          <p:cNvPr id="240" name="text-173 prerequisites">
            <a:extLst xmlns:a="http://schemas.openxmlformats.org/drawingml/2006/main">
              <a:ext uri="{FF2B5EF4-FFF2-40B4-BE49-F238E27FC236}">
                <a16:creationId xmlns:a16="http://schemas.microsoft.com/office/drawing/2014/main" id="{84E6457B-12BB-4735-A3A6-2322453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731" y="8040141"/>
            <a:ext cx="1325382" cy="33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prerequisites</a:t>
            </a:r>
          </a:p>
        </p:txBody>
      </p:sp>
      <p:sp>
        <p:nvSpPr>
          <p:cNvPr id="241" name="text-173 get">
            <a:extLst xmlns:a="http://schemas.openxmlformats.org/drawingml/2006/main">
              <a:ext uri="{FF2B5EF4-FFF2-40B4-BE49-F238E27FC236}">
                <a16:creationId xmlns:a16="http://schemas.microsoft.com/office/drawing/2014/main" id="{A7D5618C-D3C7-4D7A-A1DB-105AF50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385" y="8041677"/>
            <a:ext cx="364650" cy="33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get</a:t>
            </a:r>
          </a:p>
        </p:txBody>
      </p:sp>
      <p:sp>
        <p:nvSpPr>
          <p:cNvPr id="242" name="text-173 no">
            <a:extLst xmlns:a="http://schemas.openxmlformats.org/drawingml/2006/main">
              <a:ext uri="{FF2B5EF4-FFF2-40B4-BE49-F238E27FC236}">
                <a16:creationId xmlns:a16="http://schemas.microsoft.com/office/drawing/2014/main" id="{8BEF6F94-420B-4042-8424-D35CA577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4974" y="8043675"/>
            <a:ext cx="290069" cy="32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5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43" name="text-173 credit">
            <a:extLst xmlns:a="http://schemas.openxmlformats.org/drawingml/2006/main">
              <a:ext uri="{FF2B5EF4-FFF2-40B4-BE49-F238E27FC236}">
                <a16:creationId xmlns:a16="http://schemas.microsoft.com/office/drawing/2014/main" id="{D647DC31-5E3C-4CF9-9B73-DB259C4F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115" y="8040691"/>
            <a:ext cx="607874" cy="33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244" name="text-174 .">
            <a:extLst xmlns:a="http://schemas.openxmlformats.org/drawingml/2006/main">
              <a:ext uri="{FF2B5EF4-FFF2-40B4-BE49-F238E27FC236}">
                <a16:creationId xmlns:a16="http://schemas.microsoft.com/office/drawing/2014/main" id="{89C245A8-CF20-4E80-828A-565B1281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7996" y="8046785"/>
            <a:ext cx="103633" cy="324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5" name="path-175">
            <a:extLst xmlns:a="http://schemas.openxmlformats.org/drawingml/2006/main">
              <a:ext uri="{FF2B5EF4-FFF2-40B4-BE49-F238E27FC236}">
                <a16:creationId xmlns:a16="http://schemas.microsoft.com/office/drawing/2014/main" id="{870A4854-EB08-43FB-A46E-A4E111A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6863849"/>
            <a:ext cx="3042914" cy="1019453"/>
          </a:xfrm>
          <a:custGeom xmlns:a="http://schemas.openxmlformats.org/drawingml/2006/main">
            <a:pathLst>
              <a:path w="3042914" h="1019453">
                <a:moveTo>
                  <a:pt x="0" y="108448"/>
                </a:moveTo>
                <a:cubicBezTo>
                  <a:pt x="0" y="48554"/>
                  <a:pt x="48554" y="0"/>
                  <a:pt x="108448" y="0"/>
                </a:cubicBezTo>
                <a:lnTo>
                  <a:pt x="2934464" y="0"/>
                </a:lnTo>
                <a:cubicBezTo>
                  <a:pt x="2994361" y="0"/>
                  <a:pt x="3042914" y="48554"/>
                  <a:pt x="3042914" y="108448"/>
                </a:cubicBezTo>
                <a:lnTo>
                  <a:pt x="3042914" y="911004"/>
                </a:lnTo>
                <a:cubicBezTo>
                  <a:pt x="3042914" y="970899"/>
                  <a:pt x="2994361" y="1019453"/>
                  <a:pt x="2934464" y="1019453"/>
                </a:cubicBezTo>
                <a:lnTo>
                  <a:pt x="108448" y="1019453"/>
                </a:lnTo>
                <a:cubicBezTo>
                  <a:pt x="48554" y="1019453"/>
                  <a:pt x="0" y="970899"/>
                  <a:pt x="0" y="911004"/>
                </a:cubicBezTo>
                <a:lnTo>
                  <a:pt x="0" y="1084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176">
            <a:extLst xmlns:a="http://schemas.openxmlformats.org/drawingml/2006/main">
              <a:ext uri="{FF2B5EF4-FFF2-40B4-BE49-F238E27FC236}">
                <a16:creationId xmlns:a16="http://schemas.microsoft.com/office/drawing/2014/main" id="{9AE95A15-C384-4CE2-91CB-D4181E8A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7" y="6863849"/>
            <a:ext cx="3042914" cy="1019454"/>
          </a:xfrm>
          <a:custGeom xmlns:a="http://schemas.openxmlformats.org/drawingml/2006/main">
            <a:pathLst>
              <a:path w="3042914" h="1019454">
                <a:moveTo>
                  <a:pt x="0" y="108449"/>
                </a:moveTo>
                <a:cubicBezTo>
                  <a:pt x="0" y="48555"/>
                  <a:pt x="48554" y="0"/>
                  <a:pt x="108449" y="0"/>
                </a:cubicBezTo>
                <a:lnTo>
                  <a:pt x="2934466" y="0"/>
                </a:lnTo>
                <a:cubicBezTo>
                  <a:pt x="2994360" y="0"/>
                  <a:pt x="3042914" y="48555"/>
                  <a:pt x="3042914" y="108449"/>
                </a:cubicBezTo>
                <a:lnTo>
                  <a:pt x="3042914" y="911005"/>
                </a:lnTo>
                <a:cubicBezTo>
                  <a:pt x="3042914" y="970899"/>
                  <a:pt x="2994360" y="1019454"/>
                  <a:pt x="2934466" y="1019454"/>
                </a:cubicBezTo>
                <a:lnTo>
                  <a:pt x="108449" y="1019454"/>
                </a:lnTo>
                <a:cubicBezTo>
                  <a:pt x="48554" y="1019454"/>
                  <a:pt x="0" y="970899"/>
                  <a:pt x="0" y="911005"/>
                </a:cubicBezTo>
                <a:lnTo>
                  <a:pt x="0" y="10844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39B7236-95A2-41D4-887A-62C113141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c2461452141b6"/>
          <a:stretch xmlns:a="http://schemas.openxmlformats.org/drawingml/2006/main"/>
        </p:blipFill>
        <p:spPr>
          <a:xfrm xmlns:a="http://schemas.openxmlformats.org/drawingml/2006/main">
            <a:off x="5138908" y="6858906"/>
            <a:ext cx="730299" cy="730299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A11BC69-A5C1-44F0-9BFE-2BB3E3E2C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a9816ed8e4dd8"/>
          <a:stretch xmlns:a="http://schemas.openxmlformats.org/drawingml/2006/main"/>
        </p:blipFill>
        <p:spPr>
          <a:xfrm xmlns:a="http://schemas.openxmlformats.org/drawingml/2006/main">
            <a:off x="5151383" y="6913836"/>
            <a:ext cx="609600" cy="619125"/>
          </a:xfrm>
          <a:prstGeom xmlns:a="http://schemas.openxmlformats.org/drawingml/2006/main" prst="rect">
            <a:avLst/>
          </a:prstGeom>
        </p:spPr>
      </p:pic>
      <p:sp>
        <p:nvSpPr>
          <p:cNvPr id="249" name="text-179 Trajectory">
            <a:extLst xmlns:a="http://schemas.openxmlformats.org/drawingml/2006/main">
              <a:ext uri="{FF2B5EF4-FFF2-40B4-BE49-F238E27FC236}">
                <a16:creationId xmlns:a16="http://schemas.microsoft.com/office/drawing/2014/main" id="{7D542201-5820-46B6-AE6F-CEB7B04E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0415" y="6924965"/>
            <a:ext cx="1055685" cy="338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250" name="text-179 reward">
            <a:extLst xmlns:a="http://schemas.openxmlformats.org/drawingml/2006/main">
              <a:ext uri="{FF2B5EF4-FFF2-40B4-BE49-F238E27FC236}">
                <a16:creationId xmlns:a16="http://schemas.microsoft.com/office/drawing/2014/main" id="{F04F61D1-6C35-421A-97F8-DD5A5F4D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255" y="6924458"/>
            <a:ext cx="766922" cy="33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251" name="text-180 Verifier">
            <a:extLst xmlns:a="http://schemas.openxmlformats.org/drawingml/2006/main">
              <a:ext uri="{FF2B5EF4-FFF2-40B4-BE49-F238E27FC236}">
                <a16:creationId xmlns:a16="http://schemas.microsoft.com/office/drawing/2014/main" id="{D9DED6E9-C624-46FD-AB89-774F07A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365" y="7220922"/>
            <a:ext cx="669808" cy="302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252" name="text-180 &amp;">
            <a:extLst xmlns:a="http://schemas.openxmlformats.org/drawingml/2006/main">
              <a:ext uri="{FF2B5EF4-FFF2-40B4-BE49-F238E27FC236}">
                <a16:creationId xmlns:a16="http://schemas.microsoft.com/office/drawing/2014/main" id="{BAA29F65-1C0E-4A5F-84AC-99C4F10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7777" y="7221015"/>
            <a:ext cx="186425" cy="30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253" name="text-181 T">
            <a:extLst xmlns:a="http://schemas.openxmlformats.org/drawingml/2006/main">
              <a:ext uri="{FF2B5EF4-FFF2-40B4-BE49-F238E27FC236}">
                <a16:creationId xmlns:a16="http://schemas.microsoft.com/office/drawing/2014/main" id="{989847A2-8D49-4BD9-A646-6BEE76E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2929" y="7220901"/>
            <a:ext cx="144315" cy="302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254" name="text-182 race">
            <a:extLst xmlns:a="http://schemas.openxmlformats.org/drawingml/2006/main">
              <a:ext uri="{FF2B5EF4-FFF2-40B4-BE49-F238E27FC236}">
                <a16:creationId xmlns:a16="http://schemas.microsoft.com/office/drawing/2014/main" id="{20568AE0-DB7B-4CC3-883E-9D674E54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8773" y="7220448"/>
            <a:ext cx="417113" cy="303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race</a:t>
            </a:r>
          </a:p>
        </p:txBody>
      </p:sp>
      <p:sp>
        <p:nvSpPr>
          <p:cNvPr id="255" name="path-183">
            <a:extLst xmlns:a="http://schemas.openxmlformats.org/drawingml/2006/main">
              <a:ext uri="{FF2B5EF4-FFF2-40B4-BE49-F238E27FC236}">
                <a16:creationId xmlns:a16="http://schemas.microsoft.com/office/drawing/2014/main" id="{297DF644-3055-4DB0-BBD0-76A95A48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6863849"/>
            <a:ext cx="3042915" cy="1019453"/>
          </a:xfrm>
          <a:custGeom xmlns:a="http://schemas.openxmlformats.org/drawingml/2006/main">
            <a:pathLst>
              <a:path w="3042915" h="1019453">
                <a:moveTo>
                  <a:pt x="0" y="108448"/>
                </a:moveTo>
                <a:cubicBezTo>
                  <a:pt x="0" y="48554"/>
                  <a:pt x="48554" y="0"/>
                  <a:pt x="108449" y="0"/>
                </a:cubicBezTo>
                <a:lnTo>
                  <a:pt x="2934466" y="0"/>
                </a:lnTo>
                <a:cubicBezTo>
                  <a:pt x="2994361" y="0"/>
                  <a:pt x="3042915" y="48554"/>
                  <a:pt x="3042915" y="108448"/>
                </a:cubicBezTo>
                <a:lnTo>
                  <a:pt x="3042915" y="911004"/>
                </a:lnTo>
                <a:cubicBezTo>
                  <a:pt x="3042915" y="970899"/>
                  <a:pt x="2994361" y="1019453"/>
                  <a:pt x="2934466" y="1019453"/>
                </a:cubicBezTo>
                <a:lnTo>
                  <a:pt x="108449" y="1019453"/>
                </a:lnTo>
                <a:cubicBezTo>
                  <a:pt x="48554" y="1019453"/>
                  <a:pt x="0" y="970899"/>
                  <a:pt x="0" y="911004"/>
                </a:cubicBezTo>
                <a:lnTo>
                  <a:pt x="0" y="1084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184">
            <a:extLst xmlns:a="http://schemas.openxmlformats.org/drawingml/2006/main">
              <a:ext uri="{FF2B5EF4-FFF2-40B4-BE49-F238E27FC236}">
                <a16:creationId xmlns:a16="http://schemas.microsoft.com/office/drawing/2014/main" id="{54CD3D22-4A9B-4CE9-B500-7E05F2C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510" y="6863849"/>
            <a:ext cx="3042915" cy="1019454"/>
          </a:xfrm>
          <a:custGeom xmlns:a="http://schemas.openxmlformats.org/drawingml/2006/main">
            <a:pathLst>
              <a:path w="3042915" h="1019454">
                <a:moveTo>
                  <a:pt x="0" y="108449"/>
                </a:moveTo>
                <a:cubicBezTo>
                  <a:pt x="0" y="48555"/>
                  <a:pt x="48555" y="0"/>
                  <a:pt x="108449" y="0"/>
                </a:cubicBezTo>
                <a:lnTo>
                  <a:pt x="2934465" y="0"/>
                </a:lnTo>
                <a:cubicBezTo>
                  <a:pt x="2994361" y="0"/>
                  <a:pt x="3042915" y="48555"/>
                  <a:pt x="3042915" y="108449"/>
                </a:cubicBezTo>
                <a:lnTo>
                  <a:pt x="3042915" y="911005"/>
                </a:lnTo>
                <a:cubicBezTo>
                  <a:pt x="3042915" y="970899"/>
                  <a:pt x="2994361" y="1019454"/>
                  <a:pt x="2934465" y="1019454"/>
                </a:cubicBezTo>
                <a:lnTo>
                  <a:pt x="108449" y="1019454"/>
                </a:lnTo>
                <a:cubicBezTo>
                  <a:pt x="48555" y="1019454"/>
                  <a:pt x="0" y="970899"/>
                  <a:pt x="0" y="911005"/>
                </a:cubicBezTo>
                <a:lnTo>
                  <a:pt x="0" y="108449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B18E321-1A74-4C40-AF3C-710FF0229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dcbfe4f594118"/>
          <a:stretch xmlns:a="http://schemas.openxmlformats.org/drawingml/2006/main"/>
        </p:blipFill>
        <p:spPr>
          <a:xfrm xmlns:a="http://schemas.openxmlformats.org/drawingml/2006/main">
            <a:off x="8582808" y="6903391"/>
            <a:ext cx="730299" cy="659864"/>
          </a:xfrm>
          <a:prstGeom xmlns:a="http://schemas.openxmlformats.org/drawingml/2006/main" prst="rect">
            <a:avLst/>
          </a:prstGeom>
        </p:spPr>
      </p:pic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88FA7AA-89DE-4EBA-B4F8-06E8CA82F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4f00beb4e4178"/>
          <a:stretch xmlns:a="http://schemas.openxmlformats.org/drawingml/2006/main"/>
        </p:blipFill>
        <p:spPr>
          <a:xfrm xmlns:a="http://schemas.openxmlformats.org/drawingml/2006/main">
            <a:off x="8599433" y="6923361"/>
            <a:ext cx="609600" cy="619125"/>
          </a:xfrm>
          <a:prstGeom xmlns:a="http://schemas.openxmlformats.org/drawingml/2006/main" prst="rect">
            <a:avLst/>
          </a:prstGeom>
        </p:spPr>
      </p:pic>
      <p:sp>
        <p:nvSpPr>
          <p:cNvPr id="259" name="text-187 Frozen">
            <a:extLst xmlns:a="http://schemas.openxmlformats.org/drawingml/2006/main">
              <a:ext uri="{FF2B5EF4-FFF2-40B4-BE49-F238E27FC236}">
                <a16:creationId xmlns:a16="http://schemas.microsoft.com/office/drawing/2014/main" id="{892B3C22-60C4-47E6-B22E-4BAB7F1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6238" y="6901996"/>
            <a:ext cx="703450" cy="339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Frozen</a:t>
            </a:r>
          </a:p>
        </p:txBody>
      </p:sp>
      <p:sp>
        <p:nvSpPr>
          <p:cNvPr id="260" name="text-187 checks">
            <a:extLst xmlns:a="http://schemas.openxmlformats.org/drawingml/2006/main">
              <a:ext uri="{FF2B5EF4-FFF2-40B4-BE49-F238E27FC236}">
                <a16:creationId xmlns:a16="http://schemas.microsoft.com/office/drawing/2014/main" id="{B7BFF844-6C0A-43AF-8CFE-AF85578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7334" y="6902799"/>
            <a:ext cx="697300" cy="338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261" name="text-188 Signed">
            <a:extLst xmlns:a="http://schemas.openxmlformats.org/drawingml/2006/main">
              <a:ext uri="{FF2B5EF4-FFF2-40B4-BE49-F238E27FC236}">
                <a16:creationId xmlns:a16="http://schemas.microsoft.com/office/drawing/2014/main" id="{F0A0ECDE-2721-49BA-AA91-FB969814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7096" y="7190482"/>
            <a:ext cx="625572" cy="30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Signed</a:t>
            </a:r>
          </a:p>
        </p:txBody>
      </p:sp>
      <p:sp>
        <p:nvSpPr>
          <p:cNvPr id="262" name="text-189 Δφ">
            <a:extLst xmlns:a="http://schemas.openxmlformats.org/drawingml/2006/main">
              <a:ext uri="{FF2B5EF4-FFF2-40B4-BE49-F238E27FC236}">
                <a16:creationId xmlns:a16="http://schemas.microsoft.com/office/drawing/2014/main" id="{1A529B0A-0F6B-4787-80C9-F7C22B0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2326" y="7191668"/>
            <a:ext cx="301884" cy="302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Δφ</a:t>
            </a:r>
          </a:p>
        </p:txBody>
      </p:sp>
      <p:sp>
        <p:nvSpPr>
          <p:cNvPr id="263" name="text-190 on">
            <a:extLst xmlns:a="http://schemas.openxmlformats.org/drawingml/2006/main">
              <a:ext uri="{FF2B5EF4-FFF2-40B4-BE49-F238E27FC236}">
                <a16:creationId xmlns:a16="http://schemas.microsoft.com/office/drawing/2014/main" id="{AF05F4E7-2C02-49FF-818B-BE4ACA9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180" y="7192174"/>
            <a:ext cx="260003" cy="301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9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</a:p>
        </p:txBody>
      </p:sp>
      <p:sp>
        <p:nvSpPr>
          <p:cNvPr id="264" name="text-190 states">
            <a:extLst xmlns:a="http://schemas.openxmlformats.org/drawingml/2006/main">
              <a:ext uri="{FF2B5EF4-FFF2-40B4-BE49-F238E27FC236}">
                <a16:creationId xmlns:a16="http://schemas.microsoft.com/office/drawing/2014/main" id="{B74DC213-DCF1-4563-9602-CDB22969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3425" y="7190217"/>
            <a:ext cx="561718" cy="304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states</a:t>
            </a:r>
          </a:p>
        </p:txBody>
      </p:sp>
      <p:sp>
        <p:nvSpPr>
          <p:cNvPr id="265" name="path-191">
            <a:extLst xmlns:a="http://schemas.openxmlformats.org/drawingml/2006/main">
              <a:ext uri="{FF2B5EF4-FFF2-40B4-BE49-F238E27FC236}">
                <a16:creationId xmlns:a16="http://schemas.microsoft.com/office/drawing/2014/main" id="{94E20AC1-5E3C-41F9-9E47-1ED8071C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6863849"/>
            <a:ext cx="3116283" cy="1019453"/>
          </a:xfrm>
          <a:custGeom xmlns:a="http://schemas.openxmlformats.org/drawingml/2006/main">
            <a:pathLst>
              <a:path w="3116283" h="1019453">
                <a:moveTo>
                  <a:pt x="0" y="108450"/>
                </a:moveTo>
                <a:cubicBezTo>
                  <a:pt x="0" y="48555"/>
                  <a:pt x="48555" y="0"/>
                  <a:pt x="108451" y="0"/>
                </a:cubicBezTo>
                <a:lnTo>
                  <a:pt x="3007836" y="0"/>
                </a:lnTo>
                <a:cubicBezTo>
                  <a:pt x="3067730" y="0"/>
                  <a:pt x="3116283" y="48555"/>
                  <a:pt x="3116283" y="108450"/>
                </a:cubicBezTo>
                <a:lnTo>
                  <a:pt x="3116283" y="911003"/>
                </a:lnTo>
                <a:cubicBezTo>
                  <a:pt x="3116283" y="970899"/>
                  <a:pt x="3067730" y="1019453"/>
                  <a:pt x="3007836" y="1019453"/>
                </a:cubicBezTo>
                <a:lnTo>
                  <a:pt x="108451" y="1019453"/>
                </a:lnTo>
                <a:cubicBezTo>
                  <a:pt x="48555" y="1019453"/>
                  <a:pt x="0" y="970899"/>
                  <a:pt x="0" y="911003"/>
                </a:cubicBezTo>
                <a:lnTo>
                  <a:pt x="0" y="1084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192">
            <a:extLst xmlns:a="http://schemas.openxmlformats.org/drawingml/2006/main">
              <a:ext uri="{FF2B5EF4-FFF2-40B4-BE49-F238E27FC236}">
                <a16:creationId xmlns:a16="http://schemas.microsoft.com/office/drawing/2014/main" id="{97A97F96-6576-42E4-9EB1-4CAFB44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901" y="6863849"/>
            <a:ext cx="3116283" cy="1019454"/>
          </a:xfrm>
          <a:custGeom xmlns:a="http://schemas.openxmlformats.org/drawingml/2006/main">
            <a:pathLst>
              <a:path w="3116283" h="1019454">
                <a:moveTo>
                  <a:pt x="0" y="108450"/>
                </a:moveTo>
                <a:cubicBezTo>
                  <a:pt x="0" y="48555"/>
                  <a:pt x="48555" y="0"/>
                  <a:pt x="108450" y="0"/>
                </a:cubicBezTo>
                <a:lnTo>
                  <a:pt x="3007834" y="0"/>
                </a:lnTo>
                <a:cubicBezTo>
                  <a:pt x="3067730" y="0"/>
                  <a:pt x="3116283" y="48555"/>
                  <a:pt x="3116283" y="108450"/>
                </a:cubicBezTo>
                <a:lnTo>
                  <a:pt x="3116283" y="911004"/>
                </a:lnTo>
                <a:cubicBezTo>
                  <a:pt x="3116283" y="970899"/>
                  <a:pt x="3067730" y="1019454"/>
                  <a:pt x="3007834" y="1019454"/>
                </a:cubicBezTo>
                <a:lnTo>
                  <a:pt x="108450" y="1019454"/>
                </a:lnTo>
                <a:cubicBezTo>
                  <a:pt x="48555" y="1019454"/>
                  <a:pt x="0" y="970899"/>
                  <a:pt x="0" y="911004"/>
                </a:cubicBezTo>
                <a:lnTo>
                  <a:pt x="0" y="108450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002BC7D-9633-4729-B677-6820B2E73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f49b6c2ae4d9c"/>
          <a:stretch xmlns:a="http://schemas.openxmlformats.org/drawingml/2006/main"/>
        </p:blipFill>
        <p:spPr>
          <a:xfrm xmlns:a="http://schemas.openxmlformats.org/drawingml/2006/main">
            <a:off x="11859888" y="6858906"/>
            <a:ext cx="730299" cy="730299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5A20C62-8243-41E6-9E0D-E365CF940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8d82c6a394eb6"/>
          <a:stretch xmlns:a="http://schemas.openxmlformats.org/drawingml/2006/main"/>
        </p:blipFill>
        <p:spPr>
          <a:xfrm xmlns:a="http://schemas.openxmlformats.org/drawingml/2006/main">
            <a:off x="11856983" y="6894786"/>
            <a:ext cx="647700" cy="657225"/>
          </a:xfrm>
          <a:prstGeom xmlns:a="http://schemas.openxmlformats.org/drawingml/2006/main" prst="rect">
            <a:avLst/>
          </a:prstGeom>
        </p:spPr>
      </p:pic>
      <p:sp>
        <p:nvSpPr>
          <p:cNvPr id="269" name="text-195 Verified">
            <a:extLst xmlns:a="http://schemas.openxmlformats.org/drawingml/2006/main">
              <a:ext uri="{FF2B5EF4-FFF2-40B4-BE49-F238E27FC236}">
                <a16:creationId xmlns:a16="http://schemas.microsoft.com/office/drawing/2014/main" id="{AB0A5174-949C-46ED-B25A-54DC9B70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785" y="6901666"/>
            <a:ext cx="820577" cy="33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1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270" name="text-195 links">
            <a:extLst xmlns:a="http://schemas.openxmlformats.org/drawingml/2006/main">
              <a:ext uri="{FF2B5EF4-FFF2-40B4-BE49-F238E27FC236}">
                <a16:creationId xmlns:a16="http://schemas.microsoft.com/office/drawing/2014/main" id="{01A2B179-04B6-49FA-93BB-EF8F0D3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9928" y="6900894"/>
            <a:ext cx="502377" cy="340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links</a:t>
            </a:r>
          </a:p>
        </p:txBody>
      </p:sp>
      <p:sp>
        <p:nvSpPr>
          <p:cNvPr id="271" name="text-196 Bounded">
            <a:extLst xmlns:a="http://schemas.openxmlformats.org/drawingml/2006/main">
              <a:ext uri="{FF2B5EF4-FFF2-40B4-BE49-F238E27FC236}">
                <a16:creationId xmlns:a16="http://schemas.microsoft.com/office/drawing/2014/main" id="{A33A6CF9-95F7-4AE7-A990-F8E7CFE6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5206" y="7180031"/>
            <a:ext cx="816096" cy="30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Bounded</a:t>
            </a:r>
          </a:p>
        </p:txBody>
      </p:sp>
      <p:sp>
        <p:nvSpPr>
          <p:cNvPr id="272" name="text-196 positive">
            <a:extLst xmlns:a="http://schemas.openxmlformats.org/drawingml/2006/main">
              <a:ext uri="{FF2B5EF4-FFF2-40B4-BE49-F238E27FC236}">
                <a16:creationId xmlns:a16="http://schemas.microsoft.com/office/drawing/2014/main" id="{68F8B307-5074-4068-AA77-9C283D8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1445" y="7178716"/>
            <a:ext cx="719881" cy="30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positive</a:t>
            </a:r>
          </a:p>
        </p:txBody>
      </p:sp>
      <p:sp>
        <p:nvSpPr>
          <p:cNvPr id="273" name="text-196 credit">
            <a:extLst xmlns:a="http://schemas.openxmlformats.org/drawingml/2006/main">
              <a:ext uri="{FF2B5EF4-FFF2-40B4-BE49-F238E27FC236}">
                <a16:creationId xmlns:a16="http://schemas.microsoft.com/office/drawing/2014/main" id="{FB4B46EE-0F6D-4F96-94A8-8BCF056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9638" y="7179921"/>
            <a:ext cx="540227" cy="303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274" name="path-197">
            <a:extLst xmlns:a="http://schemas.openxmlformats.org/drawingml/2006/main">
              <a:ext uri="{FF2B5EF4-FFF2-40B4-BE49-F238E27FC236}">
                <a16:creationId xmlns:a16="http://schemas.microsoft.com/office/drawing/2014/main" id="{7AF4B13B-0302-47CC-B343-5D73BD37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5" y="7975980"/>
            <a:ext cx="9789069" cy="401603"/>
          </a:xfrm>
          <a:custGeom xmlns:a="http://schemas.openxmlformats.org/drawingml/2006/main">
            <a:pathLst>
              <a:path w="9789069" h="401603">
                <a:moveTo>
                  <a:pt x="0" y="66933"/>
                </a:moveTo>
                <a:cubicBezTo>
                  <a:pt x="0" y="29967"/>
                  <a:pt x="29966" y="0"/>
                  <a:pt x="66930" y="0"/>
                </a:cubicBezTo>
                <a:lnTo>
                  <a:pt x="9722141" y="0"/>
                </a:lnTo>
                <a:cubicBezTo>
                  <a:pt x="9759103" y="0"/>
                  <a:pt x="9789069" y="29967"/>
                  <a:pt x="9789069" y="66933"/>
                </a:cubicBezTo>
                <a:lnTo>
                  <a:pt x="9789069" y="334671"/>
                </a:lnTo>
                <a:cubicBezTo>
                  <a:pt x="9789069" y="371636"/>
                  <a:pt x="9759103" y="401603"/>
                  <a:pt x="9722141" y="401603"/>
                </a:cubicBezTo>
                <a:lnTo>
                  <a:pt x="66930" y="401603"/>
                </a:lnTo>
                <a:cubicBezTo>
                  <a:pt x="29966" y="401603"/>
                  <a:pt x="0" y="371636"/>
                  <a:pt x="0" y="334671"/>
                </a:cubicBezTo>
                <a:lnTo>
                  <a:pt x="0" y="669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198">
            <a:extLst xmlns:a="http://schemas.openxmlformats.org/drawingml/2006/main">
              <a:ext uri="{FF2B5EF4-FFF2-40B4-BE49-F238E27FC236}">
                <a16:creationId xmlns:a16="http://schemas.microsoft.com/office/drawing/2014/main" id="{5D4801FA-D083-41DC-A629-C98FD99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15" y="7975980"/>
            <a:ext cx="9789071" cy="401602"/>
          </a:xfrm>
          <a:custGeom xmlns:a="http://schemas.openxmlformats.org/drawingml/2006/main">
            <a:pathLst>
              <a:path w="9789071" h="401602">
                <a:moveTo>
                  <a:pt x="0" y="66932"/>
                </a:moveTo>
                <a:cubicBezTo>
                  <a:pt x="0" y="29966"/>
                  <a:pt x="29966" y="0"/>
                  <a:pt x="66931" y="0"/>
                </a:cubicBezTo>
                <a:lnTo>
                  <a:pt x="9722139" y="0"/>
                </a:lnTo>
                <a:cubicBezTo>
                  <a:pt x="9759105" y="0"/>
                  <a:pt x="9789071" y="29966"/>
                  <a:pt x="9789071" y="66932"/>
                </a:cubicBezTo>
                <a:lnTo>
                  <a:pt x="9789071" y="334671"/>
                </a:lnTo>
                <a:cubicBezTo>
                  <a:pt x="9789071" y="371636"/>
                  <a:pt x="9759105" y="401602"/>
                  <a:pt x="9722139" y="401602"/>
                </a:cubicBezTo>
                <a:lnTo>
                  <a:pt x="66931" y="401602"/>
                </a:lnTo>
                <a:cubicBezTo>
                  <a:pt x="29966" y="401602"/>
                  <a:pt x="0" y="371636"/>
                  <a:pt x="0" y="334671"/>
                </a:cubicBezTo>
                <a:lnTo>
                  <a:pt x="0" y="66932"/>
                </a:lnTo>
              </a:path>
            </a:pathLst>
          </a:custGeom>
          <a:noFill xmlns:a="http://schemas.openxmlformats.org/drawingml/2006/main"/>
          <a:ln xmlns:a="http://schemas.openxmlformats.org/drawingml/2006/main" w="38616">
            <a:solidFill>
              <a:srgbClr val="54718B"/>
            </a:solidFill>
            <a:prstDash val="solid"/>
          </a:ln>
        </p:spPr>
      </p:sp>
      <p:sp>
        <p:nvSpPr>
          <p:cNvPr id="276" name="path-199">
            <a:extLst xmlns:a="http://schemas.openxmlformats.org/drawingml/2006/main">
              <a:ext uri="{FF2B5EF4-FFF2-40B4-BE49-F238E27FC236}">
                <a16:creationId xmlns:a16="http://schemas.microsoft.com/office/drawing/2014/main" id="{324AA7C4-A3DA-4E09-8295-6523A05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370" y="8052884"/>
            <a:ext cx="137206" cy="37409"/>
          </a:xfrm>
          <a:custGeom xmlns:a="http://schemas.openxmlformats.org/drawingml/2006/main">
            <a:pathLst>
              <a:path w="137206" h="37409">
                <a:moveTo>
                  <a:pt x="75904" y="0"/>
                </a:moveTo>
                <a:lnTo>
                  <a:pt x="137206" y="29806"/>
                </a:lnTo>
                <a:lnTo>
                  <a:pt x="133707" y="37409"/>
                </a:lnTo>
                <a:lnTo>
                  <a:pt x="69146" y="15567"/>
                </a:lnTo>
                <a:lnTo>
                  <a:pt x="67819" y="15567"/>
                </a:lnTo>
                <a:lnTo>
                  <a:pt x="3379" y="37409"/>
                </a:lnTo>
                <a:lnTo>
                  <a:pt x="0" y="29806"/>
                </a:lnTo>
                <a:lnTo>
                  <a:pt x="59734" y="0"/>
                </a:lnTo>
                <a:lnTo>
                  <a:pt x="759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00">
            <a:extLst xmlns:a="http://schemas.openxmlformats.org/drawingml/2006/main">
              <a:ext uri="{FF2B5EF4-FFF2-40B4-BE49-F238E27FC236}">
                <a16:creationId xmlns:a16="http://schemas.microsoft.com/office/drawing/2014/main" id="{BBB66807-B303-43D3-92D0-7B72FB8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363" y="8102040"/>
            <a:ext cx="151566" cy="165565"/>
          </a:xfrm>
          <a:custGeom xmlns:a="http://schemas.openxmlformats.org/drawingml/2006/main">
            <a:pathLst>
              <a:path w="151566" h="165565">
                <a:moveTo>
                  <a:pt x="102573" y="114520"/>
                </a:moveTo>
                <a:lnTo>
                  <a:pt x="55389" y="114520"/>
                </a:lnTo>
                <a:lnTo>
                  <a:pt x="53700" y="117536"/>
                </a:lnTo>
                <a:cubicBezTo>
                  <a:pt x="49195" y="125662"/>
                  <a:pt x="46198" y="131816"/>
                  <a:pt x="44710" y="136000"/>
                </a:cubicBezTo>
                <a:cubicBezTo>
                  <a:pt x="43221" y="140183"/>
                  <a:pt x="42477" y="144044"/>
                  <a:pt x="42477" y="147584"/>
                </a:cubicBezTo>
                <a:cubicBezTo>
                  <a:pt x="42477" y="153377"/>
                  <a:pt x="45896" y="156715"/>
                  <a:pt x="52735" y="157600"/>
                </a:cubicBezTo>
                <a:lnTo>
                  <a:pt x="50924" y="165565"/>
                </a:lnTo>
                <a:lnTo>
                  <a:pt x="0" y="165565"/>
                </a:lnTo>
                <a:lnTo>
                  <a:pt x="1810" y="157600"/>
                </a:lnTo>
                <a:cubicBezTo>
                  <a:pt x="4626" y="156957"/>
                  <a:pt x="7100" y="155871"/>
                  <a:pt x="9232" y="154342"/>
                </a:cubicBezTo>
                <a:cubicBezTo>
                  <a:pt x="11363" y="152813"/>
                  <a:pt x="13395" y="150742"/>
                  <a:pt x="15326" y="148127"/>
                </a:cubicBezTo>
                <a:cubicBezTo>
                  <a:pt x="17256" y="145513"/>
                  <a:pt x="19992" y="141028"/>
                  <a:pt x="23531" y="134672"/>
                </a:cubicBezTo>
                <a:lnTo>
                  <a:pt x="98470" y="0"/>
                </a:lnTo>
                <a:lnTo>
                  <a:pt x="133224" y="0"/>
                </a:lnTo>
                <a:lnTo>
                  <a:pt x="138413" y="129000"/>
                </a:lnTo>
                <a:cubicBezTo>
                  <a:pt x="138574" y="133586"/>
                  <a:pt x="138896" y="137709"/>
                  <a:pt x="139378" y="141370"/>
                </a:cubicBezTo>
                <a:cubicBezTo>
                  <a:pt x="139861" y="145030"/>
                  <a:pt x="140625" y="148027"/>
                  <a:pt x="141671" y="150360"/>
                </a:cubicBezTo>
                <a:cubicBezTo>
                  <a:pt x="142717" y="152693"/>
                  <a:pt x="144024" y="154402"/>
                  <a:pt x="145593" y="155488"/>
                </a:cubicBezTo>
                <a:cubicBezTo>
                  <a:pt x="147162" y="156574"/>
                  <a:pt x="149153" y="157278"/>
                  <a:pt x="151566" y="157600"/>
                </a:cubicBezTo>
                <a:lnTo>
                  <a:pt x="149756" y="165565"/>
                </a:lnTo>
                <a:lnTo>
                  <a:pt x="87368" y="165565"/>
                </a:lnTo>
                <a:lnTo>
                  <a:pt x="89178" y="157600"/>
                </a:lnTo>
                <a:cubicBezTo>
                  <a:pt x="92718" y="157359"/>
                  <a:pt x="95513" y="156454"/>
                  <a:pt x="97565" y="154885"/>
                </a:cubicBezTo>
                <a:cubicBezTo>
                  <a:pt x="99616" y="153316"/>
                  <a:pt x="101044" y="151184"/>
                  <a:pt x="101849" y="148489"/>
                </a:cubicBezTo>
                <a:cubicBezTo>
                  <a:pt x="102653" y="145794"/>
                  <a:pt x="103056" y="142033"/>
                  <a:pt x="103056" y="137206"/>
                </a:cubicBezTo>
                <a:cubicBezTo>
                  <a:pt x="103056" y="133747"/>
                  <a:pt x="102975" y="130127"/>
                  <a:pt x="102814" y="126346"/>
                </a:cubicBezTo>
                <a:lnTo>
                  <a:pt x="102573" y="114520"/>
                </a:lnTo>
                <a:moveTo>
                  <a:pt x="62871" y="100401"/>
                </a:moveTo>
                <a:lnTo>
                  <a:pt x="102211" y="100401"/>
                </a:lnTo>
                <a:lnTo>
                  <a:pt x="101728" y="71439"/>
                </a:lnTo>
                <a:cubicBezTo>
                  <a:pt x="101567" y="61141"/>
                  <a:pt x="101487" y="52614"/>
                  <a:pt x="101487" y="45856"/>
                </a:cubicBezTo>
                <a:cubicBezTo>
                  <a:pt x="101487" y="40707"/>
                  <a:pt x="101527" y="35438"/>
                  <a:pt x="101607" y="30048"/>
                </a:cubicBezTo>
                <a:lnTo>
                  <a:pt x="100159" y="30048"/>
                </a:lnTo>
                <a:lnTo>
                  <a:pt x="62871" y="100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01">
            <a:extLst xmlns:a="http://schemas.openxmlformats.org/drawingml/2006/main">
              <a:ext uri="{FF2B5EF4-FFF2-40B4-BE49-F238E27FC236}">
                <a16:creationId xmlns:a16="http://schemas.microsoft.com/office/drawing/2014/main" id="{B392B51B-7DE7-4B0B-9AC4-CE38FA4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637" y="8207098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02">
            <a:extLst xmlns:a="http://schemas.openxmlformats.org/drawingml/2006/main">
              <a:ext uri="{FF2B5EF4-FFF2-40B4-BE49-F238E27FC236}">
                <a16:creationId xmlns:a16="http://schemas.microsoft.com/office/drawing/2014/main" id="{B6343A6D-15CF-42CB-BD13-2817237A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260" y="8163946"/>
            <a:ext cx="153739" cy="66129"/>
          </a:xfrm>
          <a:custGeom xmlns:a="http://schemas.openxmlformats.org/drawingml/2006/main">
            <a:pathLst>
              <a:path w="153739" h="66129">
                <a:moveTo>
                  <a:pt x="0" y="16050"/>
                </a:moveTo>
                <a:lnTo>
                  <a:pt x="0" y="0"/>
                </a:lnTo>
                <a:lnTo>
                  <a:pt x="148670" y="0"/>
                </a:lnTo>
                <a:lnTo>
                  <a:pt x="148670" y="16050"/>
                </a:lnTo>
                <a:lnTo>
                  <a:pt x="0" y="16050"/>
                </a:lnTo>
                <a:moveTo>
                  <a:pt x="0" y="66129"/>
                </a:moveTo>
                <a:lnTo>
                  <a:pt x="0" y="50080"/>
                </a:lnTo>
                <a:lnTo>
                  <a:pt x="148670" y="50080"/>
                </a:lnTo>
                <a:lnTo>
                  <a:pt x="148670" y="66129"/>
                </a:lnTo>
                <a:lnTo>
                  <a:pt x="0" y="66129"/>
                </a:lnTo>
                <a:moveTo>
                  <a:pt x="153739" y="33065"/>
                </a:moveTo>
                <a:lnTo>
                  <a:pt x="153739" y="33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03">
            <a:extLst xmlns:a="http://schemas.openxmlformats.org/drawingml/2006/main">
              <a:ext uri="{FF2B5EF4-FFF2-40B4-BE49-F238E27FC236}">
                <a16:creationId xmlns:a16="http://schemas.microsoft.com/office/drawing/2014/main" id="{C136D943-EABA-4AB9-902D-A81FBF6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724" y="8102040"/>
            <a:ext cx="151566" cy="165565"/>
          </a:xfrm>
          <a:custGeom xmlns:a="http://schemas.openxmlformats.org/drawingml/2006/main">
            <a:pathLst>
              <a:path w="151566" h="165565">
                <a:moveTo>
                  <a:pt x="102573" y="114520"/>
                </a:moveTo>
                <a:lnTo>
                  <a:pt x="55389" y="114520"/>
                </a:lnTo>
                <a:lnTo>
                  <a:pt x="53700" y="117536"/>
                </a:lnTo>
                <a:cubicBezTo>
                  <a:pt x="49195" y="125662"/>
                  <a:pt x="46198" y="131816"/>
                  <a:pt x="44710" y="136000"/>
                </a:cubicBezTo>
                <a:cubicBezTo>
                  <a:pt x="43221" y="140183"/>
                  <a:pt x="42477" y="144044"/>
                  <a:pt x="42477" y="147584"/>
                </a:cubicBezTo>
                <a:cubicBezTo>
                  <a:pt x="42477" y="153377"/>
                  <a:pt x="45896" y="156715"/>
                  <a:pt x="52735" y="157600"/>
                </a:cubicBezTo>
                <a:lnTo>
                  <a:pt x="50924" y="165565"/>
                </a:lnTo>
                <a:lnTo>
                  <a:pt x="0" y="165565"/>
                </a:lnTo>
                <a:lnTo>
                  <a:pt x="1810" y="157600"/>
                </a:lnTo>
                <a:cubicBezTo>
                  <a:pt x="4626" y="156957"/>
                  <a:pt x="7100" y="155871"/>
                  <a:pt x="9232" y="154342"/>
                </a:cubicBezTo>
                <a:cubicBezTo>
                  <a:pt x="11363" y="152813"/>
                  <a:pt x="13395" y="150742"/>
                  <a:pt x="15326" y="148127"/>
                </a:cubicBezTo>
                <a:cubicBezTo>
                  <a:pt x="17256" y="145513"/>
                  <a:pt x="19992" y="141028"/>
                  <a:pt x="23531" y="134672"/>
                </a:cubicBezTo>
                <a:lnTo>
                  <a:pt x="98470" y="0"/>
                </a:lnTo>
                <a:lnTo>
                  <a:pt x="133224" y="0"/>
                </a:lnTo>
                <a:lnTo>
                  <a:pt x="138413" y="129000"/>
                </a:lnTo>
                <a:cubicBezTo>
                  <a:pt x="138574" y="133586"/>
                  <a:pt x="138896" y="137709"/>
                  <a:pt x="139378" y="141370"/>
                </a:cubicBezTo>
                <a:cubicBezTo>
                  <a:pt x="139861" y="145030"/>
                  <a:pt x="140625" y="148027"/>
                  <a:pt x="141671" y="150360"/>
                </a:cubicBezTo>
                <a:cubicBezTo>
                  <a:pt x="142717" y="152693"/>
                  <a:pt x="144024" y="154402"/>
                  <a:pt x="145593" y="155488"/>
                </a:cubicBezTo>
                <a:cubicBezTo>
                  <a:pt x="147162" y="156574"/>
                  <a:pt x="149153" y="157278"/>
                  <a:pt x="151566" y="157600"/>
                </a:cubicBezTo>
                <a:lnTo>
                  <a:pt x="149756" y="165565"/>
                </a:lnTo>
                <a:lnTo>
                  <a:pt x="87368" y="165565"/>
                </a:lnTo>
                <a:lnTo>
                  <a:pt x="89178" y="157600"/>
                </a:lnTo>
                <a:cubicBezTo>
                  <a:pt x="92718" y="157359"/>
                  <a:pt x="95513" y="156454"/>
                  <a:pt x="97565" y="154885"/>
                </a:cubicBezTo>
                <a:cubicBezTo>
                  <a:pt x="99616" y="153316"/>
                  <a:pt x="101044" y="151184"/>
                  <a:pt x="101849" y="148489"/>
                </a:cubicBezTo>
                <a:cubicBezTo>
                  <a:pt x="102653" y="145794"/>
                  <a:pt x="103056" y="142033"/>
                  <a:pt x="103056" y="137206"/>
                </a:cubicBezTo>
                <a:cubicBezTo>
                  <a:pt x="103056" y="133747"/>
                  <a:pt x="102975" y="130127"/>
                  <a:pt x="102814" y="126346"/>
                </a:cubicBezTo>
                <a:lnTo>
                  <a:pt x="102573" y="114520"/>
                </a:lnTo>
                <a:moveTo>
                  <a:pt x="62871" y="100401"/>
                </a:moveTo>
                <a:lnTo>
                  <a:pt x="102211" y="100401"/>
                </a:lnTo>
                <a:lnTo>
                  <a:pt x="101728" y="71439"/>
                </a:lnTo>
                <a:cubicBezTo>
                  <a:pt x="101567" y="61141"/>
                  <a:pt x="101487" y="52614"/>
                  <a:pt x="101487" y="45856"/>
                </a:cubicBezTo>
                <a:cubicBezTo>
                  <a:pt x="101487" y="40707"/>
                  <a:pt x="101527" y="35438"/>
                  <a:pt x="101607" y="30048"/>
                </a:cubicBezTo>
                <a:lnTo>
                  <a:pt x="100159" y="30048"/>
                </a:lnTo>
                <a:lnTo>
                  <a:pt x="62871" y="100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04">
            <a:extLst xmlns:a="http://schemas.openxmlformats.org/drawingml/2006/main">
              <a:ext uri="{FF2B5EF4-FFF2-40B4-BE49-F238E27FC236}">
                <a16:creationId xmlns:a16="http://schemas.microsoft.com/office/drawing/2014/main" id="{82FB70C5-C59C-476F-873B-8D00C0CC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99" y="8066229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05">
            <a:extLst xmlns:a="http://schemas.openxmlformats.org/drawingml/2006/main">
              <a:ext uri="{FF2B5EF4-FFF2-40B4-BE49-F238E27FC236}">
                <a16:creationId xmlns:a16="http://schemas.microsoft.com/office/drawing/2014/main" id="{EAB6B3DB-35DC-44FF-83B8-61015CC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782" y="8087407"/>
            <a:ext cx="94126" cy="91230"/>
          </a:xfrm>
          <a:custGeom xmlns:a="http://schemas.openxmlformats.org/drawingml/2006/main">
            <a:pathLst>
              <a:path w="94126" h="91230">
                <a:moveTo>
                  <a:pt x="47063" y="21721"/>
                </a:moveTo>
                <a:cubicBezTo>
                  <a:pt x="52131" y="14602"/>
                  <a:pt x="57441" y="9201"/>
                  <a:pt x="62992" y="5521"/>
                </a:cubicBezTo>
                <a:cubicBezTo>
                  <a:pt x="68543" y="1840"/>
                  <a:pt x="74697" y="0"/>
                  <a:pt x="81455" y="0"/>
                </a:cubicBezTo>
                <a:cubicBezTo>
                  <a:pt x="85437" y="0"/>
                  <a:pt x="89661" y="573"/>
                  <a:pt x="94126" y="1720"/>
                </a:cubicBezTo>
                <a:lnTo>
                  <a:pt x="88786" y="26066"/>
                </a:lnTo>
                <a:lnTo>
                  <a:pt x="72585" y="26066"/>
                </a:lnTo>
                <a:cubicBezTo>
                  <a:pt x="72585" y="22023"/>
                  <a:pt x="72148" y="19217"/>
                  <a:pt x="71273" y="17649"/>
                </a:cubicBezTo>
                <a:cubicBezTo>
                  <a:pt x="70398" y="16080"/>
                  <a:pt x="68905" y="15295"/>
                  <a:pt x="66793" y="15295"/>
                </a:cubicBezTo>
                <a:cubicBezTo>
                  <a:pt x="65164" y="15295"/>
                  <a:pt x="63384" y="15869"/>
                  <a:pt x="61453" y="17015"/>
                </a:cubicBezTo>
                <a:cubicBezTo>
                  <a:pt x="59522" y="18161"/>
                  <a:pt x="57215" y="20394"/>
                  <a:pt x="54530" y="23712"/>
                </a:cubicBezTo>
                <a:cubicBezTo>
                  <a:pt x="51845" y="27031"/>
                  <a:pt x="49823" y="30199"/>
                  <a:pt x="48466" y="33216"/>
                </a:cubicBezTo>
                <a:cubicBezTo>
                  <a:pt x="47108" y="36232"/>
                  <a:pt x="45916" y="40094"/>
                  <a:pt x="44891" y="44800"/>
                </a:cubicBezTo>
                <a:lnTo>
                  <a:pt x="34664" y="91230"/>
                </a:lnTo>
                <a:lnTo>
                  <a:pt x="8689" y="91230"/>
                </a:lnTo>
                <a:lnTo>
                  <a:pt x="23260" y="28328"/>
                </a:lnTo>
                <a:cubicBezTo>
                  <a:pt x="24165" y="24406"/>
                  <a:pt x="24617" y="21420"/>
                  <a:pt x="24617" y="19368"/>
                </a:cubicBezTo>
                <a:cubicBezTo>
                  <a:pt x="24617" y="17377"/>
                  <a:pt x="24286" y="15838"/>
                  <a:pt x="23622" y="14752"/>
                </a:cubicBezTo>
                <a:cubicBezTo>
                  <a:pt x="22958" y="13666"/>
                  <a:pt x="21812" y="13123"/>
                  <a:pt x="20183" y="13123"/>
                </a:cubicBezTo>
                <a:cubicBezTo>
                  <a:pt x="18312" y="13123"/>
                  <a:pt x="16291" y="13968"/>
                  <a:pt x="14119" y="15657"/>
                </a:cubicBezTo>
                <a:cubicBezTo>
                  <a:pt x="11947" y="17347"/>
                  <a:pt x="9413" y="19851"/>
                  <a:pt x="6516" y="23169"/>
                </a:cubicBezTo>
                <a:lnTo>
                  <a:pt x="0" y="16653"/>
                </a:lnTo>
                <a:cubicBezTo>
                  <a:pt x="6034" y="10499"/>
                  <a:pt x="11389" y="6185"/>
                  <a:pt x="16065" y="3711"/>
                </a:cubicBezTo>
                <a:cubicBezTo>
                  <a:pt x="20741" y="1237"/>
                  <a:pt x="25673" y="0"/>
                  <a:pt x="30862" y="0"/>
                </a:cubicBezTo>
                <a:cubicBezTo>
                  <a:pt x="35870" y="0"/>
                  <a:pt x="39868" y="1403"/>
                  <a:pt x="42854" y="4209"/>
                </a:cubicBezTo>
                <a:cubicBezTo>
                  <a:pt x="45841" y="7014"/>
                  <a:pt x="47334" y="10710"/>
                  <a:pt x="47334" y="15295"/>
                </a:cubicBezTo>
                <a:cubicBezTo>
                  <a:pt x="47334" y="16925"/>
                  <a:pt x="47003" y="18976"/>
                  <a:pt x="46339" y="21450"/>
                </a:cubicBezTo>
                <a:lnTo>
                  <a:pt x="47063" y="21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06">
            <a:extLst xmlns:a="http://schemas.openxmlformats.org/drawingml/2006/main">
              <a:ext uri="{FF2B5EF4-FFF2-40B4-BE49-F238E27FC236}">
                <a16:creationId xmlns:a16="http://schemas.microsoft.com/office/drawing/2014/main" id="{4AC074AA-6A47-420F-A7AE-9E2B28CE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10" y="8087407"/>
            <a:ext cx="103448" cy="92678"/>
          </a:xfrm>
          <a:custGeom xmlns:a="http://schemas.openxmlformats.org/drawingml/2006/main">
            <a:pathLst>
              <a:path w="103448" h="92678">
                <a:moveTo>
                  <a:pt x="80188" y="62992"/>
                </a:moveTo>
                <a:cubicBezTo>
                  <a:pt x="79283" y="66793"/>
                  <a:pt x="78830" y="70232"/>
                  <a:pt x="78830" y="73309"/>
                </a:cubicBezTo>
                <a:cubicBezTo>
                  <a:pt x="78830" y="75301"/>
                  <a:pt x="79162" y="76839"/>
                  <a:pt x="79826" y="77925"/>
                </a:cubicBezTo>
                <a:cubicBezTo>
                  <a:pt x="80490" y="79011"/>
                  <a:pt x="81636" y="79554"/>
                  <a:pt x="83265" y="79554"/>
                </a:cubicBezTo>
                <a:cubicBezTo>
                  <a:pt x="85135" y="79554"/>
                  <a:pt x="87157" y="78710"/>
                  <a:pt x="89329" y="77020"/>
                </a:cubicBezTo>
                <a:cubicBezTo>
                  <a:pt x="91501" y="75331"/>
                  <a:pt x="94035" y="72827"/>
                  <a:pt x="96931" y="69508"/>
                </a:cubicBezTo>
                <a:lnTo>
                  <a:pt x="103448" y="76025"/>
                </a:lnTo>
                <a:cubicBezTo>
                  <a:pt x="97112" y="82360"/>
                  <a:pt x="91652" y="86719"/>
                  <a:pt x="87066" y="89103"/>
                </a:cubicBezTo>
                <a:cubicBezTo>
                  <a:pt x="82481" y="91486"/>
                  <a:pt x="77654" y="92678"/>
                  <a:pt x="72585" y="92678"/>
                </a:cubicBezTo>
                <a:cubicBezTo>
                  <a:pt x="67517" y="92678"/>
                  <a:pt x="63505" y="91275"/>
                  <a:pt x="60548" y="88469"/>
                </a:cubicBezTo>
                <a:cubicBezTo>
                  <a:pt x="57592" y="85663"/>
                  <a:pt x="56113" y="81968"/>
                  <a:pt x="56113" y="77382"/>
                </a:cubicBezTo>
                <a:cubicBezTo>
                  <a:pt x="56113" y="75874"/>
                  <a:pt x="56294" y="74426"/>
                  <a:pt x="56656" y="73038"/>
                </a:cubicBezTo>
                <a:lnTo>
                  <a:pt x="55389" y="72857"/>
                </a:lnTo>
                <a:cubicBezTo>
                  <a:pt x="50985" y="78046"/>
                  <a:pt x="47199" y="81953"/>
                  <a:pt x="44031" y="84577"/>
                </a:cubicBezTo>
                <a:cubicBezTo>
                  <a:pt x="40863" y="87202"/>
                  <a:pt x="37499" y="89208"/>
                  <a:pt x="33940" y="90596"/>
                </a:cubicBezTo>
                <a:cubicBezTo>
                  <a:pt x="30380" y="91984"/>
                  <a:pt x="26428" y="92678"/>
                  <a:pt x="22083" y="92678"/>
                </a:cubicBezTo>
                <a:cubicBezTo>
                  <a:pt x="14843" y="92678"/>
                  <a:pt x="9352" y="90219"/>
                  <a:pt x="5611" y="85301"/>
                </a:cubicBezTo>
                <a:cubicBezTo>
                  <a:pt x="1870" y="80384"/>
                  <a:pt x="0" y="73219"/>
                  <a:pt x="0" y="63806"/>
                </a:cubicBezTo>
                <a:cubicBezTo>
                  <a:pt x="0" y="55661"/>
                  <a:pt x="1177" y="47576"/>
                  <a:pt x="3530" y="39551"/>
                </a:cubicBezTo>
                <a:cubicBezTo>
                  <a:pt x="5883" y="31526"/>
                  <a:pt x="9262" y="24602"/>
                  <a:pt x="13666" y="18780"/>
                </a:cubicBezTo>
                <a:cubicBezTo>
                  <a:pt x="18071" y="12957"/>
                  <a:pt x="23607" y="8372"/>
                  <a:pt x="30274" y="5023"/>
                </a:cubicBezTo>
                <a:cubicBezTo>
                  <a:pt x="36941" y="1674"/>
                  <a:pt x="44499" y="0"/>
                  <a:pt x="52946" y="0"/>
                </a:cubicBezTo>
                <a:cubicBezTo>
                  <a:pt x="61936" y="0"/>
                  <a:pt x="69599" y="2172"/>
                  <a:pt x="75934" y="6516"/>
                </a:cubicBezTo>
                <a:lnTo>
                  <a:pt x="84713" y="0"/>
                </a:lnTo>
                <a:lnTo>
                  <a:pt x="94850" y="1448"/>
                </a:lnTo>
                <a:lnTo>
                  <a:pt x="80188" y="62992"/>
                </a:lnTo>
                <a:moveTo>
                  <a:pt x="62268" y="34935"/>
                </a:moveTo>
                <a:cubicBezTo>
                  <a:pt x="63233" y="30470"/>
                  <a:pt x="63716" y="26005"/>
                  <a:pt x="63716" y="21540"/>
                </a:cubicBezTo>
                <a:cubicBezTo>
                  <a:pt x="63716" y="17558"/>
                  <a:pt x="62962" y="14541"/>
                  <a:pt x="61453" y="12490"/>
                </a:cubicBezTo>
                <a:cubicBezTo>
                  <a:pt x="59945" y="10438"/>
                  <a:pt x="57471" y="9413"/>
                  <a:pt x="54032" y="9413"/>
                </a:cubicBezTo>
                <a:cubicBezTo>
                  <a:pt x="48420" y="9413"/>
                  <a:pt x="43443" y="12233"/>
                  <a:pt x="39098" y="17875"/>
                </a:cubicBezTo>
                <a:cubicBezTo>
                  <a:pt x="34754" y="23516"/>
                  <a:pt x="31255" y="31104"/>
                  <a:pt x="28600" y="40637"/>
                </a:cubicBezTo>
                <a:cubicBezTo>
                  <a:pt x="25945" y="50170"/>
                  <a:pt x="24617" y="58708"/>
                  <a:pt x="24617" y="66250"/>
                </a:cubicBezTo>
                <a:cubicBezTo>
                  <a:pt x="24617" y="70655"/>
                  <a:pt x="25266" y="73943"/>
                  <a:pt x="26563" y="76115"/>
                </a:cubicBezTo>
                <a:cubicBezTo>
                  <a:pt x="27861" y="78287"/>
                  <a:pt x="29867" y="79373"/>
                  <a:pt x="32582" y="79373"/>
                </a:cubicBezTo>
                <a:cubicBezTo>
                  <a:pt x="36564" y="79373"/>
                  <a:pt x="40622" y="77427"/>
                  <a:pt x="44755" y="73536"/>
                </a:cubicBezTo>
                <a:cubicBezTo>
                  <a:pt x="48888" y="69644"/>
                  <a:pt x="52222" y="65073"/>
                  <a:pt x="54756" y="59824"/>
                </a:cubicBezTo>
                <a:cubicBezTo>
                  <a:pt x="57290" y="54575"/>
                  <a:pt x="59553" y="47395"/>
                  <a:pt x="61544" y="38284"/>
                </a:cubicBezTo>
                <a:lnTo>
                  <a:pt x="62268" y="349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07">
            <a:extLst xmlns:a="http://schemas.openxmlformats.org/drawingml/2006/main">
              <a:ext uri="{FF2B5EF4-FFF2-40B4-BE49-F238E27FC236}">
                <a16:creationId xmlns:a16="http://schemas.microsoft.com/office/drawing/2014/main" id="{CE80CE67-5162-48D5-80EB-271E9E3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819" y="8052744"/>
            <a:ext cx="80278" cy="166349"/>
          </a:xfrm>
          <a:custGeom xmlns:a="http://schemas.openxmlformats.org/drawingml/2006/main">
            <a:pathLst>
              <a:path w="80278" h="166349">
                <a:moveTo>
                  <a:pt x="80278" y="0"/>
                </a:moveTo>
                <a:lnTo>
                  <a:pt x="75572" y="22174"/>
                </a:lnTo>
                <a:lnTo>
                  <a:pt x="52131" y="22174"/>
                </a:lnTo>
                <a:lnTo>
                  <a:pt x="57109" y="0"/>
                </a:lnTo>
                <a:lnTo>
                  <a:pt x="80278" y="0"/>
                </a:lnTo>
                <a:moveTo>
                  <a:pt x="54756" y="123087"/>
                </a:moveTo>
                <a:cubicBezTo>
                  <a:pt x="51498" y="138111"/>
                  <a:pt x="46173" y="149078"/>
                  <a:pt x="38782" y="155986"/>
                </a:cubicBezTo>
                <a:cubicBezTo>
                  <a:pt x="31390" y="162895"/>
                  <a:pt x="21329" y="166349"/>
                  <a:pt x="8598" y="166349"/>
                </a:cubicBezTo>
                <a:cubicBezTo>
                  <a:pt x="5762" y="166349"/>
                  <a:pt x="2896" y="165957"/>
                  <a:pt x="0" y="165172"/>
                </a:cubicBezTo>
                <a:lnTo>
                  <a:pt x="2444" y="155307"/>
                </a:lnTo>
                <a:cubicBezTo>
                  <a:pt x="4133" y="155790"/>
                  <a:pt x="6124" y="156031"/>
                  <a:pt x="8417" y="156031"/>
                </a:cubicBezTo>
                <a:cubicBezTo>
                  <a:pt x="11132" y="156031"/>
                  <a:pt x="13350" y="155654"/>
                  <a:pt x="15069" y="154900"/>
                </a:cubicBezTo>
                <a:cubicBezTo>
                  <a:pt x="16789" y="154146"/>
                  <a:pt x="18342" y="152849"/>
                  <a:pt x="19730" y="151008"/>
                </a:cubicBezTo>
                <a:cubicBezTo>
                  <a:pt x="21118" y="149168"/>
                  <a:pt x="22415" y="146468"/>
                  <a:pt x="23622" y="142908"/>
                </a:cubicBezTo>
                <a:cubicBezTo>
                  <a:pt x="24829" y="139348"/>
                  <a:pt x="26156" y="134340"/>
                  <a:pt x="27604" y="127884"/>
                </a:cubicBezTo>
                <a:lnTo>
                  <a:pt x="42266" y="62720"/>
                </a:lnTo>
                <a:cubicBezTo>
                  <a:pt x="43654" y="56566"/>
                  <a:pt x="44348" y="52041"/>
                  <a:pt x="44348" y="49144"/>
                </a:cubicBezTo>
                <a:cubicBezTo>
                  <a:pt x="44348" y="46791"/>
                  <a:pt x="43790" y="45117"/>
                  <a:pt x="42673" y="44121"/>
                </a:cubicBezTo>
                <a:cubicBezTo>
                  <a:pt x="41557" y="43126"/>
                  <a:pt x="39219" y="42447"/>
                  <a:pt x="35659" y="42085"/>
                </a:cubicBezTo>
                <a:lnTo>
                  <a:pt x="37017" y="36112"/>
                </a:lnTo>
                <a:lnTo>
                  <a:pt x="63535" y="35116"/>
                </a:lnTo>
                <a:lnTo>
                  <a:pt x="73852" y="35116"/>
                </a:lnTo>
                <a:lnTo>
                  <a:pt x="54756" y="123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08">
            <a:extLst xmlns:a="http://schemas.openxmlformats.org/drawingml/2006/main">
              <a:ext uri="{FF2B5EF4-FFF2-40B4-BE49-F238E27FC236}">
                <a16:creationId xmlns:a16="http://schemas.microsoft.com/office/drawing/2014/main" id="{2F9A3D09-518F-4C4A-B59D-4EE2591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906" y="8119417"/>
            <a:ext cx="148670" cy="155066"/>
          </a:xfrm>
          <a:custGeom xmlns:a="http://schemas.openxmlformats.org/drawingml/2006/main">
            <a:pathLst>
              <a:path w="148670" h="155066">
                <a:moveTo>
                  <a:pt x="82903" y="85558"/>
                </a:moveTo>
                <a:lnTo>
                  <a:pt x="82903" y="155066"/>
                </a:lnTo>
                <a:lnTo>
                  <a:pt x="65767" y="155066"/>
                </a:lnTo>
                <a:lnTo>
                  <a:pt x="65767" y="85558"/>
                </a:lnTo>
                <a:lnTo>
                  <a:pt x="0" y="85558"/>
                </a:lnTo>
                <a:lnTo>
                  <a:pt x="0" y="69508"/>
                </a:lnTo>
                <a:lnTo>
                  <a:pt x="65767" y="69508"/>
                </a:lnTo>
                <a:lnTo>
                  <a:pt x="65767" y="0"/>
                </a:lnTo>
                <a:lnTo>
                  <a:pt x="82903" y="0"/>
                </a:lnTo>
                <a:lnTo>
                  <a:pt x="82903" y="69508"/>
                </a:lnTo>
                <a:lnTo>
                  <a:pt x="148670" y="69508"/>
                </a:lnTo>
                <a:lnTo>
                  <a:pt x="148670" y="85558"/>
                </a:lnTo>
                <a:lnTo>
                  <a:pt x="82903" y="85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09">
            <a:extLst xmlns:a="http://schemas.openxmlformats.org/drawingml/2006/main">
              <a:ext uri="{FF2B5EF4-FFF2-40B4-BE49-F238E27FC236}">
                <a16:creationId xmlns:a16="http://schemas.microsoft.com/office/drawing/2014/main" id="{D40CEFD0-22DC-4708-879C-22DE2F0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863" y="8145965"/>
            <a:ext cx="149032" cy="123570"/>
          </a:xfrm>
          <a:custGeom xmlns:a="http://schemas.openxmlformats.org/drawingml/2006/main">
            <a:pathLst>
              <a:path w="149032" h="123570">
                <a:moveTo>
                  <a:pt x="104866" y="29324"/>
                </a:moveTo>
                <a:lnTo>
                  <a:pt x="116330" y="1931"/>
                </a:lnTo>
                <a:lnTo>
                  <a:pt x="149032" y="1931"/>
                </a:lnTo>
                <a:lnTo>
                  <a:pt x="147584" y="9895"/>
                </a:lnTo>
                <a:cubicBezTo>
                  <a:pt x="144527" y="13676"/>
                  <a:pt x="139358" y="20575"/>
                  <a:pt x="132078" y="30591"/>
                </a:cubicBezTo>
                <a:cubicBezTo>
                  <a:pt x="124797" y="40607"/>
                  <a:pt x="117778" y="50764"/>
                  <a:pt x="111020" y="61061"/>
                </a:cubicBezTo>
                <a:cubicBezTo>
                  <a:pt x="110940" y="63635"/>
                  <a:pt x="110658" y="68301"/>
                  <a:pt x="110175" y="75059"/>
                </a:cubicBezTo>
                <a:cubicBezTo>
                  <a:pt x="109693" y="81576"/>
                  <a:pt x="109451" y="86282"/>
                  <a:pt x="109451" y="89178"/>
                </a:cubicBezTo>
                <a:cubicBezTo>
                  <a:pt x="109451" y="95855"/>
                  <a:pt x="110055" y="100340"/>
                  <a:pt x="111261" y="102633"/>
                </a:cubicBezTo>
                <a:cubicBezTo>
                  <a:pt x="112468" y="104926"/>
                  <a:pt x="114520" y="106072"/>
                  <a:pt x="117416" y="106072"/>
                </a:cubicBezTo>
                <a:cubicBezTo>
                  <a:pt x="119588" y="106072"/>
                  <a:pt x="121921" y="105187"/>
                  <a:pt x="124415" y="103418"/>
                </a:cubicBezTo>
                <a:cubicBezTo>
                  <a:pt x="126909" y="101648"/>
                  <a:pt x="130127" y="98470"/>
                  <a:pt x="134069" y="93884"/>
                </a:cubicBezTo>
                <a:lnTo>
                  <a:pt x="142757" y="102573"/>
                </a:lnTo>
                <a:cubicBezTo>
                  <a:pt x="135597" y="109894"/>
                  <a:pt x="128819" y="115223"/>
                  <a:pt x="122424" y="118562"/>
                </a:cubicBezTo>
                <a:cubicBezTo>
                  <a:pt x="116028" y="121901"/>
                  <a:pt x="109049" y="123570"/>
                  <a:pt x="101487" y="123570"/>
                </a:cubicBezTo>
                <a:cubicBezTo>
                  <a:pt x="94970" y="123570"/>
                  <a:pt x="90023" y="121639"/>
                  <a:pt x="86644" y="117778"/>
                </a:cubicBezTo>
                <a:cubicBezTo>
                  <a:pt x="83265" y="113916"/>
                  <a:pt x="81576" y="108204"/>
                  <a:pt x="81576" y="100642"/>
                </a:cubicBezTo>
                <a:cubicBezTo>
                  <a:pt x="81576" y="97826"/>
                  <a:pt x="81817" y="94850"/>
                  <a:pt x="82300" y="91712"/>
                </a:cubicBezTo>
                <a:lnTo>
                  <a:pt x="80490" y="91471"/>
                </a:lnTo>
                <a:cubicBezTo>
                  <a:pt x="72847" y="101125"/>
                  <a:pt x="66652" y="107943"/>
                  <a:pt x="61906" y="111925"/>
                </a:cubicBezTo>
                <a:cubicBezTo>
                  <a:pt x="57159" y="115907"/>
                  <a:pt x="52272" y="118844"/>
                  <a:pt x="47244" y="120734"/>
                </a:cubicBezTo>
                <a:cubicBezTo>
                  <a:pt x="42216" y="122625"/>
                  <a:pt x="36524" y="123570"/>
                  <a:pt x="30168" y="123570"/>
                </a:cubicBezTo>
                <a:cubicBezTo>
                  <a:pt x="23733" y="123570"/>
                  <a:pt x="18242" y="122122"/>
                  <a:pt x="13696" y="119226"/>
                </a:cubicBezTo>
                <a:cubicBezTo>
                  <a:pt x="9151" y="116330"/>
                  <a:pt x="5732" y="111985"/>
                  <a:pt x="3439" y="106193"/>
                </a:cubicBezTo>
                <a:cubicBezTo>
                  <a:pt x="1146" y="100401"/>
                  <a:pt x="0" y="93603"/>
                  <a:pt x="0" y="85799"/>
                </a:cubicBezTo>
                <a:cubicBezTo>
                  <a:pt x="0" y="69468"/>
                  <a:pt x="2936" y="54706"/>
                  <a:pt x="8809" y="41512"/>
                </a:cubicBezTo>
                <a:cubicBezTo>
                  <a:pt x="14682" y="28318"/>
                  <a:pt x="22968" y="18101"/>
                  <a:pt x="33668" y="10861"/>
                </a:cubicBezTo>
                <a:cubicBezTo>
                  <a:pt x="44368" y="3620"/>
                  <a:pt x="56475" y="0"/>
                  <a:pt x="69991" y="0"/>
                </a:cubicBezTo>
                <a:cubicBezTo>
                  <a:pt x="79564" y="0"/>
                  <a:pt x="87187" y="2434"/>
                  <a:pt x="92859" y="7301"/>
                </a:cubicBezTo>
                <a:cubicBezTo>
                  <a:pt x="98530" y="12168"/>
                  <a:pt x="102010" y="19509"/>
                  <a:pt x="103297" y="29324"/>
                </a:cubicBezTo>
                <a:lnTo>
                  <a:pt x="104866" y="29324"/>
                </a:lnTo>
                <a:moveTo>
                  <a:pt x="83748" y="60096"/>
                </a:moveTo>
                <a:cubicBezTo>
                  <a:pt x="85357" y="52372"/>
                  <a:pt x="86161" y="44207"/>
                  <a:pt x="86161" y="35599"/>
                </a:cubicBezTo>
                <a:cubicBezTo>
                  <a:pt x="86161" y="27715"/>
                  <a:pt x="84954" y="21902"/>
                  <a:pt x="82541" y="18161"/>
                </a:cubicBezTo>
                <a:cubicBezTo>
                  <a:pt x="80127" y="14421"/>
                  <a:pt x="76708" y="12550"/>
                  <a:pt x="72284" y="12550"/>
                </a:cubicBezTo>
                <a:cubicBezTo>
                  <a:pt x="69146" y="12550"/>
                  <a:pt x="66129" y="13214"/>
                  <a:pt x="63233" y="14541"/>
                </a:cubicBezTo>
                <a:cubicBezTo>
                  <a:pt x="60337" y="15869"/>
                  <a:pt x="57461" y="17960"/>
                  <a:pt x="54605" y="20816"/>
                </a:cubicBezTo>
                <a:cubicBezTo>
                  <a:pt x="51749" y="23672"/>
                  <a:pt x="48953" y="27614"/>
                  <a:pt x="46218" y="32642"/>
                </a:cubicBezTo>
                <a:cubicBezTo>
                  <a:pt x="43483" y="37670"/>
                  <a:pt x="41130" y="43241"/>
                  <a:pt x="39159" y="49356"/>
                </a:cubicBezTo>
                <a:cubicBezTo>
                  <a:pt x="37188" y="55470"/>
                  <a:pt x="35639" y="61805"/>
                  <a:pt x="34513" y="68362"/>
                </a:cubicBezTo>
                <a:cubicBezTo>
                  <a:pt x="33386" y="74918"/>
                  <a:pt x="32823" y="80811"/>
                  <a:pt x="32823" y="86041"/>
                </a:cubicBezTo>
                <a:cubicBezTo>
                  <a:pt x="32823" y="99234"/>
                  <a:pt x="36604" y="105831"/>
                  <a:pt x="44167" y="105831"/>
                </a:cubicBezTo>
                <a:cubicBezTo>
                  <a:pt x="50603" y="105831"/>
                  <a:pt x="57461" y="101788"/>
                  <a:pt x="64742" y="93703"/>
                </a:cubicBezTo>
                <a:cubicBezTo>
                  <a:pt x="72022" y="85618"/>
                  <a:pt x="78358" y="74416"/>
                  <a:pt x="83748" y="600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10">
            <a:extLst xmlns:a="http://schemas.openxmlformats.org/drawingml/2006/main">
              <a:ext uri="{FF2B5EF4-FFF2-40B4-BE49-F238E27FC236}">
                <a16:creationId xmlns:a16="http://schemas.microsoft.com/office/drawing/2014/main" id="{433B9B1B-9E62-4836-B744-EF826E63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124" y="8102885"/>
            <a:ext cx="181011" cy="164720"/>
          </a:xfrm>
          <a:custGeom xmlns:a="http://schemas.openxmlformats.org/drawingml/2006/main">
            <a:pathLst>
              <a:path w="181011" h="164720">
                <a:moveTo>
                  <a:pt x="141068" y="132138"/>
                </a:moveTo>
                <a:cubicBezTo>
                  <a:pt x="140505" y="134712"/>
                  <a:pt x="140102" y="136945"/>
                  <a:pt x="139861" y="138835"/>
                </a:cubicBezTo>
                <a:cubicBezTo>
                  <a:pt x="139620" y="140726"/>
                  <a:pt x="139499" y="143200"/>
                  <a:pt x="139499" y="146257"/>
                </a:cubicBezTo>
                <a:cubicBezTo>
                  <a:pt x="139499" y="149636"/>
                  <a:pt x="140283" y="152109"/>
                  <a:pt x="141852" y="153678"/>
                </a:cubicBezTo>
                <a:cubicBezTo>
                  <a:pt x="143421" y="155247"/>
                  <a:pt x="145975" y="156273"/>
                  <a:pt x="149515" y="156755"/>
                </a:cubicBezTo>
                <a:lnTo>
                  <a:pt x="147826" y="164720"/>
                </a:lnTo>
                <a:lnTo>
                  <a:pt x="87127" y="164720"/>
                </a:lnTo>
                <a:lnTo>
                  <a:pt x="88816" y="156755"/>
                </a:lnTo>
                <a:cubicBezTo>
                  <a:pt x="93402" y="155468"/>
                  <a:pt x="96780" y="153216"/>
                  <a:pt x="98953" y="149998"/>
                </a:cubicBezTo>
                <a:cubicBezTo>
                  <a:pt x="101125" y="146780"/>
                  <a:pt x="103176" y="140826"/>
                  <a:pt x="105107" y="132138"/>
                </a:cubicBezTo>
                <a:lnTo>
                  <a:pt x="115244" y="86041"/>
                </a:lnTo>
                <a:lnTo>
                  <a:pt x="64078" y="86041"/>
                </a:lnTo>
                <a:lnTo>
                  <a:pt x="53941" y="132138"/>
                </a:lnTo>
                <a:cubicBezTo>
                  <a:pt x="53378" y="134793"/>
                  <a:pt x="52976" y="137045"/>
                  <a:pt x="52735" y="138896"/>
                </a:cubicBezTo>
                <a:cubicBezTo>
                  <a:pt x="52493" y="140746"/>
                  <a:pt x="52372" y="143200"/>
                  <a:pt x="52372" y="146257"/>
                </a:cubicBezTo>
                <a:cubicBezTo>
                  <a:pt x="52372" y="149636"/>
                  <a:pt x="53157" y="152109"/>
                  <a:pt x="54726" y="153678"/>
                </a:cubicBezTo>
                <a:cubicBezTo>
                  <a:pt x="56294" y="155247"/>
                  <a:pt x="58849" y="156273"/>
                  <a:pt x="62388" y="156755"/>
                </a:cubicBezTo>
                <a:lnTo>
                  <a:pt x="60699" y="164720"/>
                </a:lnTo>
                <a:lnTo>
                  <a:pt x="0" y="164720"/>
                </a:lnTo>
                <a:lnTo>
                  <a:pt x="1689" y="156755"/>
                </a:lnTo>
                <a:cubicBezTo>
                  <a:pt x="6275" y="155468"/>
                  <a:pt x="9654" y="153216"/>
                  <a:pt x="11826" y="149998"/>
                </a:cubicBezTo>
                <a:cubicBezTo>
                  <a:pt x="13998" y="146780"/>
                  <a:pt x="16050" y="140826"/>
                  <a:pt x="17980" y="132138"/>
                </a:cubicBezTo>
                <a:lnTo>
                  <a:pt x="39943" y="32582"/>
                </a:lnTo>
                <a:cubicBezTo>
                  <a:pt x="40989" y="27835"/>
                  <a:pt x="41512" y="23129"/>
                  <a:pt x="41512" y="18463"/>
                </a:cubicBezTo>
                <a:cubicBezTo>
                  <a:pt x="41512" y="15084"/>
                  <a:pt x="40727" y="12610"/>
                  <a:pt x="39159" y="11042"/>
                </a:cubicBezTo>
                <a:cubicBezTo>
                  <a:pt x="37590" y="9473"/>
                  <a:pt x="35036" y="8447"/>
                  <a:pt x="31496" y="7964"/>
                </a:cubicBezTo>
                <a:lnTo>
                  <a:pt x="33185" y="0"/>
                </a:lnTo>
                <a:lnTo>
                  <a:pt x="93884" y="0"/>
                </a:lnTo>
                <a:lnTo>
                  <a:pt x="92195" y="7964"/>
                </a:lnTo>
                <a:cubicBezTo>
                  <a:pt x="87609" y="9252"/>
                  <a:pt x="84230" y="11504"/>
                  <a:pt x="82058" y="14722"/>
                </a:cubicBezTo>
                <a:cubicBezTo>
                  <a:pt x="79886" y="17940"/>
                  <a:pt x="77835" y="23893"/>
                  <a:pt x="75904" y="32582"/>
                </a:cubicBezTo>
                <a:lnTo>
                  <a:pt x="67457" y="70836"/>
                </a:lnTo>
                <a:lnTo>
                  <a:pt x="118622" y="70836"/>
                </a:lnTo>
                <a:lnTo>
                  <a:pt x="127070" y="32582"/>
                </a:lnTo>
                <a:cubicBezTo>
                  <a:pt x="128115" y="27835"/>
                  <a:pt x="128638" y="23129"/>
                  <a:pt x="128638" y="18463"/>
                </a:cubicBezTo>
                <a:cubicBezTo>
                  <a:pt x="128638" y="15084"/>
                  <a:pt x="127854" y="12610"/>
                  <a:pt x="126285" y="11042"/>
                </a:cubicBezTo>
                <a:cubicBezTo>
                  <a:pt x="124717" y="9473"/>
                  <a:pt x="122162" y="8447"/>
                  <a:pt x="118622" y="7964"/>
                </a:cubicBezTo>
                <a:lnTo>
                  <a:pt x="120312" y="0"/>
                </a:lnTo>
                <a:lnTo>
                  <a:pt x="181011" y="0"/>
                </a:lnTo>
                <a:lnTo>
                  <a:pt x="179321" y="7964"/>
                </a:lnTo>
                <a:cubicBezTo>
                  <a:pt x="174736" y="9252"/>
                  <a:pt x="171357" y="11504"/>
                  <a:pt x="169185" y="14722"/>
                </a:cubicBezTo>
                <a:cubicBezTo>
                  <a:pt x="167013" y="17940"/>
                  <a:pt x="164961" y="23893"/>
                  <a:pt x="163030" y="32582"/>
                </a:cubicBezTo>
                <a:lnTo>
                  <a:pt x="141068" y="1321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11">
            <a:extLst xmlns:a="http://schemas.openxmlformats.org/drawingml/2006/main">
              <a:ext uri="{FF2B5EF4-FFF2-40B4-BE49-F238E27FC236}">
                <a16:creationId xmlns:a16="http://schemas.microsoft.com/office/drawing/2014/main" id="{FE772097-684D-4E1C-A7EE-BCBB3D5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316" y="8094317"/>
            <a:ext cx="129483" cy="175219"/>
          </a:xfrm>
          <a:custGeom xmlns:a="http://schemas.openxmlformats.org/drawingml/2006/main">
            <a:pathLst>
              <a:path w="129483" h="175219">
                <a:moveTo>
                  <a:pt x="56113" y="62388"/>
                </a:moveTo>
                <a:cubicBezTo>
                  <a:pt x="49838" y="55550"/>
                  <a:pt x="45333" y="49718"/>
                  <a:pt x="42598" y="44891"/>
                </a:cubicBezTo>
                <a:cubicBezTo>
                  <a:pt x="39863" y="40064"/>
                  <a:pt x="38495" y="34553"/>
                  <a:pt x="38495" y="28358"/>
                </a:cubicBezTo>
                <a:cubicBezTo>
                  <a:pt x="38495" y="22888"/>
                  <a:pt x="40124" y="18001"/>
                  <a:pt x="43382" y="13696"/>
                </a:cubicBezTo>
                <a:cubicBezTo>
                  <a:pt x="46640" y="9392"/>
                  <a:pt x="51246" y="6034"/>
                  <a:pt x="57199" y="3620"/>
                </a:cubicBezTo>
                <a:cubicBezTo>
                  <a:pt x="63153" y="1207"/>
                  <a:pt x="69951" y="0"/>
                  <a:pt x="77593" y="0"/>
                </a:cubicBezTo>
                <a:cubicBezTo>
                  <a:pt x="94488" y="0"/>
                  <a:pt x="111784" y="5350"/>
                  <a:pt x="129483" y="16050"/>
                </a:cubicBezTo>
                <a:lnTo>
                  <a:pt x="124173" y="38616"/>
                </a:lnTo>
                <a:lnTo>
                  <a:pt x="107762" y="38616"/>
                </a:lnTo>
                <a:cubicBezTo>
                  <a:pt x="104463" y="29847"/>
                  <a:pt x="100360" y="23310"/>
                  <a:pt x="95453" y="19006"/>
                </a:cubicBezTo>
                <a:cubicBezTo>
                  <a:pt x="90546" y="14702"/>
                  <a:pt x="84914" y="12550"/>
                  <a:pt x="78559" y="12550"/>
                </a:cubicBezTo>
                <a:cubicBezTo>
                  <a:pt x="74536" y="12550"/>
                  <a:pt x="71338" y="13515"/>
                  <a:pt x="68965" y="15446"/>
                </a:cubicBezTo>
                <a:cubicBezTo>
                  <a:pt x="66592" y="17377"/>
                  <a:pt x="65405" y="20072"/>
                  <a:pt x="65405" y="23531"/>
                </a:cubicBezTo>
                <a:cubicBezTo>
                  <a:pt x="65405" y="26267"/>
                  <a:pt x="66009" y="28982"/>
                  <a:pt x="67215" y="31677"/>
                </a:cubicBezTo>
                <a:cubicBezTo>
                  <a:pt x="68422" y="34372"/>
                  <a:pt x="70413" y="37469"/>
                  <a:pt x="73189" y="40969"/>
                </a:cubicBezTo>
                <a:cubicBezTo>
                  <a:pt x="75964" y="44468"/>
                  <a:pt x="80852" y="49959"/>
                  <a:pt x="87851" y="57441"/>
                </a:cubicBezTo>
                <a:cubicBezTo>
                  <a:pt x="94367" y="64440"/>
                  <a:pt x="99496" y="70634"/>
                  <a:pt x="103237" y="76025"/>
                </a:cubicBezTo>
                <a:cubicBezTo>
                  <a:pt x="106977" y="81415"/>
                  <a:pt x="109874" y="87187"/>
                  <a:pt x="111925" y="93341"/>
                </a:cubicBezTo>
                <a:cubicBezTo>
                  <a:pt x="113977" y="99496"/>
                  <a:pt x="115002" y="106233"/>
                  <a:pt x="115002" y="113554"/>
                </a:cubicBezTo>
                <a:cubicBezTo>
                  <a:pt x="115002" y="125219"/>
                  <a:pt x="112146" y="135819"/>
                  <a:pt x="106434" y="145352"/>
                </a:cubicBezTo>
                <a:cubicBezTo>
                  <a:pt x="100723" y="154885"/>
                  <a:pt x="92798" y="162246"/>
                  <a:pt x="82662" y="167435"/>
                </a:cubicBezTo>
                <a:cubicBezTo>
                  <a:pt x="72525" y="172624"/>
                  <a:pt x="61222" y="175219"/>
                  <a:pt x="48752" y="175219"/>
                </a:cubicBezTo>
                <a:cubicBezTo>
                  <a:pt x="38777" y="175219"/>
                  <a:pt x="30128" y="173489"/>
                  <a:pt x="22807" y="170030"/>
                </a:cubicBezTo>
                <a:cubicBezTo>
                  <a:pt x="15486" y="166570"/>
                  <a:pt x="9855" y="161522"/>
                  <a:pt x="5913" y="154885"/>
                </a:cubicBezTo>
                <a:cubicBezTo>
                  <a:pt x="1971" y="148248"/>
                  <a:pt x="0" y="140384"/>
                  <a:pt x="0" y="131293"/>
                </a:cubicBezTo>
                <a:cubicBezTo>
                  <a:pt x="0" y="117215"/>
                  <a:pt x="4907" y="104041"/>
                  <a:pt x="14722" y="91773"/>
                </a:cubicBezTo>
                <a:cubicBezTo>
                  <a:pt x="24537" y="79504"/>
                  <a:pt x="38334" y="69709"/>
                  <a:pt x="56113" y="62388"/>
                </a:cubicBezTo>
                <a:moveTo>
                  <a:pt x="67095" y="73490"/>
                </a:moveTo>
                <a:cubicBezTo>
                  <a:pt x="56475" y="80248"/>
                  <a:pt x="48209" y="89399"/>
                  <a:pt x="42296" y="100944"/>
                </a:cubicBezTo>
                <a:cubicBezTo>
                  <a:pt x="36383" y="112488"/>
                  <a:pt x="33427" y="124696"/>
                  <a:pt x="33427" y="137568"/>
                </a:cubicBezTo>
                <a:cubicBezTo>
                  <a:pt x="33427" y="146015"/>
                  <a:pt x="34875" y="152311"/>
                  <a:pt x="37771" y="156454"/>
                </a:cubicBezTo>
                <a:cubicBezTo>
                  <a:pt x="40667" y="160597"/>
                  <a:pt x="45132" y="162668"/>
                  <a:pt x="51166" y="162668"/>
                </a:cubicBezTo>
                <a:cubicBezTo>
                  <a:pt x="56315" y="162668"/>
                  <a:pt x="61162" y="160657"/>
                  <a:pt x="65707" y="156635"/>
                </a:cubicBezTo>
                <a:cubicBezTo>
                  <a:pt x="70252" y="152612"/>
                  <a:pt x="73873" y="146921"/>
                  <a:pt x="76568" y="139559"/>
                </a:cubicBezTo>
                <a:cubicBezTo>
                  <a:pt x="79263" y="132198"/>
                  <a:pt x="80610" y="123892"/>
                  <a:pt x="80610" y="114640"/>
                </a:cubicBezTo>
                <a:cubicBezTo>
                  <a:pt x="80610" y="106193"/>
                  <a:pt x="79464" y="98450"/>
                  <a:pt x="77171" y="91411"/>
                </a:cubicBezTo>
                <a:cubicBezTo>
                  <a:pt x="74878" y="84371"/>
                  <a:pt x="71519" y="78398"/>
                  <a:pt x="67095" y="734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12">
            <a:extLst xmlns:a="http://schemas.openxmlformats.org/drawingml/2006/main">
              <a:ext uri="{FF2B5EF4-FFF2-40B4-BE49-F238E27FC236}">
                <a16:creationId xmlns:a16="http://schemas.microsoft.com/office/drawing/2014/main" id="{5B3EAB0F-3491-4BF9-80ED-EA1545CC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716" y="8207098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13">
            <a:extLst xmlns:a="http://schemas.openxmlformats.org/drawingml/2006/main">
              <a:ext uri="{FF2B5EF4-FFF2-40B4-BE49-F238E27FC236}">
                <a16:creationId xmlns:a16="http://schemas.microsoft.com/office/drawing/2014/main" id="{25DEB56C-84A1-4356-AE15-FF7AFED9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591" y="8188925"/>
            <a:ext cx="148670" cy="16050"/>
          </a:xfrm>
          <a:custGeom xmlns:a="http://schemas.openxmlformats.org/drawingml/2006/main">
            <a:pathLst>
              <a:path w="148670" h="16050">
                <a:moveTo>
                  <a:pt x="0" y="16050"/>
                </a:moveTo>
                <a:lnTo>
                  <a:pt x="0" y="0"/>
                </a:lnTo>
                <a:lnTo>
                  <a:pt x="148670" y="0"/>
                </a:lnTo>
                <a:lnTo>
                  <a:pt x="148670" y="16050"/>
                </a:lnTo>
                <a:lnTo>
                  <a:pt x="0" y="160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14">
            <a:extLst xmlns:a="http://schemas.openxmlformats.org/drawingml/2006/main">
              <a:ext uri="{FF2B5EF4-FFF2-40B4-BE49-F238E27FC236}">
                <a16:creationId xmlns:a16="http://schemas.microsoft.com/office/drawing/2014/main" id="{42755861-6719-4A05-8082-3D2FC7C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774" y="8145965"/>
            <a:ext cx="133707" cy="173770"/>
          </a:xfrm>
          <a:custGeom xmlns:a="http://schemas.openxmlformats.org/drawingml/2006/main">
            <a:pathLst>
              <a:path w="133707" h="173770">
                <a:moveTo>
                  <a:pt x="61785" y="26669"/>
                </a:moveTo>
                <a:cubicBezTo>
                  <a:pt x="68382" y="18061"/>
                  <a:pt x="75240" y="11464"/>
                  <a:pt x="82360" y="6878"/>
                </a:cubicBezTo>
                <a:cubicBezTo>
                  <a:pt x="89480" y="2293"/>
                  <a:pt x="97545" y="0"/>
                  <a:pt x="106555" y="0"/>
                </a:cubicBezTo>
                <a:cubicBezTo>
                  <a:pt x="115083" y="0"/>
                  <a:pt x="121740" y="2313"/>
                  <a:pt x="126527" y="6939"/>
                </a:cubicBezTo>
                <a:cubicBezTo>
                  <a:pt x="131313" y="11565"/>
                  <a:pt x="133707" y="17940"/>
                  <a:pt x="133707" y="26066"/>
                </a:cubicBezTo>
                <a:cubicBezTo>
                  <a:pt x="133707" y="28720"/>
                  <a:pt x="133425" y="31938"/>
                  <a:pt x="132862" y="35719"/>
                </a:cubicBezTo>
                <a:cubicBezTo>
                  <a:pt x="132299" y="39501"/>
                  <a:pt x="131736" y="42678"/>
                  <a:pt x="131173" y="45253"/>
                </a:cubicBezTo>
                <a:lnTo>
                  <a:pt x="103659" y="173770"/>
                </a:lnTo>
                <a:lnTo>
                  <a:pt x="68784" y="173770"/>
                </a:lnTo>
                <a:lnTo>
                  <a:pt x="94970" y="56355"/>
                </a:lnTo>
                <a:cubicBezTo>
                  <a:pt x="98108" y="42276"/>
                  <a:pt x="99677" y="33105"/>
                  <a:pt x="99677" y="28841"/>
                </a:cubicBezTo>
                <a:cubicBezTo>
                  <a:pt x="99677" y="21359"/>
                  <a:pt x="96780" y="17618"/>
                  <a:pt x="90988" y="17618"/>
                </a:cubicBezTo>
                <a:cubicBezTo>
                  <a:pt x="88012" y="17618"/>
                  <a:pt x="84914" y="18745"/>
                  <a:pt x="81696" y="20997"/>
                </a:cubicBezTo>
                <a:cubicBezTo>
                  <a:pt x="78478" y="23250"/>
                  <a:pt x="75120" y="26267"/>
                  <a:pt x="71620" y="30048"/>
                </a:cubicBezTo>
                <a:cubicBezTo>
                  <a:pt x="68120" y="33829"/>
                  <a:pt x="65345" y="37811"/>
                  <a:pt x="63293" y="41995"/>
                </a:cubicBezTo>
                <a:cubicBezTo>
                  <a:pt x="61242" y="46178"/>
                  <a:pt x="59693" y="50442"/>
                  <a:pt x="58648" y="54786"/>
                </a:cubicBezTo>
                <a:lnTo>
                  <a:pt x="43322" y="121639"/>
                </a:lnTo>
                <a:lnTo>
                  <a:pt x="8689" y="121639"/>
                </a:lnTo>
                <a:lnTo>
                  <a:pt x="28238" y="39581"/>
                </a:lnTo>
                <a:cubicBezTo>
                  <a:pt x="29444" y="34513"/>
                  <a:pt x="30048" y="29927"/>
                  <a:pt x="30048" y="25824"/>
                </a:cubicBezTo>
                <a:cubicBezTo>
                  <a:pt x="30048" y="23169"/>
                  <a:pt x="29625" y="21118"/>
                  <a:pt x="28781" y="19670"/>
                </a:cubicBezTo>
                <a:cubicBezTo>
                  <a:pt x="27936" y="18222"/>
                  <a:pt x="26428" y="17498"/>
                  <a:pt x="24255" y="17498"/>
                </a:cubicBezTo>
                <a:cubicBezTo>
                  <a:pt x="22003" y="17498"/>
                  <a:pt x="19630" y="18322"/>
                  <a:pt x="17136" y="19972"/>
                </a:cubicBezTo>
                <a:cubicBezTo>
                  <a:pt x="14642" y="21621"/>
                  <a:pt x="11826" y="24255"/>
                  <a:pt x="8689" y="27876"/>
                </a:cubicBezTo>
                <a:lnTo>
                  <a:pt x="0" y="19308"/>
                </a:lnTo>
                <a:cubicBezTo>
                  <a:pt x="6919" y="13033"/>
                  <a:pt x="12289" y="8749"/>
                  <a:pt x="16110" y="6456"/>
                </a:cubicBezTo>
                <a:cubicBezTo>
                  <a:pt x="19931" y="4163"/>
                  <a:pt x="23612" y="2514"/>
                  <a:pt x="27152" y="1508"/>
                </a:cubicBezTo>
                <a:cubicBezTo>
                  <a:pt x="30691" y="503"/>
                  <a:pt x="34553" y="0"/>
                  <a:pt x="38736" y="0"/>
                </a:cubicBezTo>
                <a:cubicBezTo>
                  <a:pt x="45655" y="0"/>
                  <a:pt x="51025" y="1810"/>
                  <a:pt x="54846" y="5430"/>
                </a:cubicBezTo>
                <a:cubicBezTo>
                  <a:pt x="58668" y="9051"/>
                  <a:pt x="60578" y="13837"/>
                  <a:pt x="60578" y="19791"/>
                </a:cubicBezTo>
                <a:cubicBezTo>
                  <a:pt x="60578" y="22445"/>
                  <a:pt x="60417" y="24577"/>
                  <a:pt x="60096" y="26186"/>
                </a:cubicBezTo>
                <a:lnTo>
                  <a:pt x="61785" y="266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15">
            <a:extLst xmlns:a="http://schemas.openxmlformats.org/drawingml/2006/main">
              <a:ext uri="{FF2B5EF4-FFF2-40B4-BE49-F238E27FC236}">
                <a16:creationId xmlns:a16="http://schemas.microsoft.com/office/drawing/2014/main" id="{5112F1CF-BF86-48AF-A2F3-B5EDF3ED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219" y="8145965"/>
            <a:ext cx="107882" cy="123570"/>
          </a:xfrm>
          <a:custGeom xmlns:a="http://schemas.openxmlformats.org/drawingml/2006/main">
            <a:pathLst>
              <a:path w="107882" h="123570">
                <a:moveTo>
                  <a:pt x="82300" y="89661"/>
                </a:moveTo>
                <a:lnTo>
                  <a:pt x="92074" y="100159"/>
                </a:lnTo>
                <a:cubicBezTo>
                  <a:pt x="83627" y="108607"/>
                  <a:pt x="75180" y="114620"/>
                  <a:pt x="66733" y="118200"/>
                </a:cubicBezTo>
                <a:cubicBezTo>
                  <a:pt x="58286" y="121780"/>
                  <a:pt x="48994" y="123570"/>
                  <a:pt x="38857" y="123570"/>
                </a:cubicBezTo>
                <a:cubicBezTo>
                  <a:pt x="26548" y="123570"/>
                  <a:pt x="16995" y="119729"/>
                  <a:pt x="10197" y="112046"/>
                </a:cubicBezTo>
                <a:cubicBezTo>
                  <a:pt x="3399" y="104363"/>
                  <a:pt x="0" y="93683"/>
                  <a:pt x="0" y="80007"/>
                </a:cubicBezTo>
                <a:cubicBezTo>
                  <a:pt x="0" y="67215"/>
                  <a:pt x="2876" y="54183"/>
                  <a:pt x="8628" y="40908"/>
                </a:cubicBezTo>
                <a:cubicBezTo>
                  <a:pt x="14380" y="27634"/>
                  <a:pt x="22888" y="17498"/>
                  <a:pt x="34151" y="10499"/>
                </a:cubicBezTo>
                <a:cubicBezTo>
                  <a:pt x="45414" y="3500"/>
                  <a:pt x="58607" y="0"/>
                  <a:pt x="73732" y="0"/>
                </a:cubicBezTo>
                <a:cubicBezTo>
                  <a:pt x="79122" y="0"/>
                  <a:pt x="84954" y="422"/>
                  <a:pt x="91229" y="1267"/>
                </a:cubicBezTo>
                <a:cubicBezTo>
                  <a:pt x="97505" y="2112"/>
                  <a:pt x="103056" y="3298"/>
                  <a:pt x="107882" y="4827"/>
                </a:cubicBezTo>
                <a:lnTo>
                  <a:pt x="101125" y="34271"/>
                </a:lnTo>
                <a:lnTo>
                  <a:pt x="79403" y="34271"/>
                </a:lnTo>
                <a:cubicBezTo>
                  <a:pt x="79564" y="32582"/>
                  <a:pt x="79645" y="30852"/>
                  <a:pt x="79645" y="29082"/>
                </a:cubicBezTo>
                <a:cubicBezTo>
                  <a:pt x="79645" y="23290"/>
                  <a:pt x="78760" y="19087"/>
                  <a:pt x="76990" y="16472"/>
                </a:cubicBezTo>
                <a:cubicBezTo>
                  <a:pt x="75220" y="13857"/>
                  <a:pt x="72605" y="12550"/>
                  <a:pt x="69146" y="12550"/>
                </a:cubicBezTo>
                <a:cubicBezTo>
                  <a:pt x="63193" y="12550"/>
                  <a:pt x="57521" y="15969"/>
                  <a:pt x="52131" y="22807"/>
                </a:cubicBezTo>
                <a:cubicBezTo>
                  <a:pt x="46741" y="29646"/>
                  <a:pt x="42236" y="39139"/>
                  <a:pt x="38616" y="51286"/>
                </a:cubicBezTo>
                <a:cubicBezTo>
                  <a:pt x="34995" y="63434"/>
                  <a:pt x="33185" y="74094"/>
                  <a:pt x="33185" y="83265"/>
                </a:cubicBezTo>
                <a:cubicBezTo>
                  <a:pt x="33185" y="98389"/>
                  <a:pt x="38696" y="105952"/>
                  <a:pt x="49718" y="105952"/>
                </a:cubicBezTo>
                <a:cubicBezTo>
                  <a:pt x="55269" y="105952"/>
                  <a:pt x="60518" y="104705"/>
                  <a:pt x="65466" y="102211"/>
                </a:cubicBezTo>
                <a:cubicBezTo>
                  <a:pt x="70413" y="99717"/>
                  <a:pt x="76025" y="95534"/>
                  <a:pt x="82300" y="896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16">
            <a:extLst xmlns:a="http://schemas.openxmlformats.org/drawingml/2006/main">
              <a:ext uri="{FF2B5EF4-FFF2-40B4-BE49-F238E27FC236}">
                <a16:creationId xmlns:a16="http://schemas.microsoft.com/office/drawing/2014/main" id="{76BF33FB-C12A-4CE4-8E9F-EE1079A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638" y="8207098"/>
            <a:ext cx="64440" cy="113856"/>
          </a:xfrm>
          <a:custGeom xmlns:a="http://schemas.openxmlformats.org/drawingml/2006/main">
            <a:pathLst>
              <a:path w="64440" h="113856">
                <a:moveTo>
                  <a:pt x="57742" y="95936"/>
                </a:moveTo>
                <a:cubicBezTo>
                  <a:pt x="51648" y="102633"/>
                  <a:pt x="46052" y="107294"/>
                  <a:pt x="40954" y="109919"/>
                </a:cubicBezTo>
                <a:cubicBezTo>
                  <a:pt x="35855" y="112544"/>
                  <a:pt x="29837" y="113856"/>
                  <a:pt x="22898" y="113856"/>
                </a:cubicBezTo>
                <a:cubicBezTo>
                  <a:pt x="16019" y="113856"/>
                  <a:pt x="10740" y="112091"/>
                  <a:pt x="7059" y="108561"/>
                </a:cubicBezTo>
                <a:cubicBezTo>
                  <a:pt x="3379" y="105032"/>
                  <a:pt x="1539" y="100159"/>
                  <a:pt x="1539" y="93945"/>
                </a:cubicBezTo>
                <a:cubicBezTo>
                  <a:pt x="1539" y="91109"/>
                  <a:pt x="1750" y="88409"/>
                  <a:pt x="2172" y="85844"/>
                </a:cubicBezTo>
                <a:cubicBezTo>
                  <a:pt x="2594" y="83280"/>
                  <a:pt x="3469" y="79072"/>
                  <a:pt x="4797" y="73219"/>
                </a:cubicBezTo>
                <a:lnTo>
                  <a:pt x="14119" y="33940"/>
                </a:lnTo>
                <a:lnTo>
                  <a:pt x="0" y="33940"/>
                </a:lnTo>
                <a:lnTo>
                  <a:pt x="1720" y="26609"/>
                </a:lnTo>
                <a:cubicBezTo>
                  <a:pt x="5943" y="26609"/>
                  <a:pt x="9141" y="26216"/>
                  <a:pt x="11313" y="25432"/>
                </a:cubicBezTo>
                <a:cubicBezTo>
                  <a:pt x="13485" y="24648"/>
                  <a:pt x="15311" y="23471"/>
                  <a:pt x="16789" y="21902"/>
                </a:cubicBezTo>
                <a:cubicBezTo>
                  <a:pt x="18267" y="20334"/>
                  <a:pt x="19700" y="17950"/>
                  <a:pt x="21088" y="14752"/>
                </a:cubicBezTo>
                <a:cubicBezTo>
                  <a:pt x="22476" y="11555"/>
                  <a:pt x="24105" y="6637"/>
                  <a:pt x="25975" y="0"/>
                </a:cubicBezTo>
                <a:lnTo>
                  <a:pt x="47696" y="0"/>
                </a:lnTo>
                <a:lnTo>
                  <a:pt x="42447" y="22626"/>
                </a:lnTo>
                <a:lnTo>
                  <a:pt x="64440" y="22626"/>
                </a:lnTo>
                <a:lnTo>
                  <a:pt x="61996" y="33940"/>
                </a:lnTo>
                <a:lnTo>
                  <a:pt x="39822" y="33940"/>
                </a:lnTo>
                <a:lnTo>
                  <a:pt x="31043" y="70142"/>
                </a:lnTo>
                <a:cubicBezTo>
                  <a:pt x="29535" y="76356"/>
                  <a:pt x="28494" y="81078"/>
                  <a:pt x="27921" y="84306"/>
                </a:cubicBezTo>
                <a:cubicBezTo>
                  <a:pt x="27348" y="87534"/>
                  <a:pt x="27061" y="90264"/>
                  <a:pt x="27061" y="92497"/>
                </a:cubicBezTo>
                <a:cubicBezTo>
                  <a:pt x="27061" y="95332"/>
                  <a:pt x="27574" y="97399"/>
                  <a:pt x="28600" y="98696"/>
                </a:cubicBezTo>
                <a:cubicBezTo>
                  <a:pt x="29625" y="99993"/>
                  <a:pt x="31134" y="100642"/>
                  <a:pt x="33125" y="100642"/>
                </a:cubicBezTo>
                <a:cubicBezTo>
                  <a:pt x="35840" y="100642"/>
                  <a:pt x="38631" y="99677"/>
                  <a:pt x="41497" y="97746"/>
                </a:cubicBezTo>
                <a:cubicBezTo>
                  <a:pt x="44363" y="95815"/>
                  <a:pt x="47455" y="92828"/>
                  <a:pt x="50774" y="88786"/>
                </a:cubicBezTo>
                <a:lnTo>
                  <a:pt x="57742" y="9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17">
            <a:extLst xmlns:a="http://schemas.openxmlformats.org/drawingml/2006/main">
              <a:ext uri="{FF2B5EF4-FFF2-40B4-BE49-F238E27FC236}">
                <a16:creationId xmlns:a16="http://schemas.microsoft.com/office/drawing/2014/main" id="{D7A9BEA6-6549-4AA4-A62E-CD3098F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031" y="2674049"/>
            <a:ext cx="293479" cy="77232"/>
          </a:xfrm>
          <a:custGeom xmlns:a="http://schemas.openxmlformats.org/drawingml/2006/main">
            <a:pathLst>
              <a:path w="293479" h="77232">
                <a:moveTo>
                  <a:pt x="0" y="0"/>
                </a:moveTo>
                <a:lnTo>
                  <a:pt x="196941" y="2"/>
                </a:lnTo>
                <a:lnTo>
                  <a:pt x="196941" y="38617"/>
                </a:lnTo>
                <a:lnTo>
                  <a:pt x="0" y="38616"/>
                </a:lnTo>
                <a:lnTo>
                  <a:pt x="0" y="0"/>
                </a:lnTo>
                <a:moveTo>
                  <a:pt x="177633" y="-38616"/>
                </a:moveTo>
                <a:lnTo>
                  <a:pt x="293479" y="19309"/>
                </a:lnTo>
                <a:lnTo>
                  <a:pt x="177633" y="77232"/>
                </a:lnTo>
                <a:lnTo>
                  <a:pt x="177633" y="-38616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18">
            <a:extLst xmlns:a="http://schemas.openxmlformats.org/drawingml/2006/main">
              <a:ext uri="{FF2B5EF4-FFF2-40B4-BE49-F238E27FC236}">
                <a16:creationId xmlns:a16="http://schemas.microsoft.com/office/drawing/2014/main" id="{F37AD274-6B58-4BEA-8DA5-DBCAB5C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425" y="2674049"/>
            <a:ext cx="293476" cy="77232"/>
          </a:xfrm>
          <a:custGeom xmlns:a="http://schemas.openxmlformats.org/drawingml/2006/main">
            <a:pathLst>
              <a:path w="293476" h="77232">
                <a:moveTo>
                  <a:pt x="0" y="0"/>
                </a:moveTo>
                <a:lnTo>
                  <a:pt x="196938" y="2"/>
                </a:lnTo>
                <a:lnTo>
                  <a:pt x="196938" y="38617"/>
                </a:lnTo>
                <a:lnTo>
                  <a:pt x="0" y="38616"/>
                </a:lnTo>
                <a:lnTo>
                  <a:pt x="0" y="0"/>
                </a:lnTo>
                <a:moveTo>
                  <a:pt x="177629" y="-38616"/>
                </a:moveTo>
                <a:lnTo>
                  <a:pt x="293476" y="19309"/>
                </a:lnTo>
                <a:lnTo>
                  <a:pt x="177629" y="77232"/>
                </a:lnTo>
                <a:lnTo>
                  <a:pt x="177629" y="-38616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19">
            <a:extLst xmlns:a="http://schemas.openxmlformats.org/drawingml/2006/main">
              <a:ext uri="{FF2B5EF4-FFF2-40B4-BE49-F238E27FC236}">
                <a16:creationId xmlns:a16="http://schemas.microsoft.com/office/drawing/2014/main" id="{F4AC6E25-D011-4AFD-BF36-EB22C1EF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26" y="5145128"/>
            <a:ext cx="185355" cy="77233"/>
          </a:xfrm>
          <a:custGeom xmlns:a="http://schemas.openxmlformats.org/drawingml/2006/main">
            <a:pathLst>
              <a:path w="185355" h="77233">
                <a:moveTo>
                  <a:pt x="0" y="0"/>
                </a:moveTo>
                <a:lnTo>
                  <a:pt x="88816" y="2"/>
                </a:lnTo>
                <a:lnTo>
                  <a:pt x="88816" y="38617"/>
                </a:lnTo>
                <a:lnTo>
                  <a:pt x="0" y="38616"/>
                </a:lnTo>
                <a:lnTo>
                  <a:pt x="0" y="0"/>
                </a:lnTo>
                <a:moveTo>
                  <a:pt x="69508" y="-38614"/>
                </a:moveTo>
                <a:lnTo>
                  <a:pt x="185355" y="19310"/>
                </a:lnTo>
                <a:lnTo>
                  <a:pt x="69508" y="77233"/>
                </a:lnTo>
                <a:lnTo>
                  <a:pt x="69508" y="-3861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20">
            <a:extLst xmlns:a="http://schemas.openxmlformats.org/drawingml/2006/main">
              <a:ext uri="{FF2B5EF4-FFF2-40B4-BE49-F238E27FC236}">
                <a16:creationId xmlns:a16="http://schemas.microsoft.com/office/drawing/2014/main" id="{79AB0B94-2B61-4894-A4DE-FAA99F6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889" y="5145128"/>
            <a:ext cx="185355" cy="77233"/>
          </a:xfrm>
          <a:custGeom xmlns:a="http://schemas.openxmlformats.org/drawingml/2006/main">
            <a:pathLst>
              <a:path w="185355" h="77233">
                <a:moveTo>
                  <a:pt x="0" y="0"/>
                </a:moveTo>
                <a:lnTo>
                  <a:pt x="88816" y="2"/>
                </a:lnTo>
                <a:lnTo>
                  <a:pt x="88816" y="38617"/>
                </a:lnTo>
                <a:lnTo>
                  <a:pt x="0" y="38616"/>
                </a:lnTo>
                <a:lnTo>
                  <a:pt x="0" y="0"/>
                </a:lnTo>
                <a:moveTo>
                  <a:pt x="69508" y="-38614"/>
                </a:moveTo>
                <a:lnTo>
                  <a:pt x="185355" y="19310"/>
                </a:lnTo>
                <a:lnTo>
                  <a:pt x="69508" y="77233"/>
                </a:lnTo>
                <a:lnTo>
                  <a:pt x="69508" y="-3861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21">
            <a:extLst xmlns:a="http://schemas.openxmlformats.org/drawingml/2006/main">
              <a:ext uri="{FF2B5EF4-FFF2-40B4-BE49-F238E27FC236}">
                <a16:creationId xmlns:a16="http://schemas.microsoft.com/office/drawing/2014/main" id="{CCE18B3D-3EB5-45D1-A30C-280BD40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5919" y="5145128"/>
            <a:ext cx="185389" cy="77353"/>
          </a:xfrm>
          <a:custGeom xmlns:a="http://schemas.openxmlformats.org/drawingml/2006/main">
            <a:pathLst>
              <a:path w="185389" h="77353">
                <a:moveTo>
                  <a:pt x="68" y="0"/>
                </a:moveTo>
                <a:lnTo>
                  <a:pt x="88884" y="156"/>
                </a:lnTo>
                <a:lnTo>
                  <a:pt x="88816" y="38772"/>
                </a:lnTo>
                <a:lnTo>
                  <a:pt x="0" y="38616"/>
                </a:lnTo>
                <a:lnTo>
                  <a:pt x="68" y="0"/>
                </a:lnTo>
                <a:moveTo>
                  <a:pt x="69644" y="-38494"/>
                </a:moveTo>
                <a:lnTo>
                  <a:pt x="185389" y="19632"/>
                </a:lnTo>
                <a:lnTo>
                  <a:pt x="69442" y="77353"/>
                </a:lnTo>
                <a:lnTo>
                  <a:pt x="69644" y="-38494"/>
                </a:lnTo>
              </a:path>
            </a:pathLst>
          </a:custGeom>
          <a:solidFill xmlns:a="http://schemas.openxmlformats.org/drawingml/2006/main">
            <a:srgbClr val="4D84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22">
            <a:extLst xmlns:a="http://schemas.openxmlformats.org/drawingml/2006/main">
              <a:ext uri="{FF2B5EF4-FFF2-40B4-BE49-F238E27FC236}">
                <a16:creationId xmlns:a16="http://schemas.microsoft.com/office/drawing/2014/main" id="{BD138A2C-B4FD-4574-AB51-16DD541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13" y="2847820"/>
            <a:ext cx="463388" cy="61787"/>
          </a:xfrm>
          <a:custGeom xmlns:a="http://schemas.openxmlformats.org/drawingml/2006/main">
            <a:pathLst>
              <a:path w="463388" h="61787">
                <a:moveTo>
                  <a:pt x="0" y="0"/>
                </a:moveTo>
                <a:lnTo>
                  <a:pt x="0" y="30893"/>
                </a:lnTo>
                <a:lnTo>
                  <a:pt x="92678" y="30893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3"/>
                </a:lnTo>
                <a:lnTo>
                  <a:pt x="216248" y="30893"/>
                </a:lnTo>
                <a:lnTo>
                  <a:pt x="216248" y="0"/>
                </a:lnTo>
                <a:close/>
                <a:moveTo>
                  <a:pt x="247141" y="0"/>
                </a:moveTo>
                <a:lnTo>
                  <a:pt x="339818" y="2"/>
                </a:lnTo>
                <a:lnTo>
                  <a:pt x="339818" y="30894"/>
                </a:lnTo>
                <a:lnTo>
                  <a:pt x="247141" y="30893"/>
                </a:lnTo>
                <a:lnTo>
                  <a:pt x="247141" y="0"/>
                </a:lnTo>
                <a:moveTo>
                  <a:pt x="370711" y="2"/>
                </a:moveTo>
                <a:lnTo>
                  <a:pt x="370711" y="30894"/>
                </a:lnTo>
                <a:lnTo>
                  <a:pt x="386157" y="30894"/>
                </a:lnTo>
                <a:lnTo>
                  <a:pt x="386157" y="2"/>
                </a:lnTo>
                <a:close/>
                <a:moveTo>
                  <a:pt x="370711" y="-30891"/>
                </a:moveTo>
                <a:lnTo>
                  <a:pt x="463388" y="15448"/>
                </a:lnTo>
                <a:lnTo>
                  <a:pt x="370711" y="61787"/>
                </a:lnTo>
                <a:lnTo>
                  <a:pt x="370711" y="-30891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05A4743-C967-4970-9C06-81C0A9DC4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ed084626a4514"/>
          <a:stretch xmlns:a="http://schemas.openxmlformats.org/drawingml/2006/main"/>
        </p:blipFill>
        <p:spPr>
          <a:xfrm xmlns:a="http://schemas.openxmlformats.org/drawingml/2006/main">
            <a:off x="1436633" y="276093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1" name="path-224">
            <a:extLst xmlns:a="http://schemas.openxmlformats.org/drawingml/2006/main">
              <a:ext uri="{FF2B5EF4-FFF2-40B4-BE49-F238E27FC236}">
                <a16:creationId xmlns:a16="http://schemas.microsoft.com/office/drawing/2014/main" id="{498A5447-5C34-4526-BE25-F56D2569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822" y="2847820"/>
            <a:ext cx="463388" cy="61787"/>
          </a:xfrm>
          <a:custGeom xmlns:a="http://schemas.openxmlformats.org/drawingml/2006/main">
            <a:pathLst>
              <a:path w="463388" h="61787">
                <a:moveTo>
                  <a:pt x="0" y="0"/>
                </a:moveTo>
                <a:lnTo>
                  <a:pt x="0" y="30893"/>
                </a:lnTo>
                <a:lnTo>
                  <a:pt x="92678" y="30893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3"/>
                </a:lnTo>
                <a:lnTo>
                  <a:pt x="216248" y="30893"/>
                </a:lnTo>
                <a:lnTo>
                  <a:pt x="216248" y="0"/>
                </a:lnTo>
                <a:close/>
                <a:moveTo>
                  <a:pt x="247140" y="0"/>
                </a:moveTo>
                <a:lnTo>
                  <a:pt x="339818" y="2"/>
                </a:lnTo>
                <a:lnTo>
                  <a:pt x="339818" y="30894"/>
                </a:lnTo>
                <a:lnTo>
                  <a:pt x="247140" y="30893"/>
                </a:lnTo>
                <a:lnTo>
                  <a:pt x="247140" y="0"/>
                </a:lnTo>
                <a:moveTo>
                  <a:pt x="370711" y="2"/>
                </a:moveTo>
                <a:lnTo>
                  <a:pt x="370711" y="30894"/>
                </a:lnTo>
                <a:lnTo>
                  <a:pt x="386157" y="30894"/>
                </a:lnTo>
                <a:lnTo>
                  <a:pt x="386157" y="2"/>
                </a:lnTo>
                <a:close/>
                <a:moveTo>
                  <a:pt x="370711" y="-30891"/>
                </a:moveTo>
                <a:lnTo>
                  <a:pt x="463388" y="15448"/>
                </a:lnTo>
                <a:lnTo>
                  <a:pt x="370711" y="61787"/>
                </a:lnTo>
                <a:lnTo>
                  <a:pt x="370711" y="-30891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text-225 Context">
            <a:extLst xmlns:a="http://schemas.openxmlformats.org/drawingml/2006/main">
              <a:ext uri="{FF2B5EF4-FFF2-40B4-BE49-F238E27FC236}">
                <a16:creationId xmlns:a16="http://schemas.microsoft.com/office/drawing/2014/main" id="{2E15DD3A-BA4D-41AF-BFDF-A84F839E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523" y="3024730"/>
            <a:ext cx="623550" cy="26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303" name="text-226 Task">
            <a:extLst xmlns:a="http://schemas.openxmlformats.org/drawingml/2006/main">
              <a:ext uri="{FF2B5EF4-FFF2-40B4-BE49-F238E27FC236}">
                <a16:creationId xmlns:a16="http://schemas.microsoft.com/office/drawing/2014/main" id="{BDAF77B4-071D-4A27-BD2B-1CFFCEC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540" y="3023767"/>
            <a:ext cx="373995" cy="26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304" name="text-227 Verifier">
            <a:extLst xmlns:a="http://schemas.openxmlformats.org/drawingml/2006/main">
              <a:ext uri="{FF2B5EF4-FFF2-40B4-BE49-F238E27FC236}">
                <a16:creationId xmlns:a16="http://schemas.microsoft.com/office/drawing/2014/main" id="{B0DE0CF4-1F63-4B91-8C5D-5D19A418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903" y="3023960"/>
            <a:ext cx="598123" cy="267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CC24E1F1-B7C2-4BF2-A630-46C598891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3c63c3c0c4fb6"/>
          <a:stretch xmlns:a="http://schemas.openxmlformats.org/drawingml/2006/main"/>
        </p:blipFill>
        <p:spPr>
          <a:xfrm xmlns:a="http://schemas.openxmlformats.org/drawingml/2006/main">
            <a:off x="2665358" y="276093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6" name="path-229">
            <a:extLst xmlns:a="http://schemas.openxmlformats.org/drawingml/2006/main">
              <a:ext uri="{FF2B5EF4-FFF2-40B4-BE49-F238E27FC236}">
                <a16:creationId xmlns:a16="http://schemas.microsoft.com/office/drawing/2014/main" id="{F6D88700-BD02-4991-8688-9649EE70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532" y="5164760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0" y="30892"/>
                </a:lnTo>
                <a:lnTo>
                  <a:pt x="92677" y="30892"/>
                </a:lnTo>
                <a:lnTo>
                  <a:pt x="92677" y="0"/>
                </a:lnTo>
                <a:close/>
                <a:moveTo>
                  <a:pt x="123570" y="0"/>
                </a:moveTo>
                <a:lnTo>
                  <a:pt x="123570" y="30892"/>
                </a:lnTo>
                <a:lnTo>
                  <a:pt x="216247" y="30892"/>
                </a:lnTo>
                <a:lnTo>
                  <a:pt x="216247" y="0"/>
                </a:lnTo>
                <a:close/>
                <a:moveTo>
                  <a:pt x="247140" y="0"/>
                </a:moveTo>
                <a:lnTo>
                  <a:pt x="247140" y="30892"/>
                </a:lnTo>
                <a:lnTo>
                  <a:pt x="262587" y="30892"/>
                </a:lnTo>
                <a:lnTo>
                  <a:pt x="262587" y="0"/>
                </a:lnTo>
                <a:close/>
                <a:moveTo>
                  <a:pt x="247140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0" y="-30893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24ACE0B-27EE-4081-8660-56DC6F005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55c4f538b45b3"/>
          <a:stretch xmlns:a="http://schemas.openxmlformats.org/drawingml/2006/main"/>
        </p:blipFill>
        <p:spPr>
          <a:xfrm xmlns:a="http://schemas.openxmlformats.org/drawingml/2006/main">
            <a:off x="2960633" y="5065986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5671BC8-051F-4DEE-AD5E-C882733B9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4b743e6e74974"/>
          <a:stretch xmlns:a="http://schemas.openxmlformats.org/drawingml/2006/main"/>
        </p:blipFill>
        <p:spPr>
          <a:xfrm xmlns:a="http://schemas.openxmlformats.org/drawingml/2006/main">
            <a:off x="7604133" y="4512310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11FDC50-1CE3-404A-A17E-86C4E519A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bed501b464bc4"/>
          <a:stretch xmlns:a="http://schemas.openxmlformats.org/drawingml/2006/main"/>
        </p:blipFill>
        <p:spPr>
          <a:xfrm xmlns:a="http://schemas.openxmlformats.org/drawingml/2006/main">
            <a:off x="7618358" y="4570686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10" name="path-233">
            <a:extLst xmlns:a="http://schemas.openxmlformats.org/drawingml/2006/main">
              <a:ext uri="{FF2B5EF4-FFF2-40B4-BE49-F238E27FC236}">
                <a16:creationId xmlns:a16="http://schemas.microsoft.com/office/drawing/2014/main" id="{CCB01561-AE9E-4AED-B0A7-9AF98AB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80" y="7604004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34">
            <a:extLst xmlns:a="http://schemas.openxmlformats.org/drawingml/2006/main">
              <a:ext uri="{FF2B5EF4-FFF2-40B4-BE49-F238E27FC236}">
                <a16:creationId xmlns:a16="http://schemas.microsoft.com/office/drawing/2014/main" id="{2DD107CD-597A-4F18-897A-817BB69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864" y="7604004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35">
            <a:extLst xmlns:a="http://schemas.openxmlformats.org/drawingml/2006/main">
              <a:ext uri="{FF2B5EF4-FFF2-40B4-BE49-F238E27FC236}">
                <a16:creationId xmlns:a16="http://schemas.microsoft.com/office/drawing/2014/main" id="{103E66D1-8023-42F0-A85A-7EE5145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747" y="7604004"/>
            <a:ext cx="231694" cy="77232"/>
          </a:xfrm>
          <a:custGeom xmlns:a="http://schemas.openxmlformats.org/drawingml/2006/main">
            <a:pathLst>
              <a:path w="231694" h="77232">
                <a:moveTo>
                  <a:pt x="0" y="0"/>
                </a:moveTo>
                <a:lnTo>
                  <a:pt x="135155" y="0"/>
                </a:lnTo>
                <a:lnTo>
                  <a:pt x="135155" y="38616"/>
                </a:lnTo>
                <a:lnTo>
                  <a:pt x="0" y="38615"/>
                </a:lnTo>
                <a:lnTo>
                  <a:pt x="0" y="0"/>
                </a:lnTo>
                <a:moveTo>
                  <a:pt x="115847" y="-38615"/>
                </a:moveTo>
                <a:lnTo>
                  <a:pt x="231694" y="19309"/>
                </a:lnTo>
                <a:lnTo>
                  <a:pt x="115847" y="77232"/>
                </a:lnTo>
                <a:lnTo>
                  <a:pt x="115847" y="-38615"/>
                </a:lnTo>
              </a:path>
            </a:pathLst>
          </a:custGeom>
          <a:solidFill xmlns:a="http://schemas.openxmlformats.org/drawingml/2006/main">
            <a:srgbClr val="2030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EE50361-B87C-4A21-BA81-8749A56D0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651ef01194dd6"/>
          <a:stretch xmlns:a="http://schemas.openxmlformats.org/drawingml/2006/main"/>
        </p:blipFill>
        <p:spPr>
          <a:xfrm xmlns:a="http://schemas.openxmlformats.org/drawingml/2006/main">
            <a:off x="564343" y="7307466"/>
            <a:ext cx="441145" cy="437438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2D03765-7416-498F-A202-2364B8B62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72ae629e64d9f"/>
          <a:stretch xmlns:a="http://schemas.openxmlformats.org/drawingml/2006/main"/>
        </p:blipFill>
        <p:spPr>
          <a:xfrm xmlns:a="http://schemas.openxmlformats.org/drawingml/2006/main">
            <a:off x="579383" y="7332936"/>
            <a:ext cx="323850" cy="390525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849710A-5CE9-4BB5-ACF0-1C8B66CD4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c8b581fe0432b"/>
          <a:stretch xmlns:a="http://schemas.openxmlformats.org/drawingml/2006/main"/>
        </p:blipFill>
        <p:spPr>
          <a:xfrm xmlns:a="http://schemas.openxmlformats.org/drawingml/2006/main">
            <a:off x="1461462" y="7307466"/>
            <a:ext cx="437438" cy="437438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C571ABE8-5B7E-4128-90F4-3B1419A01C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e10eddb40437c"/>
          <a:stretch xmlns:a="http://schemas.openxmlformats.org/drawingml/2006/main"/>
        </p:blipFill>
        <p:spPr>
          <a:xfrm xmlns:a="http://schemas.openxmlformats.org/drawingml/2006/main">
            <a:off x="1474733" y="7332936"/>
            <a:ext cx="323850" cy="390525"/>
          </a:xfrm>
          <a:prstGeom xmlns:a="http://schemas.openxmlformats.org/drawingml/2006/main" prst="rect">
            <a:avLst/>
          </a:prstGeom>
        </p:spPr>
      </p:pic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ED2A9F4-5495-4039-97D4-7082C88CD3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47d5672ee4643"/>
          <a:stretch xmlns:a="http://schemas.openxmlformats.org/drawingml/2006/main"/>
        </p:blipFill>
        <p:spPr>
          <a:xfrm xmlns:a="http://schemas.openxmlformats.org/drawingml/2006/main">
            <a:off x="2358581" y="7307466"/>
            <a:ext cx="437438" cy="437438"/>
          </a:xfrm>
          <a:prstGeom xmlns:a="http://schemas.openxmlformats.org/drawingml/2006/main" prst="rect">
            <a:avLst/>
          </a:prstGeom>
        </p:spPr>
      </p:pic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256ED7B-D245-4BBC-AB80-C7C60D6069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d222ad86d4d20"/>
          <a:stretch xmlns:a="http://schemas.openxmlformats.org/drawingml/2006/main"/>
        </p:blipFill>
        <p:spPr>
          <a:xfrm xmlns:a="http://schemas.openxmlformats.org/drawingml/2006/main">
            <a:off x="2370083" y="7361511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9" name="path-242">
            <a:extLst xmlns:a="http://schemas.openxmlformats.org/drawingml/2006/main">
              <a:ext uri="{FF2B5EF4-FFF2-40B4-BE49-F238E27FC236}">
                <a16:creationId xmlns:a16="http://schemas.microsoft.com/office/drawing/2014/main" id="{54BB80DF-1570-4FC8-A7DD-A9E99E1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95" y="5164760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92678" y="0"/>
                </a:lnTo>
                <a:lnTo>
                  <a:pt x="92678" y="30892"/>
                </a:lnTo>
                <a:lnTo>
                  <a:pt x="0" y="30892"/>
                </a:lnTo>
                <a:lnTo>
                  <a:pt x="0" y="0"/>
                </a:lnTo>
                <a:moveTo>
                  <a:pt x="123570" y="0"/>
                </a:moveTo>
                <a:lnTo>
                  <a:pt x="216248" y="0"/>
                </a:lnTo>
                <a:lnTo>
                  <a:pt x="216248" y="30892"/>
                </a:lnTo>
                <a:lnTo>
                  <a:pt x="123570" y="30892"/>
                </a:lnTo>
                <a:lnTo>
                  <a:pt x="123570" y="0"/>
                </a:lnTo>
                <a:moveTo>
                  <a:pt x="247141" y="0"/>
                </a:moveTo>
                <a:lnTo>
                  <a:pt x="262587" y="0"/>
                </a:lnTo>
                <a:lnTo>
                  <a:pt x="262587" y="30892"/>
                </a:lnTo>
                <a:lnTo>
                  <a:pt x="247140" y="30892"/>
                </a:lnTo>
                <a:lnTo>
                  <a:pt x="247141" y="0"/>
                </a:lnTo>
                <a:moveTo>
                  <a:pt x="247141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1" y="-30893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0" name="path-243">
            <a:extLst xmlns:a="http://schemas.openxmlformats.org/drawingml/2006/main">
              <a:ext uri="{FF2B5EF4-FFF2-40B4-BE49-F238E27FC236}">
                <a16:creationId xmlns:a16="http://schemas.microsoft.com/office/drawing/2014/main" id="{E87E35E6-7E77-427C-AF4B-02573D3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864" y="5164760"/>
            <a:ext cx="339818" cy="61785"/>
          </a:xfrm>
          <a:custGeom xmlns:a="http://schemas.openxmlformats.org/drawingml/2006/main">
            <a:pathLst>
              <a:path w="339818" h="61785">
                <a:moveTo>
                  <a:pt x="0" y="0"/>
                </a:moveTo>
                <a:lnTo>
                  <a:pt x="0" y="30892"/>
                </a:lnTo>
                <a:lnTo>
                  <a:pt x="92678" y="30892"/>
                </a:lnTo>
                <a:lnTo>
                  <a:pt x="92678" y="0"/>
                </a:lnTo>
                <a:close/>
                <a:moveTo>
                  <a:pt x="123570" y="0"/>
                </a:moveTo>
                <a:lnTo>
                  <a:pt x="123570" y="30892"/>
                </a:lnTo>
                <a:lnTo>
                  <a:pt x="216248" y="30892"/>
                </a:lnTo>
                <a:lnTo>
                  <a:pt x="216248" y="0"/>
                </a:lnTo>
                <a:close/>
                <a:moveTo>
                  <a:pt x="247140" y="0"/>
                </a:moveTo>
                <a:lnTo>
                  <a:pt x="247140" y="30892"/>
                </a:lnTo>
                <a:lnTo>
                  <a:pt x="262586" y="30892"/>
                </a:lnTo>
                <a:lnTo>
                  <a:pt x="262586" y="0"/>
                </a:lnTo>
                <a:close/>
                <a:moveTo>
                  <a:pt x="247140" y="-30893"/>
                </a:moveTo>
                <a:lnTo>
                  <a:pt x="339818" y="15448"/>
                </a:lnTo>
                <a:lnTo>
                  <a:pt x="247140" y="61785"/>
                </a:lnTo>
                <a:lnTo>
                  <a:pt x="247140" y="-30893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F9FA7EE3-AD16-495B-B172-6262F2BF7C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693bb55854fef"/>
          <a:stretch xmlns:a="http://schemas.openxmlformats.org/drawingml/2006/main"/>
        </p:blipFill>
        <p:spPr>
          <a:xfrm xmlns:a="http://schemas.openxmlformats.org/drawingml/2006/main">
            <a:off x="542100" y="2184248"/>
            <a:ext cx="470802" cy="470802"/>
          </a:xfrm>
          <a:prstGeom xmlns:a="http://schemas.openxmlformats.org/drawingml/2006/main" prst="rect">
            <a:avLst/>
          </a:prstGeom>
        </p:spPr>
      </p:pic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825F87C-1699-4B03-88D3-D77155CB7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de61739644cf5"/>
          <a:stretch xmlns:a="http://schemas.openxmlformats.org/drawingml/2006/main"/>
        </p:blipFill>
        <p:spPr>
          <a:xfrm xmlns:a="http://schemas.openxmlformats.org/drawingml/2006/main">
            <a:off x="550808" y="2246586"/>
            <a:ext cx="361950" cy="352425"/>
          </a:xfrm>
          <a:prstGeom xmlns:a="http://schemas.openxmlformats.org/drawingml/2006/main" prst="rect">
            <a:avLst/>
          </a:prstGeom>
        </p:spPr>
      </p:pic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C881ECF-E1F0-40B9-A4A1-3F0D34A0B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21af758a430b"/>
          <a:stretch xmlns:a="http://schemas.openxmlformats.org/drawingml/2006/main"/>
        </p:blipFill>
        <p:spPr>
          <a:xfrm xmlns:a="http://schemas.openxmlformats.org/drawingml/2006/main">
            <a:off x="11859888" y="2380725"/>
            <a:ext cx="674693" cy="674693"/>
          </a:xfrm>
          <a:prstGeom xmlns:a="http://schemas.openxmlformats.org/drawingml/2006/main" prst="rect">
            <a:avLst/>
          </a:prstGeom>
        </p:spPr>
      </p:pic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60E31EE8-7244-4F7D-AE8B-5D617C653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ef62d617641f2"/>
          <a:stretch xmlns:a="http://schemas.openxmlformats.org/drawingml/2006/main"/>
        </p:blipFill>
        <p:spPr>
          <a:xfrm xmlns:a="http://schemas.openxmlformats.org/drawingml/2006/main">
            <a:off x="11866508" y="2437086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DEDC6C6-97EA-4AB3-AC70-44FDF080B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8a175b3b84999"/>
          <a:stretch xmlns:a="http://schemas.openxmlformats.org/drawingml/2006/main"/>
        </p:blipFill>
        <p:spPr>
          <a:xfrm xmlns:a="http://schemas.openxmlformats.org/drawingml/2006/main">
            <a:off x="3307600" y="5016476"/>
            <a:ext cx="344760" cy="344760"/>
          </a:xfrm>
          <a:prstGeom xmlns:a="http://schemas.openxmlformats.org/drawingml/2006/main" prst="rect">
            <a:avLst/>
          </a:prstGeom>
        </p:spPr>
      </p:pic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4BEDD38-8AC2-408E-B5DD-34D7903D3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65b2852ab493b"/>
          <a:stretch xmlns:a="http://schemas.openxmlformats.org/drawingml/2006/main"/>
        </p:blipFill>
        <p:spPr>
          <a:xfrm xmlns:a="http://schemas.openxmlformats.org/drawingml/2006/main">
            <a:off x="3322583" y="507551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F12B1AD-C4FA-46E7-A2B9-555D7909B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06f6470249c3"/>
          <a:stretch xmlns:a="http://schemas.openxmlformats.org/drawingml/2006/main"/>
        </p:blipFill>
        <p:spPr>
          <a:xfrm xmlns:a="http://schemas.openxmlformats.org/drawingml/2006/main">
            <a:off x="3059224" y="2677293"/>
            <a:ext cx="344760" cy="344760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FD081E2-9259-4526-978C-16239CD9E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c60b296b44105"/>
          <a:stretch xmlns:a="http://schemas.openxmlformats.org/drawingml/2006/main"/>
        </p:blipFill>
        <p:spPr>
          <a:xfrm xmlns:a="http://schemas.openxmlformats.org/drawingml/2006/main">
            <a:off x="3074933" y="2732361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DAE5A72-08AA-4157-9C75-E2753BDA0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58a49f0814f0a"/>
          <a:stretch xmlns:a="http://schemas.openxmlformats.org/drawingml/2006/main"/>
        </p:blipFill>
        <p:spPr>
          <a:xfrm xmlns:a="http://schemas.openxmlformats.org/drawingml/2006/main">
            <a:off x="1898900" y="2677293"/>
            <a:ext cx="389246" cy="344760"/>
          </a:xfrm>
          <a:prstGeom xmlns:a="http://schemas.openxmlformats.org/drawingml/2006/main" prst="rect">
            <a:avLst/>
          </a:prstGeom>
        </p:spPr>
      </p:pic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D3EE7F6-4A1D-42CC-9A9A-A785FB56D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c3ef1efac4f03"/>
          <a:stretch xmlns:a="http://schemas.openxmlformats.org/drawingml/2006/main"/>
        </p:blipFill>
        <p:spPr>
          <a:xfrm xmlns:a="http://schemas.openxmlformats.org/drawingml/2006/main">
            <a:off x="1912883" y="2713311"/>
            <a:ext cx="266700" cy="276225"/>
          </a:xfrm>
          <a:prstGeom xmlns:a="http://schemas.openxmlformats.org/drawingml/2006/main" prst="rect">
            <a:avLst/>
          </a:prstGeom>
        </p:spPr>
      </p:pic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F4FC808-C5E7-4367-B56E-A0CE064D2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0b483454d4341"/>
          <a:stretch xmlns:a="http://schemas.openxmlformats.org/drawingml/2006/main"/>
        </p:blipFill>
        <p:spPr>
          <a:xfrm xmlns:a="http://schemas.openxmlformats.org/drawingml/2006/main">
            <a:off x="1405856" y="4994234"/>
            <a:ext cx="389246" cy="348468"/>
          </a:xfrm>
          <a:prstGeom xmlns:a="http://schemas.openxmlformats.org/drawingml/2006/main" prst="rect">
            <a:avLst/>
          </a:prstGeom>
        </p:spPr>
      </p:pic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1FF2714-C850-4BB5-A1A6-F0A3A5E993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26df298394896"/>
          <a:stretch xmlns:a="http://schemas.openxmlformats.org/drawingml/2006/main"/>
        </p:blipFill>
        <p:spPr>
          <a:xfrm xmlns:a="http://schemas.openxmlformats.org/drawingml/2006/main">
            <a:off x="1417583" y="5037411"/>
            <a:ext cx="276225" cy="266700"/>
          </a:xfrm>
          <a:prstGeom xmlns:a="http://schemas.openxmlformats.org/drawingml/2006/main" prst="rect">
            <a:avLst/>
          </a:prstGeom>
        </p:spPr>
      </p:pic>
      <p:sp>
        <p:nvSpPr>
          <p:cNvPr id="333" name="path-256">
            <a:extLst xmlns:a="http://schemas.openxmlformats.org/drawingml/2006/main">
              <a:ext uri="{FF2B5EF4-FFF2-40B4-BE49-F238E27FC236}">
                <a16:creationId xmlns:a16="http://schemas.microsoft.com/office/drawing/2014/main" id="{5F8AA472-488F-4F41-865A-267D9F2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75" y="5473413"/>
            <a:ext cx="370711" cy="216247"/>
          </a:xfrm>
          <a:custGeom xmlns:a="http://schemas.openxmlformats.org/drawingml/2006/main">
            <a:pathLst>
              <a:path w="370711" h="216247">
                <a:moveTo>
                  <a:pt x="0" y="25949"/>
                </a:moveTo>
                <a:cubicBezTo>
                  <a:pt x="0" y="11619"/>
                  <a:pt x="11619" y="0"/>
                  <a:pt x="25950" y="0"/>
                </a:cubicBezTo>
                <a:lnTo>
                  <a:pt x="344760" y="0"/>
                </a:lnTo>
                <a:cubicBezTo>
                  <a:pt x="359094" y="0"/>
                  <a:pt x="370711" y="11619"/>
                  <a:pt x="370711" y="25949"/>
                </a:cubicBezTo>
                <a:lnTo>
                  <a:pt x="370711" y="190298"/>
                </a:lnTo>
                <a:cubicBezTo>
                  <a:pt x="370711" y="204630"/>
                  <a:pt x="359094" y="216247"/>
                  <a:pt x="344760" y="216247"/>
                </a:cubicBezTo>
                <a:lnTo>
                  <a:pt x="25950" y="216247"/>
                </a:lnTo>
                <a:cubicBezTo>
                  <a:pt x="11619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57">
            <a:extLst xmlns:a="http://schemas.openxmlformats.org/drawingml/2006/main">
              <a:ext uri="{FF2B5EF4-FFF2-40B4-BE49-F238E27FC236}">
                <a16:creationId xmlns:a16="http://schemas.microsoft.com/office/drawing/2014/main" id="{BB6A7B88-8491-43DC-8D89-E6ED153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75" y="5473413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35" name="text-258 ΔC">
            <a:extLst xmlns:a="http://schemas.openxmlformats.org/drawingml/2006/main">
              <a:ext uri="{FF2B5EF4-FFF2-40B4-BE49-F238E27FC236}">
                <a16:creationId xmlns:a16="http://schemas.microsoft.com/office/drawing/2014/main" id="{7B1894A0-4748-4EBC-A5DB-B54F2C95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0926" y="5472827"/>
            <a:ext cx="221738" cy="2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defRPr>
            </a:pPr>
            <a:r>
              <a:rPr sz="1369" b="1" i="1">
                <a:solidFill>
                  <a:srgbClr val="64ACE3"/>
                </a:solidFill>
                <a:latin typeface="Calibri"/>
                <a:ea typeface="Calibri"/>
                <a:cs typeface="Calibri"/>
              </a:rPr>
              <a:t>ΔC</a:t>
            </a:r>
          </a:p>
        </p:txBody>
      </p:sp>
      <p:sp>
        <p:nvSpPr>
          <p:cNvPr id="336" name="path-259">
            <a:extLst xmlns:a="http://schemas.openxmlformats.org/drawingml/2006/main">
              <a:ext uri="{FF2B5EF4-FFF2-40B4-BE49-F238E27FC236}">
                <a16:creationId xmlns:a16="http://schemas.microsoft.com/office/drawing/2014/main" id="{68B17299-00ED-4099-9F34-0DD1519D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92" y="5473413"/>
            <a:ext cx="370710" cy="216247"/>
          </a:xfrm>
          <a:custGeom xmlns:a="http://schemas.openxmlformats.org/drawingml/2006/main">
            <a:pathLst>
              <a:path w="370710" h="216247">
                <a:moveTo>
                  <a:pt x="0" y="25949"/>
                </a:moveTo>
                <a:cubicBezTo>
                  <a:pt x="0" y="11619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9"/>
                  <a:pt x="370710" y="25949"/>
                </a:cubicBezTo>
                <a:lnTo>
                  <a:pt x="370710" y="190298"/>
                </a:lnTo>
                <a:cubicBezTo>
                  <a:pt x="370710" y="204630"/>
                  <a:pt x="359092" y="216247"/>
                  <a:pt x="344760" y="216247"/>
                </a:cubicBezTo>
                <a:lnTo>
                  <a:pt x="25950" y="216247"/>
                </a:lnTo>
                <a:cubicBezTo>
                  <a:pt x="11618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60">
            <a:extLst xmlns:a="http://schemas.openxmlformats.org/drawingml/2006/main">
              <a:ext uri="{FF2B5EF4-FFF2-40B4-BE49-F238E27FC236}">
                <a16:creationId xmlns:a16="http://schemas.microsoft.com/office/drawing/2014/main" id="{61214288-DC0E-4E92-9F11-0EBEDD7E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992" y="5473413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38" name="text-261 ΔT">
            <a:extLst xmlns:a="http://schemas.openxmlformats.org/drawingml/2006/main">
              <a:ext uri="{FF2B5EF4-FFF2-40B4-BE49-F238E27FC236}">
                <a16:creationId xmlns:a16="http://schemas.microsoft.com/office/drawing/2014/main" id="{E5FDE74B-5FA9-4B0E-A423-257725E8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104" y="5472814"/>
            <a:ext cx="217758" cy="243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pPr>
            <a:r>
              <a:rPr sz="1369" b="1" i="1">
                <a:solidFill>
                  <a:srgbClr val="F79646"/>
                </a:solidFill>
                <a:latin typeface="Calibri"/>
                <a:ea typeface="Calibri"/>
                <a:cs typeface="Calibri"/>
              </a:rPr>
              <a:t>ΔT</a:t>
            </a:r>
          </a:p>
        </p:txBody>
      </p:sp>
      <p:sp>
        <p:nvSpPr>
          <p:cNvPr id="339" name="path-262">
            <a:extLst xmlns:a="http://schemas.openxmlformats.org/drawingml/2006/main">
              <a:ext uri="{FF2B5EF4-FFF2-40B4-BE49-F238E27FC236}">
                <a16:creationId xmlns:a16="http://schemas.microsoft.com/office/drawing/2014/main" id="{81533A66-D9FB-419F-A6C0-C1924611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9" y="5473413"/>
            <a:ext cx="370710" cy="216247"/>
          </a:xfrm>
          <a:custGeom xmlns:a="http://schemas.openxmlformats.org/drawingml/2006/main">
            <a:pathLst>
              <a:path w="370710" h="216247">
                <a:moveTo>
                  <a:pt x="0" y="25949"/>
                </a:moveTo>
                <a:cubicBezTo>
                  <a:pt x="0" y="11619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9"/>
                  <a:pt x="370710" y="25949"/>
                </a:cubicBezTo>
                <a:lnTo>
                  <a:pt x="370710" y="190298"/>
                </a:lnTo>
                <a:cubicBezTo>
                  <a:pt x="370710" y="204630"/>
                  <a:pt x="359092" y="216247"/>
                  <a:pt x="344760" y="216247"/>
                </a:cubicBezTo>
                <a:lnTo>
                  <a:pt x="25950" y="216247"/>
                </a:lnTo>
                <a:cubicBezTo>
                  <a:pt x="11618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63">
            <a:extLst xmlns:a="http://schemas.openxmlformats.org/drawingml/2006/main">
              <a:ext uri="{FF2B5EF4-FFF2-40B4-BE49-F238E27FC236}">
                <a16:creationId xmlns:a16="http://schemas.microsoft.com/office/drawing/2014/main" id="{7D5D302F-4601-4060-AF48-EC86AC92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09" y="5473413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41" name="text-264 Δ">
            <a:extLst xmlns:a="http://schemas.openxmlformats.org/drawingml/2006/main">
              <a:ext uri="{FF2B5EF4-FFF2-40B4-BE49-F238E27FC236}">
                <a16:creationId xmlns:a16="http://schemas.microsoft.com/office/drawing/2014/main" id="{1C61943B-B0BB-49CA-9B04-3C8A016F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106" y="5476709"/>
            <a:ext cx="128741" cy="237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342" name="text-265 H">
            <a:extLst xmlns:a="http://schemas.openxmlformats.org/drawingml/2006/main">
              <a:ext uri="{FF2B5EF4-FFF2-40B4-BE49-F238E27FC236}">
                <a16:creationId xmlns:a16="http://schemas.microsoft.com/office/drawing/2014/main" id="{4A492CF2-B8CC-44E7-85ED-11589A2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437" y="5476723"/>
            <a:ext cx="137782" cy="237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338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H</a:t>
            </a:r>
          </a:p>
        </p:txBody>
      </p:sp>
      <p:sp>
        <p:nvSpPr>
          <p:cNvPr id="343" name="path-266">
            <a:extLst xmlns:a="http://schemas.openxmlformats.org/drawingml/2006/main">
              <a:ext uri="{FF2B5EF4-FFF2-40B4-BE49-F238E27FC236}">
                <a16:creationId xmlns:a16="http://schemas.microsoft.com/office/drawing/2014/main" id="{C9B894E5-2E2B-494B-8DBE-0E049003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825" y="5473413"/>
            <a:ext cx="370711" cy="216247"/>
          </a:xfrm>
          <a:custGeom xmlns:a="http://schemas.openxmlformats.org/drawingml/2006/main">
            <a:pathLst>
              <a:path w="370711" h="216247">
                <a:moveTo>
                  <a:pt x="0" y="25949"/>
                </a:moveTo>
                <a:cubicBezTo>
                  <a:pt x="0" y="11619"/>
                  <a:pt x="11619" y="0"/>
                  <a:pt x="25950" y="0"/>
                </a:cubicBezTo>
                <a:lnTo>
                  <a:pt x="344761" y="0"/>
                </a:lnTo>
                <a:cubicBezTo>
                  <a:pt x="359094" y="0"/>
                  <a:pt x="370711" y="11619"/>
                  <a:pt x="370711" y="25949"/>
                </a:cubicBezTo>
                <a:lnTo>
                  <a:pt x="370711" y="190298"/>
                </a:lnTo>
                <a:cubicBezTo>
                  <a:pt x="370711" y="204630"/>
                  <a:pt x="359094" y="216247"/>
                  <a:pt x="344761" y="216247"/>
                </a:cubicBezTo>
                <a:lnTo>
                  <a:pt x="25950" y="216247"/>
                </a:lnTo>
                <a:cubicBezTo>
                  <a:pt x="11619" y="216247"/>
                  <a:pt x="0" y="204630"/>
                  <a:pt x="0" y="190298"/>
                </a:cubicBezTo>
                <a:lnTo>
                  <a:pt x="0" y="25949"/>
                </a:lnTo>
              </a:path>
            </a:pathLst>
          </a:cu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267">
            <a:extLst xmlns:a="http://schemas.openxmlformats.org/drawingml/2006/main">
              <a:ext uri="{FF2B5EF4-FFF2-40B4-BE49-F238E27FC236}">
                <a16:creationId xmlns:a16="http://schemas.microsoft.com/office/drawing/2014/main" id="{4B7A81ED-1A26-457D-B132-5A941B11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825" y="5473413"/>
            <a:ext cx="370710" cy="216248"/>
          </a:xfrm>
          <a:custGeom xmlns:a="http://schemas.openxmlformats.org/drawingml/2006/main">
            <a:pathLst>
              <a:path w="370710" h="216248">
                <a:moveTo>
                  <a:pt x="0" y="25950"/>
                </a:moveTo>
                <a:cubicBezTo>
                  <a:pt x="0" y="11618"/>
                  <a:pt x="11618" y="0"/>
                  <a:pt x="25950" y="0"/>
                </a:cubicBezTo>
                <a:lnTo>
                  <a:pt x="344760" y="0"/>
                </a:lnTo>
                <a:cubicBezTo>
                  <a:pt x="359092" y="0"/>
                  <a:pt x="370710" y="11618"/>
                  <a:pt x="370710" y="25950"/>
                </a:cubicBezTo>
                <a:lnTo>
                  <a:pt x="370710" y="190298"/>
                </a:lnTo>
                <a:cubicBezTo>
                  <a:pt x="370710" y="204630"/>
                  <a:pt x="359092" y="216248"/>
                  <a:pt x="344760" y="216248"/>
                </a:cubicBezTo>
                <a:lnTo>
                  <a:pt x="25950" y="216248"/>
                </a:lnTo>
                <a:cubicBezTo>
                  <a:pt x="11618" y="216248"/>
                  <a:pt x="0" y="204630"/>
                  <a:pt x="0" y="190298"/>
                </a:cubicBezTo>
                <a:lnTo>
                  <a:pt x="0" y="25950"/>
                </a:ln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527276"/>
            </a:solidFill>
            <a:prstDash val="solid"/>
          </a:ln>
        </p:spPr>
      </p:sp>
      <p:sp>
        <p:nvSpPr>
          <p:cNvPr id="345" name="text-268 ΔV">
            <a:extLst xmlns:a="http://schemas.openxmlformats.org/drawingml/2006/main">
              <a:ext uri="{FF2B5EF4-FFF2-40B4-BE49-F238E27FC236}">
                <a16:creationId xmlns:a16="http://schemas.microsoft.com/office/drawing/2014/main" id="{55F6064B-DF96-4EFD-94AF-A4D216F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0884" y="5473090"/>
            <a:ext cx="234052" cy="243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defRPr>
            </a:pPr>
            <a:r>
              <a:rPr sz="1367" b="1" i="1">
                <a:solidFill>
                  <a:srgbClr val="CF8CCF"/>
                </a:solidFill>
                <a:latin typeface="Calibri"/>
                <a:ea typeface="Calibri"/>
                <a:cs typeface="Calibri"/>
              </a:rPr>
              <a:t>ΔV</a:t>
            </a:r>
          </a:p>
        </p:txBody>
      </p:sp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E2CE05D-5D95-4F05-A987-CFCF21D3C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beba34d1a4b94"/>
          <a:stretch xmlns:a="http://schemas.openxmlformats.org/drawingml/2006/main"/>
        </p:blipFill>
        <p:spPr>
          <a:xfrm xmlns:a="http://schemas.openxmlformats.org/drawingml/2006/main">
            <a:off x="8608758" y="3222238"/>
            <a:ext cx="433731" cy="433731"/>
          </a:xfrm>
          <a:prstGeom xmlns:a="http://schemas.openxmlformats.org/drawingml/2006/main" prst="rect">
            <a:avLst/>
          </a:prstGeom>
        </p:spPr>
      </p:pic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C31C44A-DCDB-4F7A-80FA-C564D8E489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fd5f692b640a8"/>
          <a:stretch xmlns:a="http://schemas.openxmlformats.org/drawingml/2006/main"/>
        </p:blipFill>
        <p:spPr>
          <a:xfrm xmlns:a="http://schemas.openxmlformats.org/drawingml/2006/main">
            <a:off x="8618483" y="3284811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F579D1A-1013-42C3-8237-15A0EBAA9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089cb19dc423c"/>
          <a:stretch xmlns:a="http://schemas.openxmlformats.org/drawingml/2006/main"/>
        </p:blipFill>
        <p:spPr>
          <a:xfrm xmlns:a="http://schemas.openxmlformats.org/drawingml/2006/main">
            <a:off x="3433641" y="7307465"/>
            <a:ext cx="433731" cy="433731"/>
          </a:xfrm>
          <a:prstGeom xmlns:a="http://schemas.openxmlformats.org/drawingml/2006/main" prst="rect">
            <a:avLst/>
          </a:prstGeom>
        </p:spPr>
      </p:pic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5A51207E-A104-4A82-8166-1D70B16B3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8757e15774069"/>
          <a:stretch xmlns:a="http://schemas.openxmlformats.org/drawingml/2006/main"/>
        </p:blipFill>
        <p:spPr>
          <a:xfrm xmlns:a="http://schemas.openxmlformats.org/drawingml/2006/main">
            <a:off x="3446408" y="7371036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69D13ED-EC2E-462D-8247-79BB9A18CF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b4845fd98455f"/>
          <a:stretch xmlns:a="http://schemas.openxmlformats.org/drawingml/2006/main"/>
        </p:blipFill>
        <p:spPr>
          <a:xfrm xmlns:a="http://schemas.openxmlformats.org/drawingml/2006/main">
            <a:off x="3014738" y="5320458"/>
            <a:ext cx="478216" cy="478216"/>
          </a:xfrm>
          <a:prstGeom xmlns:a="http://schemas.openxmlformats.org/drawingml/2006/main" prst="rect">
            <a:avLst/>
          </a:prstGeom>
        </p:spPr>
      </p:pic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2F23123-6671-40B5-9D06-1E7A0629D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cf8f511004991"/>
          <a:stretch xmlns:a="http://schemas.openxmlformats.org/drawingml/2006/main"/>
        </p:blipFill>
        <p:spPr>
          <a:xfrm xmlns:a="http://schemas.openxmlformats.org/drawingml/2006/main">
            <a:off x="3027308" y="5380311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52" name="text-275 Group">
            <a:extLst xmlns:a="http://schemas.openxmlformats.org/drawingml/2006/main">
              <a:ext uri="{FF2B5EF4-FFF2-40B4-BE49-F238E27FC236}">
                <a16:creationId xmlns:a16="http://schemas.microsoft.com/office/drawing/2014/main" id="{1CCDA70E-5F7C-42A6-9906-6C2C8B5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3053" y="7525062"/>
            <a:ext cx="582499" cy="30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Group</a:t>
            </a:r>
          </a:p>
        </p:txBody>
      </p:sp>
      <p:sp>
        <p:nvSpPr>
          <p:cNvPr id="353" name="text-275 normalization">
            <a:extLst xmlns:a="http://schemas.openxmlformats.org/drawingml/2006/main">
              <a:ext uri="{FF2B5EF4-FFF2-40B4-BE49-F238E27FC236}">
                <a16:creationId xmlns:a16="http://schemas.microsoft.com/office/drawing/2014/main" id="{3562D7D6-7552-4034-A1F3-34CAB3E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658" y="7524211"/>
            <a:ext cx="1256308" cy="303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normalization</a:t>
            </a:r>
          </a:p>
        </p:txBody>
      </p:sp>
      <p:sp>
        <p:nvSpPr>
          <p:cNvPr id="354" name="text-276 R">
            <a:extLst xmlns:a="http://schemas.openxmlformats.org/drawingml/2006/main">
              <a:ext uri="{FF2B5EF4-FFF2-40B4-BE49-F238E27FC236}">
                <a16:creationId xmlns:a16="http://schemas.microsoft.com/office/drawing/2014/main" id="{7B5AEC85-79D4-4639-9070-C5C89AE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320" y="7551413"/>
            <a:ext cx="138514" cy="26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355" name="text-276 →">
            <a:extLst xmlns:a="http://schemas.openxmlformats.org/drawingml/2006/main">
              <a:ext uri="{FF2B5EF4-FFF2-40B4-BE49-F238E27FC236}">
                <a16:creationId xmlns:a16="http://schemas.microsoft.com/office/drawing/2014/main" id="{CAFF96E8-B32F-45D6-851E-47FC3B7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121" y="7551354"/>
            <a:ext cx="201969" cy="265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6" name="text-277 A">
            <a:extLst xmlns:a="http://schemas.openxmlformats.org/drawingml/2006/main">
              <a:ext uri="{FF2B5EF4-FFF2-40B4-BE49-F238E27FC236}">
                <a16:creationId xmlns:a16="http://schemas.microsoft.com/office/drawing/2014/main" id="{67D03B20-6537-47DF-ACFD-FEE436B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9515" y="7551303"/>
            <a:ext cx="146499" cy="265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9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57" name="path-278">
            <a:extLst xmlns:a="http://schemas.openxmlformats.org/drawingml/2006/main">
              <a:ext uri="{FF2B5EF4-FFF2-40B4-BE49-F238E27FC236}">
                <a16:creationId xmlns:a16="http://schemas.microsoft.com/office/drawing/2014/main" id="{9167C721-3DD6-45E9-BFBB-CAF6DEF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91" y="7604893"/>
            <a:ext cx="45577" cy="72109"/>
          </a:xfrm>
          <a:custGeom xmlns:a="http://schemas.openxmlformats.org/drawingml/2006/main">
            <a:pathLst>
              <a:path w="45577" h="72109">
                <a:moveTo>
                  <a:pt x="5775" y="17569"/>
                </a:moveTo>
                <a:cubicBezTo>
                  <a:pt x="7893" y="17253"/>
                  <a:pt x="9710" y="16701"/>
                  <a:pt x="11225" y="15912"/>
                </a:cubicBezTo>
                <a:cubicBezTo>
                  <a:pt x="12740" y="15124"/>
                  <a:pt x="14061" y="14108"/>
                  <a:pt x="15187" y="12866"/>
                </a:cubicBezTo>
                <a:cubicBezTo>
                  <a:pt x="16313" y="11624"/>
                  <a:pt x="17395" y="10066"/>
                  <a:pt x="18434" y="8193"/>
                </a:cubicBezTo>
                <a:cubicBezTo>
                  <a:pt x="19473" y="6320"/>
                  <a:pt x="20823" y="3589"/>
                  <a:pt x="22486" y="0"/>
                </a:cubicBezTo>
                <a:lnTo>
                  <a:pt x="31053" y="0"/>
                </a:lnTo>
                <a:lnTo>
                  <a:pt x="26088" y="14611"/>
                </a:lnTo>
                <a:lnTo>
                  <a:pt x="45577" y="14611"/>
                </a:lnTo>
                <a:lnTo>
                  <a:pt x="43546" y="20586"/>
                </a:lnTo>
                <a:lnTo>
                  <a:pt x="24058" y="20586"/>
                </a:lnTo>
                <a:lnTo>
                  <a:pt x="15112" y="46909"/>
                </a:lnTo>
                <a:cubicBezTo>
                  <a:pt x="13812" y="50734"/>
                  <a:pt x="12937" y="53781"/>
                  <a:pt x="12488" y="56048"/>
                </a:cubicBezTo>
                <a:cubicBezTo>
                  <a:pt x="12040" y="58316"/>
                  <a:pt x="12040" y="60091"/>
                  <a:pt x="12489" y="61372"/>
                </a:cubicBezTo>
                <a:cubicBezTo>
                  <a:pt x="12939" y="62654"/>
                  <a:pt x="13633" y="63571"/>
                  <a:pt x="14571" y="64123"/>
                </a:cubicBezTo>
                <a:cubicBezTo>
                  <a:pt x="15510" y="64675"/>
                  <a:pt x="16864" y="64951"/>
                  <a:pt x="18634" y="64951"/>
                </a:cubicBezTo>
                <a:cubicBezTo>
                  <a:pt x="20243" y="64951"/>
                  <a:pt x="21862" y="64626"/>
                  <a:pt x="23491" y="63975"/>
                </a:cubicBezTo>
                <a:cubicBezTo>
                  <a:pt x="25120" y="63324"/>
                  <a:pt x="26826" y="62388"/>
                  <a:pt x="28609" y="61165"/>
                </a:cubicBezTo>
                <a:lnTo>
                  <a:pt x="30239" y="64359"/>
                </a:lnTo>
                <a:cubicBezTo>
                  <a:pt x="26458" y="67081"/>
                  <a:pt x="23083" y="69052"/>
                  <a:pt x="20113" y="70275"/>
                </a:cubicBezTo>
                <a:cubicBezTo>
                  <a:pt x="17143" y="71497"/>
                  <a:pt x="14291" y="72109"/>
                  <a:pt x="11556" y="72109"/>
                </a:cubicBezTo>
                <a:cubicBezTo>
                  <a:pt x="6367" y="72109"/>
                  <a:pt x="3018" y="70600"/>
                  <a:pt x="1509" y="67583"/>
                </a:cubicBezTo>
                <a:cubicBezTo>
                  <a:pt x="0" y="64566"/>
                  <a:pt x="338" y="59844"/>
                  <a:pt x="2522" y="53416"/>
                </a:cubicBezTo>
                <a:lnTo>
                  <a:pt x="13680" y="20586"/>
                </a:lnTo>
                <a:lnTo>
                  <a:pt x="4750" y="20586"/>
                </a:lnTo>
                <a:lnTo>
                  <a:pt x="5775" y="1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279">
            <a:extLst xmlns:a="http://schemas.openxmlformats.org/drawingml/2006/main">
              <a:ext uri="{FF2B5EF4-FFF2-40B4-BE49-F238E27FC236}">
                <a16:creationId xmlns:a16="http://schemas.microsoft.com/office/drawing/2014/main" id="{5166DD4A-AC91-43A8-978F-ABD1FCB7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676" y="7618499"/>
            <a:ext cx="62581" cy="57557"/>
          </a:xfrm>
          <a:custGeom xmlns:a="http://schemas.openxmlformats.org/drawingml/2006/main">
            <a:pathLst>
              <a:path w="62581" h="57557">
                <a:moveTo>
                  <a:pt x="32112" y="10825"/>
                </a:moveTo>
                <a:lnTo>
                  <a:pt x="32896" y="11003"/>
                </a:lnTo>
                <a:cubicBezTo>
                  <a:pt x="36007" y="8360"/>
                  <a:pt x="38765" y="6280"/>
                  <a:pt x="41172" y="4762"/>
                </a:cubicBezTo>
                <a:cubicBezTo>
                  <a:pt x="43578" y="3244"/>
                  <a:pt x="46018" y="2070"/>
                  <a:pt x="48492" y="1242"/>
                </a:cubicBezTo>
                <a:cubicBezTo>
                  <a:pt x="50966" y="414"/>
                  <a:pt x="53590" y="0"/>
                  <a:pt x="56366" y="0"/>
                </a:cubicBezTo>
                <a:cubicBezTo>
                  <a:pt x="58699" y="0"/>
                  <a:pt x="60770" y="118"/>
                  <a:pt x="62581" y="355"/>
                </a:cubicBezTo>
                <a:lnTo>
                  <a:pt x="57957" y="13960"/>
                </a:lnTo>
                <a:lnTo>
                  <a:pt x="51139" y="13960"/>
                </a:lnTo>
                <a:cubicBezTo>
                  <a:pt x="50897" y="11831"/>
                  <a:pt x="50397" y="10283"/>
                  <a:pt x="49640" y="9317"/>
                </a:cubicBezTo>
                <a:cubicBezTo>
                  <a:pt x="48882" y="8351"/>
                  <a:pt x="47558" y="7867"/>
                  <a:pt x="45667" y="7867"/>
                </a:cubicBezTo>
                <a:cubicBezTo>
                  <a:pt x="44219" y="7867"/>
                  <a:pt x="42640" y="8282"/>
                  <a:pt x="40931" y="9110"/>
                </a:cubicBezTo>
                <a:cubicBezTo>
                  <a:pt x="39222" y="9938"/>
                  <a:pt x="37435" y="11141"/>
                  <a:pt x="35572" y="12718"/>
                </a:cubicBezTo>
                <a:cubicBezTo>
                  <a:pt x="33708" y="14296"/>
                  <a:pt x="32291" y="15774"/>
                  <a:pt x="31319" y="17155"/>
                </a:cubicBezTo>
                <a:cubicBezTo>
                  <a:pt x="30347" y="18535"/>
                  <a:pt x="29539" y="20171"/>
                  <a:pt x="28896" y="22064"/>
                </a:cubicBezTo>
                <a:lnTo>
                  <a:pt x="21860" y="42768"/>
                </a:lnTo>
                <a:cubicBezTo>
                  <a:pt x="20640" y="46357"/>
                  <a:pt x="20020" y="48832"/>
                  <a:pt x="20001" y="50192"/>
                </a:cubicBezTo>
                <a:cubicBezTo>
                  <a:pt x="19981" y="51553"/>
                  <a:pt x="20376" y="52548"/>
                  <a:pt x="21188" y="53179"/>
                </a:cubicBezTo>
                <a:cubicBezTo>
                  <a:pt x="21999" y="53810"/>
                  <a:pt x="23370" y="54303"/>
                  <a:pt x="25301" y="54658"/>
                </a:cubicBezTo>
                <a:lnTo>
                  <a:pt x="24316" y="57557"/>
                </a:lnTo>
                <a:lnTo>
                  <a:pt x="0" y="57557"/>
                </a:lnTo>
                <a:lnTo>
                  <a:pt x="985" y="54658"/>
                </a:lnTo>
                <a:cubicBezTo>
                  <a:pt x="2674" y="54185"/>
                  <a:pt x="3911" y="53771"/>
                  <a:pt x="4696" y="53416"/>
                </a:cubicBezTo>
                <a:cubicBezTo>
                  <a:pt x="5480" y="53061"/>
                  <a:pt x="6221" y="52568"/>
                  <a:pt x="6918" y="51937"/>
                </a:cubicBezTo>
                <a:cubicBezTo>
                  <a:pt x="7615" y="51306"/>
                  <a:pt x="8305" y="50340"/>
                  <a:pt x="8989" y="49039"/>
                </a:cubicBezTo>
                <a:cubicBezTo>
                  <a:pt x="9672" y="47737"/>
                  <a:pt x="10483" y="45706"/>
                  <a:pt x="11422" y="42946"/>
                </a:cubicBezTo>
                <a:lnTo>
                  <a:pt x="20186" y="17155"/>
                </a:lnTo>
                <a:cubicBezTo>
                  <a:pt x="21044" y="14631"/>
                  <a:pt x="21694" y="12600"/>
                  <a:pt x="22136" y="11062"/>
                </a:cubicBezTo>
                <a:cubicBezTo>
                  <a:pt x="22579" y="9524"/>
                  <a:pt x="22716" y="8291"/>
                  <a:pt x="22548" y="7365"/>
                </a:cubicBezTo>
                <a:cubicBezTo>
                  <a:pt x="22380" y="6438"/>
                  <a:pt x="21881" y="5748"/>
                  <a:pt x="21049" y="5294"/>
                </a:cubicBezTo>
                <a:cubicBezTo>
                  <a:pt x="20218" y="4841"/>
                  <a:pt x="18951" y="4456"/>
                  <a:pt x="17248" y="4141"/>
                </a:cubicBezTo>
                <a:lnTo>
                  <a:pt x="18293" y="1065"/>
                </a:lnTo>
                <a:lnTo>
                  <a:pt x="32613" y="473"/>
                </a:lnTo>
                <a:lnTo>
                  <a:pt x="36294" y="473"/>
                </a:lnTo>
                <a:lnTo>
                  <a:pt x="32112" y="10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280">
            <a:extLst xmlns:a="http://schemas.openxmlformats.org/drawingml/2006/main">
              <a:ext uri="{FF2B5EF4-FFF2-40B4-BE49-F238E27FC236}">
                <a16:creationId xmlns:a16="http://schemas.microsoft.com/office/drawing/2014/main" id="{E3E882E8-36D3-4369-ABAB-5E48263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952" y="7618499"/>
            <a:ext cx="57425" cy="58503"/>
          </a:xfrm>
          <a:custGeom xmlns:a="http://schemas.openxmlformats.org/drawingml/2006/main">
            <a:pathLst>
              <a:path w="57425" h="58503">
                <a:moveTo>
                  <a:pt x="35495" y="49098"/>
                </a:moveTo>
                <a:lnTo>
                  <a:pt x="34670" y="48861"/>
                </a:lnTo>
                <a:cubicBezTo>
                  <a:pt x="29978" y="52371"/>
                  <a:pt x="25845" y="54855"/>
                  <a:pt x="22272" y="56315"/>
                </a:cubicBezTo>
                <a:cubicBezTo>
                  <a:pt x="18699" y="57774"/>
                  <a:pt x="15183" y="58503"/>
                  <a:pt x="11724" y="58503"/>
                </a:cubicBezTo>
                <a:cubicBezTo>
                  <a:pt x="8666" y="58503"/>
                  <a:pt x="6169" y="57922"/>
                  <a:pt x="4231" y="56758"/>
                </a:cubicBezTo>
                <a:cubicBezTo>
                  <a:pt x="2294" y="55595"/>
                  <a:pt x="1060" y="53958"/>
                  <a:pt x="530" y="51848"/>
                </a:cubicBezTo>
                <a:cubicBezTo>
                  <a:pt x="0" y="49739"/>
                  <a:pt x="204" y="47303"/>
                  <a:pt x="1142" y="44543"/>
                </a:cubicBezTo>
                <a:cubicBezTo>
                  <a:pt x="3099" y="38785"/>
                  <a:pt x="7516" y="34339"/>
                  <a:pt x="14394" y="31204"/>
                </a:cubicBezTo>
                <a:cubicBezTo>
                  <a:pt x="21272" y="28069"/>
                  <a:pt x="30611" y="26245"/>
                  <a:pt x="42410" y="25732"/>
                </a:cubicBezTo>
                <a:lnTo>
                  <a:pt x="43716" y="21887"/>
                </a:lnTo>
                <a:cubicBezTo>
                  <a:pt x="45110" y="17786"/>
                  <a:pt x="45807" y="14552"/>
                  <a:pt x="45807" y="12186"/>
                </a:cubicBezTo>
                <a:cubicBezTo>
                  <a:pt x="45806" y="9820"/>
                  <a:pt x="45129" y="8084"/>
                  <a:pt x="43774" y="6980"/>
                </a:cubicBezTo>
                <a:cubicBezTo>
                  <a:pt x="42420" y="5876"/>
                  <a:pt x="40295" y="5324"/>
                  <a:pt x="37399" y="5324"/>
                </a:cubicBezTo>
                <a:cubicBezTo>
                  <a:pt x="34261" y="5324"/>
                  <a:pt x="31462" y="6132"/>
                  <a:pt x="29002" y="7749"/>
                </a:cubicBezTo>
                <a:cubicBezTo>
                  <a:pt x="26542" y="9366"/>
                  <a:pt x="24280" y="11791"/>
                  <a:pt x="22215" y="15025"/>
                </a:cubicBezTo>
                <a:lnTo>
                  <a:pt x="14311" y="15025"/>
                </a:lnTo>
                <a:lnTo>
                  <a:pt x="16925" y="7335"/>
                </a:lnTo>
                <a:cubicBezTo>
                  <a:pt x="21456" y="5363"/>
                  <a:pt x="25167" y="3914"/>
                  <a:pt x="28056" y="2987"/>
                </a:cubicBezTo>
                <a:cubicBezTo>
                  <a:pt x="30945" y="2061"/>
                  <a:pt x="33768" y="1331"/>
                  <a:pt x="36523" y="799"/>
                </a:cubicBezTo>
                <a:cubicBezTo>
                  <a:pt x="39278" y="266"/>
                  <a:pt x="41983" y="0"/>
                  <a:pt x="44638" y="0"/>
                </a:cubicBezTo>
                <a:cubicBezTo>
                  <a:pt x="48620" y="0"/>
                  <a:pt x="51607" y="621"/>
                  <a:pt x="53599" y="1863"/>
                </a:cubicBezTo>
                <a:cubicBezTo>
                  <a:pt x="55590" y="3106"/>
                  <a:pt x="56753" y="5008"/>
                  <a:pt x="57089" y="7572"/>
                </a:cubicBezTo>
                <a:cubicBezTo>
                  <a:pt x="57425" y="10135"/>
                  <a:pt x="56715" y="14000"/>
                  <a:pt x="54959" y="19166"/>
                </a:cubicBezTo>
                <a:lnTo>
                  <a:pt x="47963" y="39751"/>
                </a:lnTo>
                <a:cubicBezTo>
                  <a:pt x="46971" y="42670"/>
                  <a:pt x="46291" y="44730"/>
                  <a:pt x="45923" y="45933"/>
                </a:cubicBezTo>
                <a:cubicBezTo>
                  <a:pt x="45554" y="47136"/>
                  <a:pt x="45296" y="48250"/>
                  <a:pt x="45149" y="49275"/>
                </a:cubicBezTo>
                <a:cubicBezTo>
                  <a:pt x="45001" y="50301"/>
                  <a:pt x="45025" y="51119"/>
                  <a:pt x="45220" y="51730"/>
                </a:cubicBezTo>
                <a:cubicBezTo>
                  <a:pt x="45414" y="52341"/>
                  <a:pt x="45830" y="52864"/>
                  <a:pt x="46467" y="53298"/>
                </a:cubicBezTo>
                <a:cubicBezTo>
                  <a:pt x="47104" y="53731"/>
                  <a:pt x="48227" y="54185"/>
                  <a:pt x="49836" y="54658"/>
                </a:cubicBezTo>
                <a:lnTo>
                  <a:pt x="48851" y="57557"/>
                </a:lnTo>
                <a:lnTo>
                  <a:pt x="32318" y="57557"/>
                </a:lnTo>
                <a:lnTo>
                  <a:pt x="35495" y="49098"/>
                </a:lnTo>
                <a:moveTo>
                  <a:pt x="40761" y="30583"/>
                </a:moveTo>
                <a:cubicBezTo>
                  <a:pt x="32569" y="30661"/>
                  <a:pt x="26093" y="31726"/>
                  <a:pt x="21333" y="33777"/>
                </a:cubicBezTo>
                <a:cubicBezTo>
                  <a:pt x="16574" y="35828"/>
                  <a:pt x="13490" y="38923"/>
                  <a:pt x="12083" y="43064"/>
                </a:cubicBezTo>
                <a:cubicBezTo>
                  <a:pt x="11319" y="45312"/>
                  <a:pt x="11179" y="47087"/>
                  <a:pt x="11662" y="48388"/>
                </a:cubicBezTo>
                <a:cubicBezTo>
                  <a:pt x="12144" y="49689"/>
                  <a:pt x="13006" y="50586"/>
                  <a:pt x="14246" y="51079"/>
                </a:cubicBezTo>
                <a:cubicBezTo>
                  <a:pt x="15487" y="51572"/>
                  <a:pt x="17072" y="51819"/>
                  <a:pt x="19003" y="51819"/>
                </a:cubicBezTo>
                <a:cubicBezTo>
                  <a:pt x="21738" y="51819"/>
                  <a:pt x="24443" y="51168"/>
                  <a:pt x="27118" y="49867"/>
                </a:cubicBezTo>
                <a:cubicBezTo>
                  <a:pt x="29793" y="48565"/>
                  <a:pt x="32095" y="46909"/>
                  <a:pt x="34026" y="44898"/>
                </a:cubicBezTo>
                <a:cubicBezTo>
                  <a:pt x="35956" y="42887"/>
                  <a:pt x="37257" y="40895"/>
                  <a:pt x="37927" y="38923"/>
                </a:cubicBezTo>
                <a:lnTo>
                  <a:pt x="40761" y="30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281">
            <a:extLst xmlns:a="http://schemas.openxmlformats.org/drawingml/2006/main">
              <a:ext uri="{FF2B5EF4-FFF2-40B4-BE49-F238E27FC236}">
                <a16:creationId xmlns:a16="http://schemas.microsoft.com/office/drawing/2014/main" id="{FEB7F2AD-DDA8-42A5-87C9-AF77754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830" y="7596316"/>
            <a:ext cx="56440" cy="105945"/>
          </a:xfrm>
          <a:custGeom xmlns:a="http://schemas.openxmlformats.org/drawingml/2006/main">
            <a:pathLst>
              <a:path w="56440" h="105945">
                <a:moveTo>
                  <a:pt x="56440" y="0"/>
                </a:moveTo>
                <a:lnTo>
                  <a:pt x="52540" y="11476"/>
                </a:lnTo>
                <a:lnTo>
                  <a:pt x="41498" y="11476"/>
                </a:lnTo>
                <a:lnTo>
                  <a:pt x="45398" y="0"/>
                </a:lnTo>
                <a:lnTo>
                  <a:pt x="56440" y="0"/>
                </a:lnTo>
                <a:moveTo>
                  <a:pt x="29421" y="78616"/>
                </a:moveTo>
                <a:cubicBezTo>
                  <a:pt x="27545" y="84137"/>
                  <a:pt x="25460" y="88553"/>
                  <a:pt x="23168" y="91866"/>
                </a:cubicBezTo>
                <a:cubicBezTo>
                  <a:pt x="20876" y="95179"/>
                  <a:pt x="17900" y="97988"/>
                  <a:pt x="14239" y="100295"/>
                </a:cubicBezTo>
                <a:cubicBezTo>
                  <a:pt x="10579" y="102602"/>
                  <a:pt x="5927" y="104486"/>
                  <a:pt x="282" y="105945"/>
                </a:cubicBezTo>
                <a:lnTo>
                  <a:pt x="0" y="100739"/>
                </a:lnTo>
                <a:cubicBezTo>
                  <a:pt x="2816" y="99793"/>
                  <a:pt x="5021" y="98895"/>
                  <a:pt x="6617" y="98048"/>
                </a:cubicBezTo>
                <a:cubicBezTo>
                  <a:pt x="8212" y="97200"/>
                  <a:pt x="9623" y="96214"/>
                  <a:pt x="10850" y="95090"/>
                </a:cubicBezTo>
                <a:cubicBezTo>
                  <a:pt x="12076" y="93966"/>
                  <a:pt x="13233" y="92458"/>
                  <a:pt x="14318" y="90565"/>
                </a:cubicBezTo>
                <a:cubicBezTo>
                  <a:pt x="15404" y="88672"/>
                  <a:pt x="16450" y="86246"/>
                  <a:pt x="17455" y="83289"/>
                </a:cubicBezTo>
                <a:lnTo>
                  <a:pt x="32391" y="39337"/>
                </a:lnTo>
                <a:cubicBezTo>
                  <a:pt x="33437" y="36261"/>
                  <a:pt x="34127" y="34053"/>
                  <a:pt x="34462" y="32712"/>
                </a:cubicBezTo>
                <a:cubicBezTo>
                  <a:pt x="34797" y="31371"/>
                  <a:pt x="34894" y="30316"/>
                  <a:pt x="34753" y="29547"/>
                </a:cubicBezTo>
                <a:cubicBezTo>
                  <a:pt x="34612" y="28778"/>
                  <a:pt x="34200" y="28157"/>
                  <a:pt x="33516" y="27684"/>
                </a:cubicBezTo>
                <a:cubicBezTo>
                  <a:pt x="32832" y="27211"/>
                  <a:pt x="31458" y="26757"/>
                  <a:pt x="29393" y="26323"/>
                </a:cubicBezTo>
                <a:lnTo>
                  <a:pt x="30458" y="23188"/>
                </a:lnTo>
                <a:lnTo>
                  <a:pt x="44758" y="22656"/>
                </a:lnTo>
                <a:lnTo>
                  <a:pt x="48438" y="22656"/>
                </a:lnTo>
                <a:lnTo>
                  <a:pt x="29421" y="78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282">
            <a:extLst xmlns:a="http://schemas.openxmlformats.org/drawingml/2006/main">
              <a:ext uri="{FF2B5EF4-FFF2-40B4-BE49-F238E27FC236}">
                <a16:creationId xmlns:a16="http://schemas.microsoft.com/office/drawing/2014/main" id="{130A1A12-9224-4B03-94AF-4A977A3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91" y="7604893"/>
            <a:ext cx="45577" cy="72109"/>
          </a:xfrm>
          <a:custGeom xmlns:a="http://schemas.openxmlformats.org/drawingml/2006/main">
            <a:pathLst>
              <a:path w="45577" h="72109">
                <a:moveTo>
                  <a:pt x="5775" y="17569"/>
                </a:moveTo>
                <a:cubicBezTo>
                  <a:pt x="7893" y="17253"/>
                  <a:pt x="9710" y="16701"/>
                  <a:pt x="11225" y="15912"/>
                </a:cubicBezTo>
                <a:cubicBezTo>
                  <a:pt x="12740" y="15124"/>
                  <a:pt x="14061" y="14108"/>
                  <a:pt x="15187" y="12866"/>
                </a:cubicBezTo>
                <a:cubicBezTo>
                  <a:pt x="16313" y="11624"/>
                  <a:pt x="17395" y="10066"/>
                  <a:pt x="18434" y="8193"/>
                </a:cubicBezTo>
                <a:cubicBezTo>
                  <a:pt x="19473" y="6320"/>
                  <a:pt x="20823" y="3589"/>
                  <a:pt x="22486" y="0"/>
                </a:cubicBezTo>
                <a:lnTo>
                  <a:pt x="31053" y="0"/>
                </a:lnTo>
                <a:lnTo>
                  <a:pt x="26088" y="14611"/>
                </a:lnTo>
                <a:lnTo>
                  <a:pt x="45577" y="14611"/>
                </a:lnTo>
                <a:lnTo>
                  <a:pt x="43546" y="20586"/>
                </a:lnTo>
                <a:lnTo>
                  <a:pt x="24058" y="20586"/>
                </a:lnTo>
                <a:lnTo>
                  <a:pt x="15112" y="46909"/>
                </a:lnTo>
                <a:cubicBezTo>
                  <a:pt x="13812" y="50734"/>
                  <a:pt x="12937" y="53781"/>
                  <a:pt x="12488" y="56048"/>
                </a:cubicBezTo>
                <a:cubicBezTo>
                  <a:pt x="12040" y="58316"/>
                  <a:pt x="12040" y="60091"/>
                  <a:pt x="12489" y="61372"/>
                </a:cubicBezTo>
                <a:cubicBezTo>
                  <a:pt x="12939" y="62654"/>
                  <a:pt x="13633" y="63571"/>
                  <a:pt x="14571" y="64123"/>
                </a:cubicBezTo>
                <a:cubicBezTo>
                  <a:pt x="15510" y="64675"/>
                  <a:pt x="16864" y="64951"/>
                  <a:pt x="18634" y="64951"/>
                </a:cubicBezTo>
                <a:cubicBezTo>
                  <a:pt x="20243" y="64951"/>
                  <a:pt x="21862" y="64626"/>
                  <a:pt x="23491" y="63975"/>
                </a:cubicBezTo>
                <a:cubicBezTo>
                  <a:pt x="25120" y="63324"/>
                  <a:pt x="26826" y="62388"/>
                  <a:pt x="28609" y="61165"/>
                </a:cubicBezTo>
                <a:lnTo>
                  <a:pt x="30239" y="64359"/>
                </a:lnTo>
                <a:cubicBezTo>
                  <a:pt x="26458" y="67081"/>
                  <a:pt x="23083" y="69052"/>
                  <a:pt x="20113" y="70275"/>
                </a:cubicBezTo>
                <a:cubicBezTo>
                  <a:pt x="17143" y="71497"/>
                  <a:pt x="14291" y="72109"/>
                  <a:pt x="11556" y="72109"/>
                </a:cubicBezTo>
                <a:cubicBezTo>
                  <a:pt x="6367" y="72109"/>
                  <a:pt x="3018" y="70600"/>
                  <a:pt x="1509" y="67583"/>
                </a:cubicBezTo>
                <a:cubicBezTo>
                  <a:pt x="0" y="64566"/>
                  <a:pt x="338" y="59844"/>
                  <a:pt x="2522" y="53416"/>
                </a:cubicBezTo>
                <a:lnTo>
                  <a:pt x="13680" y="20586"/>
                </a:lnTo>
                <a:lnTo>
                  <a:pt x="4750" y="20586"/>
                </a:lnTo>
                <a:lnTo>
                  <a:pt x="5775" y="17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283">
            <a:extLst xmlns:a="http://schemas.openxmlformats.org/drawingml/2006/main">
              <a:ext uri="{FF2B5EF4-FFF2-40B4-BE49-F238E27FC236}">
                <a16:creationId xmlns:a16="http://schemas.microsoft.com/office/drawing/2014/main" id="{B8A69377-B8D8-4DDA-BBC5-A053522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676" y="7618499"/>
            <a:ext cx="62581" cy="57557"/>
          </a:xfrm>
          <a:custGeom xmlns:a="http://schemas.openxmlformats.org/drawingml/2006/main">
            <a:pathLst>
              <a:path w="62581" h="57557">
                <a:moveTo>
                  <a:pt x="32112" y="10825"/>
                </a:moveTo>
                <a:lnTo>
                  <a:pt x="32896" y="11003"/>
                </a:lnTo>
                <a:cubicBezTo>
                  <a:pt x="36007" y="8360"/>
                  <a:pt x="38765" y="6280"/>
                  <a:pt x="41172" y="4762"/>
                </a:cubicBezTo>
                <a:cubicBezTo>
                  <a:pt x="43578" y="3244"/>
                  <a:pt x="46018" y="2070"/>
                  <a:pt x="48492" y="1242"/>
                </a:cubicBezTo>
                <a:cubicBezTo>
                  <a:pt x="50966" y="414"/>
                  <a:pt x="53590" y="0"/>
                  <a:pt x="56366" y="0"/>
                </a:cubicBezTo>
                <a:cubicBezTo>
                  <a:pt x="58699" y="0"/>
                  <a:pt x="60770" y="118"/>
                  <a:pt x="62581" y="355"/>
                </a:cubicBezTo>
                <a:lnTo>
                  <a:pt x="57957" y="13960"/>
                </a:lnTo>
                <a:lnTo>
                  <a:pt x="51139" y="13960"/>
                </a:lnTo>
                <a:cubicBezTo>
                  <a:pt x="50897" y="11831"/>
                  <a:pt x="50397" y="10283"/>
                  <a:pt x="49640" y="9317"/>
                </a:cubicBezTo>
                <a:cubicBezTo>
                  <a:pt x="48882" y="8351"/>
                  <a:pt x="47558" y="7867"/>
                  <a:pt x="45667" y="7867"/>
                </a:cubicBezTo>
                <a:cubicBezTo>
                  <a:pt x="44219" y="7867"/>
                  <a:pt x="42640" y="8282"/>
                  <a:pt x="40931" y="9110"/>
                </a:cubicBezTo>
                <a:cubicBezTo>
                  <a:pt x="39222" y="9938"/>
                  <a:pt x="37435" y="11141"/>
                  <a:pt x="35572" y="12718"/>
                </a:cubicBezTo>
                <a:cubicBezTo>
                  <a:pt x="33708" y="14296"/>
                  <a:pt x="32291" y="15774"/>
                  <a:pt x="31319" y="17155"/>
                </a:cubicBezTo>
                <a:cubicBezTo>
                  <a:pt x="30347" y="18535"/>
                  <a:pt x="29539" y="20171"/>
                  <a:pt x="28896" y="22064"/>
                </a:cubicBezTo>
                <a:lnTo>
                  <a:pt x="21860" y="42768"/>
                </a:lnTo>
                <a:cubicBezTo>
                  <a:pt x="20640" y="46357"/>
                  <a:pt x="20020" y="48832"/>
                  <a:pt x="20001" y="50192"/>
                </a:cubicBezTo>
                <a:cubicBezTo>
                  <a:pt x="19981" y="51553"/>
                  <a:pt x="20376" y="52548"/>
                  <a:pt x="21188" y="53179"/>
                </a:cubicBezTo>
                <a:cubicBezTo>
                  <a:pt x="21999" y="53810"/>
                  <a:pt x="23370" y="54303"/>
                  <a:pt x="25301" y="54658"/>
                </a:cubicBezTo>
                <a:lnTo>
                  <a:pt x="24316" y="57557"/>
                </a:lnTo>
                <a:lnTo>
                  <a:pt x="0" y="57557"/>
                </a:lnTo>
                <a:lnTo>
                  <a:pt x="985" y="54658"/>
                </a:lnTo>
                <a:cubicBezTo>
                  <a:pt x="2674" y="54185"/>
                  <a:pt x="3911" y="53771"/>
                  <a:pt x="4696" y="53416"/>
                </a:cubicBezTo>
                <a:cubicBezTo>
                  <a:pt x="5480" y="53061"/>
                  <a:pt x="6221" y="52568"/>
                  <a:pt x="6918" y="51937"/>
                </a:cubicBezTo>
                <a:cubicBezTo>
                  <a:pt x="7615" y="51306"/>
                  <a:pt x="8305" y="50340"/>
                  <a:pt x="8989" y="49039"/>
                </a:cubicBezTo>
                <a:cubicBezTo>
                  <a:pt x="9672" y="47737"/>
                  <a:pt x="10483" y="45706"/>
                  <a:pt x="11422" y="42946"/>
                </a:cubicBezTo>
                <a:lnTo>
                  <a:pt x="20186" y="17155"/>
                </a:lnTo>
                <a:cubicBezTo>
                  <a:pt x="21044" y="14631"/>
                  <a:pt x="21694" y="12600"/>
                  <a:pt x="22136" y="11062"/>
                </a:cubicBezTo>
                <a:cubicBezTo>
                  <a:pt x="22579" y="9524"/>
                  <a:pt x="22716" y="8291"/>
                  <a:pt x="22548" y="7365"/>
                </a:cubicBezTo>
                <a:cubicBezTo>
                  <a:pt x="22380" y="6438"/>
                  <a:pt x="21881" y="5748"/>
                  <a:pt x="21049" y="5294"/>
                </a:cubicBezTo>
                <a:cubicBezTo>
                  <a:pt x="20218" y="4841"/>
                  <a:pt x="18951" y="4456"/>
                  <a:pt x="17248" y="4141"/>
                </a:cubicBezTo>
                <a:lnTo>
                  <a:pt x="18293" y="1065"/>
                </a:lnTo>
                <a:lnTo>
                  <a:pt x="32613" y="473"/>
                </a:lnTo>
                <a:lnTo>
                  <a:pt x="36294" y="473"/>
                </a:lnTo>
                <a:lnTo>
                  <a:pt x="32112" y="10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284">
            <a:extLst xmlns:a="http://schemas.openxmlformats.org/drawingml/2006/main">
              <a:ext uri="{FF2B5EF4-FFF2-40B4-BE49-F238E27FC236}">
                <a16:creationId xmlns:a16="http://schemas.microsoft.com/office/drawing/2014/main" id="{3885D5AC-63FF-4392-8C38-5685E2E0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952" y="7618499"/>
            <a:ext cx="57425" cy="58503"/>
          </a:xfrm>
          <a:custGeom xmlns:a="http://schemas.openxmlformats.org/drawingml/2006/main">
            <a:pathLst>
              <a:path w="57425" h="58503">
                <a:moveTo>
                  <a:pt x="35495" y="49098"/>
                </a:moveTo>
                <a:lnTo>
                  <a:pt x="34670" y="48861"/>
                </a:lnTo>
                <a:cubicBezTo>
                  <a:pt x="29978" y="52371"/>
                  <a:pt x="25845" y="54855"/>
                  <a:pt x="22272" y="56315"/>
                </a:cubicBezTo>
                <a:cubicBezTo>
                  <a:pt x="18699" y="57774"/>
                  <a:pt x="15183" y="58503"/>
                  <a:pt x="11724" y="58503"/>
                </a:cubicBezTo>
                <a:cubicBezTo>
                  <a:pt x="8666" y="58503"/>
                  <a:pt x="6169" y="57922"/>
                  <a:pt x="4231" y="56758"/>
                </a:cubicBezTo>
                <a:cubicBezTo>
                  <a:pt x="2294" y="55595"/>
                  <a:pt x="1060" y="53958"/>
                  <a:pt x="530" y="51848"/>
                </a:cubicBezTo>
                <a:cubicBezTo>
                  <a:pt x="0" y="49739"/>
                  <a:pt x="204" y="47303"/>
                  <a:pt x="1142" y="44543"/>
                </a:cubicBezTo>
                <a:cubicBezTo>
                  <a:pt x="3099" y="38785"/>
                  <a:pt x="7516" y="34339"/>
                  <a:pt x="14394" y="31204"/>
                </a:cubicBezTo>
                <a:cubicBezTo>
                  <a:pt x="21272" y="28069"/>
                  <a:pt x="30611" y="26245"/>
                  <a:pt x="42410" y="25732"/>
                </a:cubicBezTo>
                <a:lnTo>
                  <a:pt x="43716" y="21887"/>
                </a:lnTo>
                <a:cubicBezTo>
                  <a:pt x="45110" y="17786"/>
                  <a:pt x="45807" y="14552"/>
                  <a:pt x="45807" y="12186"/>
                </a:cubicBezTo>
                <a:cubicBezTo>
                  <a:pt x="45806" y="9820"/>
                  <a:pt x="45129" y="8084"/>
                  <a:pt x="43774" y="6980"/>
                </a:cubicBezTo>
                <a:cubicBezTo>
                  <a:pt x="42420" y="5876"/>
                  <a:pt x="40295" y="5324"/>
                  <a:pt x="37399" y="5324"/>
                </a:cubicBezTo>
                <a:cubicBezTo>
                  <a:pt x="34261" y="5324"/>
                  <a:pt x="31462" y="6132"/>
                  <a:pt x="29002" y="7749"/>
                </a:cubicBezTo>
                <a:cubicBezTo>
                  <a:pt x="26542" y="9366"/>
                  <a:pt x="24280" y="11791"/>
                  <a:pt x="22215" y="15025"/>
                </a:cubicBezTo>
                <a:lnTo>
                  <a:pt x="14311" y="15025"/>
                </a:lnTo>
                <a:lnTo>
                  <a:pt x="16925" y="7335"/>
                </a:lnTo>
                <a:cubicBezTo>
                  <a:pt x="21456" y="5363"/>
                  <a:pt x="25167" y="3914"/>
                  <a:pt x="28056" y="2987"/>
                </a:cubicBezTo>
                <a:cubicBezTo>
                  <a:pt x="30945" y="2061"/>
                  <a:pt x="33768" y="1331"/>
                  <a:pt x="36523" y="799"/>
                </a:cubicBezTo>
                <a:cubicBezTo>
                  <a:pt x="39278" y="266"/>
                  <a:pt x="41983" y="0"/>
                  <a:pt x="44638" y="0"/>
                </a:cubicBezTo>
                <a:cubicBezTo>
                  <a:pt x="48620" y="0"/>
                  <a:pt x="51607" y="621"/>
                  <a:pt x="53599" y="1863"/>
                </a:cubicBezTo>
                <a:cubicBezTo>
                  <a:pt x="55590" y="3106"/>
                  <a:pt x="56753" y="5008"/>
                  <a:pt x="57089" y="7572"/>
                </a:cubicBezTo>
                <a:cubicBezTo>
                  <a:pt x="57425" y="10135"/>
                  <a:pt x="56715" y="14000"/>
                  <a:pt x="54959" y="19166"/>
                </a:cubicBezTo>
                <a:lnTo>
                  <a:pt x="47963" y="39751"/>
                </a:lnTo>
                <a:cubicBezTo>
                  <a:pt x="46971" y="42670"/>
                  <a:pt x="46291" y="44730"/>
                  <a:pt x="45923" y="45933"/>
                </a:cubicBezTo>
                <a:cubicBezTo>
                  <a:pt x="45554" y="47136"/>
                  <a:pt x="45296" y="48250"/>
                  <a:pt x="45149" y="49275"/>
                </a:cubicBezTo>
                <a:cubicBezTo>
                  <a:pt x="45001" y="50301"/>
                  <a:pt x="45025" y="51119"/>
                  <a:pt x="45220" y="51730"/>
                </a:cubicBezTo>
                <a:cubicBezTo>
                  <a:pt x="45414" y="52341"/>
                  <a:pt x="45830" y="52864"/>
                  <a:pt x="46467" y="53298"/>
                </a:cubicBezTo>
                <a:cubicBezTo>
                  <a:pt x="47104" y="53731"/>
                  <a:pt x="48227" y="54185"/>
                  <a:pt x="49836" y="54658"/>
                </a:cubicBezTo>
                <a:lnTo>
                  <a:pt x="48851" y="57557"/>
                </a:lnTo>
                <a:lnTo>
                  <a:pt x="32318" y="57557"/>
                </a:lnTo>
                <a:lnTo>
                  <a:pt x="35495" y="49098"/>
                </a:lnTo>
                <a:moveTo>
                  <a:pt x="40761" y="30583"/>
                </a:moveTo>
                <a:cubicBezTo>
                  <a:pt x="32569" y="30661"/>
                  <a:pt x="26093" y="31726"/>
                  <a:pt x="21333" y="33777"/>
                </a:cubicBezTo>
                <a:cubicBezTo>
                  <a:pt x="16574" y="35828"/>
                  <a:pt x="13490" y="38923"/>
                  <a:pt x="12083" y="43064"/>
                </a:cubicBezTo>
                <a:cubicBezTo>
                  <a:pt x="11319" y="45312"/>
                  <a:pt x="11179" y="47087"/>
                  <a:pt x="11662" y="48388"/>
                </a:cubicBezTo>
                <a:cubicBezTo>
                  <a:pt x="12144" y="49689"/>
                  <a:pt x="13006" y="50586"/>
                  <a:pt x="14246" y="51079"/>
                </a:cubicBezTo>
                <a:cubicBezTo>
                  <a:pt x="15487" y="51572"/>
                  <a:pt x="17072" y="51819"/>
                  <a:pt x="19003" y="51819"/>
                </a:cubicBezTo>
                <a:cubicBezTo>
                  <a:pt x="21738" y="51819"/>
                  <a:pt x="24443" y="51168"/>
                  <a:pt x="27118" y="49867"/>
                </a:cubicBezTo>
                <a:cubicBezTo>
                  <a:pt x="29793" y="48565"/>
                  <a:pt x="32095" y="46909"/>
                  <a:pt x="34026" y="44898"/>
                </a:cubicBezTo>
                <a:cubicBezTo>
                  <a:pt x="35956" y="42887"/>
                  <a:pt x="37257" y="40895"/>
                  <a:pt x="37927" y="38923"/>
                </a:cubicBezTo>
                <a:lnTo>
                  <a:pt x="40761" y="30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285">
            <a:extLst xmlns:a="http://schemas.openxmlformats.org/drawingml/2006/main">
              <a:ext uri="{FF2B5EF4-FFF2-40B4-BE49-F238E27FC236}">
                <a16:creationId xmlns:a16="http://schemas.microsoft.com/office/drawing/2014/main" id="{E55FA496-3302-4A4E-9B0E-77F1558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830" y="7596316"/>
            <a:ext cx="56440" cy="105945"/>
          </a:xfrm>
          <a:custGeom xmlns:a="http://schemas.openxmlformats.org/drawingml/2006/main">
            <a:pathLst>
              <a:path w="56440" h="105945">
                <a:moveTo>
                  <a:pt x="56440" y="0"/>
                </a:moveTo>
                <a:lnTo>
                  <a:pt x="52540" y="11476"/>
                </a:lnTo>
                <a:lnTo>
                  <a:pt x="41498" y="11476"/>
                </a:lnTo>
                <a:lnTo>
                  <a:pt x="45398" y="0"/>
                </a:lnTo>
                <a:lnTo>
                  <a:pt x="56440" y="0"/>
                </a:lnTo>
                <a:moveTo>
                  <a:pt x="29421" y="78616"/>
                </a:moveTo>
                <a:cubicBezTo>
                  <a:pt x="27545" y="84137"/>
                  <a:pt x="25460" y="88553"/>
                  <a:pt x="23168" y="91866"/>
                </a:cubicBezTo>
                <a:cubicBezTo>
                  <a:pt x="20876" y="95179"/>
                  <a:pt x="17900" y="97988"/>
                  <a:pt x="14239" y="100295"/>
                </a:cubicBezTo>
                <a:cubicBezTo>
                  <a:pt x="10579" y="102602"/>
                  <a:pt x="5927" y="104486"/>
                  <a:pt x="282" y="105945"/>
                </a:cubicBezTo>
                <a:lnTo>
                  <a:pt x="0" y="100739"/>
                </a:lnTo>
                <a:cubicBezTo>
                  <a:pt x="2816" y="99793"/>
                  <a:pt x="5021" y="98895"/>
                  <a:pt x="6617" y="98048"/>
                </a:cubicBezTo>
                <a:cubicBezTo>
                  <a:pt x="8212" y="97200"/>
                  <a:pt x="9623" y="96214"/>
                  <a:pt x="10850" y="95090"/>
                </a:cubicBezTo>
                <a:cubicBezTo>
                  <a:pt x="12076" y="93966"/>
                  <a:pt x="13233" y="92458"/>
                  <a:pt x="14318" y="90565"/>
                </a:cubicBezTo>
                <a:cubicBezTo>
                  <a:pt x="15404" y="88672"/>
                  <a:pt x="16450" y="86246"/>
                  <a:pt x="17455" y="83289"/>
                </a:cubicBezTo>
                <a:lnTo>
                  <a:pt x="32391" y="39337"/>
                </a:lnTo>
                <a:cubicBezTo>
                  <a:pt x="33437" y="36261"/>
                  <a:pt x="34127" y="34053"/>
                  <a:pt x="34462" y="32712"/>
                </a:cubicBezTo>
                <a:cubicBezTo>
                  <a:pt x="34797" y="31371"/>
                  <a:pt x="34894" y="30316"/>
                  <a:pt x="34753" y="29547"/>
                </a:cubicBezTo>
                <a:cubicBezTo>
                  <a:pt x="34612" y="28778"/>
                  <a:pt x="34200" y="28157"/>
                  <a:pt x="33516" y="27684"/>
                </a:cubicBezTo>
                <a:cubicBezTo>
                  <a:pt x="32832" y="27211"/>
                  <a:pt x="31458" y="26757"/>
                  <a:pt x="29393" y="26323"/>
                </a:cubicBezTo>
                <a:lnTo>
                  <a:pt x="30458" y="23188"/>
                </a:lnTo>
                <a:lnTo>
                  <a:pt x="44758" y="22656"/>
                </a:lnTo>
                <a:lnTo>
                  <a:pt x="48438" y="22656"/>
                </a:lnTo>
                <a:lnTo>
                  <a:pt x="29421" y="78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text-286 Negative">
            <a:extLst xmlns:a="http://schemas.openxmlformats.org/drawingml/2006/main">
              <a:ext uri="{FF2B5EF4-FFF2-40B4-BE49-F238E27FC236}">
                <a16:creationId xmlns:a16="http://schemas.microsoft.com/office/drawing/2014/main" id="{06F8919C-1157-44E1-88BC-0CB769F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668" y="7457265"/>
            <a:ext cx="827718" cy="304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366" name="text-286 stays">
            <a:extLst xmlns:a="http://schemas.openxmlformats.org/drawingml/2006/main">
              <a:ext uri="{FF2B5EF4-FFF2-40B4-BE49-F238E27FC236}">
                <a16:creationId xmlns:a16="http://schemas.microsoft.com/office/drawing/2014/main" id="{5838D2F0-AD93-4136-A72E-ED672B5E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487" y="7456974"/>
            <a:ext cx="485000" cy="304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stays</a:t>
            </a:r>
          </a:p>
        </p:txBody>
      </p:sp>
      <p:sp>
        <p:nvSpPr>
          <p:cNvPr id="367" name="text-286 local">
            <a:extLst xmlns:a="http://schemas.openxmlformats.org/drawingml/2006/main">
              <a:ext uri="{FF2B5EF4-FFF2-40B4-BE49-F238E27FC236}">
                <a16:creationId xmlns:a16="http://schemas.microsoft.com/office/drawing/2014/main" id="{04810445-C33F-41E8-A9C2-2817328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6348" y="7457665"/>
            <a:ext cx="450131" cy="303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368" name="text-287 to">
            <a:extLst xmlns:a="http://schemas.openxmlformats.org/drawingml/2006/main">
              <a:ext uri="{FF2B5EF4-FFF2-40B4-BE49-F238E27FC236}">
                <a16:creationId xmlns:a16="http://schemas.microsoft.com/office/drawing/2014/main" id="{F0240C77-7884-474C-B8A6-53C27F0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3286" y="7434874"/>
            <a:ext cx="220833" cy="304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369" name="text-287 prerequisites">
            <a:extLst xmlns:a="http://schemas.openxmlformats.org/drawingml/2006/main">
              <a:ext uri="{FF2B5EF4-FFF2-40B4-BE49-F238E27FC236}">
                <a16:creationId xmlns:a16="http://schemas.microsoft.com/office/drawing/2014/main" id="{3B47BC20-C132-4848-A65C-6DE5144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357" y="7435765"/>
            <a:ext cx="1169368" cy="30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prerequisites</a:t>
            </a:r>
          </a:p>
        </p:txBody>
      </p:sp>
      <p:sp>
        <p:nvSpPr>
          <p:cNvPr id="370" name="text-288 H:">
            <a:extLst xmlns:a="http://schemas.openxmlformats.org/drawingml/2006/main">
              <a:ext uri="{FF2B5EF4-FFF2-40B4-BE49-F238E27FC236}">
                <a16:creationId xmlns:a16="http://schemas.microsoft.com/office/drawing/2014/main" id="{8D8A1016-09D9-47AA-9D2D-33F6966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6310" y="8054591"/>
            <a:ext cx="232029" cy="30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H:</a:t>
            </a:r>
          </a:p>
        </p:txBody>
      </p:sp>
      <p:sp>
        <p:nvSpPr>
          <p:cNvPr id="371" name="text-288 hard">
            <a:extLst xmlns:a="http://schemas.openxmlformats.org/drawingml/2006/main">
              <a:ext uri="{FF2B5EF4-FFF2-40B4-BE49-F238E27FC236}">
                <a16:creationId xmlns:a16="http://schemas.microsoft.com/office/drawing/2014/main" id="{F452299B-E001-4E08-816C-57B88B33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7643" y="8054611"/>
            <a:ext cx="447533" cy="30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hard</a:t>
            </a:r>
          </a:p>
        </p:txBody>
      </p:sp>
      <p:sp>
        <p:nvSpPr>
          <p:cNvPr id="372" name="text-289 -">
            <a:extLst xmlns:a="http://schemas.openxmlformats.org/drawingml/2006/main">
              <a:ext uri="{FF2B5EF4-FFF2-40B4-BE49-F238E27FC236}">
                <a16:creationId xmlns:a16="http://schemas.microsoft.com/office/drawing/2014/main" id="{29360930-3F5C-4A68-BE81-E49E359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986" y="8055046"/>
            <a:ext cx="105133" cy="30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373" name="text-290 constraint">
            <a:extLst xmlns:a="http://schemas.openxmlformats.org/drawingml/2006/main">
              <a:ext uri="{FF2B5EF4-FFF2-40B4-BE49-F238E27FC236}">
                <a16:creationId xmlns:a16="http://schemas.microsoft.com/office/drawing/2014/main" id="{193ADDA2-9BBC-419E-BADB-4CD706FE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2631" y="8054021"/>
            <a:ext cx="924335" cy="304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constraint</a:t>
            </a:r>
          </a:p>
        </p:txBody>
      </p:sp>
      <p:sp>
        <p:nvSpPr>
          <p:cNvPr id="374" name="text-290 gate">
            <a:extLst xmlns:a="http://schemas.openxmlformats.org/drawingml/2006/main">
              <a:ext uri="{FF2B5EF4-FFF2-40B4-BE49-F238E27FC236}">
                <a16:creationId xmlns:a16="http://schemas.microsoft.com/office/drawing/2014/main" id="{D172AD33-74C8-4228-8012-CA5562DA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7124" y="8053577"/>
            <a:ext cx="437681" cy="304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375" name="text-291 δ">
            <a:extLst xmlns:a="http://schemas.openxmlformats.org/drawingml/2006/main">
              <a:ext uri="{FF2B5EF4-FFF2-40B4-BE49-F238E27FC236}">
                <a16:creationId xmlns:a16="http://schemas.microsoft.com/office/drawing/2014/main" id="{86798672-6524-4484-922D-ADD6C4D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112" y="8054999"/>
            <a:ext cx="152128" cy="30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</a:t>
            </a:r>
          </a:p>
        </p:txBody>
      </p:sp>
      <p:sp>
        <p:nvSpPr>
          <p:cNvPr id="376" name="text-292 ₜ">
            <a:extLst xmlns:a="http://schemas.openxmlformats.org/drawingml/2006/main">
              <a:ext uri="{FF2B5EF4-FFF2-40B4-BE49-F238E27FC236}">
                <a16:creationId xmlns:a16="http://schemas.microsoft.com/office/drawing/2014/main" id="{0EDEE204-6E03-4767-BE81-1790F6A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1029" y="8055197"/>
            <a:ext cx="82404" cy="30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ₜ</a:t>
            </a:r>
          </a:p>
        </p:txBody>
      </p:sp>
      <p:sp>
        <p:nvSpPr>
          <p:cNvPr id="377" name="text-293 :">
            <a:extLst xmlns:a="http://schemas.openxmlformats.org/drawingml/2006/main">
              <a:ext uri="{FF2B5EF4-FFF2-40B4-BE49-F238E27FC236}">
                <a16:creationId xmlns:a16="http://schemas.microsoft.com/office/drawing/2014/main" id="{81136686-AB2E-47A3-A7A7-1AD95DF4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436" y="8054892"/>
            <a:ext cx="96819" cy="3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378" name="text-293 allocated">
            <a:extLst xmlns:a="http://schemas.openxmlformats.org/drawingml/2006/main">
              <a:ext uri="{FF2B5EF4-FFF2-40B4-BE49-F238E27FC236}">
                <a16:creationId xmlns:a16="http://schemas.microsoft.com/office/drawing/2014/main" id="{01175950-F6B8-44B6-BA05-40FEF8CE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571" y="8054401"/>
            <a:ext cx="847240" cy="303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allocated</a:t>
            </a:r>
          </a:p>
        </p:txBody>
      </p:sp>
      <p:sp>
        <p:nvSpPr>
          <p:cNvPr id="379" name="text-293 progress">
            <a:extLst xmlns:a="http://schemas.openxmlformats.org/drawingml/2006/main">
              <a:ext uri="{FF2B5EF4-FFF2-40B4-BE49-F238E27FC236}">
                <a16:creationId xmlns:a16="http://schemas.microsoft.com/office/drawing/2014/main" id="{08B32043-1F2B-4CAB-9216-798E465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777" y="8055396"/>
            <a:ext cx="790858" cy="302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380" name="text-294 c">
            <a:extLst xmlns:a="http://schemas.openxmlformats.org/drawingml/2006/main">
              <a:ext uri="{FF2B5EF4-FFF2-40B4-BE49-F238E27FC236}">
                <a16:creationId xmlns:a16="http://schemas.microsoft.com/office/drawing/2014/main" id="{6E063B5C-F5AE-469A-94FA-F1EA361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1374" y="8054954"/>
            <a:ext cx="128907" cy="30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81" name="text-295 ₜ">
            <a:extLst xmlns:a="http://schemas.openxmlformats.org/drawingml/2006/main">
              <a:ext uri="{FF2B5EF4-FFF2-40B4-BE49-F238E27FC236}">
                <a16:creationId xmlns:a16="http://schemas.microsoft.com/office/drawing/2014/main" id="{9A575EC6-C3B4-4D01-9BA2-772B777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121" y="8055197"/>
            <a:ext cx="82404" cy="30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702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ₜ</a:t>
            </a:r>
          </a:p>
        </p:txBody>
      </p:sp>
      <p:sp>
        <p:nvSpPr>
          <p:cNvPr id="382" name="text-296 :">
            <a:extLst xmlns:a="http://schemas.openxmlformats.org/drawingml/2006/main">
              <a:ext uri="{FF2B5EF4-FFF2-40B4-BE49-F238E27FC236}">
                <a16:creationId xmlns:a16="http://schemas.microsoft.com/office/drawing/2014/main" id="{277C08A9-71EA-4DB5-B1C8-B55DAD4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6529" y="8054892"/>
            <a:ext cx="96819" cy="3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</a:p>
        </p:txBody>
      </p:sp>
      <p:sp>
        <p:nvSpPr>
          <p:cNvPr id="383" name="text-296 local">
            <a:extLst xmlns:a="http://schemas.openxmlformats.org/drawingml/2006/main">
              <a:ext uri="{FF2B5EF4-FFF2-40B4-BE49-F238E27FC236}">
                <a16:creationId xmlns:a16="http://schemas.microsoft.com/office/drawing/2014/main" id="{AE36FC29-646E-45C0-BD73-E86A528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2663" y="8054509"/>
            <a:ext cx="450131" cy="303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384" name="text-296 trace">
            <a:extLst xmlns:a="http://schemas.openxmlformats.org/drawingml/2006/main">
              <a:ext uri="{FF2B5EF4-FFF2-40B4-BE49-F238E27FC236}">
                <a16:creationId xmlns:a16="http://schemas.microsoft.com/office/drawing/2014/main" id="{2A14BA51-CB0F-4DCC-8424-B032DF8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2493" y="8054324"/>
            <a:ext cx="490180" cy="30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85" name="text-296 cost">
            <a:extLst xmlns:a="http://schemas.openxmlformats.org/drawingml/2006/main">
              <a:ext uri="{FF2B5EF4-FFF2-40B4-BE49-F238E27FC236}">
                <a16:creationId xmlns:a16="http://schemas.microsoft.com/office/drawing/2014/main" id="{05E76DC8-CE82-433A-A6C5-3C96B77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813" y="8054672"/>
            <a:ext cx="392920" cy="303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0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84D9C79-602D-4AF1-AB38-C6BF4E1A7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4a022015445bc"/>
          <a:stretch xmlns:a="http://schemas.openxmlformats.org/drawingml/2006/main"/>
        </p:blipFill>
        <p:spPr>
          <a:xfrm xmlns:a="http://schemas.openxmlformats.org/drawingml/2006/main">
            <a:off x="12616137" y="4512310"/>
            <a:ext cx="518994" cy="518994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8658C662-5DA9-45CF-ABD8-33B50F370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233b82fee49b2"/>
          <a:stretch xmlns:a="http://schemas.openxmlformats.org/drawingml/2006/main"/>
        </p:blipFill>
        <p:spPr>
          <a:xfrm xmlns:a="http://schemas.openxmlformats.org/drawingml/2006/main">
            <a:off x="12628508" y="4570686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AB7123F-B7E2-41B0-A235-0C4CE2F5F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aef0cc7864df6"/>
          <a:stretch xmlns:a="http://schemas.openxmlformats.org/drawingml/2006/main"/>
        </p:blipFill>
        <p:spPr>
          <a:xfrm xmlns:a="http://schemas.openxmlformats.org/drawingml/2006/main">
            <a:off x="5142616" y="4512309"/>
            <a:ext cx="522702" cy="518994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14C41B6-2353-4EE9-82E5-F99DA34B7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918b325954759"/>
          <a:stretch xmlns:a="http://schemas.openxmlformats.org/drawingml/2006/main"/>
        </p:blipFill>
        <p:spPr>
          <a:xfrm xmlns:a="http://schemas.openxmlformats.org/drawingml/2006/main">
            <a:off x="5160908" y="4570686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1038825-3128-4DFD-B21D-8714BE51C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0658a06784b9e"/>
          <a:stretch xmlns:a="http://schemas.openxmlformats.org/drawingml/2006/main"/>
        </p:blipFill>
        <p:spPr>
          <a:xfrm xmlns:a="http://schemas.openxmlformats.org/drawingml/2006/main">
            <a:off x="909104" y="3922881"/>
            <a:ext cx="678400" cy="674693"/>
          </a:xfrm>
          <a:prstGeom xmlns:a="http://schemas.openxmlformats.org/drawingml/2006/main" prst="rect">
            <a:avLst/>
          </a:prstGeom>
        </p:spPr>
      </p:pic>
      <p:pic>
        <p:nvPic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9187AB09-750E-441F-B86E-2259DC8C0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298be3f264833"/>
          <a:stretch xmlns:a="http://schemas.openxmlformats.org/drawingml/2006/main"/>
        </p:blipFill>
        <p:spPr>
          <a:xfrm xmlns:a="http://schemas.openxmlformats.org/drawingml/2006/main">
            <a:off x="922283" y="3980136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2C128D72-3E72-41FE-8701-715991753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9c5afabfb432d"/>
          <a:stretch xmlns:a="http://schemas.openxmlformats.org/drawingml/2006/main"/>
        </p:blipFill>
        <p:spPr>
          <a:xfrm xmlns:a="http://schemas.openxmlformats.org/drawingml/2006/main">
            <a:off x="998074" y="1683789"/>
            <a:ext cx="500459" cy="496752"/>
          </a:xfrm>
          <a:prstGeom xmlns:a="http://schemas.openxmlformats.org/drawingml/2006/main" prst="rect">
            <a:avLst/>
          </a:prstGeom>
        </p:spPr>
      </p:pic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9DB1E5A-72B2-408B-A27B-077B05DEA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def1f4dd24c12"/>
          <a:stretch xmlns:a="http://schemas.openxmlformats.org/drawingml/2006/main"/>
        </p:blipFill>
        <p:spPr>
          <a:xfrm xmlns:a="http://schemas.openxmlformats.org/drawingml/2006/main">
            <a:off x="1008008" y="1741761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CC5C335D-03DD-4813-839B-6E5BC2824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0bb3580d34f2b"/>
          <a:stretch xmlns:a="http://schemas.openxmlformats.org/drawingml/2006/main"/>
        </p:blipFill>
        <p:spPr>
          <a:xfrm xmlns:a="http://schemas.openxmlformats.org/drawingml/2006/main">
            <a:off x="972124" y="6299133"/>
            <a:ext cx="552359" cy="556066"/>
          </a:xfrm>
          <a:prstGeom xmlns:a="http://schemas.openxmlformats.org/drawingml/2006/main" prst="rect">
            <a:avLst/>
          </a:prstGeom>
        </p:spPr>
      </p:pic>
      <p:pic>
        <p:nvPic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2BE1817-622C-428D-AE21-C44D4576D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805322a14ce0"/>
          <a:stretch xmlns:a="http://schemas.openxmlformats.org/drawingml/2006/main"/>
        </p:blipFill>
        <p:spPr>
          <a:xfrm xmlns:a="http://schemas.openxmlformats.org/drawingml/2006/main">
            <a:off x="979433" y="6361386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8D812F4-487D-441C-A984-50574C0A9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202316429437c"/>
          <a:stretch xmlns:a="http://schemas.openxmlformats.org/drawingml/2006/main"/>
        </p:blipFill>
        <p:spPr>
          <a:xfrm xmlns:a="http://schemas.openxmlformats.org/drawingml/2006/main">
            <a:off x="522233" y="6932886"/>
            <a:ext cx="295275" cy="295275"/>
          </a:xfrm>
          <a:prstGeom xmlns:a="http://schemas.openxmlformats.org/drawingml/2006/main" prst="rect">
            <a:avLst/>
          </a:prstGeom>
        </p:spPr>
      </p:pic>
      <p:pic>
        <p:nvPic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CA61AD6-9070-4BC9-9B17-155131C4C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c553bf9364eb4"/>
          <a:stretch xmlns:a="http://schemas.openxmlformats.org/drawingml/2006/main"/>
        </p:blipFill>
        <p:spPr>
          <a:xfrm xmlns:a="http://schemas.openxmlformats.org/drawingml/2006/main">
            <a:off x="5264950" y="3199995"/>
            <a:ext cx="478217" cy="478217"/>
          </a:xfrm>
          <a:prstGeom xmlns:a="http://schemas.openxmlformats.org/drawingml/2006/main" prst="rect">
            <a:avLst/>
          </a:prstGeom>
        </p:spPr>
      </p:pic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281986C9-1524-448D-8AF4-73B13A52B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cc662266d4dce"/>
          <a:stretch xmlns:a="http://schemas.openxmlformats.org/drawingml/2006/main"/>
        </p:blipFill>
        <p:spPr>
          <a:xfrm xmlns:a="http://schemas.openxmlformats.org/drawingml/2006/main">
            <a:off x="5275208" y="3256236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7BB8D6C1-6FB4-48AE-8C84-9DD2C64D35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b5c2a23a44d15"/>
          <a:stretch xmlns:a="http://schemas.openxmlformats.org/drawingml/2006/main"/>
        </p:blipFill>
        <p:spPr>
          <a:xfrm xmlns:a="http://schemas.openxmlformats.org/drawingml/2006/main">
            <a:off x="5446658" y="5418411"/>
            <a:ext cx="1562100" cy="314325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B734A469-8B25-4A37-B6AD-CC9A8F036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68246e03b425a"/>
          <a:stretch xmlns:a="http://schemas.openxmlformats.org/drawingml/2006/main"/>
        </p:blipFill>
        <p:spPr>
          <a:xfrm xmlns:a="http://schemas.openxmlformats.org/drawingml/2006/main">
            <a:off x="10313933" y="5370786"/>
            <a:ext cx="1476375" cy="381000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746277B-85F9-4CB0-B565-53CF4326B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b35b1648047d9"/>
          <a:stretch xmlns:a="http://schemas.openxmlformats.org/drawingml/2006/main"/>
        </p:blipFill>
        <p:spPr>
          <a:xfrm xmlns:a="http://schemas.openxmlformats.org/drawingml/2006/main">
            <a:off x="12819008" y="5456511"/>
            <a:ext cx="1809750" cy="342900"/>
          </a:xfrm>
          <a:prstGeom xmlns:a="http://schemas.openxmlformats.org/drawingml/2006/main" prst="rect">
            <a:avLst/>
          </a:prstGeom>
        </p:spPr>
      </p:pic>
      <p:sp>
        <p:nvSpPr>
          <p:cNvPr id="402" name="path-313">
            <a:extLst xmlns:a="http://schemas.openxmlformats.org/drawingml/2006/main">
              <a:ext uri="{FF2B5EF4-FFF2-40B4-BE49-F238E27FC236}">
                <a16:creationId xmlns:a16="http://schemas.microsoft.com/office/drawing/2014/main" id="{7C677858-3855-4087-BC7F-890E8B1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071" y="5456653"/>
            <a:ext cx="269660" cy="262511"/>
          </a:xfrm>
          <a:custGeom xmlns:a="http://schemas.openxmlformats.org/drawingml/2006/main">
            <a:pathLst>
              <a:path w="269660" h="262511">
                <a:moveTo>
                  <a:pt x="0" y="131255"/>
                </a:moveTo>
                <a:cubicBezTo>
                  <a:pt x="0" y="58765"/>
                  <a:pt x="60365" y="0"/>
                  <a:pt x="134830" y="0"/>
                </a:cubicBezTo>
                <a:cubicBezTo>
                  <a:pt x="209295" y="0"/>
                  <a:pt x="269660" y="58765"/>
                  <a:pt x="269660" y="131255"/>
                </a:cubicBezTo>
                <a:cubicBezTo>
                  <a:pt x="269660" y="203746"/>
                  <a:pt x="209295" y="262511"/>
                  <a:pt x="134830" y="262511"/>
                </a:cubicBezTo>
                <a:cubicBezTo>
                  <a:pt x="60365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14">
            <a:extLst xmlns:a="http://schemas.openxmlformats.org/drawingml/2006/main">
              <a:ext uri="{FF2B5EF4-FFF2-40B4-BE49-F238E27FC236}">
                <a16:creationId xmlns:a16="http://schemas.microsoft.com/office/drawing/2014/main" id="{6A757916-026D-4587-8294-4F8907F6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071" y="5456653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04" name="text-315 ∆T">
            <a:extLst xmlns:a="http://schemas.openxmlformats.org/drawingml/2006/main">
              <a:ext uri="{FF2B5EF4-FFF2-40B4-BE49-F238E27FC236}">
                <a16:creationId xmlns:a16="http://schemas.microsoft.com/office/drawing/2014/main" id="{3785173A-E00C-4B57-A685-460F138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1774" y="5512229"/>
            <a:ext cx="154818" cy="172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defRPr>
            </a:pPr>
            <a:r>
              <a:rPr sz="971" b="1" i="1">
                <a:solidFill>
                  <a:srgbClr val="F79646"/>
                </a:solidFill>
                <a:latin typeface="Calibri"/>
                <a:ea typeface="Calibri"/>
                <a:cs typeface="Calibri"/>
              </a:rPr>
              <a:t>∆T</a:t>
            </a:r>
          </a:p>
        </p:txBody>
      </p:sp>
      <p:sp>
        <p:nvSpPr>
          <p:cNvPr id="405" name="path-316">
            <a:extLst xmlns:a="http://schemas.openxmlformats.org/drawingml/2006/main">
              <a:ext uri="{FF2B5EF4-FFF2-40B4-BE49-F238E27FC236}">
                <a16:creationId xmlns:a16="http://schemas.microsoft.com/office/drawing/2014/main" id="{11B3CAF0-CEB0-4183-8965-A3AB724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5456653"/>
            <a:ext cx="269661" cy="262511"/>
          </a:xfrm>
          <a:custGeom xmlns:a="http://schemas.openxmlformats.org/drawingml/2006/main">
            <a:pathLst>
              <a:path w="269661" h="262511">
                <a:moveTo>
                  <a:pt x="0" y="131255"/>
                </a:moveTo>
                <a:cubicBezTo>
                  <a:pt x="0" y="58765"/>
                  <a:pt x="60366" y="0"/>
                  <a:pt x="134831" y="0"/>
                </a:cubicBezTo>
                <a:cubicBezTo>
                  <a:pt x="209295" y="0"/>
                  <a:pt x="269661" y="58765"/>
                  <a:pt x="269661" y="131255"/>
                </a:cubicBezTo>
                <a:cubicBezTo>
                  <a:pt x="269661" y="203746"/>
                  <a:pt x="209295" y="262511"/>
                  <a:pt x="134831" y="262511"/>
                </a:cubicBezTo>
                <a:cubicBezTo>
                  <a:pt x="60366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17">
            <a:extLst xmlns:a="http://schemas.openxmlformats.org/drawingml/2006/main">
              <a:ext uri="{FF2B5EF4-FFF2-40B4-BE49-F238E27FC236}">
                <a16:creationId xmlns:a16="http://schemas.microsoft.com/office/drawing/2014/main" id="{687C9367-2C84-4B72-A2C8-5581AC3E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4614" y="5456653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07" name="text-318 ∆H">
            <a:extLst xmlns:a="http://schemas.openxmlformats.org/drawingml/2006/main">
              <a:ext uri="{FF2B5EF4-FFF2-40B4-BE49-F238E27FC236}">
                <a16:creationId xmlns:a16="http://schemas.microsoft.com/office/drawing/2014/main" id="{FE5AEA81-BF7A-448D-AC89-5B4380FC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1593" y="5512195"/>
            <a:ext cx="171597" cy="17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971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∆H</a:t>
            </a:r>
          </a:p>
        </p:txBody>
      </p:sp>
      <p:sp>
        <p:nvSpPr>
          <p:cNvPr id="408" name="path-319">
            <a:extLst xmlns:a="http://schemas.openxmlformats.org/drawingml/2006/main">
              <a:ext uri="{FF2B5EF4-FFF2-40B4-BE49-F238E27FC236}">
                <a16:creationId xmlns:a16="http://schemas.microsoft.com/office/drawing/2014/main" id="{3EFF8A00-24A6-467B-A4C4-A57A15B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158" y="5456653"/>
            <a:ext cx="269659" cy="262511"/>
          </a:xfrm>
          <a:custGeom xmlns:a="http://schemas.openxmlformats.org/drawingml/2006/main">
            <a:pathLst>
              <a:path w="269659" h="262511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6"/>
                  <a:pt x="209294" y="262511"/>
                  <a:pt x="134829" y="262511"/>
                </a:cubicBezTo>
                <a:cubicBezTo>
                  <a:pt x="60365" y="262511"/>
                  <a:pt x="0" y="203746"/>
                  <a:pt x="0" y="131255"/>
                </a:cubicBezTo>
              </a:path>
            </a:pathLst>
          </a:custGeom>
          <a:solidFill xmlns:a="http://schemas.openxmlformats.org/drawingml/2006/main">
            <a:srgbClr val="E9E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20">
            <a:extLst xmlns:a="http://schemas.openxmlformats.org/drawingml/2006/main">
              <a:ext uri="{FF2B5EF4-FFF2-40B4-BE49-F238E27FC236}">
                <a16:creationId xmlns:a16="http://schemas.microsoft.com/office/drawing/2014/main" id="{49A522C6-2D9C-4549-969B-5FC55131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158" y="5456653"/>
            <a:ext cx="269659" cy="262510"/>
          </a:xfrm>
          <a:custGeom xmlns:a="http://schemas.openxmlformats.org/drawingml/2006/main">
            <a:pathLst>
              <a:path w="269659" h="262510">
                <a:moveTo>
                  <a:pt x="0" y="131255"/>
                </a:moveTo>
                <a:cubicBezTo>
                  <a:pt x="0" y="58765"/>
                  <a:pt x="60365" y="0"/>
                  <a:pt x="134829" y="0"/>
                </a:cubicBezTo>
                <a:cubicBezTo>
                  <a:pt x="209294" y="0"/>
                  <a:pt x="269659" y="58765"/>
                  <a:pt x="269659" y="131255"/>
                </a:cubicBezTo>
                <a:cubicBezTo>
                  <a:pt x="269659" y="203745"/>
                  <a:pt x="209294" y="262510"/>
                  <a:pt x="134829" y="262510"/>
                </a:cubicBezTo>
                <a:cubicBezTo>
                  <a:pt x="60365" y="262510"/>
                  <a:pt x="0" y="203745"/>
                  <a:pt x="0" y="1312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169">
            <a:solidFill>
              <a:srgbClr val="846C91"/>
            </a:solidFill>
            <a:prstDash val="solid"/>
          </a:ln>
        </p:spPr>
      </p:sp>
      <p:sp>
        <p:nvSpPr>
          <p:cNvPr id="410" name="text-321 ∆V">
            <a:extLst xmlns:a="http://schemas.openxmlformats.org/drawingml/2006/main">
              <a:ext uri="{FF2B5EF4-FFF2-40B4-BE49-F238E27FC236}">
                <a16:creationId xmlns:a16="http://schemas.microsoft.com/office/drawing/2014/main" id="{031B5309-3636-431D-9C24-39848C8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9409" y="5512271"/>
            <a:ext cx="157711" cy="172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defRPr>
            </a:pPr>
            <a:r>
              <a:rPr sz="971" b="1" i="1">
                <a:solidFill>
                  <a:srgbClr val="CF8CCF"/>
                </a:solidFill>
                <a:latin typeface="Consolas"/>
                <a:ea typeface="Consolas"/>
                <a:cs typeface="Consolas"/>
              </a:rPr>
              <a:t>∆V</a:t>
            </a:r>
          </a:p>
        </p:txBody>
      </p:sp>
    </p:spTree>
    <p:extLst>
      <p:ext uri="{BB962C8B-B14F-4D97-AF65-F5344CB8AC3E}">
        <p14:creationId xmlns:p14="http://schemas.microsoft.com/office/powerpoint/2010/main" val="3228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" name="path-1">
            <a:extLst xmlns:a="http://schemas.openxmlformats.org/drawingml/2006/main">
              <a:ext uri="{FF2B5EF4-FFF2-40B4-BE49-F238E27FC236}">
                <a16:creationId xmlns:a16="http://schemas.microsoft.com/office/drawing/2014/main" id="{5607FD0B-C168-453F-8A93-2138DC4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" y="214560"/>
            <a:ext cx="15054292" cy="9026578"/>
          </a:xfrm>
          <a:custGeom xmlns:a="http://schemas.openxmlformats.org/drawingml/2006/main">
            <a:pathLst>
              <a:path w="15054292" h="9026578">
                <a:moveTo>
                  <a:pt x="0" y="0"/>
                </a:moveTo>
                <a:lnTo>
                  <a:pt x="0" y="9026578"/>
                </a:lnTo>
                <a:lnTo>
                  <a:pt x="15054292" y="9026578"/>
                </a:lnTo>
                <a:lnTo>
                  <a:pt x="1505429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DCEAE69C-E117-472F-A1B4-8FC01D29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" y="214560"/>
            <a:ext cx="15052887" cy="9027828"/>
          </a:xfrm>
          <a:custGeom xmlns:a="http://schemas.openxmlformats.org/drawingml/2006/main">
            <a:pathLst>
              <a:path w="15052887" h="9027828">
                <a:moveTo>
                  <a:pt x="0" y="9027828"/>
                </a:moveTo>
                <a:lnTo>
                  <a:pt x="15052887" y="9027828"/>
                </a:lnTo>
                <a:lnTo>
                  <a:pt x="15052887" y="0"/>
                </a:lnTo>
                <a:lnTo>
                  <a:pt x="0" y="0"/>
                </a:lnTo>
                <a:lnTo>
                  <a:pt x="0" y="90278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76A34A92-FA63-4E16-83DB-43FD3C4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942" y="565689"/>
            <a:ext cx="8584780" cy="3885744"/>
          </a:xfrm>
          <a:custGeom xmlns:a="http://schemas.openxmlformats.org/drawingml/2006/main">
            <a:pathLst>
              <a:path w="8584780" h="3885744">
                <a:moveTo>
                  <a:pt x="0" y="336734"/>
                </a:moveTo>
                <a:cubicBezTo>
                  <a:pt x="0" y="150762"/>
                  <a:pt x="150762" y="0"/>
                  <a:pt x="336735" y="0"/>
                </a:cubicBezTo>
                <a:lnTo>
                  <a:pt x="8248045" y="0"/>
                </a:lnTo>
                <a:cubicBezTo>
                  <a:pt x="8434019" y="0"/>
                  <a:pt x="8584780" y="150762"/>
                  <a:pt x="8584780" y="336734"/>
                </a:cubicBezTo>
                <a:lnTo>
                  <a:pt x="8584780" y="3549009"/>
                </a:lnTo>
                <a:cubicBezTo>
                  <a:pt x="8584780" y="3734982"/>
                  <a:pt x="8434019" y="3885744"/>
                  <a:pt x="8248045" y="3885744"/>
                </a:cubicBezTo>
                <a:lnTo>
                  <a:pt x="336735" y="3885744"/>
                </a:lnTo>
                <a:cubicBezTo>
                  <a:pt x="150762" y="3885744"/>
                  <a:pt x="0" y="3734982"/>
                  <a:pt x="0" y="3549009"/>
                </a:cubicBezTo>
                <a:lnTo>
                  <a:pt x="0" y="336734"/>
                </a:lnTo>
              </a:path>
            </a:pathLst>
          </a:custGeom>
          <a:solidFill xmlns:a="http://schemas.openxmlformats.org/drawingml/2006/main">
            <a:srgbClr val="F7EC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33D3C586-1D7F-4248-BBF2-C8F407C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1" y="572309"/>
            <a:ext cx="6231651" cy="7225294"/>
          </a:xfrm>
          <a:custGeom xmlns:a="http://schemas.openxmlformats.org/drawingml/2006/main">
            <a:pathLst>
              <a:path w="6231651" h="7225294">
                <a:moveTo>
                  <a:pt x="0" y="258921"/>
                </a:moveTo>
                <a:cubicBezTo>
                  <a:pt x="0" y="115924"/>
                  <a:pt x="115923" y="0"/>
                  <a:pt x="258922" y="0"/>
                </a:cubicBezTo>
                <a:lnTo>
                  <a:pt x="5972728" y="0"/>
                </a:lnTo>
                <a:cubicBezTo>
                  <a:pt x="6115725" y="0"/>
                  <a:pt x="6231651" y="115924"/>
                  <a:pt x="6231651" y="258921"/>
                </a:cubicBezTo>
                <a:lnTo>
                  <a:pt x="6231651" y="6966372"/>
                </a:lnTo>
                <a:cubicBezTo>
                  <a:pt x="6231651" y="7109371"/>
                  <a:pt x="6115725" y="7225294"/>
                  <a:pt x="5972728" y="7225294"/>
                </a:cubicBezTo>
                <a:lnTo>
                  <a:pt x="258922" y="7225294"/>
                </a:lnTo>
                <a:cubicBezTo>
                  <a:pt x="115923" y="7225294"/>
                  <a:pt x="0" y="7109371"/>
                  <a:pt x="0" y="6966372"/>
                </a:cubicBezTo>
                <a:lnTo>
                  <a:pt x="0" y="258921"/>
                </a:lnTo>
              </a:path>
            </a:pathLst>
          </a:custGeom>
          <a:solidFill xmlns:a="http://schemas.openxmlformats.org/drawingml/2006/main">
            <a:srgbClr val="E1EC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25E93DF1-F9F1-490B-AC2F-6A6CC2B8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6" y="3000742"/>
            <a:ext cx="6230610" cy="4924775"/>
          </a:xfrm>
          <a:custGeom xmlns:a="http://schemas.openxmlformats.org/drawingml/2006/main">
            <a:pathLst>
              <a:path w="6230610" h="4924775">
                <a:moveTo>
                  <a:pt x="0" y="196894"/>
                </a:moveTo>
                <a:cubicBezTo>
                  <a:pt x="0" y="88152"/>
                  <a:pt x="88152" y="0"/>
                  <a:pt x="196894" y="0"/>
                </a:cubicBezTo>
                <a:lnTo>
                  <a:pt x="6033716" y="0"/>
                </a:lnTo>
                <a:cubicBezTo>
                  <a:pt x="6142458" y="0"/>
                  <a:pt x="6230610" y="88152"/>
                  <a:pt x="6230610" y="196894"/>
                </a:cubicBezTo>
                <a:lnTo>
                  <a:pt x="6230610" y="4727882"/>
                </a:lnTo>
                <a:cubicBezTo>
                  <a:pt x="6230610" y="4836623"/>
                  <a:pt x="6142458" y="4924775"/>
                  <a:pt x="6033716" y="4924775"/>
                </a:cubicBezTo>
                <a:lnTo>
                  <a:pt x="196894" y="4924775"/>
                </a:lnTo>
                <a:cubicBezTo>
                  <a:pt x="88152" y="4924775"/>
                  <a:pt x="0" y="4836623"/>
                  <a:pt x="0" y="4727882"/>
                </a:cubicBezTo>
                <a:lnTo>
                  <a:pt x="0" y="196894"/>
                </a:lnTo>
              </a:path>
            </a:pathLst>
          </a:custGeom>
          <a:solidFill xmlns:a="http://schemas.openxmlformats.org/drawingml/2006/main">
            <a:srgbClr val="F7FEF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C816A178-4002-4CCB-9B3D-E7B6C8BC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168" y="4902446"/>
            <a:ext cx="8526298" cy="3061130"/>
          </a:xfrm>
          <a:custGeom xmlns:a="http://schemas.openxmlformats.org/drawingml/2006/main">
            <a:pathLst>
              <a:path w="8526298" h="3061130">
                <a:moveTo>
                  <a:pt x="0" y="161203"/>
                </a:moveTo>
                <a:cubicBezTo>
                  <a:pt x="0" y="72173"/>
                  <a:pt x="72173" y="0"/>
                  <a:pt x="161202" y="0"/>
                </a:cubicBezTo>
                <a:lnTo>
                  <a:pt x="8365098" y="0"/>
                </a:lnTo>
                <a:cubicBezTo>
                  <a:pt x="8454125" y="0"/>
                  <a:pt x="8526298" y="72173"/>
                  <a:pt x="8526298" y="161203"/>
                </a:cubicBezTo>
                <a:lnTo>
                  <a:pt x="8526298" y="2899929"/>
                </a:lnTo>
                <a:cubicBezTo>
                  <a:pt x="8526298" y="2988959"/>
                  <a:pt x="8454125" y="3061130"/>
                  <a:pt x="8365098" y="3061130"/>
                </a:cubicBezTo>
                <a:lnTo>
                  <a:pt x="161202" y="3061130"/>
                </a:lnTo>
                <a:cubicBezTo>
                  <a:pt x="72173" y="3061130"/>
                  <a:pt x="0" y="2988959"/>
                  <a:pt x="0" y="2899929"/>
                </a:cubicBezTo>
                <a:lnTo>
                  <a:pt x="0" y="161203"/>
                </a:lnTo>
              </a:path>
            </a:pathLst>
          </a:custGeom>
          <a:solidFill xmlns:a="http://schemas.openxmlformats.org/drawingml/2006/main">
            <a:srgbClr val="F7F0F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7DDD22CC-3A1D-4931-91CF-1558214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3314677"/>
            <a:ext cx="1652155" cy="1852400"/>
          </a:xfrm>
          <a:custGeom xmlns:a="http://schemas.openxmlformats.org/drawingml/2006/main">
            <a:pathLst>
              <a:path w="1652155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70"/>
                </a:lnTo>
                <a:cubicBezTo>
                  <a:pt x="1652155" y="1785990"/>
                  <a:pt x="1585746" y="1852400"/>
                  <a:pt x="1503826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387E1967-8084-478D-8962-F95786BA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3314677"/>
            <a:ext cx="1652155" cy="1852400"/>
          </a:xfrm>
          <a:custGeom xmlns:a="http://schemas.openxmlformats.org/drawingml/2006/main">
            <a:pathLst>
              <a:path w="1652155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70"/>
                </a:lnTo>
                <a:cubicBezTo>
                  <a:pt x="1652155" y="1785990"/>
                  <a:pt x="1585746" y="1852400"/>
                  <a:pt x="1503826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6663FB43-77FA-4481-9AA8-1F7792D3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85" y="3383493"/>
            <a:ext cx="1652155" cy="1852399"/>
          </a:xfrm>
          <a:custGeom xmlns:a="http://schemas.openxmlformats.org/drawingml/2006/main">
            <a:pathLst>
              <a:path w="1652155" h="1852399">
                <a:moveTo>
                  <a:pt x="0" y="148330"/>
                </a:moveTo>
                <a:cubicBezTo>
                  <a:pt x="0" y="66409"/>
                  <a:pt x="66411" y="0"/>
                  <a:pt x="148330" y="0"/>
                </a:cubicBezTo>
                <a:lnTo>
                  <a:pt x="1503826" y="0"/>
                </a:lnTo>
                <a:cubicBezTo>
                  <a:pt x="1585746" y="0"/>
                  <a:pt x="1652155" y="66409"/>
                  <a:pt x="1652155" y="148330"/>
                </a:cubicBezTo>
                <a:lnTo>
                  <a:pt x="1652155" y="1704069"/>
                </a:lnTo>
                <a:cubicBezTo>
                  <a:pt x="1652155" y="1785990"/>
                  <a:pt x="1585746" y="1852399"/>
                  <a:pt x="1503826" y="1852399"/>
                </a:cubicBezTo>
                <a:lnTo>
                  <a:pt x="148330" y="1852399"/>
                </a:lnTo>
                <a:cubicBezTo>
                  <a:pt x="66411" y="1852399"/>
                  <a:pt x="0" y="1785990"/>
                  <a:pt x="0" y="1704069"/>
                </a:cubicBezTo>
                <a:lnTo>
                  <a:pt x="0" y="148330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560B8505-2BA0-49F1-ACFA-3E08DD52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85" y="3383493"/>
            <a:ext cx="1652154" cy="1852400"/>
          </a:xfrm>
          <a:custGeom xmlns:a="http://schemas.openxmlformats.org/drawingml/2006/main">
            <a:pathLst>
              <a:path w="1652154" h="1852400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5" y="0"/>
                </a:lnTo>
                <a:cubicBezTo>
                  <a:pt x="1585745" y="0"/>
                  <a:pt x="1652154" y="66409"/>
                  <a:pt x="1652154" y="148330"/>
                </a:cubicBezTo>
                <a:lnTo>
                  <a:pt x="1652154" y="1704070"/>
                </a:lnTo>
                <a:cubicBezTo>
                  <a:pt x="1652154" y="1785990"/>
                  <a:pt x="1585745" y="1852400"/>
                  <a:pt x="1503825" y="1852400"/>
                </a:cubicBezTo>
                <a:lnTo>
                  <a:pt x="148330" y="1852400"/>
                </a:lnTo>
                <a:cubicBezTo>
                  <a:pt x="66409" y="1852400"/>
                  <a:pt x="0" y="1785990"/>
                  <a:pt x="0" y="1704070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FDFE8C6C-D28C-40BE-9225-FCDD819F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355" y="3452300"/>
            <a:ext cx="1652151" cy="1852398"/>
          </a:xfrm>
          <a:custGeom xmlns:a="http://schemas.openxmlformats.org/drawingml/2006/main">
            <a:pathLst>
              <a:path w="1652151" h="1852398">
                <a:moveTo>
                  <a:pt x="0" y="148329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2" y="0"/>
                </a:lnTo>
                <a:cubicBezTo>
                  <a:pt x="1585742" y="0"/>
                  <a:pt x="1652151" y="66409"/>
                  <a:pt x="1652151" y="148329"/>
                </a:cubicBezTo>
                <a:lnTo>
                  <a:pt x="1652151" y="1704068"/>
                </a:lnTo>
                <a:cubicBezTo>
                  <a:pt x="1652151" y="1785989"/>
                  <a:pt x="1585742" y="1852398"/>
                  <a:pt x="1503822" y="1852398"/>
                </a:cubicBezTo>
                <a:lnTo>
                  <a:pt x="148330" y="1852398"/>
                </a:lnTo>
                <a:cubicBezTo>
                  <a:pt x="66409" y="1852398"/>
                  <a:pt x="0" y="1785989"/>
                  <a:pt x="0" y="1704068"/>
                </a:cubicBezTo>
                <a:lnTo>
                  <a:pt x="0" y="148329"/>
                </a:lnTo>
              </a:path>
            </a:pathLst>
          </a:custGeom>
          <a:solidFill xmlns:a="http://schemas.openxmlformats.org/drawingml/2006/main">
            <a:srgbClr val="8BCF8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CACF8848-0E25-4053-A566-3CC571C2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355" y="3452300"/>
            <a:ext cx="1652153" cy="1852398"/>
          </a:xfrm>
          <a:custGeom xmlns:a="http://schemas.openxmlformats.org/drawingml/2006/main">
            <a:pathLst>
              <a:path w="1652153" h="1852398">
                <a:moveTo>
                  <a:pt x="0" y="148330"/>
                </a:moveTo>
                <a:cubicBezTo>
                  <a:pt x="0" y="66409"/>
                  <a:pt x="66409" y="0"/>
                  <a:pt x="148330" y="0"/>
                </a:cubicBezTo>
                <a:lnTo>
                  <a:pt x="1503824" y="0"/>
                </a:lnTo>
                <a:cubicBezTo>
                  <a:pt x="1585744" y="0"/>
                  <a:pt x="1652153" y="66409"/>
                  <a:pt x="1652153" y="148330"/>
                </a:cubicBezTo>
                <a:lnTo>
                  <a:pt x="1652153" y="1704069"/>
                </a:lnTo>
                <a:cubicBezTo>
                  <a:pt x="1652153" y="1785989"/>
                  <a:pt x="1585744" y="1852398"/>
                  <a:pt x="1503824" y="1852398"/>
                </a:cubicBezTo>
                <a:lnTo>
                  <a:pt x="148330" y="1852398"/>
                </a:lnTo>
                <a:cubicBezTo>
                  <a:pt x="66409" y="1852398"/>
                  <a:pt x="0" y="1785989"/>
                  <a:pt x="0" y="1704069"/>
                </a:cubicBezTo>
                <a:lnTo>
                  <a:pt x="0" y="14833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15B4A"/>
            </a:solidFill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F8D4C5C5-51CE-457E-8907-719ECFA7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843" y="3965889"/>
            <a:ext cx="1513253" cy="1291600"/>
          </a:xfrm>
          <a:custGeom xmlns:a="http://schemas.openxmlformats.org/drawingml/2006/main">
            <a:pathLst>
              <a:path w="1513253" h="1291600">
                <a:moveTo>
                  <a:pt x="0" y="115959"/>
                </a:moveTo>
                <a:cubicBezTo>
                  <a:pt x="0" y="51916"/>
                  <a:pt x="51918" y="0"/>
                  <a:pt x="115961" y="0"/>
                </a:cubicBezTo>
                <a:lnTo>
                  <a:pt x="1397294" y="0"/>
                </a:lnTo>
                <a:cubicBezTo>
                  <a:pt x="1461337" y="0"/>
                  <a:pt x="1513253" y="51916"/>
                  <a:pt x="1513253" y="115959"/>
                </a:cubicBezTo>
                <a:lnTo>
                  <a:pt x="1513253" y="1175640"/>
                </a:lnTo>
                <a:cubicBezTo>
                  <a:pt x="1513253" y="1239683"/>
                  <a:pt x="1461337" y="1291600"/>
                  <a:pt x="1397294" y="1291600"/>
                </a:cubicBezTo>
                <a:lnTo>
                  <a:pt x="115961" y="1291600"/>
                </a:lnTo>
                <a:cubicBezTo>
                  <a:pt x="51918" y="1291600"/>
                  <a:pt x="0" y="1239683"/>
                  <a:pt x="0" y="1175640"/>
                </a:cubicBezTo>
                <a:lnTo>
                  <a:pt x="0" y="115959"/>
                </a:lnTo>
              </a:path>
            </a:pathLst>
          </a:custGeom>
          <a:solidFill xmlns:a="http://schemas.openxmlformats.org/drawingml/2006/main">
            <a:srgbClr val="C4E9C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text-14 Phase">
            <a:extLst xmlns:a="http://schemas.openxmlformats.org/drawingml/2006/main">
              <a:ext uri="{FF2B5EF4-FFF2-40B4-BE49-F238E27FC236}">
                <a16:creationId xmlns:a16="http://schemas.microsoft.com/office/drawing/2014/main" id="{45A895B8-CB85-4C7D-B3E6-0555F3C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36" y="184062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15" name="text-15 II:">
            <a:extLst xmlns:a="http://schemas.openxmlformats.org/drawingml/2006/main">
              <a:ext uri="{FF2B5EF4-FFF2-40B4-BE49-F238E27FC236}">
                <a16:creationId xmlns:a16="http://schemas.microsoft.com/office/drawing/2014/main" id="{2920FDF0-920E-4A2E-AB92-740D4E8A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3965" y="186436"/>
            <a:ext cx="276219" cy="390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9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II:</a:t>
            </a:r>
          </a:p>
        </p:txBody>
      </p:sp>
      <p:sp>
        <p:nvSpPr>
          <p:cNvPr id="16" name="text-15 Long">
            <a:extLst xmlns:a="http://schemas.openxmlformats.org/drawingml/2006/main">
              <a:ext uri="{FF2B5EF4-FFF2-40B4-BE49-F238E27FC236}">
                <a16:creationId xmlns:a16="http://schemas.microsoft.com/office/drawing/2014/main" id="{5983FFFD-8791-4966-ADD0-500F38B4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37" y="184263"/>
            <a:ext cx="615065" cy="39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Long</a:t>
            </a:r>
          </a:p>
        </p:txBody>
      </p:sp>
      <p:sp>
        <p:nvSpPr>
          <p:cNvPr id="17" name="text-16 -">
            <a:extLst xmlns:a="http://schemas.openxmlformats.org/drawingml/2006/main">
              <a:ext uri="{FF2B5EF4-FFF2-40B4-BE49-F238E27FC236}">
                <a16:creationId xmlns:a16="http://schemas.microsoft.com/office/drawing/2014/main" id="{2D0C2E5C-C0DC-49DA-8729-9E11836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9110" y="184681"/>
            <a:ext cx="136659" cy="39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8" name="text-17 Horizon">
            <a:extLst xmlns:a="http://schemas.openxmlformats.org/drawingml/2006/main">
              <a:ext uri="{FF2B5EF4-FFF2-40B4-BE49-F238E27FC236}">
                <a16:creationId xmlns:a16="http://schemas.microsoft.com/office/drawing/2014/main" id="{BDAE0345-D231-442D-92C9-D386E8F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5015" y="184580"/>
            <a:ext cx="948786" cy="393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</a:t>
            </a:r>
          </a:p>
        </p:txBody>
      </p:sp>
      <p:sp>
        <p:nvSpPr>
          <p:cNvPr id="19" name="text-18 Task">
            <a:extLst xmlns:a="http://schemas.openxmlformats.org/drawingml/2006/main">
              <a:ext uri="{FF2B5EF4-FFF2-40B4-BE49-F238E27FC236}">
                <a16:creationId xmlns:a16="http://schemas.microsoft.com/office/drawing/2014/main" id="{F4CFCC16-CB52-455C-8D09-D58D77D6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775" y="184494"/>
            <a:ext cx="563110" cy="393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0" name="text-19 Synthesis">
            <a:extLst xmlns:a="http://schemas.openxmlformats.org/drawingml/2006/main">
              <a:ext uri="{FF2B5EF4-FFF2-40B4-BE49-F238E27FC236}">
                <a16:creationId xmlns:a16="http://schemas.microsoft.com/office/drawing/2014/main" id="{3F42ACE1-5B4F-4A97-A00B-944471C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197" y="184159"/>
            <a:ext cx="1131352" cy="394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21" name="text-20 Capability">
            <a:extLst xmlns:a="http://schemas.openxmlformats.org/drawingml/2006/main">
              <a:ext uri="{FF2B5EF4-FFF2-40B4-BE49-F238E27FC236}">
                <a16:creationId xmlns:a16="http://schemas.microsoft.com/office/drawing/2014/main" id="{D62688B9-29F0-44C3-B117-E895FC8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802" y="3432801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22" name="text-21 Packages">
            <a:extLst xmlns:a="http://schemas.openxmlformats.org/drawingml/2006/main">
              <a:ext uri="{FF2B5EF4-FFF2-40B4-BE49-F238E27FC236}">
                <a16:creationId xmlns:a16="http://schemas.microsoft.com/office/drawing/2014/main" id="{E9986E3A-77EE-48E4-A431-7BE8D8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0652" y="3699392"/>
            <a:ext cx="882240" cy="306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Packages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41FC9-DBEB-4508-A561-546521BD2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df85127ff444b"/>
          <a:stretch xmlns:a="http://schemas.openxmlformats.org/drawingml/2006/main"/>
        </p:blipFill>
        <p:spPr>
          <a:xfrm xmlns:a="http://schemas.openxmlformats.org/drawingml/2006/main">
            <a:off x="3383012" y="3415847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5C1AE-B772-4093-AFDB-AA9CD4459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9aa8855814817"/>
          <a:stretch xmlns:a="http://schemas.openxmlformats.org/drawingml/2006/main"/>
        </p:blipFill>
        <p:spPr>
          <a:xfrm xmlns:a="http://schemas.openxmlformats.org/drawingml/2006/main">
            <a:off x="3394982" y="3471903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DB337-5AFE-45C5-9B59-7AFB9B5B1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17fbe107446b"/>
          <a:stretch xmlns:a="http://schemas.openxmlformats.org/drawingml/2006/main"/>
        </p:blipFill>
        <p:spPr>
          <a:xfrm xmlns:a="http://schemas.openxmlformats.org/drawingml/2006/main">
            <a:off x="4215197" y="3963139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43FA1-89F0-4A72-A825-BFFE2EE85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b5b5b438c4f65"/>
          <a:stretch xmlns:a="http://schemas.openxmlformats.org/drawingml/2006/main"/>
        </p:blipFill>
        <p:spPr>
          <a:xfrm xmlns:a="http://schemas.openxmlformats.org/drawingml/2006/main">
            <a:off x="4242707" y="3986253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7" name="text-26 Tools">
            <a:extLst xmlns:a="http://schemas.openxmlformats.org/drawingml/2006/main">
              <a:ext uri="{FF2B5EF4-FFF2-40B4-BE49-F238E27FC236}">
                <a16:creationId xmlns:a16="http://schemas.microsoft.com/office/drawing/2014/main" id="{0E38C326-8FC9-4938-ADFB-D7DFF22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202" y="4366332"/>
            <a:ext cx="433866" cy="26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DF929-8959-40CE-BBA7-3B21BA5B90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32aacb7ab4647"/>
          <a:stretch xmlns:a="http://schemas.openxmlformats.org/drawingml/2006/main"/>
        </p:blipFill>
        <p:spPr>
          <a:xfrm xmlns:a="http://schemas.openxmlformats.org/drawingml/2006/main">
            <a:off x="3544201" y="3933151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1D4A6-23CD-4673-9897-953C5BE44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513d4eb9640e2"/>
          <a:stretch xmlns:a="http://schemas.openxmlformats.org/drawingml/2006/main"/>
        </p:blipFill>
        <p:spPr>
          <a:xfrm xmlns:a="http://schemas.openxmlformats.org/drawingml/2006/main">
            <a:off x="3556907" y="39957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9 MCP">
            <a:extLst xmlns:a="http://schemas.openxmlformats.org/drawingml/2006/main">
              <a:ext uri="{FF2B5EF4-FFF2-40B4-BE49-F238E27FC236}">
                <a16:creationId xmlns:a16="http://schemas.microsoft.com/office/drawing/2014/main" id="{2BD0B4C0-CC1A-4480-893C-67290EE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4501" y="4375073"/>
            <a:ext cx="395217" cy="26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MCP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8DE76-7819-4EBB-B06F-B76B96EFA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330498a8c47be"/>
          <a:stretch xmlns:a="http://schemas.openxmlformats.org/drawingml/2006/main"/>
        </p:blipFill>
        <p:spPr>
          <a:xfrm xmlns:a="http://schemas.openxmlformats.org/drawingml/2006/main">
            <a:off x="4218931" y="4611643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10F72-D631-4BF1-929C-663FD314E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d3bce0a0a4c7c"/>
          <a:stretch xmlns:a="http://schemas.openxmlformats.org/drawingml/2006/main"/>
        </p:blipFill>
        <p:spPr>
          <a:xfrm xmlns:a="http://schemas.openxmlformats.org/drawingml/2006/main">
            <a:off x="4242707" y="463395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text-32 Reference">
            <a:extLst xmlns:a="http://schemas.openxmlformats.org/drawingml/2006/main">
              <a:ext uri="{FF2B5EF4-FFF2-40B4-BE49-F238E27FC236}">
                <a16:creationId xmlns:a16="http://schemas.microsoft.com/office/drawing/2014/main" id="{A4322FC3-3461-4039-894B-1948E6D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788" y="5008885"/>
            <a:ext cx="802292" cy="262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34" name="text-33 Script">
            <a:extLst xmlns:a="http://schemas.openxmlformats.org/drawingml/2006/main">
              <a:ext uri="{FF2B5EF4-FFF2-40B4-BE49-F238E27FC236}">
                <a16:creationId xmlns:a16="http://schemas.microsoft.com/office/drawing/2014/main" id="{AD683897-B5ED-4256-AD2E-04DB0D76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3463" y="5011192"/>
            <a:ext cx="477038" cy="26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Script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4B2B9-E53C-4358-9806-D0C5A0CBA9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4febdbed7455b"/>
          <a:stretch xmlns:a="http://schemas.openxmlformats.org/drawingml/2006/main"/>
        </p:blipFill>
        <p:spPr>
          <a:xfrm xmlns:a="http://schemas.openxmlformats.org/drawingml/2006/main">
            <a:off x="3532941" y="4615392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6B234-A518-4CC6-9E27-987EB7428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31caf8b2f471d"/>
          <a:stretch xmlns:a="http://schemas.openxmlformats.org/drawingml/2006/main"/>
        </p:blipFill>
        <p:spPr>
          <a:xfrm xmlns:a="http://schemas.openxmlformats.org/drawingml/2006/main">
            <a:off x="3556907" y="46434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01DB17BC-4A1C-4493-8538-BD41C91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3381703"/>
            <a:ext cx="2433775" cy="2002166"/>
          </a:xfrm>
          <a:custGeom xmlns:a="http://schemas.openxmlformats.org/drawingml/2006/main">
            <a:pathLst>
              <a:path w="2433775" h="2002166">
                <a:moveTo>
                  <a:pt x="0" y="179756"/>
                </a:moveTo>
                <a:cubicBezTo>
                  <a:pt x="0" y="80479"/>
                  <a:pt x="80479" y="0"/>
                  <a:pt x="179754" y="0"/>
                </a:cubicBezTo>
                <a:lnTo>
                  <a:pt x="2254021" y="0"/>
                </a:lnTo>
                <a:cubicBezTo>
                  <a:pt x="2353296" y="0"/>
                  <a:pt x="2433775" y="80479"/>
                  <a:pt x="2433775" y="179756"/>
                </a:cubicBezTo>
                <a:lnTo>
                  <a:pt x="2433775" y="1822413"/>
                </a:lnTo>
                <a:cubicBezTo>
                  <a:pt x="2433775" y="1921689"/>
                  <a:pt x="2353296" y="2002166"/>
                  <a:pt x="2254021" y="2002166"/>
                </a:cubicBezTo>
                <a:lnTo>
                  <a:pt x="179754" y="2002166"/>
                </a:lnTo>
                <a:cubicBezTo>
                  <a:pt x="80479" y="2002166"/>
                  <a:pt x="0" y="1921689"/>
                  <a:pt x="0" y="1822413"/>
                </a:cubicBezTo>
                <a:lnTo>
                  <a:pt x="0" y="179756"/>
                </a:lnTo>
              </a:path>
            </a:pathLst>
          </a:custGeom>
          <a:solidFill xmlns:a="http://schemas.openxmlformats.org/drawingml/2006/main">
            <a:srgbClr val="E1F2D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C2AE29C8-B4E9-4079-B6DB-476FB0F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3381703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5"/>
                </a:moveTo>
                <a:cubicBezTo>
                  <a:pt x="0" y="80479"/>
                  <a:pt x="80479" y="0"/>
                  <a:pt x="179755" y="0"/>
                </a:cubicBezTo>
                <a:lnTo>
                  <a:pt x="2254020" y="0"/>
                </a:lnTo>
                <a:cubicBezTo>
                  <a:pt x="2353296" y="0"/>
                  <a:pt x="2433775" y="80479"/>
                  <a:pt x="2433775" y="179755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0" y="2002167"/>
                </a:cubicBezTo>
                <a:lnTo>
                  <a:pt x="179755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5A9D67"/>
            </a:solidFill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0B4F1366-F79D-4634-998F-6C2DD36B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3315014"/>
            <a:ext cx="388421" cy="925863"/>
          </a:xfrm>
          <a:custGeom xmlns:a="http://schemas.openxmlformats.org/drawingml/2006/main">
            <a:pathLst>
              <a:path w="388421" h="925863">
                <a:moveTo>
                  <a:pt x="0" y="925863"/>
                </a:moveTo>
                <a:lnTo>
                  <a:pt x="120962" y="925863"/>
                </a:lnTo>
                <a:lnTo>
                  <a:pt x="120962" y="0"/>
                </a:lnTo>
                <a:lnTo>
                  <a:pt x="388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4950C914-3565-4E19-92BB-2FA2D78F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4240878"/>
            <a:ext cx="388421" cy="878172"/>
          </a:xfrm>
          <a:custGeom xmlns:a="http://schemas.openxmlformats.org/drawingml/2006/main">
            <a:pathLst>
              <a:path w="388421" h="878172">
                <a:moveTo>
                  <a:pt x="0" y="0"/>
                </a:moveTo>
                <a:lnTo>
                  <a:pt x="113260" y="0"/>
                </a:lnTo>
                <a:lnTo>
                  <a:pt x="113260" y="878172"/>
                </a:lnTo>
                <a:lnTo>
                  <a:pt x="388421" y="878172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4FA744DC-60B7-4346-9170-3278D08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746" y="4332350"/>
            <a:ext cx="576608" cy="66066"/>
          </a:xfrm>
          <a:custGeom xmlns:a="http://schemas.openxmlformats.org/drawingml/2006/main">
            <a:pathLst>
              <a:path w="576608" h="66066">
                <a:moveTo>
                  <a:pt x="233" y="66066"/>
                </a:moveTo>
                <a:lnTo>
                  <a:pt x="498630" y="62358"/>
                </a:lnTo>
                <a:lnTo>
                  <a:pt x="498399" y="31121"/>
                </a:lnTo>
                <a:lnTo>
                  <a:pt x="0" y="34829"/>
                </a:lnTo>
                <a:lnTo>
                  <a:pt x="233" y="66066"/>
                </a:lnTo>
                <a:moveTo>
                  <a:pt x="483243" y="93712"/>
                </a:moveTo>
                <a:lnTo>
                  <a:pt x="576608" y="46159"/>
                </a:lnTo>
                <a:lnTo>
                  <a:pt x="482547" y="0"/>
                </a:lnTo>
                <a:lnTo>
                  <a:pt x="483243" y="93712"/>
                </a:lnTo>
              </a:path>
            </a:pathLst>
          </a:custGeom>
          <a:solidFill xmlns:a="http://schemas.openxmlformats.org/drawingml/2006/main">
            <a:srgbClr val="315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41 Exact">
            <a:extLst xmlns:a="http://schemas.openxmlformats.org/drawingml/2006/main">
              <a:ext uri="{FF2B5EF4-FFF2-40B4-BE49-F238E27FC236}">
                <a16:creationId xmlns:a16="http://schemas.microsoft.com/office/drawing/2014/main" id="{54EBD28C-723E-46E1-BCE7-72DEE7F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172" y="4419585"/>
            <a:ext cx="450565" cy="263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7CC0B616-B3CE-4EAB-9B41-EBB47EF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80" y="903940"/>
            <a:ext cx="1685299" cy="1776249"/>
          </a:xfrm>
          <a:custGeom xmlns:a="http://schemas.openxmlformats.org/drawingml/2006/main">
            <a:pathLst>
              <a:path w="1685299" h="1776249">
                <a:moveTo>
                  <a:pt x="0" y="151305"/>
                </a:moveTo>
                <a:cubicBezTo>
                  <a:pt x="0" y="67742"/>
                  <a:pt x="67744" y="0"/>
                  <a:pt x="151307" y="0"/>
                </a:cubicBezTo>
                <a:lnTo>
                  <a:pt x="1533992" y="0"/>
                </a:lnTo>
                <a:cubicBezTo>
                  <a:pt x="1617556" y="0"/>
                  <a:pt x="1685299" y="67742"/>
                  <a:pt x="1685299" y="151305"/>
                </a:cubicBezTo>
                <a:lnTo>
                  <a:pt x="1685299" y="1624944"/>
                </a:lnTo>
                <a:cubicBezTo>
                  <a:pt x="1685299" y="1708508"/>
                  <a:pt x="1617556" y="1776249"/>
                  <a:pt x="1533992" y="1776249"/>
                </a:cubicBezTo>
                <a:lnTo>
                  <a:pt x="151307" y="1776249"/>
                </a:lnTo>
                <a:cubicBezTo>
                  <a:pt x="67744" y="1776249"/>
                  <a:pt x="0" y="1708508"/>
                  <a:pt x="0" y="162494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4F2A9A1A-B7D4-481D-BD5A-02C79665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80" y="903940"/>
            <a:ext cx="1685297" cy="1776248"/>
          </a:xfrm>
          <a:custGeom xmlns:a="http://schemas.openxmlformats.org/drawingml/2006/main">
            <a:pathLst>
              <a:path w="1685297" h="1776248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24943"/>
                </a:lnTo>
                <a:cubicBezTo>
                  <a:pt x="1685297" y="1708507"/>
                  <a:pt x="1617556" y="1776248"/>
                  <a:pt x="1533992" y="1776248"/>
                </a:cubicBezTo>
                <a:lnTo>
                  <a:pt x="151305" y="1776248"/>
                </a:lnTo>
                <a:cubicBezTo>
                  <a:pt x="67742" y="1776248"/>
                  <a:pt x="0" y="1708507"/>
                  <a:pt x="0" y="1624943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B9450606-B187-4B78-8D22-13D49B6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43" y="956819"/>
            <a:ext cx="1685297" cy="1802642"/>
          </a:xfrm>
          <a:custGeom xmlns:a="http://schemas.openxmlformats.org/drawingml/2006/main">
            <a:pathLst>
              <a:path w="1685297" h="1802642">
                <a:moveTo>
                  <a:pt x="0" y="151305"/>
                </a:moveTo>
                <a:cubicBezTo>
                  <a:pt x="0" y="67742"/>
                  <a:pt x="67742" y="0"/>
                  <a:pt x="151307" y="0"/>
                </a:cubicBezTo>
                <a:lnTo>
                  <a:pt x="1533991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51336"/>
                </a:lnTo>
                <a:cubicBezTo>
                  <a:pt x="1685297" y="1734901"/>
                  <a:pt x="1617556" y="1802642"/>
                  <a:pt x="1533991" y="1802642"/>
                </a:cubicBezTo>
                <a:lnTo>
                  <a:pt x="151307" y="1802642"/>
                </a:lnTo>
                <a:cubicBezTo>
                  <a:pt x="67742" y="1802642"/>
                  <a:pt x="0" y="1734901"/>
                  <a:pt x="0" y="1651336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CA013062-0AF5-4D48-86F5-453F1A9D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43" y="956819"/>
            <a:ext cx="1685297" cy="1802644"/>
          </a:xfrm>
          <a:custGeom xmlns:a="http://schemas.openxmlformats.org/drawingml/2006/main">
            <a:pathLst>
              <a:path w="1685297" h="1802644">
                <a:moveTo>
                  <a:pt x="0" y="151306"/>
                </a:moveTo>
                <a:cubicBezTo>
                  <a:pt x="0" y="67742"/>
                  <a:pt x="67742" y="0"/>
                  <a:pt x="151306" y="0"/>
                </a:cubicBezTo>
                <a:lnTo>
                  <a:pt x="1533990" y="0"/>
                </a:lnTo>
                <a:cubicBezTo>
                  <a:pt x="1617555" y="0"/>
                  <a:pt x="1685297" y="67742"/>
                  <a:pt x="1685297" y="151306"/>
                </a:cubicBezTo>
                <a:lnTo>
                  <a:pt x="1685297" y="1651337"/>
                </a:lnTo>
                <a:cubicBezTo>
                  <a:pt x="1685297" y="1734901"/>
                  <a:pt x="1617555" y="1802644"/>
                  <a:pt x="1533990" y="1802644"/>
                </a:cubicBezTo>
                <a:lnTo>
                  <a:pt x="151306" y="1802644"/>
                </a:lnTo>
                <a:cubicBezTo>
                  <a:pt x="67742" y="1802644"/>
                  <a:pt x="0" y="1734901"/>
                  <a:pt x="0" y="1651337"/>
                </a:cubicBezTo>
                <a:lnTo>
                  <a:pt x="0" y="1513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C92E8C11-60AD-448C-B621-A4D666E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07" y="1003952"/>
            <a:ext cx="1685297" cy="1846390"/>
          </a:xfrm>
          <a:custGeom xmlns:a="http://schemas.openxmlformats.org/drawingml/2006/main">
            <a:pathLst>
              <a:path w="1685297" h="1846390">
                <a:moveTo>
                  <a:pt x="0" y="151306"/>
                </a:moveTo>
                <a:cubicBezTo>
                  <a:pt x="0" y="67743"/>
                  <a:pt x="67741" y="0"/>
                  <a:pt x="151305" y="0"/>
                </a:cubicBezTo>
                <a:lnTo>
                  <a:pt x="1533992" y="0"/>
                </a:lnTo>
                <a:cubicBezTo>
                  <a:pt x="1617555" y="0"/>
                  <a:pt x="1685297" y="67743"/>
                  <a:pt x="1685297" y="151306"/>
                </a:cubicBezTo>
                <a:lnTo>
                  <a:pt x="1685297" y="1695085"/>
                </a:lnTo>
                <a:cubicBezTo>
                  <a:pt x="1685297" y="1778649"/>
                  <a:pt x="1617555" y="1846390"/>
                  <a:pt x="1533992" y="1846390"/>
                </a:cubicBezTo>
                <a:lnTo>
                  <a:pt x="151305" y="1846390"/>
                </a:lnTo>
                <a:cubicBezTo>
                  <a:pt x="67741" y="1846390"/>
                  <a:pt x="0" y="1778649"/>
                  <a:pt x="0" y="1695085"/>
                </a:cubicBezTo>
                <a:lnTo>
                  <a:pt x="0" y="151306"/>
                </a:lnTo>
              </a:path>
            </a:pathLst>
          </a:custGeom>
          <a:solidFill xmlns:a="http://schemas.openxmlformats.org/drawingml/2006/main">
            <a:srgbClr val="72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BE736E01-7539-4514-8357-D3A20890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07" y="1003952"/>
            <a:ext cx="1685297" cy="1846390"/>
          </a:xfrm>
          <a:custGeom xmlns:a="http://schemas.openxmlformats.org/drawingml/2006/main">
            <a:pathLst>
              <a:path w="1685297" h="1846390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695085"/>
                </a:lnTo>
                <a:cubicBezTo>
                  <a:pt x="1685297" y="1778649"/>
                  <a:pt x="1617556" y="1846390"/>
                  <a:pt x="1533992" y="1846390"/>
                </a:cubicBezTo>
                <a:lnTo>
                  <a:pt x="151305" y="1846390"/>
                </a:lnTo>
                <a:cubicBezTo>
                  <a:pt x="67742" y="1846390"/>
                  <a:pt x="0" y="1778649"/>
                  <a:pt x="0" y="1695085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87E4"/>
            </a:solidFill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E18E143D-C269-4B96-AC51-1CD2C06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02" y="1560511"/>
            <a:ext cx="1542637" cy="1225351"/>
          </a:xfrm>
          <a:custGeom xmlns:a="http://schemas.openxmlformats.org/drawingml/2006/main">
            <a:pathLst>
              <a:path w="1542637" h="1225351">
                <a:moveTo>
                  <a:pt x="0" y="110011"/>
                </a:moveTo>
                <a:cubicBezTo>
                  <a:pt x="0" y="49253"/>
                  <a:pt x="49254" y="0"/>
                  <a:pt x="110013" y="0"/>
                </a:cubicBezTo>
                <a:lnTo>
                  <a:pt x="1432626" y="0"/>
                </a:lnTo>
                <a:cubicBezTo>
                  <a:pt x="1493384" y="0"/>
                  <a:pt x="1542637" y="49253"/>
                  <a:pt x="1542637" y="110011"/>
                </a:cubicBezTo>
                <a:lnTo>
                  <a:pt x="1542637" y="1115340"/>
                </a:lnTo>
                <a:cubicBezTo>
                  <a:pt x="1542637" y="1176098"/>
                  <a:pt x="1493384" y="1225351"/>
                  <a:pt x="1432626" y="1225351"/>
                </a:cubicBezTo>
                <a:lnTo>
                  <a:pt x="110013" y="1225351"/>
                </a:lnTo>
                <a:cubicBezTo>
                  <a:pt x="49254" y="1225351"/>
                  <a:pt x="0" y="1176098"/>
                  <a:pt x="0" y="1115340"/>
                </a:cubicBezTo>
                <a:lnTo>
                  <a:pt x="0" y="110011"/>
                </a:lnTo>
              </a:path>
            </a:pathLst>
          </a:custGeom>
          <a:solidFill xmlns:a="http://schemas.openxmlformats.org/drawingml/2006/main">
            <a:srgbClr val="BFE9F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0" name="text-49 Profiled">
            <a:extLst xmlns:a="http://schemas.openxmlformats.org/drawingml/2006/main">
              <a:ext uri="{FF2B5EF4-FFF2-40B4-BE49-F238E27FC236}">
                <a16:creationId xmlns:a16="http://schemas.microsoft.com/office/drawing/2014/main" id="{3E7C9C4A-4725-4F6F-8B0D-39A4F6C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5102" y="996031"/>
            <a:ext cx="748133" cy="30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Profiled</a:t>
            </a:r>
          </a:p>
        </p:txBody>
      </p:sp>
      <p:sp>
        <p:nvSpPr>
          <p:cNvPr id="51" name="text-49 File">
            <a:extLst xmlns:a="http://schemas.openxmlformats.org/drawingml/2006/main">
              <a:ext uri="{FF2B5EF4-FFF2-40B4-BE49-F238E27FC236}">
                <a16:creationId xmlns:a16="http://schemas.microsoft.com/office/drawing/2014/main" id="{F5464B40-212C-4D31-B763-C4331A1C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2193" y="995948"/>
            <a:ext cx="355767" cy="30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52" name="text-51 Instances">
            <a:extLst xmlns:a="http://schemas.openxmlformats.org/drawingml/2006/main">
              <a:ext uri="{FF2B5EF4-FFF2-40B4-BE49-F238E27FC236}">
                <a16:creationId xmlns:a16="http://schemas.microsoft.com/office/drawing/2014/main" id="{B2A7754E-A108-4505-89DA-20A793FE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5127" y="1263037"/>
            <a:ext cx="881915" cy="30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Instances</a:t>
            </a:r>
          </a:p>
        </p:txBody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E09AA331-397E-4EF8-9E11-19321FE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286" y="1905168"/>
            <a:ext cx="614514" cy="62478"/>
          </a:xfrm>
          <a:custGeom xmlns:a="http://schemas.openxmlformats.org/drawingml/2006/main">
            <a:pathLst>
              <a:path w="614514" h="62478">
                <a:moveTo>
                  <a:pt x="0" y="0"/>
                </a:moveTo>
                <a:lnTo>
                  <a:pt x="536419" y="1"/>
                </a:lnTo>
                <a:lnTo>
                  <a:pt x="536419" y="31240"/>
                </a:lnTo>
                <a:lnTo>
                  <a:pt x="0" y="31238"/>
                </a:lnTo>
                <a:lnTo>
                  <a:pt x="0" y="0"/>
                </a:lnTo>
                <a:moveTo>
                  <a:pt x="520800" y="-31237"/>
                </a:moveTo>
                <a:lnTo>
                  <a:pt x="614514" y="15621"/>
                </a:lnTo>
                <a:lnTo>
                  <a:pt x="520800" y="62478"/>
                </a:lnTo>
                <a:lnTo>
                  <a:pt x="520800" y="-31237"/>
                </a:lnTo>
              </a:path>
            </a:pathLst>
          </a:custGeom>
          <a:solidFill xmlns:a="http://schemas.openxmlformats.org/drawingml/2006/main">
            <a:srgbClr val="6F87E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570D07-97FD-4812-9138-07A7B025F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f141396384a69"/>
          <a:stretch xmlns:a="http://schemas.openxmlformats.org/drawingml/2006/main"/>
        </p:blipFill>
        <p:spPr>
          <a:xfrm xmlns:a="http://schemas.openxmlformats.org/drawingml/2006/main">
            <a:off x="2779491" y="1301648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6B0072-E1DB-43F3-8807-9365308BA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e41f5621c4dfd"/>
          <a:stretch xmlns:a="http://schemas.openxmlformats.org/drawingml/2006/main"/>
        </p:blipFill>
        <p:spPr>
          <a:xfrm xmlns:a="http://schemas.openxmlformats.org/drawingml/2006/main">
            <a:off x="2794907" y="1357353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56" name="text-55 Filter">
            <a:extLst xmlns:a="http://schemas.openxmlformats.org/drawingml/2006/main">
              <a:ext uri="{FF2B5EF4-FFF2-40B4-BE49-F238E27FC236}">
                <a16:creationId xmlns:a16="http://schemas.microsoft.com/office/drawing/2014/main" id="{5CCB1E9F-9CE9-4A45-B673-18CBFC4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935" y="1968482"/>
            <a:ext cx="434075" cy="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Filter</a:t>
            </a:r>
          </a:p>
        </p:txBody>
      </p:sp>
      <p:sp>
        <p:nvSpPr>
          <p:cNvPr id="57" name="text-56 &amp;">
            <a:extLst xmlns:a="http://schemas.openxmlformats.org/drawingml/2006/main">
              <a:ext uri="{FF2B5EF4-FFF2-40B4-BE49-F238E27FC236}">
                <a16:creationId xmlns:a16="http://schemas.microsoft.com/office/drawing/2014/main" id="{5953C757-92EC-4EBA-863D-9FC7E8B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0743" y="2201245"/>
            <a:ext cx="165809" cy="262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58" name="text-56 Map">
            <a:extLst xmlns:a="http://schemas.openxmlformats.org/drawingml/2006/main">
              <a:ext uri="{FF2B5EF4-FFF2-40B4-BE49-F238E27FC236}">
                <a16:creationId xmlns:a16="http://schemas.microsoft.com/office/drawing/2014/main" id="{18CC66F2-A471-4ECA-94FA-203616F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6476" y="2200789"/>
            <a:ext cx="396399" cy="263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59" name="path-57">
            <a:extLst xmlns:a="http://schemas.openxmlformats.org/drawingml/2006/main">
              <a:ext uri="{FF2B5EF4-FFF2-40B4-BE49-F238E27FC236}">
                <a16:creationId xmlns:a16="http://schemas.microsoft.com/office/drawing/2014/main" id="{20C710F6-6A19-4782-B50C-C33F70C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9" y="950486"/>
            <a:ext cx="2389628" cy="2015422"/>
          </a:xfrm>
          <a:custGeom xmlns:a="http://schemas.openxmlformats.org/drawingml/2006/main">
            <a:pathLst>
              <a:path w="2389628" h="2015422">
                <a:moveTo>
                  <a:pt x="0" y="180944"/>
                </a:moveTo>
                <a:cubicBezTo>
                  <a:pt x="0" y="81010"/>
                  <a:pt x="81012" y="0"/>
                  <a:pt x="180944" y="0"/>
                </a:cubicBezTo>
                <a:lnTo>
                  <a:pt x="2208682" y="0"/>
                </a:lnTo>
                <a:cubicBezTo>
                  <a:pt x="2308614" y="0"/>
                  <a:pt x="2389628" y="81010"/>
                  <a:pt x="2389628" y="180944"/>
                </a:cubicBezTo>
                <a:lnTo>
                  <a:pt x="2389628" y="1834478"/>
                </a:lnTo>
                <a:cubicBezTo>
                  <a:pt x="2389628" y="1934410"/>
                  <a:pt x="2308614" y="2015422"/>
                  <a:pt x="2208682" y="2015422"/>
                </a:cubicBezTo>
                <a:lnTo>
                  <a:pt x="180944" y="2015422"/>
                </a:lnTo>
                <a:cubicBezTo>
                  <a:pt x="81012" y="2015422"/>
                  <a:pt x="0" y="1934410"/>
                  <a:pt x="0" y="1834478"/>
                </a:cubicBezTo>
                <a:lnTo>
                  <a:pt x="0" y="180944"/>
                </a:lnTo>
              </a:path>
            </a:pathLst>
          </a:custGeom>
          <a:solidFill xmlns:a="http://schemas.openxmlformats.org/drawingml/2006/main">
            <a:srgbClr val="D9F1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path-58">
            <a:extLst xmlns:a="http://schemas.openxmlformats.org/drawingml/2006/main">
              <a:ext uri="{FF2B5EF4-FFF2-40B4-BE49-F238E27FC236}">
                <a16:creationId xmlns:a16="http://schemas.microsoft.com/office/drawing/2014/main" id="{B6779C3A-089D-4EB3-92F0-72B65C5D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9" y="950486"/>
            <a:ext cx="2389627" cy="2015422"/>
          </a:xfrm>
          <a:custGeom xmlns:a="http://schemas.openxmlformats.org/drawingml/2006/main">
            <a:pathLst>
              <a:path w="2389627" h="2015422">
                <a:moveTo>
                  <a:pt x="0" y="180944"/>
                </a:moveTo>
                <a:cubicBezTo>
                  <a:pt x="0" y="81012"/>
                  <a:pt x="81012" y="0"/>
                  <a:pt x="180944" y="0"/>
                </a:cubicBezTo>
                <a:lnTo>
                  <a:pt x="2208683" y="0"/>
                </a:lnTo>
                <a:cubicBezTo>
                  <a:pt x="2308615" y="0"/>
                  <a:pt x="2389627" y="81012"/>
                  <a:pt x="2389627" y="180944"/>
                </a:cubicBezTo>
                <a:lnTo>
                  <a:pt x="2389627" y="1834478"/>
                </a:lnTo>
                <a:cubicBezTo>
                  <a:pt x="2389627" y="1934411"/>
                  <a:pt x="2308615" y="2015422"/>
                  <a:pt x="2208683" y="2015422"/>
                </a:cubicBezTo>
                <a:lnTo>
                  <a:pt x="180944" y="2015422"/>
                </a:lnTo>
                <a:cubicBezTo>
                  <a:pt x="81012" y="2015422"/>
                  <a:pt x="0" y="1934411"/>
                  <a:pt x="0" y="1834478"/>
                </a:cubicBezTo>
                <a:lnTo>
                  <a:pt x="0" y="18094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298AA"/>
            </a:solidFill>
            <a:prstDash val="solid"/>
          </a:ln>
        </p:spPr>
      </p:sp>
      <p:sp>
        <p:nvSpPr>
          <p:cNvPr id="61" name="path-59">
            <a:extLst xmlns:a="http://schemas.openxmlformats.org/drawingml/2006/main">
              <a:ext uri="{FF2B5EF4-FFF2-40B4-BE49-F238E27FC236}">
                <a16:creationId xmlns:a16="http://schemas.microsoft.com/office/drawing/2014/main" id="{46AB110A-5FF3-4793-A350-9B0DC1F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378" y="1453313"/>
            <a:ext cx="369625" cy="338752"/>
          </a:xfrm>
          <a:custGeom xmlns:a="http://schemas.openxmlformats.org/drawingml/2006/main">
            <a:pathLst>
              <a:path w="369625" h="338752">
                <a:moveTo>
                  <a:pt x="0" y="338752"/>
                </a:moveTo>
                <a:lnTo>
                  <a:pt x="184812" y="338752"/>
                </a:lnTo>
                <a:lnTo>
                  <a:pt x="184812" y="0"/>
                </a:lnTo>
                <a:lnTo>
                  <a:pt x="36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62" name="path-60">
            <a:extLst xmlns:a="http://schemas.openxmlformats.org/drawingml/2006/main">
              <a:ext uri="{FF2B5EF4-FFF2-40B4-BE49-F238E27FC236}">
                <a16:creationId xmlns:a16="http://schemas.microsoft.com/office/drawing/2014/main" id="{BA3A20EC-FA6D-481C-82A4-C18CAEB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378" y="1792065"/>
            <a:ext cx="370583" cy="360889"/>
          </a:xfrm>
          <a:custGeom xmlns:a="http://schemas.openxmlformats.org/drawingml/2006/main">
            <a:pathLst>
              <a:path w="370583" h="360889">
                <a:moveTo>
                  <a:pt x="0" y="0"/>
                </a:moveTo>
                <a:lnTo>
                  <a:pt x="185292" y="0"/>
                </a:lnTo>
                <a:lnTo>
                  <a:pt x="185292" y="360889"/>
                </a:lnTo>
                <a:lnTo>
                  <a:pt x="370583" y="360889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63" name="text-61 General">
            <a:extLst xmlns:a="http://schemas.openxmlformats.org/drawingml/2006/main">
              <a:ext uri="{FF2B5EF4-FFF2-40B4-BE49-F238E27FC236}">
                <a16:creationId xmlns:a16="http://schemas.microsoft.com/office/drawing/2014/main" id="{0C48E393-18EC-4DBE-B978-F25DE722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29" y="2436802"/>
            <a:ext cx="752767" cy="305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General</a:t>
            </a:r>
          </a:p>
        </p:txBody>
      </p:sp>
      <p:sp>
        <p:nvSpPr>
          <p:cNvPr id="64" name="text-62 Files">
            <a:extLst xmlns:a="http://schemas.openxmlformats.org/drawingml/2006/main">
              <a:ext uri="{FF2B5EF4-FFF2-40B4-BE49-F238E27FC236}">
                <a16:creationId xmlns:a16="http://schemas.microsoft.com/office/drawing/2014/main" id="{590044BB-562F-490E-B0A4-F575666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1611" y="2435445"/>
            <a:ext cx="442206" cy="30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5" name="text-63 (">
            <a:extLst xmlns:a="http://schemas.openxmlformats.org/drawingml/2006/main">
              <a:ext uri="{FF2B5EF4-FFF2-40B4-BE49-F238E27FC236}">
                <a16:creationId xmlns:a16="http://schemas.microsoft.com/office/drawing/2014/main" id="{72A3552E-B5A5-4B4D-8122-49BEAC09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785" y="2702316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66" name="text-64 100k+">
            <a:extLst xmlns:a="http://schemas.openxmlformats.org/drawingml/2006/main">
              <a:ext uri="{FF2B5EF4-FFF2-40B4-BE49-F238E27FC236}">
                <a16:creationId xmlns:a16="http://schemas.microsoft.com/office/drawing/2014/main" id="{212D7A26-1039-4B2E-ABA7-7DA0CBB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119" y="2701622"/>
            <a:ext cx="587615" cy="30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100k+</a:t>
            </a:r>
          </a:p>
        </p:txBody>
      </p:sp>
      <p:sp>
        <p:nvSpPr>
          <p:cNvPr id="67" name="text-65 )">
            <a:extLst xmlns:a="http://schemas.openxmlformats.org/drawingml/2006/main">
              <a:ext uri="{FF2B5EF4-FFF2-40B4-BE49-F238E27FC236}">
                <a16:creationId xmlns:a16="http://schemas.microsoft.com/office/drawing/2014/main" id="{5CEC7568-2E78-41DE-BC4D-BC403AA0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739" y="2702316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8" name="text-66 Domain">
            <a:extLst xmlns:a="http://schemas.openxmlformats.org/drawingml/2006/main">
              <a:ext uri="{FF2B5EF4-FFF2-40B4-BE49-F238E27FC236}">
                <a16:creationId xmlns:a16="http://schemas.microsoft.com/office/drawing/2014/main" id="{145389CF-0323-4D80-AAE3-AFDFD67F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4086" y="602686"/>
            <a:ext cx="754234" cy="30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Domain</a:t>
            </a:r>
          </a:p>
        </p:txBody>
      </p:sp>
      <p:sp>
        <p:nvSpPr>
          <p:cNvPr id="69" name="text-66 Files">
            <a:extLst xmlns:a="http://schemas.openxmlformats.org/drawingml/2006/main">
              <a:ext uri="{FF2B5EF4-FFF2-40B4-BE49-F238E27FC236}">
                <a16:creationId xmlns:a16="http://schemas.microsoft.com/office/drawing/2014/main" id="{B475DE95-C3B9-46C9-AFE2-083FDD28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7518" y="602628"/>
            <a:ext cx="441726" cy="306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70" name="text-67 (">
            <a:extLst xmlns:a="http://schemas.openxmlformats.org/drawingml/2006/main">
              <a:ext uri="{FF2B5EF4-FFF2-40B4-BE49-F238E27FC236}">
                <a16:creationId xmlns:a16="http://schemas.microsoft.com/office/drawing/2014/main" id="{03E70434-D28F-413F-86B4-EA68B405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785" y="869260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1" name="text-68 200k+">
            <a:extLst xmlns:a="http://schemas.openxmlformats.org/drawingml/2006/main">
              <a:ext uri="{FF2B5EF4-FFF2-40B4-BE49-F238E27FC236}">
                <a16:creationId xmlns:a16="http://schemas.microsoft.com/office/drawing/2014/main" id="{1EE3A7C4-AB91-4D76-AF70-70173EF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119" y="868566"/>
            <a:ext cx="587615" cy="30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200k+</a:t>
            </a:r>
          </a:p>
        </p:txBody>
      </p:sp>
      <p:sp>
        <p:nvSpPr>
          <p:cNvPr id="72" name="text-69 )">
            <a:extLst xmlns:a="http://schemas.openxmlformats.org/drawingml/2006/main">
              <a:ext uri="{FF2B5EF4-FFF2-40B4-BE49-F238E27FC236}">
                <a16:creationId xmlns:a16="http://schemas.microsoft.com/office/drawing/2014/main" id="{9D56CE12-E024-45E2-8094-B75C16B8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739" y="869260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3" name="path-70">
            <a:extLst xmlns:a="http://schemas.openxmlformats.org/drawingml/2006/main">
              <a:ext uri="{FF2B5EF4-FFF2-40B4-BE49-F238E27FC236}">
                <a16:creationId xmlns:a16="http://schemas.microsoft.com/office/drawing/2014/main" id="{402831F3-D0EF-42F2-8B43-3B48994B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962" y="1887308"/>
            <a:ext cx="531295" cy="531294"/>
          </a:xfrm>
          <a:custGeom xmlns:a="http://schemas.openxmlformats.org/drawingml/2006/main">
            <a:pathLst>
              <a:path w="531295" h="531294">
                <a:moveTo>
                  <a:pt x="0" y="88550"/>
                </a:moveTo>
                <a:cubicBezTo>
                  <a:pt x="0" y="39646"/>
                  <a:pt x="39645" y="0"/>
                  <a:pt x="88551" y="0"/>
                </a:cubicBezTo>
                <a:lnTo>
                  <a:pt x="442743" y="0"/>
                </a:lnTo>
                <a:cubicBezTo>
                  <a:pt x="491648" y="0"/>
                  <a:pt x="531295" y="39646"/>
                  <a:pt x="531295" y="88550"/>
                </a:cubicBezTo>
                <a:lnTo>
                  <a:pt x="531295" y="442743"/>
                </a:lnTo>
                <a:cubicBezTo>
                  <a:pt x="531295" y="491648"/>
                  <a:pt x="491648" y="531294"/>
                  <a:pt x="442743" y="531294"/>
                </a:cubicBezTo>
                <a:lnTo>
                  <a:pt x="88551" y="531294"/>
                </a:lnTo>
                <a:cubicBezTo>
                  <a:pt x="39645" y="531294"/>
                  <a:pt x="0" y="491648"/>
                  <a:pt x="0" y="442743"/>
                </a:cubicBezTo>
                <a:lnTo>
                  <a:pt x="0" y="88550"/>
                </a:lnTo>
              </a:path>
            </a:pathLst>
          </a:custGeom>
          <a:solidFill xmlns:a="http://schemas.openxmlformats.org/drawingml/2006/main">
            <a:srgbClr val="B0C7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path-71">
            <a:extLst xmlns:a="http://schemas.openxmlformats.org/drawingml/2006/main">
              <a:ext uri="{FF2B5EF4-FFF2-40B4-BE49-F238E27FC236}">
                <a16:creationId xmlns:a16="http://schemas.microsoft.com/office/drawing/2014/main" id="{C4239E15-AE45-4918-BEF9-ED3D4542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962" y="1887308"/>
            <a:ext cx="531295" cy="531295"/>
          </a:xfrm>
          <a:custGeom xmlns:a="http://schemas.openxmlformats.org/drawingml/2006/main">
            <a:pathLst>
              <a:path w="531295" h="531295">
                <a:moveTo>
                  <a:pt x="0" y="88551"/>
                </a:moveTo>
                <a:cubicBezTo>
                  <a:pt x="0" y="39645"/>
                  <a:pt x="39646" y="0"/>
                  <a:pt x="88551" y="0"/>
                </a:cubicBezTo>
                <a:lnTo>
                  <a:pt x="442744" y="0"/>
                </a:lnTo>
                <a:cubicBezTo>
                  <a:pt x="491649" y="0"/>
                  <a:pt x="531295" y="39645"/>
                  <a:pt x="531295" y="88551"/>
                </a:cubicBezTo>
                <a:lnTo>
                  <a:pt x="531295" y="442744"/>
                </a:lnTo>
                <a:cubicBezTo>
                  <a:pt x="531295" y="491649"/>
                  <a:pt x="491649" y="531295"/>
                  <a:pt x="442744" y="531295"/>
                </a:cubicBezTo>
                <a:lnTo>
                  <a:pt x="88551" y="531295"/>
                </a:lnTo>
                <a:cubicBezTo>
                  <a:pt x="39646" y="531295"/>
                  <a:pt x="0" y="491649"/>
                  <a:pt x="0" y="442744"/>
                </a:cubicBezTo>
                <a:lnTo>
                  <a:pt x="0" y="88551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64F5F7-EFAF-4C21-A990-0639FAC0E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4ef1f28654199"/>
          <a:stretch xmlns:a="http://schemas.openxmlformats.org/drawingml/2006/main"/>
        </p:blipFill>
        <p:spPr>
          <a:xfrm xmlns:a="http://schemas.openxmlformats.org/drawingml/2006/main">
            <a:off x="5512206" y="1856437"/>
            <a:ext cx="659750" cy="659750"/>
          </a:xfrm>
          <a:prstGeom xmlns:a="http://schemas.openxmlformats.org/drawingml/2006/main" prst="rect">
            <a:avLst/>
          </a:prstGeom>
        </p:spPr>
      </p:pic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71FFCF-0F58-4C02-B228-0826A32FBE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b25c467df4945"/>
          <a:stretch xmlns:a="http://schemas.openxmlformats.org/drawingml/2006/main"/>
        </p:blipFill>
        <p:spPr>
          <a:xfrm xmlns:a="http://schemas.openxmlformats.org/drawingml/2006/main">
            <a:off x="5538107" y="1881228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77" name="path-74">
            <a:extLst xmlns:a="http://schemas.openxmlformats.org/drawingml/2006/main">
              <a:ext uri="{FF2B5EF4-FFF2-40B4-BE49-F238E27FC236}">
                <a16:creationId xmlns:a16="http://schemas.microsoft.com/office/drawing/2014/main" id="{935CC498-1291-47E4-80EC-5101FD4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003" y="1165528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1"/>
                </a:moveTo>
                <a:cubicBezTo>
                  <a:pt x="0" y="42950"/>
                  <a:pt x="42949" y="0"/>
                  <a:pt x="95931" y="0"/>
                </a:cubicBezTo>
                <a:lnTo>
                  <a:pt x="479640" y="0"/>
                </a:lnTo>
                <a:cubicBezTo>
                  <a:pt x="532620" y="0"/>
                  <a:pt x="575569" y="42950"/>
                  <a:pt x="575569" y="95931"/>
                </a:cubicBezTo>
                <a:lnTo>
                  <a:pt x="575569" y="479640"/>
                </a:lnTo>
                <a:cubicBezTo>
                  <a:pt x="575569" y="532620"/>
                  <a:pt x="532620" y="575569"/>
                  <a:pt x="479640" y="575569"/>
                </a:cubicBezTo>
                <a:lnTo>
                  <a:pt x="95931" y="575569"/>
                </a:lnTo>
                <a:cubicBezTo>
                  <a:pt x="42949" y="575569"/>
                  <a:pt x="0" y="532620"/>
                  <a:pt x="0" y="479640"/>
                </a:cubicBezTo>
                <a:lnTo>
                  <a:pt x="0" y="95931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path-75">
            <a:extLst xmlns:a="http://schemas.openxmlformats.org/drawingml/2006/main">
              <a:ext uri="{FF2B5EF4-FFF2-40B4-BE49-F238E27FC236}">
                <a16:creationId xmlns:a16="http://schemas.microsoft.com/office/drawing/2014/main" id="{144D07F6-AAE3-4C50-99A2-057037FB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003" y="1165528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291D9C-FFCC-49B5-B01C-645AC0B4F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1b9fe43d44096"/>
          <a:stretch xmlns:a="http://schemas.openxmlformats.org/drawingml/2006/main"/>
        </p:blipFill>
        <p:spPr>
          <a:xfrm xmlns:a="http://schemas.openxmlformats.org/drawingml/2006/main">
            <a:off x="5549691" y="1121717"/>
            <a:ext cx="659750" cy="659750"/>
          </a:xfrm>
          <a:prstGeom xmlns:a="http://schemas.openxmlformats.org/drawingml/2006/main" prst="rect">
            <a:avLst/>
          </a:prstGeom>
        </p:spPr>
      </p:pic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764A5B-C475-443B-8EC5-76D93D209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5ce94e5e249e1"/>
          <a:stretch xmlns:a="http://schemas.openxmlformats.org/drawingml/2006/main"/>
        </p:blipFill>
        <p:spPr>
          <a:xfrm xmlns:a="http://schemas.openxmlformats.org/drawingml/2006/main">
            <a:off x="5557157" y="1185903"/>
            <a:ext cx="542925" cy="533400"/>
          </a:xfrm>
          <a:prstGeom xmlns:a="http://schemas.openxmlformats.org/drawingml/2006/main" prst="rect">
            <a:avLst/>
          </a:prstGeom>
        </p:spPr>
      </p:pic>
      <p:sp>
        <p:nvSpPr>
          <p:cNvPr id="81" name="text-78 Phase">
            <a:extLst xmlns:a="http://schemas.openxmlformats.org/drawingml/2006/main">
              <a:ext uri="{FF2B5EF4-FFF2-40B4-BE49-F238E27FC236}">
                <a16:creationId xmlns:a16="http://schemas.microsoft.com/office/drawing/2014/main" id="{EAD82424-5DB6-437E-9BDE-F0D0230C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95" y="161570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82" name="text-79 I:">
            <a:extLst xmlns:a="http://schemas.openxmlformats.org/drawingml/2006/main">
              <a:ext uri="{FF2B5EF4-FFF2-40B4-BE49-F238E27FC236}">
                <a16:creationId xmlns:a16="http://schemas.microsoft.com/office/drawing/2014/main" id="{7AA9DC01-EEBD-421D-86C5-6BB2CDF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25" y="163444"/>
            <a:ext cx="202115" cy="39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I:</a:t>
            </a:r>
          </a:p>
        </p:txBody>
      </p:sp>
      <p:sp>
        <p:nvSpPr>
          <p:cNvPr id="83" name="text-79 Work">
            <a:extLst xmlns:a="http://schemas.openxmlformats.org/drawingml/2006/main">
              <a:ext uri="{FF2B5EF4-FFF2-40B4-BE49-F238E27FC236}">
                <a16:creationId xmlns:a16="http://schemas.microsoft.com/office/drawing/2014/main" id="{35ED64B5-5BE9-4209-B639-E9F3E8D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02" y="161438"/>
            <a:ext cx="678706" cy="39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84" name="text-80 Context">
            <a:extLst xmlns:a="http://schemas.openxmlformats.org/drawingml/2006/main">
              <a:ext uri="{FF2B5EF4-FFF2-40B4-BE49-F238E27FC236}">
                <a16:creationId xmlns:a16="http://schemas.microsoft.com/office/drawing/2014/main" id="{11A1A222-31FB-47C7-936D-B1B3A6D1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8156" y="161790"/>
            <a:ext cx="944548" cy="394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85" name="text-81 Construction">
            <a:extLst xmlns:a="http://schemas.openxmlformats.org/drawingml/2006/main">
              <a:ext uri="{FF2B5EF4-FFF2-40B4-BE49-F238E27FC236}">
                <a16:creationId xmlns:a16="http://schemas.microsoft.com/office/drawing/2014/main" id="{FDB143A3-1EBE-4C32-A0FC-1E1F6080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933" y="161554"/>
            <a:ext cx="1524775" cy="394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86" name="path-82">
            <a:extLst xmlns:a="http://schemas.openxmlformats.org/drawingml/2006/main">
              <a:ext uri="{FF2B5EF4-FFF2-40B4-BE49-F238E27FC236}">
                <a16:creationId xmlns:a16="http://schemas.microsoft.com/office/drawing/2014/main" id="{4A7DBB8F-C8FE-4E7B-96B5-1106AE8A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1281700"/>
            <a:ext cx="2280916" cy="1639920"/>
          </a:xfrm>
          <a:custGeom xmlns:a="http://schemas.openxmlformats.org/drawingml/2006/main">
            <a:pathLst>
              <a:path w="2280916" h="1639920">
                <a:moveTo>
                  <a:pt x="0" y="135505"/>
                </a:moveTo>
                <a:cubicBezTo>
                  <a:pt x="0" y="60668"/>
                  <a:pt x="60668" y="0"/>
                  <a:pt x="135505" y="0"/>
                </a:cubicBezTo>
                <a:lnTo>
                  <a:pt x="2145409" y="0"/>
                </a:lnTo>
                <a:cubicBezTo>
                  <a:pt x="2220247" y="0"/>
                  <a:pt x="2280916" y="60668"/>
                  <a:pt x="2280916" y="135505"/>
                </a:cubicBezTo>
                <a:lnTo>
                  <a:pt x="2280916" y="1504414"/>
                </a:lnTo>
                <a:cubicBezTo>
                  <a:pt x="2280916" y="1579252"/>
                  <a:pt x="2220247" y="1639920"/>
                  <a:pt x="2145409" y="1639920"/>
                </a:cubicBezTo>
                <a:lnTo>
                  <a:pt x="135505" y="1639920"/>
                </a:lnTo>
                <a:cubicBezTo>
                  <a:pt x="60668" y="1639920"/>
                  <a:pt x="0" y="1579252"/>
                  <a:pt x="0" y="1504414"/>
                </a:cubicBezTo>
                <a:lnTo>
                  <a:pt x="0" y="1355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3">
            <a:extLst xmlns:a="http://schemas.openxmlformats.org/drawingml/2006/main">
              <a:ext uri="{FF2B5EF4-FFF2-40B4-BE49-F238E27FC236}">
                <a16:creationId xmlns:a16="http://schemas.microsoft.com/office/drawing/2014/main" id="{5058C60F-AD68-484A-A3A1-E5DFE3B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1281700"/>
            <a:ext cx="2280916" cy="1639921"/>
          </a:xfrm>
          <a:custGeom xmlns:a="http://schemas.openxmlformats.org/drawingml/2006/main">
            <a:pathLst>
              <a:path w="2280916" h="1639921">
                <a:moveTo>
                  <a:pt x="0" y="135506"/>
                </a:moveTo>
                <a:cubicBezTo>
                  <a:pt x="0" y="60668"/>
                  <a:pt x="60668" y="0"/>
                  <a:pt x="135505" y="0"/>
                </a:cubicBezTo>
                <a:lnTo>
                  <a:pt x="2145409" y="0"/>
                </a:lnTo>
                <a:cubicBezTo>
                  <a:pt x="2220248" y="0"/>
                  <a:pt x="2280916" y="60668"/>
                  <a:pt x="2280916" y="135506"/>
                </a:cubicBezTo>
                <a:lnTo>
                  <a:pt x="2280916" y="1504415"/>
                </a:lnTo>
                <a:cubicBezTo>
                  <a:pt x="2280916" y="1579252"/>
                  <a:pt x="2220248" y="1639921"/>
                  <a:pt x="2145409" y="1639921"/>
                </a:cubicBezTo>
                <a:lnTo>
                  <a:pt x="135505" y="1639921"/>
                </a:lnTo>
                <a:cubicBezTo>
                  <a:pt x="60668" y="1639921"/>
                  <a:pt x="0" y="1579252"/>
                  <a:pt x="0" y="1504415"/>
                </a:cubicBezTo>
                <a:lnTo>
                  <a:pt x="0" y="135506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6FC8CA"/>
            </a:solidFill>
            <a:prstDash val="solid"/>
          </a:ln>
        </p:spPr>
      </p:sp>
      <p:sp>
        <p:nvSpPr>
          <p:cNvPr id="88" name="text-84 ç">
            <a:extLst xmlns:a="http://schemas.openxmlformats.org/drawingml/2006/main">
              <a:ext uri="{FF2B5EF4-FFF2-40B4-BE49-F238E27FC236}">
                <a16:creationId xmlns:a16="http://schemas.microsoft.com/office/drawing/2014/main" id="{688623B8-FFD5-44EF-956D-D745B850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982" y="1902449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89" name="text-85 √">
            <a:extLst xmlns:a="http://schemas.openxmlformats.org/drawingml/2006/main">
              <a:ext uri="{FF2B5EF4-FFF2-40B4-BE49-F238E27FC236}">
                <a16:creationId xmlns:a16="http://schemas.microsoft.com/office/drawing/2014/main" id="{38FC8983-BF90-4A52-9C0D-FB1907EA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63" y="1845891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D765784-9DA9-46C2-848F-6C0D4FAB5B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4054faf94046"/>
          <a:stretch xmlns:a="http://schemas.openxmlformats.org/drawingml/2006/main"/>
        </p:blipFill>
        <p:spPr>
          <a:xfrm xmlns:a="http://schemas.openxmlformats.org/drawingml/2006/main">
            <a:off x="474115" y="1447843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64CB0B-C3AF-4A45-BB78-EDE8A2512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43f69c5ea4d2d"/>
          <a:stretch xmlns:a="http://schemas.openxmlformats.org/drawingml/2006/main"/>
        </p:blipFill>
        <p:spPr>
          <a:xfrm xmlns:a="http://schemas.openxmlformats.org/drawingml/2006/main">
            <a:off x="489857" y="1509753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4AE86F-8E89-462E-AC4F-FBE45176B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ce8276e6e4dc2"/>
          <a:stretch xmlns:a="http://schemas.openxmlformats.org/drawingml/2006/main"/>
        </p:blipFill>
        <p:spPr>
          <a:xfrm xmlns:a="http://schemas.openxmlformats.org/drawingml/2006/main">
            <a:off x="1564952" y="1447843"/>
            <a:ext cx="438583" cy="438583"/>
          </a:xfrm>
          <a:prstGeom xmlns:a="http://schemas.openxmlformats.org/drawingml/2006/main" prst="rect">
            <a:avLst/>
          </a:prstGeom>
        </p:spPr>
      </p:pic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04F14C-25E0-472B-827A-B1F8833E4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b917658aa426e"/>
          <a:stretch xmlns:a="http://schemas.openxmlformats.org/drawingml/2006/main"/>
        </p:blipFill>
        <p:spPr>
          <a:xfrm xmlns:a="http://schemas.openxmlformats.org/drawingml/2006/main">
            <a:off x="1575707" y="15097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4E438A2-D2A7-4CE9-99F7-916B5780E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cf9d295d47f5"/>
          <a:stretch xmlns:a="http://schemas.openxmlformats.org/drawingml/2006/main"/>
        </p:blipFill>
        <p:spPr>
          <a:xfrm xmlns:a="http://schemas.openxmlformats.org/drawingml/2006/main">
            <a:off x="1021408" y="1447843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FEC72E-24FD-453C-93F6-52539B56E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ad40674e44b7b"/>
          <a:stretch xmlns:a="http://schemas.openxmlformats.org/drawingml/2006/main"/>
        </p:blipFill>
        <p:spPr>
          <a:xfrm xmlns:a="http://schemas.openxmlformats.org/drawingml/2006/main">
            <a:off x="1032782" y="15097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9A5363-FB0B-4DBF-98C6-DFF783CB0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523145d1144ea"/>
          <a:stretch xmlns:a="http://schemas.openxmlformats.org/drawingml/2006/main"/>
        </p:blipFill>
        <p:spPr>
          <a:xfrm xmlns:a="http://schemas.openxmlformats.org/drawingml/2006/main">
            <a:off x="2112244" y="1447843"/>
            <a:ext cx="378606" cy="438584"/>
          </a:xfrm>
          <a:prstGeom xmlns:a="http://schemas.openxmlformats.org/drawingml/2006/main" prst="rect">
            <a:avLst/>
          </a:prstGeom>
        </p:spPr>
      </p:pic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A2EC2C-B8E9-43BD-8EED-1D6B3E2E7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a1d01ff9448fc"/>
          <a:stretch xmlns:a="http://schemas.openxmlformats.org/drawingml/2006/main"/>
        </p:blipFill>
        <p:spPr>
          <a:xfrm xmlns:a="http://schemas.openxmlformats.org/drawingml/2006/main">
            <a:off x="2128157" y="1509753"/>
            <a:ext cx="1085850" cy="314325"/>
          </a:xfrm>
          <a:prstGeom xmlns:a="http://schemas.openxmlformats.org/drawingml/2006/main" prst="rect">
            <a:avLst/>
          </a:prstGeom>
        </p:spPr>
      </p:pic>
      <p:sp>
        <p:nvSpPr>
          <p:cNvPr id="98" name="text-94 Project">
            <a:extLst xmlns:a="http://schemas.openxmlformats.org/drawingml/2006/main">
              <a:ext uri="{FF2B5EF4-FFF2-40B4-BE49-F238E27FC236}">
                <a16:creationId xmlns:a16="http://schemas.microsoft.com/office/drawing/2014/main" id="{C2F7631C-5622-4FD8-815F-ACFE653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855" y="1255741"/>
            <a:ext cx="583048" cy="263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</a:t>
            </a:r>
          </a:p>
        </p:txBody>
      </p:sp>
      <p:sp>
        <p:nvSpPr>
          <p:cNvPr id="99" name="text-94 repositories">
            <a:extLst xmlns:a="http://schemas.openxmlformats.org/drawingml/2006/main">
              <a:ext uri="{FF2B5EF4-FFF2-40B4-BE49-F238E27FC236}">
                <a16:creationId xmlns:a16="http://schemas.microsoft.com/office/drawing/2014/main" id="{F92FA9C3-F9F1-4046-A25E-57A8F7B7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06" y="1255839"/>
            <a:ext cx="953083" cy="263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repositories</a:t>
            </a:r>
          </a:p>
        </p:txBody>
      </p:sp>
      <p:sp>
        <p:nvSpPr>
          <p:cNvPr id="100" name="text-95 Documents">
            <a:extLst xmlns:a="http://schemas.openxmlformats.org/drawingml/2006/main">
              <a:ext uri="{FF2B5EF4-FFF2-40B4-BE49-F238E27FC236}">
                <a16:creationId xmlns:a16="http://schemas.microsoft.com/office/drawing/2014/main" id="{9335063B-3BA9-4F10-81EE-06FA3BD1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59" y="1799512"/>
            <a:ext cx="908452" cy="263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101" name="text-95 &amp;">
            <a:extLst xmlns:a="http://schemas.openxmlformats.org/drawingml/2006/main">
              <a:ext uri="{FF2B5EF4-FFF2-40B4-BE49-F238E27FC236}">
                <a16:creationId xmlns:a16="http://schemas.microsoft.com/office/drawing/2014/main" id="{FE2C15F1-551C-4112-8EFE-A42191A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5098" y="1800147"/>
            <a:ext cx="165809" cy="262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02" name="text-95 artifacts">
            <a:extLst xmlns:a="http://schemas.openxmlformats.org/drawingml/2006/main">
              <a:ext uri="{FF2B5EF4-FFF2-40B4-BE49-F238E27FC236}">
                <a16:creationId xmlns:a16="http://schemas.microsoft.com/office/drawing/2014/main" id="{5A2B5A48-DBC8-4355-93A8-2331EDC6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0869" y="1799310"/>
            <a:ext cx="684323" cy="263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artifacts</a:t>
            </a:r>
          </a:p>
        </p:txBody>
      </p:sp>
      <p:sp>
        <p:nvSpPr>
          <p:cNvPr id="103" name="text-96 DeepResearch">
            <a:extLst xmlns:a="http://schemas.openxmlformats.org/drawingml/2006/main">
              <a:ext uri="{FF2B5EF4-FFF2-40B4-BE49-F238E27FC236}">
                <a16:creationId xmlns:a16="http://schemas.microsoft.com/office/drawing/2014/main" id="{7FAA2E79-114E-413E-A4BF-09A9048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58" y="2332048"/>
            <a:ext cx="1139040" cy="263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DeepResearch</a:t>
            </a:r>
          </a:p>
        </p:txBody>
      </p:sp>
      <p:sp>
        <p:nvSpPr>
          <p:cNvPr id="104" name="text-97 trajectories">
            <a:extLst xmlns:a="http://schemas.openxmlformats.org/drawingml/2006/main">
              <a:ext uri="{FF2B5EF4-FFF2-40B4-BE49-F238E27FC236}">
                <a16:creationId xmlns:a16="http://schemas.microsoft.com/office/drawing/2014/main" id="{5B545ABA-CDF5-48E4-AFB8-F33F88E2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832" y="2331715"/>
            <a:ext cx="924119" cy="263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trajectories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60E395-2B4D-4093-A5F9-650AF4F8B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6084ae0d547fd"/>
          <a:stretch xmlns:a="http://schemas.openxmlformats.org/drawingml/2006/main"/>
        </p:blipFill>
        <p:spPr>
          <a:xfrm xmlns:a="http://schemas.openxmlformats.org/drawingml/2006/main">
            <a:off x="89807" y="462003"/>
            <a:ext cx="5629275" cy="590550"/>
          </a:xfrm>
          <a:prstGeom xmlns:a="http://schemas.openxmlformats.org/drawingml/2006/main" prst="rect">
            <a:avLst/>
          </a:prstGeom>
        </p:spPr>
      </p:pic>
      <p:sp>
        <p:nvSpPr>
          <p:cNvPr id="106" name="text-99 (a)">
            <a:extLst xmlns:a="http://schemas.openxmlformats.org/drawingml/2006/main">
              <a:ext uri="{FF2B5EF4-FFF2-40B4-BE49-F238E27FC236}">
                <a16:creationId xmlns:a16="http://schemas.microsoft.com/office/drawing/2014/main" id="{82CF4404-5AE0-45F3-A4A4-266E119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95" y="589614"/>
            <a:ext cx="333944" cy="35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107" name="text-99 Filesystem">
            <a:extLst xmlns:a="http://schemas.openxmlformats.org/drawingml/2006/main">
              <a:ext uri="{FF2B5EF4-FFF2-40B4-BE49-F238E27FC236}">
                <a16:creationId xmlns:a16="http://schemas.microsoft.com/office/drawing/2014/main" id="{A0875600-D3F1-42C9-A958-103B7AAA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314" y="591491"/>
            <a:ext cx="1117231" cy="34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61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Filesystem</a:t>
            </a:r>
          </a:p>
        </p:txBody>
      </p:sp>
      <p:sp>
        <p:nvSpPr>
          <p:cNvPr id="108" name="text-99 Construction">
            <a:extLst xmlns:a="http://schemas.openxmlformats.org/drawingml/2006/main">
              <a:ext uri="{FF2B5EF4-FFF2-40B4-BE49-F238E27FC236}">
                <a16:creationId xmlns:a16="http://schemas.microsoft.com/office/drawing/2014/main" id="{1C37B268-E247-46EC-94D2-AEBDB91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2510" y="590184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109" name="text-100 (b)">
            <a:extLst xmlns:a="http://schemas.openxmlformats.org/drawingml/2006/main">
              <a:ext uri="{FF2B5EF4-FFF2-40B4-BE49-F238E27FC236}">
                <a16:creationId xmlns:a16="http://schemas.microsoft.com/office/drawing/2014/main" id="{CC9BCA03-F7C7-4958-BC5F-D9A022F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143" y="3007448"/>
            <a:ext cx="333944" cy="35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sp>
        <p:nvSpPr>
          <p:cNvPr id="110" name="text-100 Capability">
            <a:extLst xmlns:a="http://schemas.openxmlformats.org/drawingml/2006/main">
              <a:ext uri="{FF2B5EF4-FFF2-40B4-BE49-F238E27FC236}">
                <a16:creationId xmlns:a16="http://schemas.microsoft.com/office/drawing/2014/main" id="{7C2D5819-956E-4348-B27E-BB654AF7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762" y="3008521"/>
            <a:ext cx="1090262" cy="34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111" name="text-100 Library">
            <a:extLst xmlns:a="http://schemas.openxmlformats.org/drawingml/2006/main">
              <a:ext uri="{FF2B5EF4-FFF2-40B4-BE49-F238E27FC236}">
                <a16:creationId xmlns:a16="http://schemas.microsoft.com/office/drawing/2014/main" id="{A2924D8B-1565-4FB1-8BCE-BC8CC0F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219" y="3008370"/>
            <a:ext cx="771285" cy="350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69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Library</a:t>
            </a:r>
          </a:p>
        </p:txBody>
      </p:sp>
      <p:sp>
        <p:nvSpPr>
          <p:cNvPr id="112" name="text-100 Construction">
            <a:extLst xmlns:a="http://schemas.openxmlformats.org/drawingml/2006/main">
              <a:ext uri="{FF2B5EF4-FFF2-40B4-BE49-F238E27FC236}">
                <a16:creationId xmlns:a16="http://schemas.microsoft.com/office/drawing/2014/main" id="{E439CC5D-DB7E-4E7C-BC3F-00F3DE0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3672" y="3008017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3D9F3C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113" name="text-101 Phase">
            <a:extLst xmlns:a="http://schemas.openxmlformats.org/drawingml/2006/main">
              <a:ext uri="{FF2B5EF4-FFF2-40B4-BE49-F238E27FC236}">
                <a16:creationId xmlns:a16="http://schemas.microsoft.com/office/drawing/2014/main" id="{C0DA7EF3-5B0D-4D7F-A801-7314DED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29" y="4521166"/>
            <a:ext cx="747093" cy="39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114" name="text-102 III:">
            <a:extLst xmlns:a="http://schemas.openxmlformats.org/drawingml/2006/main">
              <a:ext uri="{FF2B5EF4-FFF2-40B4-BE49-F238E27FC236}">
                <a16:creationId xmlns:a16="http://schemas.microsoft.com/office/drawing/2014/main" id="{11BC3AFD-724C-4F23-A2BB-DACCED09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3959" y="4523792"/>
            <a:ext cx="350368" cy="390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9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III:</a:t>
            </a:r>
          </a:p>
        </p:txBody>
      </p:sp>
      <p:sp>
        <p:nvSpPr>
          <p:cNvPr id="115" name="text-102 Verifier">
            <a:extLst xmlns:a="http://schemas.openxmlformats.org/drawingml/2006/main">
              <a:ext uri="{FF2B5EF4-FFF2-40B4-BE49-F238E27FC236}">
                <a16:creationId xmlns:a16="http://schemas.microsoft.com/office/drawing/2014/main" id="{6123B57F-31AB-422C-AED8-3EEDD44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9024" y="4520757"/>
            <a:ext cx="904422" cy="39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6" name="text-102 Synthesis">
            <a:extLst xmlns:a="http://schemas.openxmlformats.org/drawingml/2006/main">
              <a:ext uri="{FF2B5EF4-FFF2-40B4-BE49-F238E27FC236}">
                <a16:creationId xmlns:a16="http://schemas.microsoft.com/office/drawing/2014/main" id="{4ABC5ED4-8F02-4E25-97E1-6F4B115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548" y="4521381"/>
            <a:ext cx="1130880" cy="394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17" name="text-102 and">
            <a:extLst xmlns:a="http://schemas.openxmlformats.org/drawingml/2006/main">
              <a:ext uri="{FF2B5EF4-FFF2-40B4-BE49-F238E27FC236}">
                <a16:creationId xmlns:a16="http://schemas.microsoft.com/office/drawing/2014/main" id="{10377A05-8C7A-4038-9717-B6B51A7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46" y="4521538"/>
            <a:ext cx="495858" cy="393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18" name="text-102 Validation">
            <a:extLst xmlns:a="http://schemas.openxmlformats.org/drawingml/2006/main">
              <a:ext uri="{FF2B5EF4-FFF2-40B4-BE49-F238E27FC236}">
                <a16:creationId xmlns:a16="http://schemas.microsoft.com/office/drawing/2014/main" id="{75EF7A45-FC8C-4C1B-B0B0-CA0F9CC8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2246" y="4521799"/>
            <a:ext cx="1246973" cy="393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19" name="text-103 Context">
            <a:extLst xmlns:a="http://schemas.openxmlformats.org/drawingml/2006/main">
              <a:ext uri="{FF2B5EF4-FFF2-40B4-BE49-F238E27FC236}">
                <a16:creationId xmlns:a16="http://schemas.microsoft.com/office/drawing/2014/main" id="{86218B24-7551-407F-AE84-411A856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36" y="575342"/>
            <a:ext cx="839811" cy="350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70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120" name="text-104 -">
            <a:extLst xmlns:a="http://schemas.openxmlformats.org/drawingml/2006/main">
              <a:ext uri="{FF2B5EF4-FFF2-40B4-BE49-F238E27FC236}">
                <a16:creationId xmlns:a16="http://schemas.microsoft.com/office/drawing/2014/main" id="{1B4CF80A-F771-4C86-9554-4C2AA7D4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440" y="575597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21" name="text-105 Grounded">
            <a:extLst xmlns:a="http://schemas.openxmlformats.org/drawingml/2006/main">
              <a:ext uri="{FF2B5EF4-FFF2-40B4-BE49-F238E27FC236}">
                <a16:creationId xmlns:a16="http://schemas.microsoft.com/office/drawing/2014/main" id="{945E4F21-5EBD-4DF8-B8DF-168D286E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583" y="574389"/>
            <a:ext cx="1079580" cy="351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7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Grounded</a:t>
            </a:r>
          </a:p>
        </p:txBody>
      </p:sp>
      <p:sp>
        <p:nvSpPr>
          <p:cNvPr id="122" name="text-106 Task">
            <a:extLst xmlns:a="http://schemas.openxmlformats.org/drawingml/2006/main">
              <a:ext uri="{FF2B5EF4-FFF2-40B4-BE49-F238E27FC236}">
                <a16:creationId xmlns:a16="http://schemas.microsoft.com/office/drawing/2014/main" id="{60C062A8-79FF-4561-ADE2-47FCA43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7966" y="576053"/>
            <a:ext cx="499612" cy="34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5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23" name="text-106 Synthesis">
            <a:extLst xmlns:a="http://schemas.openxmlformats.org/drawingml/2006/main">
              <a:ext uri="{FF2B5EF4-FFF2-40B4-BE49-F238E27FC236}">
                <a16:creationId xmlns:a16="http://schemas.microsoft.com/office/drawing/2014/main" id="{1A9370EF-C185-48A0-B72E-2E42FBF1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8397" y="575613"/>
            <a:ext cx="1004391" cy="34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24" name="path-107">
            <a:extLst xmlns:a="http://schemas.openxmlformats.org/drawingml/2006/main">
              <a:ext uri="{FF2B5EF4-FFF2-40B4-BE49-F238E27FC236}">
                <a16:creationId xmlns:a16="http://schemas.microsoft.com/office/drawing/2014/main" id="{9A3BC350-69B0-4ADF-86FF-E5120A5F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027218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31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31"/>
                </a:cubicBezTo>
                <a:lnTo>
                  <a:pt x="575570" y="479640"/>
                </a:lnTo>
                <a:cubicBezTo>
                  <a:pt x="575570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20"/>
                  <a:pt x="0" y="479640"/>
                </a:cubicBezTo>
                <a:lnTo>
                  <a:pt x="0" y="95931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5" name="path-108">
            <a:extLst xmlns:a="http://schemas.openxmlformats.org/drawingml/2006/main">
              <a:ext uri="{FF2B5EF4-FFF2-40B4-BE49-F238E27FC236}">
                <a16:creationId xmlns:a16="http://schemas.microsoft.com/office/drawing/2014/main" id="{8DCD38E3-71A4-44DD-A746-2B214F04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027218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8E0228-0310-4579-9AA9-E29BAE24A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72fda707a42b9"/>
          <a:stretch xmlns:a="http://schemas.openxmlformats.org/drawingml/2006/main"/>
        </p:blipFill>
        <p:spPr>
          <a:xfrm xmlns:a="http://schemas.openxmlformats.org/drawingml/2006/main">
            <a:off x="5587177" y="3029743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79F62DE-B343-4C51-8534-633737882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e20539f664964"/>
          <a:stretch xmlns:a="http://schemas.openxmlformats.org/drawingml/2006/main"/>
        </p:blipFill>
        <p:spPr>
          <a:xfrm xmlns:a="http://schemas.openxmlformats.org/drawingml/2006/main">
            <a:off x="5604782" y="3090903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28" name="path-111">
            <a:extLst xmlns:a="http://schemas.openxmlformats.org/drawingml/2006/main">
              <a:ext uri="{FF2B5EF4-FFF2-40B4-BE49-F238E27FC236}">
                <a16:creationId xmlns:a16="http://schemas.microsoft.com/office/drawing/2014/main" id="{15D7191C-A82D-4E21-9310-41422E4D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4831254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29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29"/>
                </a:cubicBezTo>
                <a:lnTo>
                  <a:pt x="575570" y="479638"/>
                </a:lnTo>
                <a:cubicBezTo>
                  <a:pt x="575570" y="532620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20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B0C7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9" name="path-112">
            <a:extLst xmlns:a="http://schemas.openxmlformats.org/drawingml/2006/main">
              <a:ext uri="{FF2B5EF4-FFF2-40B4-BE49-F238E27FC236}">
                <a16:creationId xmlns:a16="http://schemas.microsoft.com/office/drawing/2014/main" id="{AE944A46-5B68-4A7E-9E5E-3A849B4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4831254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B691B17-93CF-42CB-AF87-0707A7561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ff34cd0424f9a"/>
          <a:stretch xmlns:a="http://schemas.openxmlformats.org/drawingml/2006/main"/>
        </p:blipFill>
        <p:spPr>
          <a:xfrm xmlns:a="http://schemas.openxmlformats.org/drawingml/2006/main">
            <a:off x="5587177" y="4832809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A4D0308-F004-4BB3-A600-DE8B6BF9F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71d3f16bc4892"/>
          <a:stretch xmlns:a="http://schemas.openxmlformats.org/drawingml/2006/main"/>
        </p:blipFill>
        <p:spPr>
          <a:xfrm xmlns:a="http://schemas.openxmlformats.org/drawingml/2006/main">
            <a:off x="5604782" y="4891128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132" name="path-115">
            <a:extLst xmlns:a="http://schemas.openxmlformats.org/drawingml/2006/main">
              <a:ext uri="{FF2B5EF4-FFF2-40B4-BE49-F238E27FC236}">
                <a16:creationId xmlns:a16="http://schemas.microsoft.com/office/drawing/2014/main" id="{477C6CE0-EE1D-46FA-8DD7-C9BEBBCA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6" y="1591586"/>
            <a:ext cx="8288935" cy="564969"/>
          </a:xfrm>
          <a:custGeom xmlns:a="http://schemas.openxmlformats.org/drawingml/2006/main">
            <a:pathLst>
              <a:path w="8288935" h="564969">
                <a:moveTo>
                  <a:pt x="0" y="107901"/>
                </a:moveTo>
                <a:cubicBezTo>
                  <a:pt x="0" y="48310"/>
                  <a:pt x="48308" y="0"/>
                  <a:pt x="107898" y="0"/>
                </a:cubicBezTo>
                <a:lnTo>
                  <a:pt x="8181039" y="0"/>
                </a:lnTo>
                <a:cubicBezTo>
                  <a:pt x="8240630" y="0"/>
                  <a:pt x="8288935" y="48310"/>
                  <a:pt x="8288935" y="107901"/>
                </a:cubicBezTo>
                <a:lnTo>
                  <a:pt x="8288935" y="457068"/>
                </a:lnTo>
                <a:cubicBezTo>
                  <a:pt x="8288935" y="516661"/>
                  <a:pt x="8240630" y="564969"/>
                  <a:pt x="8181039" y="564969"/>
                </a:cubicBezTo>
                <a:lnTo>
                  <a:pt x="107898" y="564969"/>
                </a:lnTo>
                <a:cubicBezTo>
                  <a:pt x="48308" y="564969"/>
                  <a:pt x="0" y="516661"/>
                  <a:pt x="0" y="457068"/>
                </a:cubicBezTo>
                <a:lnTo>
                  <a:pt x="0" y="107901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3" name="path-116">
            <a:extLst xmlns:a="http://schemas.openxmlformats.org/drawingml/2006/main">
              <a:ext uri="{FF2B5EF4-FFF2-40B4-BE49-F238E27FC236}">
                <a16:creationId xmlns:a16="http://schemas.microsoft.com/office/drawing/2014/main" id="{7E2FBCE6-8566-42BE-9A01-CD0C6CA8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6" y="1591586"/>
            <a:ext cx="8288939" cy="564968"/>
          </a:xfrm>
          <a:custGeom xmlns:a="http://schemas.openxmlformats.org/drawingml/2006/main">
            <a:pathLst>
              <a:path w="8288939" h="564968">
                <a:moveTo>
                  <a:pt x="0" y="107901"/>
                </a:moveTo>
                <a:cubicBezTo>
                  <a:pt x="0" y="48309"/>
                  <a:pt x="48309" y="0"/>
                  <a:pt x="107899" y="0"/>
                </a:cubicBezTo>
                <a:lnTo>
                  <a:pt x="8181039" y="0"/>
                </a:lnTo>
                <a:cubicBezTo>
                  <a:pt x="8240630" y="0"/>
                  <a:pt x="8288939" y="48309"/>
                  <a:pt x="8288939" y="107901"/>
                </a:cubicBezTo>
                <a:lnTo>
                  <a:pt x="8288939" y="457067"/>
                </a:lnTo>
                <a:cubicBezTo>
                  <a:pt x="8288939" y="516659"/>
                  <a:pt x="8240630" y="564968"/>
                  <a:pt x="8181039" y="564968"/>
                </a:cubicBezTo>
                <a:lnTo>
                  <a:pt x="107899" y="564968"/>
                </a:lnTo>
                <a:cubicBezTo>
                  <a:pt x="48309" y="564968"/>
                  <a:pt x="0" y="516659"/>
                  <a:pt x="0" y="457067"/>
                </a:cubicBezTo>
                <a:lnTo>
                  <a:pt x="0" y="107901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0728F8B-3A2D-4011-8EDF-2C6DF717F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e9f10c70d489c"/>
          <a:stretch xmlns:a="http://schemas.openxmlformats.org/drawingml/2006/main"/>
        </p:blipFill>
        <p:spPr>
          <a:xfrm xmlns:a="http://schemas.openxmlformats.org/drawingml/2006/main">
            <a:off x="6681107" y="1624053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135" name="path-119">
            <a:extLst xmlns:a="http://schemas.openxmlformats.org/drawingml/2006/main">
              <a:ext uri="{FF2B5EF4-FFF2-40B4-BE49-F238E27FC236}">
                <a16:creationId xmlns:a16="http://schemas.microsoft.com/office/drawing/2014/main" id="{693AEA88-7D6C-42E6-B19B-3865350D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991" y="1928781"/>
            <a:ext cx="150527" cy="129510"/>
          </a:xfrm>
          <a:custGeom xmlns:a="http://schemas.openxmlformats.org/drawingml/2006/main">
            <a:pathLst>
              <a:path w="150527" h="129510">
                <a:moveTo>
                  <a:pt x="0" y="0"/>
                </a:moveTo>
                <a:lnTo>
                  <a:pt x="0" y="129510"/>
                </a:lnTo>
                <a:lnTo>
                  <a:pt x="150527" y="129510"/>
                </a:lnTo>
                <a:lnTo>
                  <a:pt x="150527" y="0"/>
                </a:lnTo>
                <a:close/>
              </a:path>
            </a:pathLst>
          </a:custGeom>
          <a:solidFill xmlns:a="http://schemas.openxmlformats.org/drawingml/2006/main">
            <a:srgbClr val="FBEFA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6718B1B-5442-421F-90F5-68787B666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3185eeb4743d9"/>
          <a:stretch xmlns:a="http://schemas.openxmlformats.org/drawingml/2006/main"/>
        </p:blipFill>
        <p:spPr>
          <a:xfrm xmlns:a="http://schemas.openxmlformats.org/drawingml/2006/main">
            <a:off x="6900182" y="190027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7" name="path-121">
            <a:extLst xmlns:a="http://schemas.openxmlformats.org/drawingml/2006/main">
              <a:ext uri="{FF2B5EF4-FFF2-40B4-BE49-F238E27FC236}">
                <a16:creationId xmlns:a16="http://schemas.microsoft.com/office/drawing/2014/main" id="{2A5C71E6-9C94-42EC-A40D-8682E63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781" y="1668511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ext-122 Edit">
            <a:extLst xmlns:a="http://schemas.openxmlformats.org/drawingml/2006/main">
              <a:ext uri="{FF2B5EF4-FFF2-40B4-BE49-F238E27FC236}">
                <a16:creationId xmlns:a16="http://schemas.microsoft.com/office/drawing/2014/main" id="{DD225A97-AE82-4288-AA61-D3B64BC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6805" y="1616699"/>
            <a:ext cx="323670" cy="262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</a:t>
            </a:r>
          </a:p>
        </p:txBody>
      </p:sp>
      <p:sp>
        <p:nvSpPr>
          <p:cNvPr id="139" name="text-122 Scope">
            <a:extLst xmlns:a="http://schemas.openxmlformats.org/drawingml/2006/main">
              <a:ext uri="{FF2B5EF4-FFF2-40B4-BE49-F238E27FC236}">
                <a16:creationId xmlns:a16="http://schemas.microsoft.com/office/drawing/2014/main" id="{1B8C5B80-3D23-49A4-BC17-88F63273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9585" y="1617224"/>
            <a:ext cx="475071" cy="261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140" name="text-122 (#">
            <a:extLst xmlns:a="http://schemas.openxmlformats.org/drawingml/2006/main">
              <a:ext uri="{FF2B5EF4-FFF2-40B4-BE49-F238E27FC236}">
                <a16:creationId xmlns:a16="http://schemas.microsoft.com/office/drawing/2014/main" id="{E8892F9C-5FC9-433C-9BF7-929BAE75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501" y="1616800"/>
            <a:ext cx="183585" cy="262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(#</a:t>
            </a:r>
          </a:p>
        </p:txBody>
      </p:sp>
      <p:sp>
        <p:nvSpPr>
          <p:cNvPr id="141" name="text-122 Files)">
            <a:extLst xmlns:a="http://schemas.openxmlformats.org/drawingml/2006/main">
              <a:ext uri="{FF2B5EF4-FFF2-40B4-BE49-F238E27FC236}">
                <a16:creationId xmlns:a16="http://schemas.microsoft.com/office/drawing/2014/main" id="{E66F72BB-BB9F-4D68-8B8A-2B2B78E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7759" y="1616613"/>
            <a:ext cx="424834" cy="26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Files)</a:t>
            </a:r>
          </a:p>
        </p:txBody>
      </p:sp>
      <p:sp>
        <p:nvSpPr>
          <p:cNvPr id="142" name="path-123">
            <a:extLst xmlns:a="http://schemas.openxmlformats.org/drawingml/2006/main">
              <a:ext uri="{FF2B5EF4-FFF2-40B4-BE49-F238E27FC236}">
                <a16:creationId xmlns:a16="http://schemas.microsoft.com/office/drawing/2014/main" id="{3C039046-F14C-4FDF-8D5E-2F82A38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781" y="1904671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text-124 Rollout">
            <a:extLst xmlns:a="http://schemas.openxmlformats.org/drawingml/2006/main">
              <a:ext uri="{FF2B5EF4-FFF2-40B4-BE49-F238E27FC236}">
                <a16:creationId xmlns:a16="http://schemas.microsoft.com/office/drawing/2014/main" id="{E2563035-2F7C-48EA-9544-30C0B60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6805" y="1853403"/>
            <a:ext cx="566874" cy="26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144" name="text-124 Length">
            <a:extLst xmlns:a="http://schemas.openxmlformats.org/drawingml/2006/main">
              <a:ext uri="{FF2B5EF4-FFF2-40B4-BE49-F238E27FC236}">
                <a16:creationId xmlns:a16="http://schemas.microsoft.com/office/drawing/2014/main" id="{7228E060-04E0-4ED5-AC67-FF47F5C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2699" y="1853403"/>
            <a:ext cx="551693" cy="261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Length</a:t>
            </a:r>
          </a:p>
        </p:txBody>
      </p:sp>
      <p:sp>
        <p:nvSpPr>
          <p:cNvPr id="145" name="text-124 (">
            <a:extLst xmlns:a="http://schemas.openxmlformats.org/drawingml/2006/main">
              <a:ext uri="{FF2B5EF4-FFF2-40B4-BE49-F238E27FC236}">
                <a16:creationId xmlns:a16="http://schemas.microsoft.com/office/drawing/2014/main" id="{857A8608-8FE9-4863-A79F-615FD5AD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2999" y="1852479"/>
            <a:ext cx="90608" cy="262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146" name="text-125 #">
            <a:extLst xmlns:a="http://schemas.openxmlformats.org/drawingml/2006/main">
              <a:ext uri="{FF2B5EF4-FFF2-40B4-BE49-F238E27FC236}">
                <a16:creationId xmlns:a16="http://schemas.microsoft.com/office/drawing/2014/main" id="{79B46F9A-F942-444F-BC80-DE1FAB7D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9790" y="1852681"/>
            <a:ext cx="127087" cy="262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#</a:t>
            </a:r>
          </a:p>
        </p:txBody>
      </p:sp>
      <p:sp>
        <p:nvSpPr>
          <p:cNvPr id="147" name="text-126 Turns)">
            <a:extLst xmlns:a="http://schemas.openxmlformats.org/drawingml/2006/main">
              <a:ext uri="{FF2B5EF4-FFF2-40B4-BE49-F238E27FC236}">
                <a16:creationId xmlns:a16="http://schemas.microsoft.com/office/drawing/2014/main" id="{68E5CE05-9E51-4592-810C-88E39B72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6458" y="1853184"/>
            <a:ext cx="501419" cy="261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Turns)</a:t>
            </a:r>
          </a:p>
        </p:txBody>
      </p:sp>
      <p:sp>
        <p:nvSpPr>
          <p:cNvPr id="148" name="path-127">
            <a:extLst xmlns:a="http://schemas.openxmlformats.org/drawingml/2006/main">
              <a:ext uri="{FF2B5EF4-FFF2-40B4-BE49-F238E27FC236}">
                <a16:creationId xmlns:a16="http://schemas.microsoft.com/office/drawing/2014/main" id="{819FD36F-E6AE-4DAD-AC6D-4F145CAE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985" y="4980255"/>
            <a:ext cx="1496479" cy="2722886"/>
          </a:xfrm>
          <a:custGeom xmlns:a="http://schemas.openxmlformats.org/drawingml/2006/main">
            <a:pathLst>
              <a:path w="1496479" h="2722886">
                <a:moveTo>
                  <a:pt x="0" y="134356"/>
                </a:moveTo>
                <a:cubicBezTo>
                  <a:pt x="0" y="60154"/>
                  <a:pt x="60153" y="0"/>
                  <a:pt x="134356" y="0"/>
                </a:cubicBezTo>
                <a:lnTo>
                  <a:pt x="1362127" y="0"/>
                </a:lnTo>
                <a:cubicBezTo>
                  <a:pt x="1436326" y="0"/>
                  <a:pt x="1496479" y="60154"/>
                  <a:pt x="1496479" y="134356"/>
                </a:cubicBezTo>
                <a:lnTo>
                  <a:pt x="1496479" y="2588532"/>
                </a:lnTo>
                <a:cubicBezTo>
                  <a:pt x="1496479" y="2662733"/>
                  <a:pt x="1436326" y="2722886"/>
                  <a:pt x="1362127" y="2722886"/>
                </a:cubicBezTo>
                <a:lnTo>
                  <a:pt x="134356" y="2722886"/>
                </a:lnTo>
                <a:cubicBezTo>
                  <a:pt x="60153" y="2722886"/>
                  <a:pt x="0" y="2662733"/>
                  <a:pt x="0" y="2588532"/>
                </a:cubicBezTo>
                <a:lnTo>
                  <a:pt x="0" y="134356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9" name="path-128">
            <a:extLst xmlns:a="http://schemas.openxmlformats.org/drawingml/2006/main">
              <a:ext uri="{FF2B5EF4-FFF2-40B4-BE49-F238E27FC236}">
                <a16:creationId xmlns:a16="http://schemas.microsoft.com/office/drawing/2014/main" id="{D80C3EC5-9BD1-4C44-B73F-A4DE8D2E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985" y="4980255"/>
            <a:ext cx="1496481" cy="2722885"/>
          </a:xfrm>
          <a:custGeom xmlns:a="http://schemas.openxmlformats.org/drawingml/2006/main">
            <a:pathLst>
              <a:path w="1496481" h="2722885">
                <a:moveTo>
                  <a:pt x="0" y="134355"/>
                </a:moveTo>
                <a:cubicBezTo>
                  <a:pt x="0" y="60153"/>
                  <a:pt x="60153" y="0"/>
                  <a:pt x="134355" y="0"/>
                </a:cubicBezTo>
                <a:lnTo>
                  <a:pt x="1362125" y="0"/>
                </a:lnTo>
                <a:cubicBezTo>
                  <a:pt x="1436326" y="0"/>
                  <a:pt x="1496481" y="60153"/>
                  <a:pt x="1496481" y="134355"/>
                </a:cubicBezTo>
                <a:lnTo>
                  <a:pt x="1496481" y="2588531"/>
                </a:lnTo>
                <a:cubicBezTo>
                  <a:pt x="1496481" y="2662734"/>
                  <a:pt x="1436326" y="2722885"/>
                  <a:pt x="1362125" y="2722885"/>
                </a:cubicBezTo>
                <a:lnTo>
                  <a:pt x="134355" y="2722885"/>
                </a:lnTo>
                <a:cubicBezTo>
                  <a:pt x="60153" y="2722885"/>
                  <a:pt x="0" y="2662734"/>
                  <a:pt x="0" y="2588531"/>
                </a:cubicBezTo>
                <a:lnTo>
                  <a:pt x="0" y="13435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0" name="path-129">
            <a:extLst xmlns:a="http://schemas.openxmlformats.org/drawingml/2006/main">
              <a:ext uri="{FF2B5EF4-FFF2-40B4-BE49-F238E27FC236}">
                <a16:creationId xmlns:a16="http://schemas.microsoft.com/office/drawing/2014/main" id="{6F13478F-A745-42F4-854D-43D7D228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360" y="5029799"/>
            <a:ext cx="1482075" cy="2722885"/>
          </a:xfrm>
          <a:custGeom xmlns:a="http://schemas.openxmlformats.org/drawingml/2006/main">
            <a:pathLst>
              <a:path w="1482075" h="2722885">
                <a:moveTo>
                  <a:pt x="0" y="133059"/>
                </a:moveTo>
                <a:cubicBezTo>
                  <a:pt x="0" y="59573"/>
                  <a:pt x="59572" y="0"/>
                  <a:pt x="133058" y="0"/>
                </a:cubicBezTo>
                <a:lnTo>
                  <a:pt x="1349017" y="0"/>
                </a:lnTo>
                <a:cubicBezTo>
                  <a:pt x="1422503" y="0"/>
                  <a:pt x="1482075" y="59573"/>
                  <a:pt x="1482075" y="133059"/>
                </a:cubicBezTo>
                <a:lnTo>
                  <a:pt x="1482075" y="2589826"/>
                </a:lnTo>
                <a:cubicBezTo>
                  <a:pt x="1482075" y="2663313"/>
                  <a:pt x="1422503" y="2722885"/>
                  <a:pt x="1349017" y="2722885"/>
                </a:cubicBezTo>
                <a:lnTo>
                  <a:pt x="133058" y="2722885"/>
                </a:lnTo>
                <a:cubicBezTo>
                  <a:pt x="59572" y="2722885"/>
                  <a:pt x="0" y="2663313"/>
                  <a:pt x="0" y="2589826"/>
                </a:cubicBezTo>
                <a:lnTo>
                  <a:pt x="0" y="133059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path-130">
            <a:extLst xmlns:a="http://schemas.openxmlformats.org/drawingml/2006/main">
              <a:ext uri="{FF2B5EF4-FFF2-40B4-BE49-F238E27FC236}">
                <a16:creationId xmlns:a16="http://schemas.microsoft.com/office/drawing/2014/main" id="{EC17B5A9-CEA1-4752-8F37-E26220D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360" y="5029799"/>
            <a:ext cx="1482077" cy="2722885"/>
          </a:xfrm>
          <a:custGeom xmlns:a="http://schemas.openxmlformats.org/drawingml/2006/main">
            <a:pathLst>
              <a:path w="1482077" h="2722885">
                <a:moveTo>
                  <a:pt x="0" y="133059"/>
                </a:moveTo>
                <a:cubicBezTo>
                  <a:pt x="0" y="59573"/>
                  <a:pt x="59572" y="0"/>
                  <a:pt x="133059" y="0"/>
                </a:cubicBezTo>
                <a:lnTo>
                  <a:pt x="1349017" y="0"/>
                </a:lnTo>
                <a:cubicBezTo>
                  <a:pt x="1422505" y="0"/>
                  <a:pt x="1482077" y="59573"/>
                  <a:pt x="1482077" y="133059"/>
                </a:cubicBezTo>
                <a:lnTo>
                  <a:pt x="1482077" y="2589826"/>
                </a:lnTo>
                <a:cubicBezTo>
                  <a:pt x="1482077" y="2663313"/>
                  <a:pt x="1422505" y="2722885"/>
                  <a:pt x="1349017" y="2722885"/>
                </a:cubicBezTo>
                <a:lnTo>
                  <a:pt x="133059" y="2722885"/>
                </a:lnTo>
                <a:cubicBezTo>
                  <a:pt x="59572" y="2722885"/>
                  <a:pt x="0" y="2663313"/>
                  <a:pt x="0" y="2589826"/>
                </a:cubicBezTo>
                <a:lnTo>
                  <a:pt x="0" y="133059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2" name="path-131">
            <a:extLst xmlns:a="http://schemas.openxmlformats.org/drawingml/2006/main">
              <a:ext uri="{FF2B5EF4-FFF2-40B4-BE49-F238E27FC236}">
                <a16:creationId xmlns:a16="http://schemas.microsoft.com/office/drawing/2014/main" id="{042522DE-4AA5-4038-82C3-79B10459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632" y="5079343"/>
            <a:ext cx="1482247" cy="2718256"/>
          </a:xfrm>
          <a:custGeom xmlns:a="http://schemas.openxmlformats.org/drawingml/2006/main">
            <a:pathLst>
              <a:path w="1482247" h="2718256">
                <a:moveTo>
                  <a:pt x="0" y="133076"/>
                </a:moveTo>
                <a:cubicBezTo>
                  <a:pt x="0" y="59580"/>
                  <a:pt x="59581" y="0"/>
                  <a:pt x="133077" y="0"/>
                </a:cubicBezTo>
                <a:lnTo>
                  <a:pt x="1349169" y="0"/>
                </a:lnTo>
                <a:cubicBezTo>
                  <a:pt x="1422665" y="0"/>
                  <a:pt x="1482247" y="59580"/>
                  <a:pt x="1482247" y="133076"/>
                </a:cubicBezTo>
                <a:lnTo>
                  <a:pt x="1482247" y="2585179"/>
                </a:lnTo>
                <a:cubicBezTo>
                  <a:pt x="1482247" y="2658675"/>
                  <a:pt x="1422665" y="2718256"/>
                  <a:pt x="1349169" y="2718256"/>
                </a:cubicBezTo>
                <a:lnTo>
                  <a:pt x="133077" y="2718256"/>
                </a:lnTo>
                <a:cubicBezTo>
                  <a:pt x="59581" y="2718256"/>
                  <a:pt x="0" y="2658675"/>
                  <a:pt x="0" y="2585179"/>
                </a:cubicBezTo>
                <a:lnTo>
                  <a:pt x="0" y="133076"/>
                </a:lnTo>
              </a:path>
            </a:pathLst>
          </a:custGeom>
          <a:solidFill xmlns:a="http://schemas.openxmlformats.org/drawingml/2006/main">
            <a:srgbClr val="CF8BC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3" name="path-132">
            <a:extLst xmlns:a="http://schemas.openxmlformats.org/drawingml/2006/main">
              <a:ext uri="{FF2B5EF4-FFF2-40B4-BE49-F238E27FC236}">
                <a16:creationId xmlns:a16="http://schemas.microsoft.com/office/drawing/2014/main" id="{F1E81ADB-2CA2-435E-B72D-8CF6AA1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632" y="5079343"/>
            <a:ext cx="1482245" cy="2718256"/>
          </a:xfrm>
          <a:custGeom xmlns:a="http://schemas.openxmlformats.org/drawingml/2006/main">
            <a:pathLst>
              <a:path w="1482245" h="2718256">
                <a:moveTo>
                  <a:pt x="0" y="133077"/>
                </a:moveTo>
                <a:cubicBezTo>
                  <a:pt x="0" y="59581"/>
                  <a:pt x="59581" y="0"/>
                  <a:pt x="133077" y="0"/>
                </a:cubicBezTo>
                <a:lnTo>
                  <a:pt x="1349169" y="0"/>
                </a:lnTo>
                <a:cubicBezTo>
                  <a:pt x="1422665" y="0"/>
                  <a:pt x="1482245" y="59581"/>
                  <a:pt x="1482245" y="133077"/>
                </a:cubicBezTo>
                <a:lnTo>
                  <a:pt x="1482245" y="2585179"/>
                </a:lnTo>
                <a:cubicBezTo>
                  <a:pt x="1482245" y="2658676"/>
                  <a:pt x="1422665" y="2718256"/>
                  <a:pt x="1349169" y="2718256"/>
                </a:cubicBezTo>
                <a:lnTo>
                  <a:pt x="133077" y="2718256"/>
                </a:lnTo>
                <a:cubicBezTo>
                  <a:pt x="59581" y="2718256"/>
                  <a:pt x="0" y="2658676"/>
                  <a:pt x="0" y="2585179"/>
                </a:cubicBezTo>
                <a:lnTo>
                  <a:pt x="0" y="133077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54" name="path-133">
            <a:extLst xmlns:a="http://schemas.openxmlformats.org/drawingml/2006/main">
              <a:ext uri="{FF2B5EF4-FFF2-40B4-BE49-F238E27FC236}">
                <a16:creationId xmlns:a16="http://schemas.microsoft.com/office/drawing/2014/main" id="{C0FFA302-AC1C-40AF-8622-88B2CF8A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887" y="5641114"/>
            <a:ext cx="1351086" cy="1177326"/>
          </a:xfrm>
          <a:custGeom xmlns:a="http://schemas.openxmlformats.org/drawingml/2006/main">
            <a:pathLst>
              <a:path w="1351086" h="1177326">
                <a:moveTo>
                  <a:pt x="0" y="105701"/>
                </a:moveTo>
                <a:cubicBezTo>
                  <a:pt x="0" y="47324"/>
                  <a:pt x="47322" y="0"/>
                  <a:pt x="105700" y="0"/>
                </a:cubicBezTo>
                <a:lnTo>
                  <a:pt x="1245386" y="0"/>
                </a:lnTo>
                <a:cubicBezTo>
                  <a:pt x="1303763" y="0"/>
                  <a:pt x="1351086" y="47324"/>
                  <a:pt x="1351086" y="105701"/>
                </a:cubicBezTo>
                <a:lnTo>
                  <a:pt x="1351086" y="1071625"/>
                </a:lnTo>
                <a:cubicBezTo>
                  <a:pt x="1351086" y="1130001"/>
                  <a:pt x="1303763" y="1177326"/>
                  <a:pt x="1245386" y="1177326"/>
                </a:cubicBezTo>
                <a:lnTo>
                  <a:pt x="105700" y="1177326"/>
                </a:lnTo>
                <a:cubicBezTo>
                  <a:pt x="47322" y="1177326"/>
                  <a:pt x="0" y="1130001"/>
                  <a:pt x="0" y="1071625"/>
                </a:cubicBezTo>
                <a:lnTo>
                  <a:pt x="0" y="105701"/>
                </a:lnTo>
              </a:path>
            </a:pathLst>
          </a:custGeom>
          <a:solidFill xmlns:a="http://schemas.openxmlformats.org/drawingml/2006/main">
            <a:srgbClr val="E9C4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5" name="text-134 Admitted">
            <a:extLst xmlns:a="http://schemas.openxmlformats.org/drawingml/2006/main">
              <a:ext uri="{FF2B5EF4-FFF2-40B4-BE49-F238E27FC236}">
                <a16:creationId xmlns:a16="http://schemas.microsoft.com/office/drawing/2014/main" id="{2811DFB8-2952-4334-98A4-1BA0BAB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2894" y="5080464"/>
            <a:ext cx="890059" cy="309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4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Admitted</a:t>
            </a:r>
          </a:p>
        </p:txBody>
      </p:sp>
      <p:sp>
        <p:nvSpPr>
          <p:cNvPr id="156" name="text-135 Package">
            <a:extLst xmlns:a="http://schemas.openxmlformats.org/drawingml/2006/main">
              <a:ext uri="{FF2B5EF4-FFF2-40B4-BE49-F238E27FC236}">
                <a16:creationId xmlns:a16="http://schemas.microsoft.com/office/drawing/2014/main" id="{6515E18D-420E-4DF2-BE0B-ADD69506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6131" y="5348791"/>
            <a:ext cx="796008" cy="306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Package</a:t>
            </a:r>
          </a:p>
        </p:txBody>
      </p:sp>
      <p:sp>
        <p:nvSpPr>
          <p:cNvPr id="157" name="path-136">
            <a:extLst xmlns:a="http://schemas.openxmlformats.org/drawingml/2006/main">
              <a:ext uri="{FF2B5EF4-FFF2-40B4-BE49-F238E27FC236}">
                <a16:creationId xmlns:a16="http://schemas.microsoft.com/office/drawing/2014/main" id="{78AD52F8-161D-43A2-90E0-C911FE7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851" y="5421790"/>
            <a:ext cx="134531" cy="145742"/>
          </a:xfrm>
          <a:custGeom xmlns:a="http://schemas.openxmlformats.org/drawingml/2006/main">
            <a:pathLst>
              <a:path w="134531" h="145742">
                <a:moveTo>
                  <a:pt x="82641" y="0"/>
                </a:moveTo>
                <a:cubicBezTo>
                  <a:pt x="90115" y="0"/>
                  <a:pt x="96165" y="231"/>
                  <a:pt x="100792" y="694"/>
                </a:cubicBezTo>
                <a:cubicBezTo>
                  <a:pt x="105419" y="1157"/>
                  <a:pt x="109921" y="2224"/>
                  <a:pt x="114298" y="3897"/>
                </a:cubicBezTo>
                <a:cubicBezTo>
                  <a:pt x="118676" y="5570"/>
                  <a:pt x="122360" y="7776"/>
                  <a:pt x="125349" y="10517"/>
                </a:cubicBezTo>
                <a:cubicBezTo>
                  <a:pt x="128339" y="13257"/>
                  <a:pt x="130617" y="16567"/>
                  <a:pt x="132183" y="20447"/>
                </a:cubicBezTo>
                <a:cubicBezTo>
                  <a:pt x="133749" y="24326"/>
                  <a:pt x="134531" y="28757"/>
                  <a:pt x="134531" y="33740"/>
                </a:cubicBezTo>
                <a:cubicBezTo>
                  <a:pt x="134531" y="41712"/>
                  <a:pt x="133054" y="48848"/>
                  <a:pt x="130101" y="55147"/>
                </a:cubicBezTo>
                <a:cubicBezTo>
                  <a:pt x="127147" y="61447"/>
                  <a:pt x="122965" y="66874"/>
                  <a:pt x="117555" y="71430"/>
                </a:cubicBezTo>
                <a:cubicBezTo>
                  <a:pt x="112145" y="75985"/>
                  <a:pt x="105258" y="79420"/>
                  <a:pt x="96895" y="81733"/>
                </a:cubicBezTo>
                <a:cubicBezTo>
                  <a:pt x="88531" y="84047"/>
                  <a:pt x="79189" y="85203"/>
                  <a:pt x="68867" y="85203"/>
                </a:cubicBezTo>
                <a:lnTo>
                  <a:pt x="65771" y="85203"/>
                </a:lnTo>
                <a:cubicBezTo>
                  <a:pt x="61429" y="85203"/>
                  <a:pt x="57799" y="85025"/>
                  <a:pt x="54880" y="84669"/>
                </a:cubicBezTo>
                <a:lnTo>
                  <a:pt x="47727" y="116914"/>
                </a:lnTo>
                <a:cubicBezTo>
                  <a:pt x="47228" y="119192"/>
                  <a:pt x="46872" y="121167"/>
                  <a:pt x="46659" y="122840"/>
                </a:cubicBezTo>
                <a:cubicBezTo>
                  <a:pt x="46445" y="124513"/>
                  <a:pt x="46339" y="126702"/>
                  <a:pt x="46339" y="129406"/>
                </a:cubicBezTo>
                <a:cubicBezTo>
                  <a:pt x="46339" y="132681"/>
                  <a:pt x="47175" y="134994"/>
                  <a:pt x="48848" y="136347"/>
                </a:cubicBezTo>
                <a:cubicBezTo>
                  <a:pt x="50520" y="137699"/>
                  <a:pt x="53136" y="138482"/>
                  <a:pt x="56695" y="138696"/>
                </a:cubicBezTo>
                <a:lnTo>
                  <a:pt x="55201" y="145742"/>
                </a:lnTo>
                <a:lnTo>
                  <a:pt x="0" y="145742"/>
                </a:lnTo>
                <a:lnTo>
                  <a:pt x="1495" y="138696"/>
                </a:lnTo>
                <a:cubicBezTo>
                  <a:pt x="5552" y="137557"/>
                  <a:pt x="8542" y="135564"/>
                  <a:pt x="10464" y="132716"/>
                </a:cubicBezTo>
                <a:cubicBezTo>
                  <a:pt x="12385" y="129869"/>
                  <a:pt x="14201" y="124602"/>
                  <a:pt x="15909" y="116914"/>
                </a:cubicBezTo>
                <a:lnTo>
                  <a:pt x="35341" y="28828"/>
                </a:lnTo>
                <a:cubicBezTo>
                  <a:pt x="36267" y="24629"/>
                  <a:pt x="36729" y="20464"/>
                  <a:pt x="36729" y="16336"/>
                </a:cubicBezTo>
                <a:cubicBezTo>
                  <a:pt x="36729" y="13346"/>
                  <a:pt x="36035" y="11158"/>
                  <a:pt x="34647" y="9770"/>
                </a:cubicBezTo>
                <a:cubicBezTo>
                  <a:pt x="33259" y="8382"/>
                  <a:pt x="30999" y="7474"/>
                  <a:pt x="27867" y="7047"/>
                </a:cubicBezTo>
                <a:lnTo>
                  <a:pt x="29362" y="0"/>
                </a:lnTo>
                <a:lnTo>
                  <a:pt x="82641" y="0"/>
                </a:lnTo>
                <a:moveTo>
                  <a:pt x="63102" y="72818"/>
                </a:moveTo>
                <a:cubicBezTo>
                  <a:pt x="72853" y="72818"/>
                  <a:pt x="80363" y="71287"/>
                  <a:pt x="85630" y="68227"/>
                </a:cubicBezTo>
                <a:cubicBezTo>
                  <a:pt x="90898" y="65166"/>
                  <a:pt x="94919" y="60593"/>
                  <a:pt x="97695" y="54507"/>
                </a:cubicBezTo>
                <a:cubicBezTo>
                  <a:pt x="100472" y="48421"/>
                  <a:pt x="101860" y="41570"/>
                  <a:pt x="101860" y="33953"/>
                </a:cubicBezTo>
                <a:cubicBezTo>
                  <a:pt x="101860" y="26764"/>
                  <a:pt x="100169" y="21390"/>
                  <a:pt x="96788" y="17831"/>
                </a:cubicBezTo>
                <a:cubicBezTo>
                  <a:pt x="93407" y="14272"/>
                  <a:pt x="88157" y="12492"/>
                  <a:pt x="81039" y="12492"/>
                </a:cubicBezTo>
                <a:cubicBezTo>
                  <a:pt x="77053" y="12492"/>
                  <a:pt x="73601" y="12563"/>
                  <a:pt x="70682" y="12706"/>
                </a:cubicBezTo>
                <a:lnTo>
                  <a:pt x="57550" y="72818"/>
                </a:lnTo>
                <a:lnTo>
                  <a:pt x="63102" y="72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37">
            <a:extLst xmlns:a="http://schemas.openxmlformats.org/drawingml/2006/main">
              <a:ext uri="{FF2B5EF4-FFF2-40B4-BE49-F238E27FC236}">
                <a16:creationId xmlns:a16="http://schemas.microsoft.com/office/drawing/2014/main" id="{4AA2740A-E0F7-4888-8EA6-AC6C219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2774" y="5506428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text-138 Task">
            <a:extLst xmlns:a="http://schemas.openxmlformats.org/drawingml/2006/main">
              <a:ext uri="{FF2B5EF4-FFF2-40B4-BE49-F238E27FC236}">
                <a16:creationId xmlns:a16="http://schemas.microsoft.com/office/drawing/2014/main" id="{B5B4753E-EB92-42CD-9690-8B9A8506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5665472"/>
            <a:ext cx="362662" cy="26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60" name="text-139 Instruction">
            <a:extLst xmlns:a="http://schemas.openxmlformats.org/drawingml/2006/main">
              <a:ext uri="{FF2B5EF4-FFF2-40B4-BE49-F238E27FC236}">
                <a16:creationId xmlns:a16="http://schemas.microsoft.com/office/drawing/2014/main" id="{F2BA96E4-BC03-4AA2-A8C6-788CE112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7048" y="5665480"/>
            <a:ext cx="844122" cy="261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161" name="text-140 Starter">
            <a:extLst xmlns:a="http://schemas.openxmlformats.org/drawingml/2006/main">
              <a:ext uri="{FF2B5EF4-FFF2-40B4-BE49-F238E27FC236}">
                <a16:creationId xmlns:a16="http://schemas.microsoft.com/office/drawing/2014/main" id="{2ACEDB2C-35B1-4926-BE80-7C7EC5B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5901698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162" name="text-140 WorkEnv">
            <a:extLst xmlns:a="http://schemas.openxmlformats.org/drawingml/2006/main">
              <a:ext uri="{FF2B5EF4-FFF2-40B4-BE49-F238E27FC236}">
                <a16:creationId xmlns:a16="http://schemas.microsoft.com/office/drawing/2014/main" id="{2CE64B6F-F193-47F2-888C-701A0994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6031" y="5901443"/>
            <a:ext cx="703780" cy="26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163" name="text-141 Reference">
            <a:extLst xmlns:a="http://schemas.openxmlformats.org/drawingml/2006/main">
              <a:ext uri="{FF2B5EF4-FFF2-40B4-BE49-F238E27FC236}">
                <a16:creationId xmlns:a16="http://schemas.microsoft.com/office/drawing/2014/main" id="{82019975-815C-4FAC-B4FB-3733FB7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6118581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164" name="text-141 State">
            <a:extLst xmlns:a="http://schemas.openxmlformats.org/drawingml/2006/main">
              <a:ext uri="{FF2B5EF4-FFF2-40B4-BE49-F238E27FC236}">
                <a16:creationId xmlns:a16="http://schemas.microsoft.com/office/drawing/2014/main" id="{F963CF0D-CED7-40B5-B25E-A3F340D9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5407" y="6119590"/>
            <a:ext cx="422907" cy="2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65" name="text-142 Rubric">
            <a:extLst xmlns:a="http://schemas.openxmlformats.org/drawingml/2006/main">
              <a:ext uri="{FF2B5EF4-FFF2-40B4-BE49-F238E27FC236}">
                <a16:creationId xmlns:a16="http://schemas.microsoft.com/office/drawing/2014/main" id="{F2125F04-E542-4AA6-938C-F594BE3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6334900"/>
            <a:ext cx="529144" cy="263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Rubric</a:t>
            </a:r>
          </a:p>
        </p:txBody>
      </p:sp>
      <p:sp>
        <p:nvSpPr>
          <p:cNvPr id="166" name="text-143 Evidence">
            <a:extLst xmlns:a="http://schemas.openxmlformats.org/drawingml/2006/main">
              <a:ext uri="{FF2B5EF4-FFF2-40B4-BE49-F238E27FC236}">
                <a16:creationId xmlns:a16="http://schemas.microsoft.com/office/drawing/2014/main" id="{3B4E74A8-E509-4D8E-94B2-494EB23E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4456" y="6571256"/>
            <a:ext cx="715317" cy="26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BB990B6-BBA2-4079-9B5C-426BDA899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7597455a491a"/>
          <a:stretch xmlns:a="http://schemas.openxmlformats.org/drawingml/2006/main"/>
        </p:blipFill>
        <p:spPr>
          <a:xfrm xmlns:a="http://schemas.openxmlformats.org/drawingml/2006/main">
            <a:off x="13279261" y="5106456"/>
            <a:ext cx="453578" cy="483567"/>
          </a:xfrm>
          <a:prstGeom xmlns:a="http://schemas.openxmlformats.org/drawingml/2006/main" prst="rect">
            <a:avLst/>
          </a:prstGeom>
        </p:spPr>
      </p:pic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62167E4-CED7-4A28-84C3-EB2152837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9ddd47cec4cbe"/>
          <a:stretch xmlns:a="http://schemas.openxmlformats.org/drawingml/2006/main"/>
        </p:blipFill>
        <p:spPr>
          <a:xfrm xmlns:a="http://schemas.openxmlformats.org/drawingml/2006/main">
            <a:off x="13291457" y="5167353"/>
            <a:ext cx="333375" cy="361950"/>
          </a:xfrm>
          <a:prstGeom xmlns:a="http://schemas.openxmlformats.org/drawingml/2006/main" prst="rect">
            <a:avLst/>
          </a:prstGeom>
        </p:spPr>
      </p:pic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A74564A-9F93-4F93-BADD-CFAAA4A92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aea66a3a647d8"/>
          <a:stretch xmlns:a="http://schemas.openxmlformats.org/drawingml/2006/main"/>
        </p:blipFill>
        <p:spPr>
          <a:xfrm xmlns:a="http://schemas.openxmlformats.org/drawingml/2006/main">
            <a:off x="13501007" y="5129253"/>
            <a:ext cx="209550" cy="228600"/>
          </a:xfrm>
          <a:prstGeom xmlns:a="http://schemas.openxmlformats.org/drawingml/2006/main" prst="rect">
            <a:avLst/>
          </a:prstGeom>
        </p:spPr>
      </p:pic>
      <p:sp>
        <p:nvSpPr>
          <p:cNvPr id="170" name="text-147 Rubric">
            <a:extLst xmlns:a="http://schemas.openxmlformats.org/drawingml/2006/main">
              <a:ext uri="{FF2B5EF4-FFF2-40B4-BE49-F238E27FC236}">
                <a16:creationId xmlns:a16="http://schemas.microsoft.com/office/drawing/2014/main" id="{AD1BB92D-89B5-4D65-8AD4-3740189E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2529" y="4897415"/>
            <a:ext cx="702580" cy="350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1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Rubric</a:t>
            </a:r>
          </a:p>
        </p:txBody>
      </p:sp>
      <p:sp>
        <p:nvSpPr>
          <p:cNvPr id="171" name="text-148 -">
            <a:extLst xmlns:a="http://schemas.openxmlformats.org/drawingml/2006/main">
              <a:ext uri="{FF2B5EF4-FFF2-40B4-BE49-F238E27FC236}">
                <a16:creationId xmlns:a16="http://schemas.microsoft.com/office/drawing/2014/main" id="{4056F2F9-DA27-44FF-8D1B-579A751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0483" y="4897710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72" name="text-149 Guided">
            <a:extLst xmlns:a="http://schemas.openxmlformats.org/drawingml/2006/main">
              <a:ext uri="{FF2B5EF4-FFF2-40B4-BE49-F238E27FC236}">
                <a16:creationId xmlns:a16="http://schemas.microsoft.com/office/drawing/2014/main" id="{794ED35F-8B8A-4046-8050-9BB6AE7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626" y="4896947"/>
            <a:ext cx="786561" cy="35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4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Guided</a:t>
            </a:r>
          </a:p>
        </p:txBody>
      </p:sp>
      <p:sp>
        <p:nvSpPr>
          <p:cNvPr id="173" name="text-150 Verification">
            <a:extLst xmlns:a="http://schemas.openxmlformats.org/drawingml/2006/main">
              <a:ext uri="{FF2B5EF4-FFF2-40B4-BE49-F238E27FC236}">
                <a16:creationId xmlns:a16="http://schemas.microsoft.com/office/drawing/2014/main" id="{B028F965-25DC-4175-9452-BC267DD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5153" y="4896711"/>
            <a:ext cx="1238435" cy="351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174" name="text-151 &amp;">
            <a:extLst xmlns:a="http://schemas.openxmlformats.org/drawingml/2006/main">
              <a:ext uri="{FF2B5EF4-FFF2-40B4-BE49-F238E27FC236}">
                <a16:creationId xmlns:a16="http://schemas.microsoft.com/office/drawing/2014/main" id="{0A74C3EC-3BF2-4CBF-A821-CEEEA3C5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5538" y="4897702"/>
            <a:ext cx="221079" cy="34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175" name="text-152 Admission">
            <a:extLst xmlns:a="http://schemas.openxmlformats.org/drawingml/2006/main">
              <a:ext uri="{FF2B5EF4-FFF2-40B4-BE49-F238E27FC236}">
                <a16:creationId xmlns:a16="http://schemas.microsoft.com/office/drawing/2014/main" id="{E38A093A-F847-46C7-9972-5831D06F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7870" y="4897877"/>
            <a:ext cx="1111947" cy="349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defRPr>
            </a:pPr>
            <a:r>
              <a:rPr sz="1967" b="1" i="1">
                <a:solidFill>
                  <a:srgbClr val="9E3C9F"/>
                </a:solidFill>
                <a:latin typeface="Calibri"/>
                <a:ea typeface="Calibri"/>
                <a:cs typeface="Calibri"/>
              </a:rPr>
              <a:t>Admission</a:t>
            </a:r>
          </a:p>
        </p:txBody>
      </p:sp>
      <p:sp>
        <p:nvSpPr>
          <p:cNvPr id="176" name="text-153 R">
            <a:extLst xmlns:a="http://schemas.openxmlformats.org/drawingml/2006/main">
              <a:ext uri="{FF2B5EF4-FFF2-40B4-BE49-F238E27FC236}">
                <a16:creationId xmlns:a16="http://schemas.microsoft.com/office/drawing/2014/main" id="{C614508C-3841-4F33-9967-CD0E481A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57922" y="5170106"/>
            <a:ext cx="135519" cy="262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77" name="path-154">
            <a:extLst xmlns:a="http://schemas.openxmlformats.org/drawingml/2006/main">
              <a:ext uri="{FF2B5EF4-FFF2-40B4-BE49-F238E27FC236}">
                <a16:creationId xmlns:a16="http://schemas.microsoft.com/office/drawing/2014/main" id="{71F2A25C-191E-4B3D-8319-2B5EC11D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530" y="5272551"/>
            <a:ext cx="1841579" cy="2158023"/>
          </a:xfrm>
          <a:custGeom xmlns:a="http://schemas.openxmlformats.org/drawingml/2006/main">
            <a:pathLst>
              <a:path w="1841579" h="2158023">
                <a:moveTo>
                  <a:pt x="0" y="132666"/>
                </a:moveTo>
                <a:cubicBezTo>
                  <a:pt x="0" y="59397"/>
                  <a:pt x="59398" y="0"/>
                  <a:pt x="132667" y="0"/>
                </a:cubicBezTo>
                <a:lnTo>
                  <a:pt x="1708913" y="0"/>
                </a:lnTo>
                <a:cubicBezTo>
                  <a:pt x="1782183" y="0"/>
                  <a:pt x="1841579" y="59397"/>
                  <a:pt x="1841579" y="132666"/>
                </a:cubicBezTo>
                <a:lnTo>
                  <a:pt x="1841579" y="2025355"/>
                </a:lnTo>
                <a:cubicBezTo>
                  <a:pt x="1841579" y="2098626"/>
                  <a:pt x="1782183" y="2158023"/>
                  <a:pt x="1708913" y="2158023"/>
                </a:cubicBezTo>
                <a:lnTo>
                  <a:pt x="132667" y="2158023"/>
                </a:lnTo>
                <a:cubicBezTo>
                  <a:pt x="59398" y="2158023"/>
                  <a:pt x="0" y="2098626"/>
                  <a:pt x="0" y="2025355"/>
                </a:cubicBezTo>
                <a:lnTo>
                  <a:pt x="0" y="132666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path-155">
            <a:extLst xmlns:a="http://schemas.openxmlformats.org/drawingml/2006/main">
              <a:ext uri="{FF2B5EF4-FFF2-40B4-BE49-F238E27FC236}">
                <a16:creationId xmlns:a16="http://schemas.microsoft.com/office/drawing/2014/main" id="{E1EB1482-7108-46AE-932A-D291B48A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530" y="5272551"/>
            <a:ext cx="1841581" cy="2158024"/>
          </a:xfrm>
          <a:custGeom xmlns:a="http://schemas.openxmlformats.org/drawingml/2006/main">
            <a:pathLst>
              <a:path w="1841581" h="2158024">
                <a:moveTo>
                  <a:pt x="0" y="132667"/>
                </a:moveTo>
                <a:cubicBezTo>
                  <a:pt x="0" y="59397"/>
                  <a:pt x="59397" y="0"/>
                  <a:pt x="132667" y="0"/>
                </a:cubicBezTo>
                <a:lnTo>
                  <a:pt x="1708913" y="0"/>
                </a:lnTo>
                <a:cubicBezTo>
                  <a:pt x="1782184" y="0"/>
                  <a:pt x="1841581" y="59397"/>
                  <a:pt x="1841581" y="132667"/>
                </a:cubicBezTo>
                <a:lnTo>
                  <a:pt x="1841581" y="2025357"/>
                </a:lnTo>
                <a:cubicBezTo>
                  <a:pt x="1841581" y="2098627"/>
                  <a:pt x="1782184" y="2158024"/>
                  <a:pt x="1708913" y="2158024"/>
                </a:cubicBezTo>
                <a:lnTo>
                  <a:pt x="132667" y="2158024"/>
                </a:lnTo>
                <a:cubicBezTo>
                  <a:pt x="59397" y="2158024"/>
                  <a:pt x="0" y="2098627"/>
                  <a:pt x="0" y="2025357"/>
                </a:cubicBezTo>
                <a:lnTo>
                  <a:pt x="0" y="132667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179" name="path-156">
            <a:extLst xmlns:a="http://schemas.openxmlformats.org/drawingml/2006/main">
              <a:ext uri="{FF2B5EF4-FFF2-40B4-BE49-F238E27FC236}">
                <a16:creationId xmlns:a16="http://schemas.microsoft.com/office/drawing/2014/main" id="{3626B7EB-7585-4E10-833F-E6AB1D4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364" y="5847839"/>
            <a:ext cx="1754115" cy="1494879"/>
          </a:xfrm>
          <a:custGeom xmlns:a="http://schemas.openxmlformats.org/drawingml/2006/main">
            <a:pathLst>
              <a:path w="1754115" h="1494879">
                <a:moveTo>
                  <a:pt x="0" y="87810"/>
                </a:moveTo>
                <a:cubicBezTo>
                  <a:pt x="0" y="39315"/>
                  <a:pt x="39315" y="0"/>
                  <a:pt x="87811" y="0"/>
                </a:cubicBezTo>
                <a:lnTo>
                  <a:pt x="1666307" y="0"/>
                </a:lnTo>
                <a:cubicBezTo>
                  <a:pt x="1714803" y="0"/>
                  <a:pt x="1754115" y="39315"/>
                  <a:pt x="1754115" y="87810"/>
                </a:cubicBezTo>
                <a:lnTo>
                  <a:pt x="1754115" y="1407069"/>
                </a:lnTo>
                <a:cubicBezTo>
                  <a:pt x="1754115" y="1455565"/>
                  <a:pt x="1714803" y="1494879"/>
                  <a:pt x="1666307" y="1494879"/>
                </a:cubicBezTo>
                <a:lnTo>
                  <a:pt x="87811" y="1494879"/>
                </a:lnTo>
                <a:cubicBezTo>
                  <a:pt x="39315" y="1494879"/>
                  <a:pt x="0" y="1455565"/>
                  <a:pt x="0" y="1407069"/>
                </a:cubicBezTo>
                <a:lnTo>
                  <a:pt x="0" y="87810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57">
            <a:extLst xmlns:a="http://schemas.openxmlformats.org/drawingml/2006/main">
              <a:ext uri="{FF2B5EF4-FFF2-40B4-BE49-F238E27FC236}">
                <a16:creationId xmlns:a16="http://schemas.microsoft.com/office/drawing/2014/main" id="{0BF3FBC1-1663-4A38-B74F-D15B1FE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364" y="5847839"/>
            <a:ext cx="1754116" cy="1494879"/>
          </a:xfrm>
          <a:custGeom xmlns:a="http://schemas.openxmlformats.org/drawingml/2006/main">
            <a:pathLst>
              <a:path w="1754116" h="1494879">
                <a:moveTo>
                  <a:pt x="0" y="87809"/>
                </a:moveTo>
                <a:cubicBezTo>
                  <a:pt x="0" y="39314"/>
                  <a:pt x="39314" y="0"/>
                  <a:pt x="87810" y="0"/>
                </a:cubicBezTo>
                <a:lnTo>
                  <a:pt x="1666307" y="0"/>
                </a:lnTo>
                <a:cubicBezTo>
                  <a:pt x="1714803" y="0"/>
                  <a:pt x="1754116" y="39314"/>
                  <a:pt x="1754116" y="87809"/>
                </a:cubicBezTo>
                <a:lnTo>
                  <a:pt x="1754116" y="1407069"/>
                </a:lnTo>
                <a:cubicBezTo>
                  <a:pt x="1754116" y="1455565"/>
                  <a:pt x="1714803" y="1494879"/>
                  <a:pt x="1666307" y="1494879"/>
                </a:cubicBezTo>
                <a:lnTo>
                  <a:pt x="87810" y="1494879"/>
                </a:lnTo>
                <a:cubicBezTo>
                  <a:pt x="39314" y="1494879"/>
                  <a:pt x="0" y="1455565"/>
                  <a:pt x="0" y="1407069"/>
                </a:cubicBezTo>
                <a:lnTo>
                  <a:pt x="0" y="87809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sp>
        <p:nvSpPr>
          <p:cNvPr id="181" name="text-158 Layered">
            <a:extLst xmlns:a="http://schemas.openxmlformats.org/drawingml/2006/main">
              <a:ext uri="{FF2B5EF4-FFF2-40B4-BE49-F238E27FC236}">
                <a16:creationId xmlns:a16="http://schemas.microsoft.com/office/drawing/2014/main" id="{CA0F823B-7B12-4D44-81F1-D2FCD7BB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9073" y="5262859"/>
            <a:ext cx="756426" cy="305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Layered</a:t>
            </a:r>
          </a:p>
        </p:txBody>
      </p:sp>
      <p:sp>
        <p:nvSpPr>
          <p:cNvPr id="182" name="text-159 Verifier">
            <a:extLst xmlns:a="http://schemas.openxmlformats.org/drawingml/2006/main">
              <a:ext uri="{FF2B5EF4-FFF2-40B4-BE49-F238E27FC236}">
                <a16:creationId xmlns:a16="http://schemas.microsoft.com/office/drawing/2014/main" id="{0709B82B-F9BA-4837-8B63-B8A6F1F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6690" y="5528310"/>
            <a:ext cx="702523" cy="30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83" name="path-160">
            <a:extLst xmlns:a="http://schemas.openxmlformats.org/drawingml/2006/main">
              <a:ext uri="{FF2B5EF4-FFF2-40B4-BE49-F238E27FC236}">
                <a16:creationId xmlns:a16="http://schemas.microsoft.com/office/drawing/2014/main" id="{AC144EB8-1737-4B0D-9CA9-5ADCBB4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970" y="5601720"/>
            <a:ext cx="130154" cy="146490"/>
          </a:xfrm>
          <a:custGeom xmlns:a="http://schemas.openxmlformats.org/drawingml/2006/main">
            <a:pathLst>
              <a:path w="130154" h="146490">
                <a:moveTo>
                  <a:pt x="80078" y="46659"/>
                </a:moveTo>
                <a:cubicBezTo>
                  <a:pt x="85630" y="36267"/>
                  <a:pt x="89029" y="29273"/>
                  <a:pt x="90275" y="25678"/>
                </a:cubicBezTo>
                <a:cubicBezTo>
                  <a:pt x="91521" y="22084"/>
                  <a:pt x="92143" y="18827"/>
                  <a:pt x="92143" y="15909"/>
                </a:cubicBezTo>
                <a:cubicBezTo>
                  <a:pt x="92143" y="10784"/>
                  <a:pt x="89118" y="7830"/>
                  <a:pt x="83068" y="7047"/>
                </a:cubicBezTo>
                <a:lnTo>
                  <a:pt x="84669" y="0"/>
                </a:lnTo>
                <a:lnTo>
                  <a:pt x="130154" y="0"/>
                </a:lnTo>
                <a:lnTo>
                  <a:pt x="128552" y="7047"/>
                </a:lnTo>
                <a:cubicBezTo>
                  <a:pt x="125990" y="7616"/>
                  <a:pt x="123765" y="8595"/>
                  <a:pt x="121879" y="9983"/>
                </a:cubicBezTo>
                <a:cubicBezTo>
                  <a:pt x="119993" y="11371"/>
                  <a:pt x="118231" y="13186"/>
                  <a:pt x="116594" y="15428"/>
                </a:cubicBezTo>
                <a:cubicBezTo>
                  <a:pt x="114957" y="17671"/>
                  <a:pt x="112537" y="21639"/>
                  <a:pt x="109334" y="27333"/>
                </a:cubicBezTo>
                <a:lnTo>
                  <a:pt x="43029" y="146490"/>
                </a:lnTo>
                <a:lnTo>
                  <a:pt x="16229" y="146490"/>
                </a:lnTo>
                <a:lnTo>
                  <a:pt x="11638" y="32352"/>
                </a:lnTo>
                <a:cubicBezTo>
                  <a:pt x="11496" y="28294"/>
                  <a:pt x="11211" y="24646"/>
                  <a:pt x="10784" y="21408"/>
                </a:cubicBezTo>
                <a:cubicBezTo>
                  <a:pt x="10357" y="18169"/>
                  <a:pt x="9681" y="15517"/>
                  <a:pt x="8755" y="13453"/>
                </a:cubicBezTo>
                <a:cubicBezTo>
                  <a:pt x="7830" y="11389"/>
                  <a:pt x="6673" y="9876"/>
                  <a:pt x="5285" y="8915"/>
                </a:cubicBezTo>
                <a:cubicBezTo>
                  <a:pt x="3897" y="7954"/>
                  <a:pt x="2135" y="7332"/>
                  <a:pt x="0" y="7047"/>
                </a:cubicBezTo>
                <a:lnTo>
                  <a:pt x="1602" y="0"/>
                </a:lnTo>
                <a:lnTo>
                  <a:pt x="56802" y="0"/>
                </a:lnTo>
                <a:lnTo>
                  <a:pt x="55201" y="7047"/>
                </a:lnTo>
                <a:cubicBezTo>
                  <a:pt x="52069" y="7260"/>
                  <a:pt x="49631" y="8043"/>
                  <a:pt x="47887" y="9396"/>
                </a:cubicBezTo>
                <a:cubicBezTo>
                  <a:pt x="46143" y="10748"/>
                  <a:pt x="44897" y="12563"/>
                  <a:pt x="44150" y="14841"/>
                </a:cubicBezTo>
                <a:cubicBezTo>
                  <a:pt x="43402" y="17119"/>
                  <a:pt x="43029" y="20536"/>
                  <a:pt x="43029" y="25091"/>
                </a:cubicBezTo>
                <a:lnTo>
                  <a:pt x="43029" y="29682"/>
                </a:lnTo>
                <a:cubicBezTo>
                  <a:pt x="43029" y="31248"/>
                  <a:pt x="43064" y="32921"/>
                  <a:pt x="43135" y="34701"/>
                </a:cubicBezTo>
                <a:lnTo>
                  <a:pt x="43883" y="72177"/>
                </a:lnTo>
                <a:cubicBezTo>
                  <a:pt x="44168" y="86485"/>
                  <a:pt x="44310" y="99546"/>
                  <a:pt x="44310" y="111362"/>
                </a:cubicBezTo>
                <a:lnTo>
                  <a:pt x="45591" y="111362"/>
                </a:lnTo>
                <a:lnTo>
                  <a:pt x="80078" y="46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61">
            <a:extLst xmlns:a="http://schemas.openxmlformats.org/drawingml/2006/main">
              <a:ext uri="{FF2B5EF4-FFF2-40B4-BE49-F238E27FC236}">
                <a16:creationId xmlns:a16="http://schemas.microsoft.com/office/drawing/2014/main" id="{973C8CA6-7C4E-4DF3-89C3-1FE7AD3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029" y="5686360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9885C20-4E68-43C3-BC57-1763D1DA8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b9af97ada4cfe"/>
          <a:stretch xmlns:a="http://schemas.openxmlformats.org/drawingml/2006/main"/>
        </p:blipFill>
        <p:spPr>
          <a:xfrm xmlns:a="http://schemas.openxmlformats.org/drawingml/2006/main">
            <a:off x="8559799" y="5293885"/>
            <a:ext cx="528549" cy="524801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E40C14F-DB79-4AD8-AF32-7ECC37783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f90814bab455f"/>
          <a:stretch xmlns:a="http://schemas.openxmlformats.org/drawingml/2006/main"/>
        </p:blipFill>
        <p:spPr>
          <a:xfrm xmlns:a="http://schemas.openxmlformats.org/drawingml/2006/main">
            <a:off x="8576582" y="5348328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187" name="text-164 Infrastructure">
            <a:extLst xmlns:a="http://schemas.openxmlformats.org/drawingml/2006/main">
              <a:ext uri="{FF2B5EF4-FFF2-40B4-BE49-F238E27FC236}">
                <a16:creationId xmlns:a16="http://schemas.microsoft.com/office/drawing/2014/main" id="{68434FDD-0CEA-468B-BB4A-C8179CE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5859140"/>
            <a:ext cx="1111520" cy="263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Infrastructure</a:t>
            </a:r>
          </a:p>
        </p:txBody>
      </p:sp>
      <p:sp>
        <p:nvSpPr>
          <p:cNvPr id="188" name="text-166 Validity">
            <a:extLst xmlns:a="http://schemas.openxmlformats.org/drawingml/2006/main">
              <a:ext uri="{FF2B5EF4-FFF2-40B4-BE49-F238E27FC236}">
                <a16:creationId xmlns:a16="http://schemas.microsoft.com/office/drawing/2014/main" id="{90F33856-C2A5-4494-B778-5598B56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9230" y="5860632"/>
            <a:ext cx="596864" cy="261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Validity</a:t>
            </a:r>
          </a:p>
        </p:txBody>
      </p:sp>
      <p:sp>
        <p:nvSpPr>
          <p:cNvPr id="189" name="text-167 Canonical">
            <a:extLst xmlns:a="http://schemas.openxmlformats.org/drawingml/2006/main">
              <a:ext uri="{FF2B5EF4-FFF2-40B4-BE49-F238E27FC236}">
                <a16:creationId xmlns:a16="http://schemas.microsoft.com/office/drawing/2014/main" id="{43020F86-02E2-4203-8C8E-CD8FA06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093087"/>
            <a:ext cx="772801" cy="261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Canonical</a:t>
            </a:r>
          </a:p>
        </p:txBody>
      </p:sp>
      <p:sp>
        <p:nvSpPr>
          <p:cNvPr id="190" name="text-167 State">
            <a:extLst xmlns:a="http://schemas.openxmlformats.org/drawingml/2006/main">
              <a:ext uri="{FF2B5EF4-FFF2-40B4-BE49-F238E27FC236}">
                <a16:creationId xmlns:a16="http://schemas.microsoft.com/office/drawing/2014/main" id="{2E17637F-813F-4B31-96BE-0770CB3E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0748" y="6093223"/>
            <a:ext cx="423193" cy="261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91" name="text-168 Diff">
            <a:extLst xmlns:a="http://schemas.openxmlformats.org/drawingml/2006/main">
              <a:ext uri="{FF2B5EF4-FFF2-40B4-BE49-F238E27FC236}">
                <a16:creationId xmlns:a16="http://schemas.microsoft.com/office/drawing/2014/main" id="{CB94DB3A-5056-46D1-841C-831AA74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256" y="6086453"/>
            <a:ext cx="320176" cy="270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522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Diff</a:t>
            </a:r>
          </a:p>
        </p:txBody>
      </p:sp>
      <p:sp>
        <p:nvSpPr>
          <p:cNvPr id="192" name="text-169 Functional">
            <a:extLst xmlns:a="http://schemas.openxmlformats.org/drawingml/2006/main">
              <a:ext uri="{FF2B5EF4-FFF2-40B4-BE49-F238E27FC236}">
                <a16:creationId xmlns:a16="http://schemas.microsoft.com/office/drawing/2014/main" id="{596F3807-8D0D-445C-8C30-49992764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311976"/>
            <a:ext cx="851746" cy="264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8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Functional</a:t>
            </a:r>
          </a:p>
        </p:txBody>
      </p:sp>
      <p:sp>
        <p:nvSpPr>
          <p:cNvPr id="193" name="text-171 Checks">
            <a:extLst xmlns:a="http://schemas.openxmlformats.org/drawingml/2006/main">
              <a:ext uri="{FF2B5EF4-FFF2-40B4-BE49-F238E27FC236}">
                <a16:creationId xmlns:a16="http://schemas.microsoft.com/office/drawing/2014/main" id="{6DDEFC75-FEEF-4899-BEED-07702A67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9952" y="6313423"/>
            <a:ext cx="552022" cy="262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94" name="text-172 Semantic">
            <a:extLst xmlns:a="http://schemas.openxmlformats.org/drawingml/2006/main">
              <a:ext uri="{FF2B5EF4-FFF2-40B4-BE49-F238E27FC236}">
                <a16:creationId xmlns:a16="http://schemas.microsoft.com/office/drawing/2014/main" id="{8CAEE481-DB98-41AD-8DB2-AF2FD57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531119"/>
            <a:ext cx="728559" cy="262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</a:t>
            </a:r>
          </a:p>
        </p:txBody>
      </p:sp>
      <p:sp>
        <p:nvSpPr>
          <p:cNvPr id="195" name="text-173 Judge">
            <a:extLst xmlns:a="http://schemas.openxmlformats.org/drawingml/2006/main">
              <a:ext uri="{FF2B5EF4-FFF2-40B4-BE49-F238E27FC236}">
                <a16:creationId xmlns:a16="http://schemas.microsoft.com/office/drawing/2014/main" id="{02D9B905-118C-4BBF-8374-1F62F38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952" y="6529853"/>
            <a:ext cx="487209" cy="263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Judge</a:t>
            </a:r>
          </a:p>
        </p:txBody>
      </p:sp>
      <p:sp>
        <p:nvSpPr>
          <p:cNvPr id="196" name="text-174 Evidence">
            <a:extLst xmlns:a="http://schemas.openxmlformats.org/drawingml/2006/main">
              <a:ext uri="{FF2B5EF4-FFF2-40B4-BE49-F238E27FC236}">
                <a16:creationId xmlns:a16="http://schemas.microsoft.com/office/drawing/2014/main" id="{627ADB96-A789-43BC-8018-7382919B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94" y="6767024"/>
            <a:ext cx="696016" cy="26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97" name="text-174 Bindings">
            <a:extLst xmlns:a="http://schemas.openxmlformats.org/drawingml/2006/main">
              <a:ext uri="{FF2B5EF4-FFF2-40B4-BE49-F238E27FC236}">
                <a16:creationId xmlns:a16="http://schemas.microsoft.com/office/drawing/2014/main" id="{A75DB31F-FC0C-4448-B1A5-4944224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4520" y="6767866"/>
            <a:ext cx="677050" cy="26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198" name="text-175 Pass">
            <a:extLst xmlns:a="http://schemas.openxmlformats.org/drawingml/2006/main">
              <a:ext uri="{FF2B5EF4-FFF2-40B4-BE49-F238E27FC236}">
                <a16:creationId xmlns:a16="http://schemas.microsoft.com/office/drawing/2014/main" id="{F3E3C678-14EB-41D8-91D7-962B9539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9258" y="6984068"/>
            <a:ext cx="378448" cy="262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5B050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99" name="text-176 /">
            <a:extLst xmlns:a="http://schemas.openxmlformats.org/drawingml/2006/main">
              <a:ext uri="{FF2B5EF4-FFF2-40B4-BE49-F238E27FC236}">
                <a16:creationId xmlns:a16="http://schemas.microsoft.com/office/drawing/2014/main" id="{BBFF8188-1C8D-4CD8-A5BC-2EB58DC0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4283" y="6984379"/>
            <a:ext cx="114293" cy="26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00" name="text-177 Fail">
            <a:extLst xmlns:a="http://schemas.openxmlformats.org/drawingml/2006/main">
              <a:ext uri="{FF2B5EF4-FFF2-40B4-BE49-F238E27FC236}">
                <a16:creationId xmlns:a16="http://schemas.microsoft.com/office/drawing/2014/main" id="{08F877F3-61BF-472A-B6CC-21D3E88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4331" y="6983525"/>
            <a:ext cx="310033" cy="263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Fail</a:t>
            </a:r>
          </a:p>
        </p:txBody>
      </p:sp>
      <p:sp>
        <p:nvSpPr>
          <p:cNvPr id="201" name="text-178 /">
            <a:extLst xmlns:a="http://schemas.openxmlformats.org/drawingml/2006/main">
              <a:ext uri="{FF2B5EF4-FFF2-40B4-BE49-F238E27FC236}">
                <a16:creationId xmlns:a16="http://schemas.microsoft.com/office/drawing/2014/main" id="{C6E1810B-61AC-427A-894C-B3D3254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1257" y="6984379"/>
            <a:ext cx="114293" cy="26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202" name="text-179 Invali">
            <a:extLst xmlns:a="http://schemas.openxmlformats.org/drawingml/2006/main">
              <a:ext uri="{FF2B5EF4-FFF2-40B4-BE49-F238E27FC236}">
                <a16:creationId xmlns:a16="http://schemas.microsoft.com/office/drawing/2014/main" id="{F1204A4B-EE00-4012-A925-3404AE44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1305" y="6983207"/>
            <a:ext cx="461796" cy="26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747474"/>
                </a:solidFill>
                <a:latin typeface="Calibri"/>
                <a:ea typeface="Calibri"/>
                <a:cs typeface="Calibri"/>
              </a:rPr>
              <a:t>Invali</a:t>
            </a:r>
          </a:p>
        </p:txBody>
      </p:sp>
      <p:sp>
        <p:nvSpPr>
          <p:cNvPr id="203" name="text-180 d">
            <a:extLst xmlns:a="http://schemas.openxmlformats.org/drawingml/2006/main">
              <a:ext uri="{FF2B5EF4-FFF2-40B4-BE49-F238E27FC236}">
                <a16:creationId xmlns:a16="http://schemas.microsoft.com/office/drawing/2014/main" id="{52957A00-F4E0-45FF-8313-7C378107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0048" y="6984378"/>
            <a:ext cx="132689" cy="262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747474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04" name="path-181">
            <a:extLst xmlns:a="http://schemas.openxmlformats.org/drawingml/2006/main">
              <a:ext uri="{FF2B5EF4-FFF2-40B4-BE49-F238E27FC236}">
                <a16:creationId xmlns:a16="http://schemas.microsoft.com/office/drawing/2014/main" id="{D586CC38-3758-489A-AC4E-5D21F2F6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469" y="5266662"/>
            <a:ext cx="1713339" cy="2163912"/>
          </a:xfrm>
          <a:custGeom xmlns:a="http://schemas.openxmlformats.org/drawingml/2006/main">
            <a:pathLst>
              <a:path w="1713339" h="2163912">
                <a:moveTo>
                  <a:pt x="0" y="123428"/>
                </a:moveTo>
                <a:cubicBezTo>
                  <a:pt x="0" y="55260"/>
                  <a:pt x="55262" y="0"/>
                  <a:pt x="123430" y="0"/>
                </a:cubicBezTo>
                <a:lnTo>
                  <a:pt x="1589909" y="0"/>
                </a:lnTo>
                <a:cubicBezTo>
                  <a:pt x="1658076" y="0"/>
                  <a:pt x="1713339" y="55260"/>
                  <a:pt x="1713339" y="123428"/>
                </a:cubicBezTo>
                <a:lnTo>
                  <a:pt x="1713339" y="2040484"/>
                </a:lnTo>
                <a:cubicBezTo>
                  <a:pt x="1713339" y="2108652"/>
                  <a:pt x="1658076" y="2163912"/>
                  <a:pt x="1589909" y="2163912"/>
                </a:cubicBezTo>
                <a:lnTo>
                  <a:pt x="123430" y="2163912"/>
                </a:lnTo>
                <a:cubicBezTo>
                  <a:pt x="55262" y="2163912"/>
                  <a:pt x="0" y="2108652"/>
                  <a:pt x="0" y="2040484"/>
                </a:cubicBezTo>
                <a:lnTo>
                  <a:pt x="0" y="123428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5" name="path-182">
            <a:extLst xmlns:a="http://schemas.openxmlformats.org/drawingml/2006/main">
              <a:ext uri="{FF2B5EF4-FFF2-40B4-BE49-F238E27FC236}">
                <a16:creationId xmlns:a16="http://schemas.microsoft.com/office/drawing/2014/main" id="{0641CBDC-AF14-414D-AFB2-2F2F64D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469" y="5266662"/>
            <a:ext cx="1713337" cy="2163912"/>
          </a:xfrm>
          <a:custGeom xmlns:a="http://schemas.openxmlformats.org/drawingml/2006/main">
            <a:pathLst>
              <a:path w="1713337" h="2163912">
                <a:moveTo>
                  <a:pt x="0" y="123429"/>
                </a:moveTo>
                <a:cubicBezTo>
                  <a:pt x="0" y="55261"/>
                  <a:pt x="55260" y="0"/>
                  <a:pt x="123429" y="0"/>
                </a:cubicBezTo>
                <a:lnTo>
                  <a:pt x="1589908" y="0"/>
                </a:lnTo>
                <a:cubicBezTo>
                  <a:pt x="1658075" y="0"/>
                  <a:pt x="1713337" y="55261"/>
                  <a:pt x="1713337" y="123429"/>
                </a:cubicBezTo>
                <a:lnTo>
                  <a:pt x="1713337" y="2040484"/>
                </a:lnTo>
                <a:cubicBezTo>
                  <a:pt x="1713337" y="2108652"/>
                  <a:pt x="1658075" y="2163912"/>
                  <a:pt x="1589908" y="2163912"/>
                </a:cubicBezTo>
                <a:lnTo>
                  <a:pt x="123429" y="2163912"/>
                </a:lnTo>
                <a:cubicBezTo>
                  <a:pt x="55260" y="2163912"/>
                  <a:pt x="0" y="2108652"/>
                  <a:pt x="0" y="2040484"/>
                </a:cubicBezTo>
                <a:lnTo>
                  <a:pt x="0" y="123429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206" name="path-183">
            <a:extLst xmlns:a="http://schemas.openxmlformats.org/drawingml/2006/main">
              <a:ext uri="{FF2B5EF4-FFF2-40B4-BE49-F238E27FC236}">
                <a16:creationId xmlns:a16="http://schemas.microsoft.com/office/drawing/2014/main" id="{C7975148-63DB-48CD-833E-0D0BED04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81" y="5881507"/>
            <a:ext cx="1553092" cy="1469572"/>
          </a:xfrm>
          <a:custGeom xmlns:a="http://schemas.openxmlformats.org/drawingml/2006/main">
            <a:pathLst>
              <a:path w="1553092" h="1469572">
                <a:moveTo>
                  <a:pt x="0" y="160684"/>
                </a:moveTo>
                <a:cubicBezTo>
                  <a:pt x="0" y="71941"/>
                  <a:pt x="71940" y="0"/>
                  <a:pt x="160683" y="0"/>
                </a:cubicBezTo>
                <a:lnTo>
                  <a:pt x="1392408" y="0"/>
                </a:lnTo>
                <a:cubicBezTo>
                  <a:pt x="1481152" y="0"/>
                  <a:pt x="1553092" y="71941"/>
                  <a:pt x="1553092" y="160684"/>
                </a:cubicBezTo>
                <a:lnTo>
                  <a:pt x="1553092" y="1308890"/>
                </a:lnTo>
                <a:cubicBezTo>
                  <a:pt x="1553092" y="1397632"/>
                  <a:pt x="1481152" y="1469572"/>
                  <a:pt x="1392408" y="1469572"/>
                </a:cubicBezTo>
                <a:lnTo>
                  <a:pt x="160683" y="1469572"/>
                </a:lnTo>
                <a:cubicBezTo>
                  <a:pt x="71940" y="1469572"/>
                  <a:pt x="0" y="1397632"/>
                  <a:pt x="0" y="1308890"/>
                </a:cubicBezTo>
                <a:lnTo>
                  <a:pt x="0" y="160684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84">
            <a:extLst xmlns:a="http://schemas.openxmlformats.org/drawingml/2006/main">
              <a:ext uri="{FF2B5EF4-FFF2-40B4-BE49-F238E27FC236}">
                <a16:creationId xmlns:a16="http://schemas.microsoft.com/office/drawing/2014/main" id="{D16FD938-D78E-4A03-A511-D9C056F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81" y="5881507"/>
            <a:ext cx="1553092" cy="1469572"/>
          </a:xfrm>
          <a:custGeom xmlns:a="http://schemas.openxmlformats.org/drawingml/2006/main">
            <a:pathLst>
              <a:path w="1553092" h="1469572">
                <a:moveTo>
                  <a:pt x="0" y="160683"/>
                </a:moveTo>
                <a:cubicBezTo>
                  <a:pt x="0" y="71940"/>
                  <a:pt x="71940" y="0"/>
                  <a:pt x="160683" y="0"/>
                </a:cubicBezTo>
                <a:lnTo>
                  <a:pt x="1392408" y="0"/>
                </a:lnTo>
                <a:cubicBezTo>
                  <a:pt x="1481152" y="0"/>
                  <a:pt x="1553092" y="71940"/>
                  <a:pt x="1553092" y="160683"/>
                </a:cubicBezTo>
                <a:lnTo>
                  <a:pt x="1553092" y="1308888"/>
                </a:lnTo>
                <a:cubicBezTo>
                  <a:pt x="1553092" y="1397632"/>
                  <a:pt x="1481152" y="1469572"/>
                  <a:pt x="1392408" y="1469572"/>
                </a:cubicBezTo>
                <a:lnTo>
                  <a:pt x="160683" y="1469572"/>
                </a:lnTo>
                <a:cubicBezTo>
                  <a:pt x="71940" y="1469572"/>
                  <a:pt x="0" y="1397632"/>
                  <a:pt x="0" y="1308888"/>
                </a:cubicBezTo>
                <a:lnTo>
                  <a:pt x="0" y="16068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sp>
        <p:nvSpPr>
          <p:cNvPr id="208" name="text-185 Evaluation">
            <a:extLst xmlns:a="http://schemas.openxmlformats.org/drawingml/2006/main">
              <a:ext uri="{FF2B5EF4-FFF2-40B4-BE49-F238E27FC236}">
                <a16:creationId xmlns:a16="http://schemas.microsoft.com/office/drawing/2014/main" id="{582D4BC7-558D-44AE-91F8-93F99370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7328" y="5269043"/>
            <a:ext cx="1006426" cy="30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09" name="text-186 Contract">
            <a:extLst xmlns:a="http://schemas.openxmlformats.org/drawingml/2006/main">
              <a:ext uri="{FF2B5EF4-FFF2-40B4-BE49-F238E27FC236}">
                <a16:creationId xmlns:a16="http://schemas.microsoft.com/office/drawing/2014/main" id="{F709B1E6-C932-4ABC-8143-F48C98C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51" y="5536624"/>
            <a:ext cx="814033" cy="305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90E973E-0ADB-4479-B1DE-8707AA7B8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a5707c1d4a29"/>
          <a:stretch xmlns:a="http://schemas.openxmlformats.org/drawingml/2006/main"/>
        </p:blipFill>
        <p:spPr>
          <a:xfrm xmlns:a="http://schemas.openxmlformats.org/drawingml/2006/main">
            <a:off x="6644276" y="5275142"/>
            <a:ext cx="614767" cy="618516"/>
          </a:xfrm>
          <a:prstGeom xmlns:a="http://schemas.openxmlformats.org/drawingml/2006/main" prst="rect">
            <a:avLst/>
          </a:prstGeom>
        </p:spPr>
      </p:pic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DA89969-4773-4054-9918-C62D2E50F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0435f6ec24ac4"/>
          <a:stretch xmlns:a="http://schemas.openxmlformats.org/drawingml/2006/main"/>
        </p:blipFill>
        <p:spPr>
          <a:xfrm xmlns:a="http://schemas.openxmlformats.org/drawingml/2006/main">
            <a:off x="6652532" y="5338803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12" name="text-189 Expected">
            <a:extLst xmlns:a="http://schemas.openxmlformats.org/drawingml/2006/main">
              <a:ext uri="{FF2B5EF4-FFF2-40B4-BE49-F238E27FC236}">
                <a16:creationId xmlns:a16="http://schemas.microsoft.com/office/drawing/2014/main" id="{102D0376-E497-4BE8-B415-B1A8E05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032015"/>
            <a:ext cx="717982" cy="262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Expected</a:t>
            </a:r>
          </a:p>
        </p:txBody>
      </p:sp>
      <p:sp>
        <p:nvSpPr>
          <p:cNvPr id="213" name="text-190 Outcomes">
            <a:extLst xmlns:a="http://schemas.openxmlformats.org/drawingml/2006/main">
              <a:ext uri="{FF2B5EF4-FFF2-40B4-BE49-F238E27FC236}">
                <a16:creationId xmlns:a16="http://schemas.microsoft.com/office/drawing/2014/main" id="{ABAF416C-0FEE-418A-9E04-56AC51E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090" y="6032464"/>
            <a:ext cx="796040" cy="262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214" name="text-191 Allowed">
            <a:extLst xmlns:a="http://schemas.openxmlformats.org/drawingml/2006/main">
              <a:ext uri="{FF2B5EF4-FFF2-40B4-BE49-F238E27FC236}">
                <a16:creationId xmlns:a16="http://schemas.microsoft.com/office/drawing/2014/main" id="{1A432097-DC9B-4D63-8A54-6079092F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264332"/>
            <a:ext cx="644639" cy="26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Allowed</a:t>
            </a:r>
          </a:p>
        </p:txBody>
      </p:sp>
      <p:sp>
        <p:nvSpPr>
          <p:cNvPr id="215" name="text-192 Edits">
            <a:extLst xmlns:a="http://schemas.openxmlformats.org/drawingml/2006/main">
              <a:ext uri="{FF2B5EF4-FFF2-40B4-BE49-F238E27FC236}">
                <a16:creationId xmlns:a16="http://schemas.microsoft.com/office/drawing/2014/main" id="{0DCEDB2F-7197-43AE-9E11-6617A5C2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993" y="6264987"/>
            <a:ext cx="396365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Edits</a:t>
            </a:r>
          </a:p>
        </p:txBody>
      </p:sp>
      <p:sp>
        <p:nvSpPr>
          <p:cNvPr id="216" name="text-193 Protected">
            <a:extLst xmlns:a="http://schemas.openxmlformats.org/drawingml/2006/main">
              <a:ext uri="{FF2B5EF4-FFF2-40B4-BE49-F238E27FC236}">
                <a16:creationId xmlns:a16="http://schemas.microsoft.com/office/drawing/2014/main" id="{0394AAE5-E11D-44F4-A829-DF8AD7C8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485712"/>
            <a:ext cx="766543" cy="262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Protected</a:t>
            </a:r>
          </a:p>
        </p:txBody>
      </p:sp>
      <p:sp>
        <p:nvSpPr>
          <p:cNvPr id="217" name="text-194 State">
            <a:extLst xmlns:a="http://schemas.openxmlformats.org/drawingml/2006/main">
              <a:ext uri="{FF2B5EF4-FFF2-40B4-BE49-F238E27FC236}">
                <a16:creationId xmlns:a16="http://schemas.microsoft.com/office/drawing/2014/main" id="{ABB2F905-1BA0-4A83-B123-7B73C88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2821" y="6486879"/>
            <a:ext cx="423070" cy="261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18" name="text-195 Critical">
            <a:extLst xmlns:a="http://schemas.openxmlformats.org/drawingml/2006/main">
              <a:ext uri="{FF2B5EF4-FFF2-40B4-BE49-F238E27FC236}">
                <a16:creationId xmlns:a16="http://schemas.microsoft.com/office/drawing/2014/main" id="{F230E0DE-3482-47DA-9814-E7333AF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703224"/>
            <a:ext cx="559703" cy="26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Critical</a:t>
            </a:r>
          </a:p>
        </p:txBody>
      </p:sp>
      <p:sp>
        <p:nvSpPr>
          <p:cNvPr id="219" name="text-196 Criteria">
            <a:extLst xmlns:a="http://schemas.openxmlformats.org/drawingml/2006/main">
              <a:ext uri="{FF2B5EF4-FFF2-40B4-BE49-F238E27FC236}">
                <a16:creationId xmlns:a16="http://schemas.microsoft.com/office/drawing/2014/main" id="{6B34EE2E-91D2-48D1-955B-6A7B1153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6806" y="6703370"/>
            <a:ext cx="592602" cy="262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220" name="text-197 Evidence">
            <a:extLst xmlns:a="http://schemas.openxmlformats.org/drawingml/2006/main">
              <a:ext uri="{FF2B5EF4-FFF2-40B4-BE49-F238E27FC236}">
                <a16:creationId xmlns:a16="http://schemas.microsoft.com/office/drawing/2014/main" id="{B71B62EA-E062-43A0-AB7F-A4ED4CA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7881" y="6939459"/>
            <a:ext cx="696016" cy="26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221" name="text-198 Bindings">
            <a:extLst xmlns:a="http://schemas.openxmlformats.org/drawingml/2006/main">
              <a:ext uri="{FF2B5EF4-FFF2-40B4-BE49-F238E27FC236}">
                <a16:creationId xmlns:a16="http://schemas.microsoft.com/office/drawing/2014/main" id="{B6FC2490-5D22-4607-A7C3-43A2089A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3080" y="6940301"/>
            <a:ext cx="677050" cy="26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Bindings</a:t>
            </a:r>
          </a:p>
        </p:txBody>
      </p:sp>
      <p:sp>
        <p:nvSpPr>
          <p:cNvPr id="222" name="path-199">
            <a:extLst xmlns:a="http://schemas.openxmlformats.org/drawingml/2006/main">
              <a:ext uri="{FF2B5EF4-FFF2-40B4-BE49-F238E27FC236}">
                <a16:creationId xmlns:a16="http://schemas.microsoft.com/office/drawing/2014/main" id="{F171CE38-BAA5-4ACF-92A3-0418616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42" y="6586745"/>
            <a:ext cx="62478" cy="354197"/>
          </a:xfrm>
          <a:custGeom xmlns:a="http://schemas.openxmlformats.org/drawingml/2006/main">
            <a:pathLst>
              <a:path w="62478" h="354197">
                <a:moveTo>
                  <a:pt x="0" y="0"/>
                </a:moveTo>
                <a:lnTo>
                  <a:pt x="0" y="192717"/>
                </a:lnTo>
                <a:lnTo>
                  <a:pt x="15621" y="192717"/>
                </a:lnTo>
                <a:lnTo>
                  <a:pt x="2" y="177099"/>
                </a:lnTo>
                <a:lnTo>
                  <a:pt x="2" y="276101"/>
                </a:lnTo>
                <a:lnTo>
                  <a:pt x="31240" y="276101"/>
                </a:lnTo>
                <a:lnTo>
                  <a:pt x="31240" y="161479"/>
                </a:lnTo>
                <a:lnTo>
                  <a:pt x="15620" y="161479"/>
                </a:lnTo>
                <a:lnTo>
                  <a:pt x="31238" y="177099"/>
                </a:lnTo>
                <a:lnTo>
                  <a:pt x="31238" y="0"/>
                </a:lnTo>
                <a:lnTo>
                  <a:pt x="0" y="0"/>
                </a:lnTo>
                <a:moveTo>
                  <a:pt x="-31236" y="260482"/>
                </a:moveTo>
                <a:lnTo>
                  <a:pt x="15621" y="354197"/>
                </a:lnTo>
                <a:lnTo>
                  <a:pt x="62478" y="260482"/>
                </a:lnTo>
                <a:lnTo>
                  <a:pt x="-31236" y="260482"/>
                </a:ln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00">
            <a:extLst xmlns:a="http://schemas.openxmlformats.org/drawingml/2006/main">
              <a:ext uri="{FF2B5EF4-FFF2-40B4-BE49-F238E27FC236}">
                <a16:creationId xmlns:a16="http://schemas.microsoft.com/office/drawing/2014/main" id="{47B6314B-786A-492F-829E-23D1CA87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568" y="6114937"/>
            <a:ext cx="792787" cy="481794"/>
          </a:xfrm>
          <a:custGeom xmlns:a="http://schemas.openxmlformats.org/drawingml/2006/main">
            <a:pathLst>
              <a:path w="792787" h="481794">
                <a:moveTo>
                  <a:pt x="0" y="240896"/>
                </a:moveTo>
                <a:lnTo>
                  <a:pt x="396394" y="0"/>
                </a:lnTo>
                <a:lnTo>
                  <a:pt x="792787" y="240896"/>
                </a:lnTo>
                <a:lnTo>
                  <a:pt x="396394" y="481794"/>
                </a:lnTo>
                <a:lnTo>
                  <a:pt x="0" y="240896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4" name="path-201">
            <a:extLst xmlns:a="http://schemas.openxmlformats.org/drawingml/2006/main">
              <a:ext uri="{FF2B5EF4-FFF2-40B4-BE49-F238E27FC236}">
                <a16:creationId xmlns:a16="http://schemas.microsoft.com/office/drawing/2014/main" id="{1BFFBA58-7593-4F6C-A7B8-CD654BF7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568" y="6114937"/>
            <a:ext cx="792787" cy="481793"/>
          </a:xfrm>
          <a:custGeom xmlns:a="http://schemas.openxmlformats.org/drawingml/2006/main">
            <a:pathLst>
              <a:path w="792787" h="481793">
                <a:moveTo>
                  <a:pt x="0" y="240897"/>
                </a:moveTo>
                <a:lnTo>
                  <a:pt x="396394" y="0"/>
                </a:lnTo>
                <a:lnTo>
                  <a:pt x="792787" y="240897"/>
                </a:lnTo>
                <a:lnTo>
                  <a:pt x="396394" y="481793"/>
                </a:lnTo>
                <a:lnTo>
                  <a:pt x="0" y="2408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4505E"/>
            </a:solidFill>
            <a:prstDash val="solid"/>
          </a:ln>
        </p:spPr>
      </p:sp>
      <p:sp>
        <p:nvSpPr>
          <p:cNvPr id="225" name="text-202 Pass?">
            <a:extLst xmlns:a="http://schemas.openxmlformats.org/drawingml/2006/main">
              <a:ext uri="{FF2B5EF4-FFF2-40B4-BE49-F238E27FC236}">
                <a16:creationId xmlns:a16="http://schemas.microsoft.com/office/drawing/2014/main" id="{2B17F476-1368-4D38-B40B-D73D8F6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2154" y="6207324"/>
            <a:ext cx="541715" cy="30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Pass?</a:t>
            </a:r>
          </a:p>
        </p:txBody>
      </p:sp>
      <p:sp>
        <p:nvSpPr>
          <p:cNvPr id="226" name="path-203">
            <a:extLst xmlns:a="http://schemas.openxmlformats.org/drawingml/2006/main">
              <a:ext uri="{FF2B5EF4-FFF2-40B4-BE49-F238E27FC236}">
                <a16:creationId xmlns:a16="http://schemas.microsoft.com/office/drawing/2014/main" id="{36786B9C-7E60-45AA-BF3E-B9A6EB2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339" y="6329256"/>
            <a:ext cx="195082" cy="62476"/>
          </a:xfrm>
          <a:custGeom xmlns:a="http://schemas.openxmlformats.org/drawingml/2006/main">
            <a:pathLst>
              <a:path w="195082" h="62476">
                <a:moveTo>
                  <a:pt x="0" y="0"/>
                </a:moveTo>
                <a:lnTo>
                  <a:pt x="0" y="31238"/>
                </a:lnTo>
                <a:lnTo>
                  <a:pt x="116986" y="31238"/>
                </a:lnTo>
                <a:lnTo>
                  <a:pt x="116986" y="0"/>
                </a:lnTo>
                <a:close/>
                <a:moveTo>
                  <a:pt x="101370" y="-31238"/>
                </a:moveTo>
                <a:lnTo>
                  <a:pt x="195082" y="15621"/>
                </a:lnTo>
                <a:lnTo>
                  <a:pt x="101368" y="62476"/>
                </a:lnTo>
                <a:lnTo>
                  <a:pt x="101370" y="-31238"/>
                </a:lnTo>
              </a:path>
            </a:pathLst>
          </a:custGeom>
          <a:solidFill xmlns:a="http://schemas.openxmlformats.org/drawingml/2006/main">
            <a:srgbClr val="05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text-204 Y">
            <a:extLst xmlns:a="http://schemas.openxmlformats.org/drawingml/2006/main">
              <a:ext uri="{FF2B5EF4-FFF2-40B4-BE49-F238E27FC236}">
                <a16:creationId xmlns:a16="http://schemas.microsoft.com/office/drawing/2014/main" id="{11904906-60A8-4A55-8401-AE2A398C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5846" y="5978497"/>
            <a:ext cx="152988" cy="30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  <p:sp>
        <p:nvSpPr>
          <p:cNvPr id="228" name="text-205 N">
            <a:extLst xmlns:a="http://schemas.openxmlformats.org/drawingml/2006/main">
              <a:ext uri="{FF2B5EF4-FFF2-40B4-BE49-F238E27FC236}">
                <a16:creationId xmlns:a16="http://schemas.microsoft.com/office/drawing/2014/main" id="{58DCB6EC-FDD9-4C73-B944-5234ABD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3321" y="6548327"/>
            <a:ext cx="182875" cy="306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N</a:t>
            </a:r>
          </a:p>
        </p:txBody>
      </p:sp>
      <p:sp>
        <p:nvSpPr>
          <p:cNvPr id="229" name="path-206">
            <a:extLst xmlns:a="http://schemas.openxmlformats.org/drawingml/2006/main">
              <a:ext uri="{FF2B5EF4-FFF2-40B4-BE49-F238E27FC236}">
                <a16:creationId xmlns:a16="http://schemas.microsoft.com/office/drawing/2014/main" id="{076A37F7-F4F0-4EF0-B1FB-20B172FF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1211" y="6346449"/>
            <a:ext cx="97358" cy="9386"/>
          </a:xfrm>
          <a:custGeom xmlns:a="http://schemas.openxmlformats.org/drawingml/2006/main">
            <a:pathLst>
              <a:path w="97358" h="9386">
                <a:moveTo>
                  <a:pt x="0" y="0"/>
                </a:moveTo>
                <a:lnTo>
                  <a:pt x="97358" y="938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9E3B9F"/>
            </a:solidFill>
            <a:prstDash val="solid"/>
          </a:ln>
        </p:spPr>
      </p:sp>
      <p:sp>
        <p:nvSpPr>
          <p:cNvPr id="230" name="text-207 Calibration">
            <a:extLst xmlns:a="http://schemas.openxmlformats.org/drawingml/2006/main">
              <a:ext uri="{FF2B5EF4-FFF2-40B4-BE49-F238E27FC236}">
                <a16:creationId xmlns:a16="http://schemas.microsoft.com/office/drawing/2014/main" id="{04212A90-5E0C-4DEF-8C1C-F320092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6908" y="7428670"/>
            <a:ext cx="1044984" cy="30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Calibration</a:t>
            </a:r>
          </a:p>
        </p:txBody>
      </p:sp>
      <p:sp>
        <p:nvSpPr>
          <p:cNvPr id="231" name="text-208 mismatch">
            <a:extLst xmlns:a="http://schemas.openxmlformats.org/drawingml/2006/main">
              <a:ext uri="{FF2B5EF4-FFF2-40B4-BE49-F238E27FC236}">
                <a16:creationId xmlns:a16="http://schemas.microsoft.com/office/drawing/2014/main" id="{175734D2-D4E1-4996-87D7-03D165AF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6651" y="7695351"/>
            <a:ext cx="925321" cy="306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232" name="path-209">
            <a:extLst xmlns:a="http://schemas.openxmlformats.org/drawingml/2006/main">
              <a:ext uri="{FF2B5EF4-FFF2-40B4-BE49-F238E27FC236}">
                <a16:creationId xmlns:a16="http://schemas.microsoft.com/office/drawing/2014/main" id="{B9F68D4D-4514-44C6-AFB5-062166D5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0" y="6373792"/>
            <a:ext cx="177098" cy="62478"/>
          </a:xfrm>
          <a:custGeom xmlns:a="http://schemas.openxmlformats.org/drawingml/2006/main">
            <a:pathLst>
              <a:path w="177098" h="62478">
                <a:moveTo>
                  <a:pt x="0" y="0"/>
                </a:moveTo>
                <a:lnTo>
                  <a:pt x="99003" y="2"/>
                </a:lnTo>
                <a:lnTo>
                  <a:pt x="99003" y="31240"/>
                </a:lnTo>
                <a:lnTo>
                  <a:pt x="0" y="31238"/>
                </a:lnTo>
                <a:lnTo>
                  <a:pt x="0" y="0"/>
                </a:lnTo>
                <a:moveTo>
                  <a:pt x="83384" y="-31236"/>
                </a:moveTo>
                <a:lnTo>
                  <a:pt x="177098" y="15621"/>
                </a:lnTo>
                <a:lnTo>
                  <a:pt x="83384" y="62478"/>
                </a:lnTo>
                <a:lnTo>
                  <a:pt x="83384" y="-31236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10">
            <a:extLst xmlns:a="http://schemas.openxmlformats.org/drawingml/2006/main">
              <a:ext uri="{FF2B5EF4-FFF2-40B4-BE49-F238E27FC236}">
                <a16:creationId xmlns:a16="http://schemas.microsoft.com/office/drawing/2014/main" id="{70C63111-CA2C-49A8-8EFA-1490E73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891" y="6337084"/>
            <a:ext cx="176258" cy="62478"/>
          </a:xfrm>
          <a:custGeom xmlns:a="http://schemas.openxmlformats.org/drawingml/2006/main">
            <a:pathLst>
              <a:path w="176258" h="62478">
                <a:moveTo>
                  <a:pt x="2" y="62478"/>
                </a:moveTo>
                <a:lnTo>
                  <a:pt x="98162" y="62476"/>
                </a:lnTo>
                <a:lnTo>
                  <a:pt x="98162" y="31238"/>
                </a:lnTo>
                <a:lnTo>
                  <a:pt x="0" y="31240"/>
                </a:lnTo>
                <a:lnTo>
                  <a:pt x="2" y="62478"/>
                </a:lnTo>
                <a:moveTo>
                  <a:pt x="82542" y="93714"/>
                </a:moveTo>
                <a:lnTo>
                  <a:pt x="176258" y="46858"/>
                </a:lnTo>
                <a:lnTo>
                  <a:pt x="82542" y="0"/>
                </a:lnTo>
                <a:lnTo>
                  <a:pt x="82542" y="93714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text-211 File">
            <a:extLst xmlns:a="http://schemas.openxmlformats.org/drawingml/2006/main">
              <a:ext uri="{FF2B5EF4-FFF2-40B4-BE49-F238E27FC236}">
                <a16:creationId xmlns:a16="http://schemas.microsoft.com/office/drawing/2014/main" id="{F046B114-3B01-4F78-85D6-25E1B88B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598" y="969542"/>
            <a:ext cx="356038" cy="3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235" name="text-212 Pool">
            <a:extLst xmlns:a="http://schemas.openxmlformats.org/drawingml/2006/main">
              <a:ext uri="{FF2B5EF4-FFF2-40B4-BE49-F238E27FC236}">
                <a16:creationId xmlns:a16="http://schemas.microsoft.com/office/drawing/2014/main" id="{5B616D0D-E42E-4E1B-B98F-00E60DE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695" y="970233"/>
            <a:ext cx="437038" cy="30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E3E1960-D2BF-456B-88F6-6201E9E73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6eed879da465f"/>
          <a:stretch xmlns:a="http://schemas.openxmlformats.org/drawingml/2006/main"/>
        </p:blipFill>
        <p:spPr>
          <a:xfrm xmlns:a="http://schemas.openxmlformats.org/drawingml/2006/main">
            <a:off x="807739" y="878059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0936B8B-A191-40B3-8E4C-4992BA298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80afb48b14e5b"/>
          <a:stretch xmlns:a="http://schemas.openxmlformats.org/drawingml/2006/main"/>
        </p:blipFill>
        <p:spPr>
          <a:xfrm xmlns:a="http://schemas.openxmlformats.org/drawingml/2006/main">
            <a:off x="823232" y="93825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38" name="path-215">
            <a:extLst xmlns:a="http://schemas.openxmlformats.org/drawingml/2006/main">
              <a:ext uri="{FF2B5EF4-FFF2-40B4-BE49-F238E27FC236}">
                <a16:creationId xmlns:a16="http://schemas.microsoft.com/office/drawing/2014/main" id="{F9FD4BB7-42C2-4D3A-9F15-37E3D015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3" y="5435806"/>
            <a:ext cx="6230608" cy="2489710"/>
          </a:xfrm>
          <a:custGeom xmlns:a="http://schemas.openxmlformats.org/drawingml/2006/main">
            <a:pathLst>
              <a:path w="6230608" h="2489710">
                <a:moveTo>
                  <a:pt x="0" y="213342"/>
                </a:moveTo>
                <a:cubicBezTo>
                  <a:pt x="0" y="95517"/>
                  <a:pt x="95516" y="0"/>
                  <a:pt x="213342" y="0"/>
                </a:cubicBezTo>
                <a:lnTo>
                  <a:pt x="6017266" y="0"/>
                </a:lnTo>
                <a:cubicBezTo>
                  <a:pt x="6135091" y="0"/>
                  <a:pt x="6230608" y="95517"/>
                  <a:pt x="6230608" y="213342"/>
                </a:cubicBezTo>
                <a:lnTo>
                  <a:pt x="6230608" y="2276368"/>
                </a:lnTo>
                <a:cubicBezTo>
                  <a:pt x="6230608" y="2394193"/>
                  <a:pt x="6135091" y="2489710"/>
                  <a:pt x="6017266" y="2489710"/>
                </a:cubicBezTo>
                <a:lnTo>
                  <a:pt x="213342" y="2489710"/>
                </a:lnTo>
                <a:cubicBezTo>
                  <a:pt x="95516" y="2489710"/>
                  <a:pt x="0" y="2394193"/>
                  <a:pt x="0" y="2276368"/>
                </a:cubicBezTo>
                <a:lnTo>
                  <a:pt x="0" y="213342"/>
                </a:lnTo>
              </a:path>
            </a:pathLst>
          </a:custGeom>
          <a:solidFill xmlns:a="http://schemas.openxmlformats.org/drawingml/2006/main">
            <a:srgbClr val="F4FBFB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9" name="text-216 (c)">
            <a:extLst xmlns:a="http://schemas.openxmlformats.org/drawingml/2006/main">
              <a:ext uri="{FF2B5EF4-FFF2-40B4-BE49-F238E27FC236}">
                <a16:creationId xmlns:a16="http://schemas.microsoft.com/office/drawing/2014/main" id="{0D270034-2A37-42E8-A0BE-78E9A318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153" y="5440338"/>
            <a:ext cx="304694" cy="35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6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(c)</a:t>
            </a:r>
          </a:p>
        </p:txBody>
      </p:sp>
      <p:sp>
        <p:nvSpPr>
          <p:cNvPr id="240" name="text-216 App">
            <a:extLst xmlns:a="http://schemas.openxmlformats.org/drawingml/2006/main">
              <a:ext uri="{FF2B5EF4-FFF2-40B4-BE49-F238E27FC236}">
                <a16:creationId xmlns:a16="http://schemas.microsoft.com/office/drawing/2014/main" id="{CA797DD3-4D8D-4B60-9647-DB6758A0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33" y="5440212"/>
            <a:ext cx="462234" cy="351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7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41" name="text-216 Environment">
            <a:extLst xmlns:a="http://schemas.openxmlformats.org/drawingml/2006/main">
              <a:ext uri="{FF2B5EF4-FFF2-40B4-BE49-F238E27FC236}">
                <a16:creationId xmlns:a16="http://schemas.microsoft.com/office/drawing/2014/main" id="{21845317-BF00-4A3A-A1C2-74564282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103" y="5440831"/>
            <a:ext cx="1366241" cy="35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Environment</a:t>
            </a:r>
          </a:p>
        </p:txBody>
      </p:sp>
      <p:sp>
        <p:nvSpPr>
          <p:cNvPr id="242" name="text-216 Construction">
            <a:extLst xmlns:a="http://schemas.openxmlformats.org/drawingml/2006/main">
              <a:ext uri="{FF2B5EF4-FFF2-40B4-BE49-F238E27FC236}">
                <a16:creationId xmlns:a16="http://schemas.microsoft.com/office/drawing/2014/main" id="{FE12C34F-0DFF-4B59-999F-8F6B901E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080" y="5440845"/>
            <a:ext cx="1355285" cy="35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268F91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243" name="path-217">
            <a:extLst xmlns:a="http://schemas.openxmlformats.org/drawingml/2006/main">
              <a:ext uri="{FF2B5EF4-FFF2-40B4-BE49-F238E27FC236}">
                <a16:creationId xmlns:a16="http://schemas.microsoft.com/office/drawing/2014/main" id="{9E5BA799-CBC1-412D-B5F2-EB0BDF3C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8" y="3853562"/>
            <a:ext cx="2317713" cy="1451136"/>
          </a:xfrm>
          <a:custGeom xmlns:a="http://schemas.openxmlformats.org/drawingml/2006/main">
            <a:pathLst>
              <a:path w="2317713" h="1451136">
                <a:moveTo>
                  <a:pt x="0" y="109735"/>
                </a:moveTo>
                <a:cubicBezTo>
                  <a:pt x="0" y="49130"/>
                  <a:pt x="49130" y="0"/>
                  <a:pt x="109734" y="0"/>
                </a:cubicBezTo>
                <a:lnTo>
                  <a:pt x="2207980" y="0"/>
                </a:lnTo>
                <a:cubicBezTo>
                  <a:pt x="2268583" y="0"/>
                  <a:pt x="2317713" y="49130"/>
                  <a:pt x="2317713" y="109735"/>
                </a:cubicBezTo>
                <a:lnTo>
                  <a:pt x="2317713" y="1341401"/>
                </a:lnTo>
                <a:cubicBezTo>
                  <a:pt x="2317713" y="1402006"/>
                  <a:pt x="2268583" y="1451136"/>
                  <a:pt x="2207980" y="1451136"/>
                </a:cubicBezTo>
                <a:lnTo>
                  <a:pt x="109734" y="1451136"/>
                </a:lnTo>
                <a:cubicBezTo>
                  <a:pt x="49130" y="1451136"/>
                  <a:pt x="0" y="1402006"/>
                  <a:pt x="0" y="1341401"/>
                </a:cubicBezTo>
                <a:lnTo>
                  <a:pt x="0" y="109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18">
            <a:extLst xmlns:a="http://schemas.openxmlformats.org/drawingml/2006/main">
              <a:ext uri="{FF2B5EF4-FFF2-40B4-BE49-F238E27FC236}">
                <a16:creationId xmlns:a16="http://schemas.microsoft.com/office/drawing/2014/main" id="{653F3F4B-549F-47BE-96C3-194FF22B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8" y="3853562"/>
            <a:ext cx="2317714" cy="1451136"/>
          </a:xfrm>
          <a:custGeom xmlns:a="http://schemas.openxmlformats.org/drawingml/2006/main">
            <a:pathLst>
              <a:path w="2317714" h="1451136">
                <a:moveTo>
                  <a:pt x="0" y="109734"/>
                </a:moveTo>
                <a:cubicBezTo>
                  <a:pt x="0" y="49130"/>
                  <a:pt x="49130" y="0"/>
                  <a:pt x="109734" y="0"/>
                </a:cubicBezTo>
                <a:lnTo>
                  <a:pt x="2207980" y="0"/>
                </a:lnTo>
                <a:cubicBezTo>
                  <a:pt x="2268584" y="0"/>
                  <a:pt x="2317714" y="49130"/>
                  <a:pt x="2317714" y="109734"/>
                </a:cubicBezTo>
                <a:lnTo>
                  <a:pt x="2317714" y="1341401"/>
                </a:lnTo>
                <a:cubicBezTo>
                  <a:pt x="2317714" y="1402005"/>
                  <a:pt x="2268584" y="1451136"/>
                  <a:pt x="2207980" y="1451136"/>
                </a:cubicBezTo>
                <a:lnTo>
                  <a:pt x="109734" y="1451136"/>
                </a:lnTo>
                <a:cubicBezTo>
                  <a:pt x="49130" y="1451136"/>
                  <a:pt x="0" y="1402005"/>
                  <a:pt x="0" y="1341401"/>
                </a:cubicBezTo>
                <a:lnTo>
                  <a:pt x="0" y="109734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3D9F3C">
                <a:alpha val="70000"/>
              </a:srgbClr>
            </a:solidFill>
            <a:prstDash val="solid"/>
          </a:ln>
        </p:spPr>
      </p:sp>
      <p:sp>
        <p:nvSpPr>
          <p:cNvPr id="245" name="text-219 ç">
            <a:extLst xmlns:a="http://schemas.openxmlformats.org/drawingml/2006/main">
              <a:ext uri="{FF2B5EF4-FFF2-40B4-BE49-F238E27FC236}">
                <a16:creationId xmlns:a16="http://schemas.microsoft.com/office/drawing/2014/main" id="{B0FC25E6-2165-456A-9AC8-EB81D80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721" y="4380259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246" name="text-220 √">
            <a:extLst xmlns:a="http://schemas.openxmlformats.org/drawingml/2006/main">
              <a:ext uri="{FF2B5EF4-FFF2-40B4-BE49-F238E27FC236}">
                <a16:creationId xmlns:a16="http://schemas.microsoft.com/office/drawing/2014/main" id="{B590734F-1DAF-46C3-AFB9-A6062A48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102" y="4323702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sp>
        <p:nvSpPr>
          <p:cNvPr id="247" name="text-221 Installed">
            <a:extLst xmlns:a="http://schemas.openxmlformats.org/drawingml/2006/main">
              <a:ext uri="{FF2B5EF4-FFF2-40B4-BE49-F238E27FC236}">
                <a16:creationId xmlns:a16="http://schemas.microsoft.com/office/drawing/2014/main" id="{71AF9798-9C3F-4334-98D3-B04E2D4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43" y="3857279"/>
            <a:ext cx="702127" cy="26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Installed</a:t>
            </a:r>
          </a:p>
        </p:txBody>
      </p:sp>
      <p:sp>
        <p:nvSpPr>
          <p:cNvPr id="248" name="text-221 skills">
            <a:extLst xmlns:a="http://schemas.openxmlformats.org/drawingml/2006/main">
              <a:ext uri="{FF2B5EF4-FFF2-40B4-BE49-F238E27FC236}">
                <a16:creationId xmlns:a16="http://schemas.microsoft.com/office/drawing/2014/main" id="{69B030E7-6B12-4154-9CCC-A052E0B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4110" y="3856895"/>
            <a:ext cx="412208" cy="26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249" name="text-222 Plugins">
            <a:extLst xmlns:a="http://schemas.openxmlformats.org/drawingml/2006/main">
              <a:ext uri="{FF2B5EF4-FFF2-40B4-BE49-F238E27FC236}">
                <a16:creationId xmlns:a16="http://schemas.microsoft.com/office/drawing/2014/main" id="{749872DF-6811-46E0-9637-4D7D850C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765" y="4527931"/>
            <a:ext cx="599855" cy="264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Plugins</a:t>
            </a:r>
          </a:p>
        </p:txBody>
      </p:sp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BF955D7-33E9-4EE0-9811-BE42C7DF8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1e91076524cde"/>
          <a:stretch xmlns:a="http://schemas.openxmlformats.org/drawingml/2006/main"/>
        </p:blipFill>
        <p:spPr>
          <a:xfrm xmlns:a="http://schemas.openxmlformats.org/drawingml/2006/main">
            <a:off x="2794485" y="3760716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B3109DA-BCBC-4AE0-8B76-426E524F6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4da8693474cdd"/>
          <a:stretch xmlns:a="http://schemas.openxmlformats.org/drawingml/2006/main"/>
        </p:blipFill>
        <p:spPr>
          <a:xfrm xmlns:a="http://schemas.openxmlformats.org/drawingml/2006/main">
            <a:off x="2804432" y="3824328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252" name="path-225">
            <a:extLst xmlns:a="http://schemas.openxmlformats.org/drawingml/2006/main">
              <a:ext uri="{FF2B5EF4-FFF2-40B4-BE49-F238E27FC236}">
                <a16:creationId xmlns:a16="http://schemas.microsoft.com/office/drawing/2014/main" id="{9DF63319-57D6-469F-8328-162F1DA0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5795430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4"/>
                </a:moveTo>
                <a:cubicBezTo>
                  <a:pt x="0" y="80479"/>
                  <a:pt x="80479" y="0"/>
                  <a:pt x="179754" y="0"/>
                </a:cubicBezTo>
                <a:lnTo>
                  <a:pt x="2254021" y="0"/>
                </a:lnTo>
                <a:cubicBezTo>
                  <a:pt x="2353296" y="0"/>
                  <a:pt x="2433775" y="80479"/>
                  <a:pt x="2433775" y="179754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1" y="2002167"/>
                </a:cubicBezTo>
                <a:lnTo>
                  <a:pt x="179754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4"/>
                </a:lnTo>
              </a:path>
            </a:pathLst>
          </a:custGeom>
          <a:solidFill xmlns:a="http://schemas.openxmlformats.org/drawingml/2006/main">
            <a:srgbClr val="DDF2F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3" name="path-226">
            <a:extLst xmlns:a="http://schemas.openxmlformats.org/drawingml/2006/main">
              <a:ext uri="{FF2B5EF4-FFF2-40B4-BE49-F238E27FC236}">
                <a16:creationId xmlns:a16="http://schemas.microsoft.com/office/drawing/2014/main" id="{920D1BFE-02E8-4069-B392-B7DFBC5F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" y="5795430"/>
            <a:ext cx="2433775" cy="2002167"/>
          </a:xfrm>
          <a:custGeom xmlns:a="http://schemas.openxmlformats.org/drawingml/2006/main">
            <a:pathLst>
              <a:path w="2433775" h="2002167">
                <a:moveTo>
                  <a:pt x="0" y="179754"/>
                </a:moveTo>
                <a:cubicBezTo>
                  <a:pt x="0" y="80479"/>
                  <a:pt x="80479" y="0"/>
                  <a:pt x="179755" y="0"/>
                </a:cubicBezTo>
                <a:lnTo>
                  <a:pt x="2254020" y="0"/>
                </a:lnTo>
                <a:cubicBezTo>
                  <a:pt x="2353296" y="0"/>
                  <a:pt x="2433775" y="80479"/>
                  <a:pt x="2433775" y="179754"/>
                </a:cubicBezTo>
                <a:lnTo>
                  <a:pt x="2433775" y="1822412"/>
                </a:lnTo>
                <a:cubicBezTo>
                  <a:pt x="2433775" y="1921688"/>
                  <a:pt x="2353296" y="2002167"/>
                  <a:pt x="2254020" y="2002167"/>
                </a:cubicBezTo>
                <a:lnTo>
                  <a:pt x="179755" y="2002167"/>
                </a:lnTo>
                <a:cubicBezTo>
                  <a:pt x="80479" y="2002167"/>
                  <a:pt x="0" y="1921688"/>
                  <a:pt x="0" y="1822412"/>
                </a:cubicBezTo>
                <a:lnTo>
                  <a:pt x="0" y="17975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398F8E"/>
            </a:solidFill>
            <a:prstDash val="solid"/>
          </a:ln>
        </p:spPr>
      </p:sp>
      <p:sp>
        <p:nvSpPr>
          <p:cNvPr id="254" name="path-227">
            <a:extLst xmlns:a="http://schemas.openxmlformats.org/drawingml/2006/main">
              <a:ext uri="{FF2B5EF4-FFF2-40B4-BE49-F238E27FC236}">
                <a16:creationId xmlns:a16="http://schemas.microsoft.com/office/drawing/2014/main" id="{85A73458-2441-4A62-9CC3-6355212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6273666"/>
            <a:ext cx="2312728" cy="1441915"/>
          </a:xfrm>
          <a:custGeom xmlns:a="http://schemas.openxmlformats.org/drawingml/2006/main">
            <a:pathLst>
              <a:path w="2312728" h="1441915">
                <a:moveTo>
                  <a:pt x="0" y="167840"/>
                </a:moveTo>
                <a:cubicBezTo>
                  <a:pt x="0" y="75143"/>
                  <a:pt x="75144" y="0"/>
                  <a:pt x="167840" y="0"/>
                </a:cubicBezTo>
                <a:lnTo>
                  <a:pt x="2144888" y="0"/>
                </a:lnTo>
                <a:cubicBezTo>
                  <a:pt x="2237582" y="0"/>
                  <a:pt x="2312728" y="75143"/>
                  <a:pt x="2312728" y="167840"/>
                </a:cubicBezTo>
                <a:lnTo>
                  <a:pt x="2312728" y="1274075"/>
                </a:lnTo>
                <a:cubicBezTo>
                  <a:pt x="2312728" y="1366771"/>
                  <a:pt x="2237582" y="1441915"/>
                  <a:pt x="2144888" y="1441915"/>
                </a:cubicBezTo>
                <a:lnTo>
                  <a:pt x="167840" y="1441915"/>
                </a:lnTo>
                <a:cubicBezTo>
                  <a:pt x="75144" y="1441915"/>
                  <a:pt x="0" y="1366771"/>
                  <a:pt x="0" y="1274075"/>
                </a:cubicBezTo>
                <a:lnTo>
                  <a:pt x="0" y="16784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28">
            <a:extLst xmlns:a="http://schemas.openxmlformats.org/drawingml/2006/main">
              <a:ext uri="{FF2B5EF4-FFF2-40B4-BE49-F238E27FC236}">
                <a16:creationId xmlns:a16="http://schemas.microsoft.com/office/drawing/2014/main" id="{E21DB24C-4910-47E5-8333-5EBDDB1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8" y="6273666"/>
            <a:ext cx="2312727" cy="1441915"/>
          </a:xfrm>
          <a:custGeom xmlns:a="http://schemas.openxmlformats.org/drawingml/2006/main">
            <a:pathLst>
              <a:path w="2312727" h="1441915">
                <a:moveTo>
                  <a:pt x="0" y="167840"/>
                </a:moveTo>
                <a:cubicBezTo>
                  <a:pt x="0" y="75145"/>
                  <a:pt x="75144" y="0"/>
                  <a:pt x="167840" y="0"/>
                </a:cubicBezTo>
                <a:lnTo>
                  <a:pt x="2144887" y="0"/>
                </a:lnTo>
                <a:cubicBezTo>
                  <a:pt x="2237582" y="0"/>
                  <a:pt x="2312727" y="75145"/>
                  <a:pt x="2312727" y="167840"/>
                </a:cubicBezTo>
                <a:lnTo>
                  <a:pt x="2312727" y="1274075"/>
                </a:lnTo>
                <a:cubicBezTo>
                  <a:pt x="2312727" y="1366770"/>
                  <a:pt x="2237582" y="1441915"/>
                  <a:pt x="2144887" y="1441915"/>
                </a:cubicBezTo>
                <a:lnTo>
                  <a:pt x="167840" y="1441915"/>
                </a:lnTo>
                <a:cubicBezTo>
                  <a:pt x="75144" y="1441915"/>
                  <a:pt x="0" y="1366770"/>
                  <a:pt x="0" y="1274075"/>
                </a:cubicBezTo>
                <a:lnTo>
                  <a:pt x="0" y="167840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398F8E">
                <a:alpha val="70000"/>
              </a:srgbClr>
            </a:solidFill>
            <a:prstDash val="solid"/>
          </a:ln>
        </p:spPr>
      </p:sp>
      <p:sp>
        <p:nvSpPr>
          <p:cNvPr id="256" name="text-229 ç">
            <a:extLst xmlns:a="http://schemas.openxmlformats.org/drawingml/2006/main">
              <a:ext uri="{FF2B5EF4-FFF2-40B4-BE49-F238E27FC236}">
                <a16:creationId xmlns:a16="http://schemas.microsoft.com/office/drawing/2014/main" id="{75B2954B-4ECA-4C0F-8D66-0D3A7FB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887" y="6798093"/>
            <a:ext cx="200693" cy="413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ç</a:t>
            </a:r>
          </a:p>
        </p:txBody>
      </p:sp>
      <p:sp>
        <p:nvSpPr>
          <p:cNvPr id="257" name="text-230 √">
            <a:extLst xmlns:a="http://schemas.openxmlformats.org/drawingml/2006/main">
              <a:ext uri="{FF2B5EF4-FFF2-40B4-BE49-F238E27FC236}">
                <a16:creationId xmlns:a16="http://schemas.microsoft.com/office/drawing/2014/main" id="{567417C8-09B7-4D18-AC14-D81E3872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269" y="6741535"/>
            <a:ext cx="256311" cy="49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√</a:t>
            </a:r>
          </a:p>
        </p:txBody>
      </p:sp>
      <p:sp>
        <p:nvSpPr>
          <p:cNvPr id="258" name="text-231 Mock">
            <a:extLst xmlns:a="http://schemas.openxmlformats.org/drawingml/2006/main">
              <a:ext uri="{FF2B5EF4-FFF2-40B4-BE49-F238E27FC236}">
                <a16:creationId xmlns:a16="http://schemas.microsoft.com/office/drawing/2014/main" id="{3D6AC7ED-55F1-4350-BA73-F010E0E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139" y="6282648"/>
            <a:ext cx="465537" cy="26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Mock</a:t>
            </a:r>
          </a:p>
        </p:txBody>
      </p:sp>
      <p:sp>
        <p:nvSpPr>
          <p:cNvPr id="259" name="text-231 applications">
            <a:extLst xmlns:a="http://schemas.openxmlformats.org/drawingml/2006/main">
              <a:ext uri="{FF2B5EF4-FFF2-40B4-BE49-F238E27FC236}">
                <a16:creationId xmlns:a16="http://schemas.microsoft.com/office/drawing/2014/main" id="{8C842390-829B-41FC-ACB2-0A1E6713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521" y="6281880"/>
            <a:ext cx="986740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</a:p>
        </p:txBody>
      </p:sp>
      <p:sp>
        <p:nvSpPr>
          <p:cNvPr id="260" name="text-232 Installed">
            <a:extLst xmlns:a="http://schemas.openxmlformats.org/drawingml/2006/main">
              <a:ext uri="{FF2B5EF4-FFF2-40B4-BE49-F238E27FC236}">
                <a16:creationId xmlns:a16="http://schemas.microsoft.com/office/drawing/2014/main" id="{67855A3D-60FE-46F0-82CF-3535898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278" y="6957354"/>
            <a:ext cx="702127" cy="26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Installed</a:t>
            </a:r>
          </a:p>
        </p:txBody>
      </p:sp>
      <p:sp>
        <p:nvSpPr>
          <p:cNvPr id="261" name="text-232 applications">
            <a:extLst xmlns:a="http://schemas.openxmlformats.org/drawingml/2006/main">
              <a:ext uri="{FF2B5EF4-FFF2-40B4-BE49-F238E27FC236}">
                <a16:creationId xmlns:a16="http://schemas.microsoft.com/office/drawing/2014/main" id="{DBE3EDE7-9E6A-451B-8ECA-833C1228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945" y="6956632"/>
            <a:ext cx="986701" cy="264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applications</a:t>
            </a:r>
          </a:p>
        </p:txBody>
      </p:sp>
      <p:sp>
        <p:nvSpPr>
          <p:cNvPr id="262" name="path-233">
            <a:extLst xmlns:a="http://schemas.openxmlformats.org/drawingml/2006/main">
              <a:ext uri="{FF2B5EF4-FFF2-40B4-BE49-F238E27FC236}">
                <a16:creationId xmlns:a16="http://schemas.microsoft.com/office/drawing/2014/main" id="{02099E28-EB29-43CB-AEF5-A6C08A5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5761900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8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8"/>
                  <a:pt x="0" y="170109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3" name="path-234">
            <a:extLst xmlns:a="http://schemas.openxmlformats.org/drawingml/2006/main">
              <a:ext uri="{FF2B5EF4-FFF2-40B4-BE49-F238E27FC236}">
                <a16:creationId xmlns:a16="http://schemas.microsoft.com/office/drawing/2014/main" id="{4135484D-8D67-49A6-B72E-9C383E0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28" y="5761900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9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9"/>
                  <a:pt x="0" y="1701094"/>
                </a:cubicBezTo>
                <a:lnTo>
                  <a:pt x="0" y="15130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4" name="path-235">
            <a:extLst xmlns:a="http://schemas.openxmlformats.org/drawingml/2006/main">
              <a:ext uri="{FF2B5EF4-FFF2-40B4-BE49-F238E27FC236}">
                <a16:creationId xmlns:a16="http://schemas.microsoft.com/office/drawing/2014/main" id="{B913C5C6-6A9D-4069-BB52-4F17062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420" y="5830717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5"/>
                </a:moveTo>
                <a:cubicBezTo>
                  <a:pt x="0" y="67742"/>
                  <a:pt x="67741" y="0"/>
                  <a:pt x="151305" y="0"/>
                </a:cubicBezTo>
                <a:lnTo>
                  <a:pt x="1533992" y="0"/>
                </a:lnTo>
                <a:cubicBezTo>
                  <a:pt x="1617555" y="0"/>
                  <a:pt x="1685297" y="67742"/>
                  <a:pt x="1685297" y="151305"/>
                </a:cubicBezTo>
                <a:lnTo>
                  <a:pt x="1685297" y="1701094"/>
                </a:lnTo>
                <a:cubicBezTo>
                  <a:pt x="1685297" y="1784658"/>
                  <a:pt x="1617555" y="1852399"/>
                  <a:pt x="1533992" y="1852399"/>
                </a:cubicBezTo>
                <a:lnTo>
                  <a:pt x="151305" y="1852399"/>
                </a:lnTo>
                <a:cubicBezTo>
                  <a:pt x="67741" y="1852399"/>
                  <a:pt x="0" y="1784658"/>
                  <a:pt x="0" y="1701094"/>
                </a:cubicBezTo>
                <a:lnTo>
                  <a:pt x="0" y="151305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5" name="path-236">
            <a:extLst xmlns:a="http://schemas.openxmlformats.org/drawingml/2006/main">
              <a:ext uri="{FF2B5EF4-FFF2-40B4-BE49-F238E27FC236}">
                <a16:creationId xmlns:a16="http://schemas.microsoft.com/office/drawing/2014/main" id="{29C96C78-20E8-486B-B790-F28F538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420" y="5830717"/>
            <a:ext cx="1685297" cy="1852399"/>
          </a:xfrm>
          <a:custGeom xmlns:a="http://schemas.openxmlformats.org/drawingml/2006/main">
            <a:pathLst>
              <a:path w="1685297" h="1852399">
                <a:moveTo>
                  <a:pt x="0" y="151306"/>
                </a:moveTo>
                <a:cubicBezTo>
                  <a:pt x="0" y="67742"/>
                  <a:pt x="67742" y="0"/>
                  <a:pt x="151305" y="0"/>
                </a:cubicBezTo>
                <a:lnTo>
                  <a:pt x="1533992" y="0"/>
                </a:lnTo>
                <a:cubicBezTo>
                  <a:pt x="1617556" y="0"/>
                  <a:pt x="1685297" y="67742"/>
                  <a:pt x="1685297" y="151306"/>
                </a:cubicBezTo>
                <a:lnTo>
                  <a:pt x="1685297" y="1701094"/>
                </a:lnTo>
                <a:cubicBezTo>
                  <a:pt x="1685297" y="1784659"/>
                  <a:pt x="1617556" y="1852399"/>
                  <a:pt x="1533992" y="1852399"/>
                </a:cubicBezTo>
                <a:lnTo>
                  <a:pt x="151305" y="1852399"/>
                </a:lnTo>
                <a:cubicBezTo>
                  <a:pt x="67742" y="1852399"/>
                  <a:pt x="0" y="1784659"/>
                  <a:pt x="0" y="1701094"/>
                </a:cubicBezTo>
                <a:lnTo>
                  <a:pt x="0" y="1513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6" name="path-237">
            <a:extLst xmlns:a="http://schemas.openxmlformats.org/drawingml/2006/main">
              <a:ext uri="{FF2B5EF4-FFF2-40B4-BE49-F238E27FC236}">
                <a16:creationId xmlns:a16="http://schemas.microsoft.com/office/drawing/2014/main" id="{11DA3B19-BCEB-4E14-9765-280F6E0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571" y="5899522"/>
            <a:ext cx="1641929" cy="1852398"/>
          </a:xfrm>
          <a:custGeom xmlns:a="http://schemas.openxmlformats.org/drawingml/2006/main">
            <a:pathLst>
              <a:path w="1641929" h="1852398">
                <a:moveTo>
                  <a:pt x="0" y="147412"/>
                </a:moveTo>
                <a:cubicBezTo>
                  <a:pt x="0" y="65998"/>
                  <a:pt x="65998" y="0"/>
                  <a:pt x="147413" y="0"/>
                </a:cubicBezTo>
                <a:lnTo>
                  <a:pt x="1494518" y="0"/>
                </a:lnTo>
                <a:cubicBezTo>
                  <a:pt x="1575931" y="0"/>
                  <a:pt x="1641929" y="65998"/>
                  <a:pt x="1641929" y="147412"/>
                </a:cubicBezTo>
                <a:lnTo>
                  <a:pt x="1641929" y="1704986"/>
                </a:lnTo>
                <a:cubicBezTo>
                  <a:pt x="1641929" y="1786399"/>
                  <a:pt x="1575931" y="1852398"/>
                  <a:pt x="1494518" y="1852398"/>
                </a:cubicBezTo>
                <a:lnTo>
                  <a:pt x="147413" y="1852398"/>
                </a:lnTo>
                <a:cubicBezTo>
                  <a:pt x="65998" y="1852398"/>
                  <a:pt x="0" y="1786399"/>
                  <a:pt x="0" y="1704986"/>
                </a:cubicBezTo>
                <a:lnTo>
                  <a:pt x="0" y="147412"/>
                </a:lnTo>
              </a:path>
            </a:pathLst>
          </a:custGeom>
          <a:solidFill xmlns:a="http://schemas.openxmlformats.org/drawingml/2006/main">
            <a:srgbClr val="70C4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7" name="path-238">
            <a:extLst xmlns:a="http://schemas.openxmlformats.org/drawingml/2006/main">
              <a:ext uri="{FF2B5EF4-FFF2-40B4-BE49-F238E27FC236}">
                <a16:creationId xmlns:a16="http://schemas.microsoft.com/office/drawing/2014/main" id="{CD2D00B6-1E44-4912-8C28-FE8E458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571" y="5899522"/>
            <a:ext cx="1641929" cy="1852399"/>
          </a:xfrm>
          <a:custGeom xmlns:a="http://schemas.openxmlformats.org/drawingml/2006/main">
            <a:pathLst>
              <a:path w="1641929" h="1852399">
                <a:moveTo>
                  <a:pt x="0" y="147412"/>
                </a:moveTo>
                <a:cubicBezTo>
                  <a:pt x="0" y="65999"/>
                  <a:pt x="65999" y="0"/>
                  <a:pt x="147412" y="0"/>
                </a:cubicBezTo>
                <a:lnTo>
                  <a:pt x="1494517" y="0"/>
                </a:lnTo>
                <a:cubicBezTo>
                  <a:pt x="1575931" y="0"/>
                  <a:pt x="1641929" y="65999"/>
                  <a:pt x="1641929" y="147412"/>
                </a:cubicBezTo>
                <a:lnTo>
                  <a:pt x="1641929" y="1704986"/>
                </a:lnTo>
                <a:cubicBezTo>
                  <a:pt x="1641929" y="1786399"/>
                  <a:pt x="1575931" y="1852399"/>
                  <a:pt x="1494517" y="1852399"/>
                </a:cubicBezTo>
                <a:lnTo>
                  <a:pt x="147412" y="1852399"/>
                </a:lnTo>
                <a:cubicBezTo>
                  <a:pt x="65999" y="1852399"/>
                  <a:pt x="0" y="1786399"/>
                  <a:pt x="0" y="1704986"/>
                </a:cubicBezTo>
                <a:lnTo>
                  <a:pt x="0" y="147412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225F61"/>
            </a:solidFill>
            <a:prstDash val="solid"/>
          </a:ln>
        </p:spPr>
      </p:sp>
      <p:sp>
        <p:nvSpPr>
          <p:cNvPr id="268" name="path-239">
            <a:extLst xmlns:a="http://schemas.openxmlformats.org/drawingml/2006/main">
              <a:ext uri="{FF2B5EF4-FFF2-40B4-BE49-F238E27FC236}">
                <a16:creationId xmlns:a16="http://schemas.microsoft.com/office/drawing/2014/main" id="{27E3A68D-DFFA-4DD7-8891-7257286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849" y="6413112"/>
            <a:ext cx="1542637" cy="1291601"/>
          </a:xfrm>
          <a:custGeom xmlns:a="http://schemas.openxmlformats.org/drawingml/2006/main">
            <a:pathLst>
              <a:path w="1542637" h="1291601">
                <a:moveTo>
                  <a:pt x="0" y="115959"/>
                </a:moveTo>
                <a:cubicBezTo>
                  <a:pt x="0" y="51917"/>
                  <a:pt x="51916" y="0"/>
                  <a:pt x="115959" y="0"/>
                </a:cubicBezTo>
                <a:lnTo>
                  <a:pt x="1426678" y="0"/>
                </a:lnTo>
                <a:cubicBezTo>
                  <a:pt x="1490721" y="0"/>
                  <a:pt x="1542637" y="51917"/>
                  <a:pt x="1542637" y="115959"/>
                </a:cubicBezTo>
                <a:lnTo>
                  <a:pt x="1542637" y="1175642"/>
                </a:lnTo>
                <a:cubicBezTo>
                  <a:pt x="1542637" y="1239685"/>
                  <a:pt x="1490721" y="1291601"/>
                  <a:pt x="1426678" y="1291601"/>
                </a:cubicBezTo>
                <a:lnTo>
                  <a:pt x="115959" y="1291601"/>
                </a:lnTo>
                <a:cubicBezTo>
                  <a:pt x="51916" y="1291601"/>
                  <a:pt x="0" y="1239685"/>
                  <a:pt x="0" y="1175642"/>
                </a:cubicBezTo>
                <a:lnTo>
                  <a:pt x="0" y="115959"/>
                </a:lnTo>
              </a:path>
            </a:pathLst>
          </a:custGeom>
          <a:solidFill xmlns:a="http://schemas.openxmlformats.org/drawingml/2006/main">
            <a:srgbClr val="DDF4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9" name="text-240 Executable">
            <a:extLst xmlns:a="http://schemas.openxmlformats.org/drawingml/2006/main">
              <a:ext uri="{FF2B5EF4-FFF2-40B4-BE49-F238E27FC236}">
                <a16:creationId xmlns:a16="http://schemas.microsoft.com/office/drawing/2014/main" id="{BD5889CD-D38C-46F1-9A71-B1800FBF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5666" y="5884940"/>
            <a:ext cx="949724" cy="285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Executable</a:t>
            </a:r>
          </a:p>
        </p:txBody>
      </p:sp>
      <p:sp>
        <p:nvSpPr>
          <p:cNvPr id="270" name="text-241 App">
            <a:extLst xmlns:a="http://schemas.openxmlformats.org/drawingml/2006/main">
              <a:ext uri="{FF2B5EF4-FFF2-40B4-BE49-F238E27FC236}">
                <a16:creationId xmlns:a16="http://schemas.microsoft.com/office/drawing/2014/main" id="{38DABC65-F774-411B-8143-CE28952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7824" y="6136526"/>
            <a:ext cx="374132" cy="284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71" name="text-241 WorkEnvs">
            <a:extLst xmlns:a="http://schemas.openxmlformats.org/drawingml/2006/main">
              <a:ext uri="{FF2B5EF4-FFF2-40B4-BE49-F238E27FC236}">
                <a16:creationId xmlns:a16="http://schemas.microsoft.com/office/drawing/2014/main" id="{9733C887-93AD-46CB-8C84-DA98509A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437" y="6136237"/>
            <a:ext cx="867633" cy="28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WorkEnvs</a:t>
            </a:r>
          </a:p>
        </p:txBody>
      </p:sp>
      <p:sp>
        <p:nvSpPr>
          <p:cNvPr id="272" name="text-242 UI">
            <a:extLst xmlns:a="http://schemas.openxmlformats.org/drawingml/2006/main">
              <a:ext uri="{FF2B5EF4-FFF2-40B4-BE49-F238E27FC236}">
                <a16:creationId xmlns:a16="http://schemas.microsoft.com/office/drawing/2014/main" id="{600423C5-466D-463D-954F-7739EB4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571" y="6833820"/>
            <a:ext cx="206847" cy="263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273" name="text-243 -">
            <a:extLst xmlns:a="http://schemas.openxmlformats.org/drawingml/2006/main">
              <a:ext uri="{FF2B5EF4-FFF2-40B4-BE49-F238E27FC236}">
                <a16:creationId xmlns:a16="http://schemas.microsoft.com/office/drawing/2014/main" id="{56666024-15E1-4E62-8747-336AE651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0333" y="6834415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74" name="text-244 Observe">
            <a:extLst xmlns:a="http://schemas.openxmlformats.org/drawingml/2006/main">
              <a:ext uri="{FF2B5EF4-FFF2-40B4-BE49-F238E27FC236}">
                <a16:creationId xmlns:a16="http://schemas.microsoft.com/office/drawing/2014/main" id="{9EAF0017-1966-46A0-835C-0EACAE8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6952" y="6834349"/>
            <a:ext cx="671109" cy="262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Observe</a:t>
            </a:r>
          </a:p>
        </p:txBody>
      </p:sp>
      <p:sp>
        <p:nvSpPr>
          <p:cNvPr id="275" name="text-245 Runtime">
            <a:extLst xmlns:a="http://schemas.openxmlformats.org/drawingml/2006/main">
              <a:ext uri="{FF2B5EF4-FFF2-40B4-BE49-F238E27FC236}">
                <a16:creationId xmlns:a16="http://schemas.microsoft.com/office/drawing/2014/main" id="{E9F416F9-C253-4413-AEC7-1C5C163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031" y="6822420"/>
            <a:ext cx="690687" cy="263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276" name="text-246 Reset">
            <a:extLst xmlns:a="http://schemas.openxmlformats.org/drawingml/2006/main">
              <a:ext uri="{FF2B5EF4-FFF2-40B4-BE49-F238E27FC236}">
                <a16:creationId xmlns:a16="http://schemas.microsoft.com/office/drawing/2014/main" id="{3285F67B-77C5-4758-B8FC-5010197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4689" y="7441880"/>
            <a:ext cx="457931" cy="262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Reset</a:t>
            </a:r>
          </a:p>
        </p:txBody>
      </p:sp>
      <p:sp>
        <p:nvSpPr>
          <p:cNvPr id="277" name="text-247 Interface">
            <a:extLst xmlns:a="http://schemas.openxmlformats.org/drawingml/2006/main">
              <a:ext uri="{FF2B5EF4-FFF2-40B4-BE49-F238E27FC236}">
                <a16:creationId xmlns:a16="http://schemas.microsoft.com/office/drawing/2014/main" id="{593E7242-714F-430B-9A63-D3621ED5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3599" y="7441338"/>
            <a:ext cx="728551" cy="26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278" name="path-248">
            <a:extLst xmlns:a="http://schemas.openxmlformats.org/drawingml/2006/main">
              <a:ext uri="{FF2B5EF4-FFF2-40B4-BE49-F238E27FC236}">
                <a16:creationId xmlns:a16="http://schemas.microsoft.com/office/drawing/2014/main" id="{9552E558-7F25-43FA-9B2D-6EE45D3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857" y="6746048"/>
            <a:ext cx="595916" cy="62478"/>
          </a:xfrm>
          <a:custGeom xmlns:a="http://schemas.openxmlformats.org/drawingml/2006/main">
            <a:pathLst>
              <a:path w="595916" h="62478">
                <a:moveTo>
                  <a:pt x="0" y="0"/>
                </a:moveTo>
                <a:lnTo>
                  <a:pt x="517821" y="2"/>
                </a:lnTo>
                <a:lnTo>
                  <a:pt x="517821" y="31240"/>
                </a:lnTo>
                <a:lnTo>
                  <a:pt x="0" y="31238"/>
                </a:lnTo>
                <a:lnTo>
                  <a:pt x="0" y="0"/>
                </a:lnTo>
                <a:moveTo>
                  <a:pt x="502202" y="-31236"/>
                </a:moveTo>
                <a:lnTo>
                  <a:pt x="595916" y="15621"/>
                </a:lnTo>
                <a:lnTo>
                  <a:pt x="502202" y="62478"/>
                </a:lnTo>
                <a:lnTo>
                  <a:pt x="502202" y="-31236"/>
                </a:lnTo>
              </a:path>
            </a:pathLst>
          </a:custGeom>
          <a:solidFill xmlns:a="http://schemas.openxmlformats.org/drawingml/2006/main">
            <a:srgbClr val="205E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text-249 Instru">
            <a:extLst xmlns:a="http://schemas.openxmlformats.org/drawingml/2006/main">
              <a:ext uri="{FF2B5EF4-FFF2-40B4-BE49-F238E27FC236}">
                <a16:creationId xmlns:a16="http://schemas.microsoft.com/office/drawing/2014/main" id="{EC89F619-E25E-4EB9-BA10-422BE561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6277" y="6837625"/>
            <a:ext cx="485627" cy="26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</a:t>
            </a:r>
          </a:p>
        </p:txBody>
      </p:sp>
      <p:sp>
        <p:nvSpPr>
          <p:cNvPr id="280" name="text-250 -">
            <a:extLst xmlns:a="http://schemas.openxmlformats.org/drawingml/2006/main">
              <a:ext uri="{FF2B5EF4-FFF2-40B4-BE49-F238E27FC236}">
                <a16:creationId xmlns:a16="http://schemas.microsoft.com/office/drawing/2014/main" id="{6F14BBED-6164-4080-82F5-50AE3A38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996" y="6838164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281" name="text-251 ment">
            <a:extLst xmlns:a="http://schemas.openxmlformats.org/drawingml/2006/main">
              <a:ext uri="{FF2B5EF4-FFF2-40B4-BE49-F238E27FC236}">
                <a16:creationId xmlns:a16="http://schemas.microsoft.com/office/drawing/2014/main" id="{3D0D4F5C-A669-4CD5-BE2D-9D4AB15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757" y="7070522"/>
            <a:ext cx="438802" cy="262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ment</a:t>
            </a:r>
          </a:p>
        </p:txBody>
      </p:sp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7A38637-3F76-4C9E-81AE-808CA6FF9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9d78e923a4885"/>
          <a:stretch xmlns:a="http://schemas.openxmlformats.org/drawingml/2006/main"/>
        </p:blipFill>
        <p:spPr>
          <a:xfrm xmlns:a="http://schemas.openxmlformats.org/drawingml/2006/main">
            <a:off x="3566693" y="1560300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23050C9-83E5-4349-8053-85E063584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aebf416548f7"/>
          <a:stretch xmlns:a="http://schemas.openxmlformats.org/drawingml/2006/main"/>
        </p:blipFill>
        <p:spPr>
          <a:xfrm xmlns:a="http://schemas.openxmlformats.org/drawingml/2006/main">
            <a:off x="3585482" y="162405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4" name="text-254 Semantics">
            <a:extLst xmlns:a="http://schemas.openxmlformats.org/drawingml/2006/main">
              <a:ext uri="{FF2B5EF4-FFF2-40B4-BE49-F238E27FC236}">
                <a16:creationId xmlns:a16="http://schemas.microsoft.com/office/drawing/2014/main" id="{5C46DB9A-7186-4654-A3F5-2058C511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612" y="1971692"/>
            <a:ext cx="824380" cy="26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Semantics</a:t>
            </a:r>
          </a:p>
        </p:txBody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D9A20548-6021-444F-9E16-291DD1D81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160fb10b34ebd"/>
          <a:stretch xmlns:a="http://schemas.openxmlformats.org/drawingml/2006/main"/>
        </p:blipFill>
        <p:spPr>
          <a:xfrm xmlns:a="http://schemas.openxmlformats.org/drawingml/2006/main">
            <a:off x="4357643" y="1556552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198E7F3-06C6-4CE1-BEBE-C969751E6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c119a5e734956"/>
          <a:stretch xmlns:a="http://schemas.openxmlformats.org/drawingml/2006/main"/>
        </p:blipFill>
        <p:spPr>
          <a:xfrm xmlns:a="http://schemas.openxmlformats.org/drawingml/2006/main">
            <a:off x="4376057" y="161452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7" name="text-257 Relations">
            <a:extLst xmlns:a="http://schemas.openxmlformats.org/drawingml/2006/main">
              <a:ext uri="{FF2B5EF4-FFF2-40B4-BE49-F238E27FC236}">
                <a16:creationId xmlns:a16="http://schemas.microsoft.com/office/drawing/2014/main" id="{3EFFC38D-C751-45CD-9403-09E598F7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888" y="1971560"/>
            <a:ext cx="758953" cy="263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5A2AC0C5-2F68-44C4-8DE1-A0C4A5EE83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93335f2e04862"/>
          <a:stretch xmlns:a="http://schemas.openxmlformats.org/drawingml/2006/main"/>
        </p:blipFill>
        <p:spPr>
          <a:xfrm xmlns:a="http://schemas.openxmlformats.org/drawingml/2006/main">
            <a:off x="4357643" y="2141330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A3B2190-B5A5-4D9C-B0CF-5D744AB4C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ae455b79a46d0"/>
          <a:stretch xmlns:a="http://schemas.openxmlformats.org/drawingml/2006/main"/>
        </p:blipFill>
        <p:spPr>
          <a:xfrm xmlns:a="http://schemas.openxmlformats.org/drawingml/2006/main">
            <a:off x="4376057" y="22050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90" name="text-260 Editable">
            <a:extLst xmlns:a="http://schemas.openxmlformats.org/drawingml/2006/main">
              <a:ext uri="{FF2B5EF4-FFF2-40B4-BE49-F238E27FC236}">
                <a16:creationId xmlns:a16="http://schemas.microsoft.com/office/drawing/2014/main" id="{D4848077-D8A3-4DE1-9D6C-449DBB3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1627" y="2537646"/>
            <a:ext cx="669103" cy="26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Editable</a:t>
            </a:r>
          </a:p>
        </p:txBody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E5D9FB63-CB02-4EE8-822C-E997107AE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44b06a24b49ae"/>
          <a:stretch xmlns:a="http://schemas.openxmlformats.org/drawingml/2006/main"/>
        </p:blipFill>
        <p:spPr>
          <a:xfrm xmlns:a="http://schemas.openxmlformats.org/drawingml/2006/main">
            <a:off x="3566693" y="2148827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3D5A9A84-3056-4FE1-A8DC-A15D4CF8A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cb457e00c4652"/>
          <a:stretch xmlns:a="http://schemas.openxmlformats.org/drawingml/2006/main"/>
        </p:blipFill>
        <p:spPr>
          <a:xfrm xmlns:a="http://schemas.openxmlformats.org/drawingml/2006/main">
            <a:off x="3585482" y="2205078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293" name="text-263 Type">
            <a:extLst xmlns:a="http://schemas.openxmlformats.org/drawingml/2006/main">
              <a:ext uri="{FF2B5EF4-FFF2-40B4-BE49-F238E27FC236}">
                <a16:creationId xmlns:a16="http://schemas.microsoft.com/office/drawing/2014/main" id="{7156A505-3F36-4406-89B0-86F77808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6634" y="2538003"/>
            <a:ext cx="401990" cy="263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Type</a:t>
            </a:r>
          </a:p>
        </p:txBody>
      </p:sp>
      <p:sp>
        <p:nvSpPr>
          <p:cNvPr id="294" name="text-264 App">
            <a:extLst xmlns:a="http://schemas.openxmlformats.org/drawingml/2006/main">
              <a:ext uri="{FF2B5EF4-FFF2-40B4-BE49-F238E27FC236}">
                <a16:creationId xmlns:a16="http://schemas.microsoft.com/office/drawing/2014/main" id="{9AD32EC3-29C8-48E6-BE73-19D1DCF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29" y="5847334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95" name="text-264 Pool">
            <a:extLst xmlns:a="http://schemas.openxmlformats.org/drawingml/2006/main">
              <a:ext uri="{FF2B5EF4-FFF2-40B4-BE49-F238E27FC236}">
                <a16:creationId xmlns:a16="http://schemas.microsoft.com/office/drawing/2014/main" id="{DD19AF4A-7B98-4B59-B107-9DBED1D8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285" y="5847072"/>
            <a:ext cx="437158" cy="306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EBB2ECA-BD50-4177-AA9C-58CB47D8B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1af6731ac45f7"/>
          <a:stretch xmlns:a="http://schemas.openxmlformats.org/drawingml/2006/main"/>
        </p:blipFill>
        <p:spPr>
          <a:xfrm xmlns:a="http://schemas.openxmlformats.org/drawingml/2006/main">
            <a:off x="807739" y="5751211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FA932C9-C83E-44A8-B2B7-B4DB7DAC9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a189602c34641"/>
          <a:stretch xmlns:a="http://schemas.openxmlformats.org/drawingml/2006/main"/>
        </p:blipFill>
        <p:spPr>
          <a:xfrm xmlns:a="http://schemas.openxmlformats.org/drawingml/2006/main">
            <a:off x="823232" y="58150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1B36997-21C4-4A1D-AFC4-21039DC99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7266925ad4777"/>
          <a:stretch xmlns:a="http://schemas.openxmlformats.org/drawingml/2006/main"/>
        </p:blipFill>
        <p:spPr>
          <a:xfrm xmlns:a="http://schemas.openxmlformats.org/drawingml/2006/main">
            <a:off x="3383012" y="5859920"/>
            <a:ext cx="524801" cy="524801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D337E74-0AAC-4124-A5CD-2BDA4F24C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d32427c714cf2"/>
          <a:stretch xmlns:a="http://schemas.openxmlformats.org/drawingml/2006/main"/>
        </p:blipFill>
        <p:spPr>
          <a:xfrm xmlns:a="http://schemas.openxmlformats.org/drawingml/2006/main">
            <a:off x="3394982" y="5919828"/>
            <a:ext cx="409575" cy="409575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4B136B7-6D18-4D17-89D6-8B0EAB841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97a0e32774a0e"/>
          <a:stretch xmlns:a="http://schemas.openxmlformats.org/drawingml/2006/main"/>
        </p:blipFill>
        <p:spPr>
          <a:xfrm xmlns:a="http://schemas.openxmlformats.org/drawingml/2006/main">
            <a:off x="3544202" y="704822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7ECB597-D066-4271-B65A-00884BF98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6a6db897d4e2e"/>
          <a:stretch xmlns:a="http://schemas.openxmlformats.org/drawingml/2006/main"/>
        </p:blipFill>
        <p:spPr>
          <a:xfrm xmlns:a="http://schemas.openxmlformats.org/drawingml/2006/main">
            <a:off x="3556907" y="711045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2" name="text-271 Capability">
            <a:extLst xmlns:a="http://schemas.openxmlformats.org/drawingml/2006/main">
              <a:ext uri="{FF2B5EF4-FFF2-40B4-BE49-F238E27FC236}">
                <a16:creationId xmlns:a16="http://schemas.microsoft.com/office/drawing/2014/main" id="{98F76288-D42D-424F-9F3B-2A801796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86" y="3447795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303" name="text-272 Pool">
            <a:extLst xmlns:a="http://schemas.openxmlformats.org/drawingml/2006/main">
              <a:ext uri="{FF2B5EF4-FFF2-40B4-BE49-F238E27FC236}">
                <a16:creationId xmlns:a16="http://schemas.microsoft.com/office/drawing/2014/main" id="{5A607E19-C67B-408E-BAAD-77D15D68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1616" y="3448043"/>
            <a:ext cx="437038" cy="30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Pool</a:t>
            </a:r>
          </a:p>
        </p:txBody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0C4BC73-7A56-4BFF-A6F7-F49CC70E3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a62b30a26417e"/>
          <a:stretch xmlns:a="http://schemas.openxmlformats.org/drawingml/2006/main"/>
        </p:blipFill>
        <p:spPr>
          <a:xfrm xmlns:a="http://schemas.openxmlformats.org/drawingml/2006/main">
            <a:off x="560332" y="3355869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41862DF-7A9E-46E4-855F-01EA65859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538b1b6094306"/>
          <a:stretch xmlns:a="http://schemas.openxmlformats.org/drawingml/2006/main"/>
        </p:blipFill>
        <p:spPr>
          <a:xfrm xmlns:a="http://schemas.openxmlformats.org/drawingml/2006/main">
            <a:off x="575582" y="34147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108DBF4-F390-46C2-8C17-24C11317C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0304ca3ea48d4"/>
          <a:stretch xmlns:a="http://schemas.openxmlformats.org/drawingml/2006/main"/>
        </p:blipFill>
        <p:spPr>
          <a:xfrm xmlns:a="http://schemas.openxmlformats.org/drawingml/2006/main">
            <a:off x="4376371" y="6403464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2183E19-5DB1-4480-9C5F-25B8B87A6A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4f8d13de04b42"/>
          <a:stretch xmlns:a="http://schemas.openxmlformats.org/drawingml/2006/main"/>
        </p:blipFill>
        <p:spPr>
          <a:xfrm xmlns:a="http://schemas.openxmlformats.org/drawingml/2006/main">
            <a:off x="4385582" y="64627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9FBEEAF-D4DF-4EFA-A649-414B41073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ad0ab7c404789"/>
          <a:stretch xmlns:a="http://schemas.openxmlformats.org/drawingml/2006/main"/>
        </p:blipFill>
        <p:spPr>
          <a:xfrm xmlns:a="http://schemas.openxmlformats.org/drawingml/2006/main">
            <a:off x="3544202" y="6388471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E3E34FC-13A8-49F2-9099-EF81FD64F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1bf877ab1483a"/>
          <a:stretch xmlns:a="http://schemas.openxmlformats.org/drawingml/2006/main"/>
        </p:blipFill>
        <p:spPr>
          <a:xfrm xmlns:a="http://schemas.openxmlformats.org/drawingml/2006/main">
            <a:off x="3556907" y="6443703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1DCC43A-565E-4ECC-B587-ECB52E460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f3edfda4a4af9"/>
          <a:stretch xmlns:a="http://schemas.openxmlformats.org/drawingml/2006/main"/>
        </p:blipFill>
        <p:spPr>
          <a:xfrm xmlns:a="http://schemas.openxmlformats.org/drawingml/2006/main">
            <a:off x="4376386" y="7051968"/>
            <a:ext cx="479818" cy="483566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A992A77-2BDF-4C72-BE14-D1D172378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ab2b0d561466d"/>
          <a:stretch xmlns:a="http://schemas.openxmlformats.org/drawingml/2006/main"/>
        </p:blipFill>
        <p:spPr>
          <a:xfrm xmlns:a="http://schemas.openxmlformats.org/drawingml/2006/main">
            <a:off x="4385582" y="71104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B36E042-30F5-4466-A3EB-8A3A7C58A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6e70ba3784452"/>
          <a:stretch xmlns:a="http://schemas.openxmlformats.org/drawingml/2006/main"/>
        </p:blipFill>
        <p:spPr>
          <a:xfrm xmlns:a="http://schemas.openxmlformats.org/drawingml/2006/main">
            <a:off x="459121" y="251243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C6B53A1-2087-41D3-A011-43785A2BE0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193bc23a64cd5"/>
          <a:stretch xmlns:a="http://schemas.openxmlformats.org/drawingml/2006/main"/>
        </p:blipFill>
        <p:spPr>
          <a:xfrm xmlns:a="http://schemas.openxmlformats.org/drawingml/2006/main">
            <a:off x="470807" y="25765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2336684-9098-457C-9DA0-9AF2AFB5A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f8b77f80f4c3a"/>
          <a:stretch xmlns:a="http://schemas.openxmlformats.org/drawingml/2006/main"/>
        </p:blipFill>
        <p:spPr>
          <a:xfrm xmlns:a="http://schemas.openxmlformats.org/drawingml/2006/main">
            <a:off x="1497477" y="251243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CA2E2613-07F8-4D71-9FAF-300244CBE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899ab55e444ce"/>
          <a:stretch xmlns:a="http://schemas.openxmlformats.org/drawingml/2006/main"/>
        </p:blipFill>
        <p:spPr>
          <a:xfrm xmlns:a="http://schemas.openxmlformats.org/drawingml/2006/main">
            <a:off x="1509032" y="2576553"/>
            <a:ext cx="323850" cy="314325"/>
          </a:xfrm>
          <a:prstGeom xmlns:a="http://schemas.openxmlformats.org/drawingml/2006/main" prst="rect">
            <a:avLst/>
          </a:prstGeom>
        </p:spPr>
      </p:pic>
      <p:sp>
        <p:nvSpPr>
          <p:cNvPr id="316" name="text-285 Notes">
            <a:extLst xmlns:a="http://schemas.openxmlformats.org/drawingml/2006/main">
              <a:ext uri="{FF2B5EF4-FFF2-40B4-BE49-F238E27FC236}">
                <a16:creationId xmlns:a16="http://schemas.microsoft.com/office/drawing/2014/main" id="{8B8E28A1-F009-42F7-A410-B30F72E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00" y="2609941"/>
            <a:ext cx="473694" cy="262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Notes</a:t>
            </a:r>
          </a:p>
        </p:txBody>
      </p:sp>
      <p:sp>
        <p:nvSpPr>
          <p:cNvPr id="317" name="text-286 Sources">
            <a:extLst xmlns:a="http://schemas.openxmlformats.org/drawingml/2006/main">
              <a:ext uri="{FF2B5EF4-FFF2-40B4-BE49-F238E27FC236}">
                <a16:creationId xmlns:a16="http://schemas.microsoft.com/office/drawing/2014/main" id="{0A25C947-87E1-4D07-9587-2CB7604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7480" y="2602912"/>
            <a:ext cx="612719" cy="261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7E1009C7-E003-4E18-BACF-2065A512D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623d619ff4da7"/>
          <a:stretch xmlns:a="http://schemas.openxmlformats.org/drawingml/2006/main"/>
        </p:blipFill>
        <p:spPr>
          <a:xfrm xmlns:a="http://schemas.openxmlformats.org/drawingml/2006/main">
            <a:off x="406641" y="198388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83E8A0E-1CA1-4AE3-BF81-8F639638C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26c818dd242d6"/>
          <a:stretch xmlns:a="http://schemas.openxmlformats.org/drawingml/2006/main"/>
        </p:blipFill>
        <p:spPr>
          <a:xfrm xmlns:a="http://schemas.openxmlformats.org/drawingml/2006/main">
            <a:off x="413657" y="20431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56D2E29-034B-40F9-AFB1-C9C71DAE53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13fe991c34d1e"/>
          <a:stretch xmlns:a="http://schemas.openxmlformats.org/drawingml/2006/main"/>
        </p:blipFill>
        <p:spPr>
          <a:xfrm xmlns:a="http://schemas.openxmlformats.org/drawingml/2006/main">
            <a:off x="1868586" y="198388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DD405A3-0FD2-4A71-BA03-0A1C0673B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b993297e24027"/>
          <a:stretch xmlns:a="http://schemas.openxmlformats.org/drawingml/2006/main"/>
        </p:blipFill>
        <p:spPr>
          <a:xfrm xmlns:a="http://schemas.openxmlformats.org/drawingml/2006/main">
            <a:off x="1880507" y="20431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9CDF2B4-BA68-4E4F-990F-9834AF3F5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84e8e89bb4e06"/>
          <a:stretch xmlns:a="http://schemas.openxmlformats.org/drawingml/2006/main"/>
        </p:blipFill>
        <p:spPr>
          <a:xfrm xmlns:a="http://schemas.openxmlformats.org/drawingml/2006/main">
            <a:off x="770253" y="198388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6B029863-933A-468F-931A-47ED2FBFD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3d10c051640a4"/>
          <a:stretch xmlns:a="http://schemas.openxmlformats.org/drawingml/2006/main"/>
        </p:blipFill>
        <p:spPr>
          <a:xfrm xmlns:a="http://schemas.openxmlformats.org/drawingml/2006/main">
            <a:off x="785132" y="2043153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C9BBCD3-2C4E-4BB8-A522-775C22976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650fe0f464eef"/>
          <a:stretch xmlns:a="http://schemas.openxmlformats.org/drawingml/2006/main"/>
        </p:blipFill>
        <p:spPr>
          <a:xfrm xmlns:a="http://schemas.openxmlformats.org/drawingml/2006/main">
            <a:off x="1122619" y="2013878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1231CD3-3548-40F7-916C-C7F7C1F116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b3d7ac9db4cb9"/>
          <a:stretch xmlns:a="http://schemas.openxmlformats.org/drawingml/2006/main"/>
        </p:blipFill>
        <p:spPr>
          <a:xfrm xmlns:a="http://schemas.openxmlformats.org/drawingml/2006/main">
            <a:off x="1147082" y="2043153"/>
            <a:ext cx="323850" cy="314325"/>
          </a:xfrm>
          <a:prstGeom xmlns:a="http://schemas.openxmlformats.org/drawingml/2006/main" prst="rect">
            <a:avLst/>
          </a:prstGeom>
        </p:spPr>
      </p:pic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818807B-8C0C-4EDA-9C25-F3BE09D55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173fa486843df"/>
          <a:stretch xmlns:a="http://schemas.openxmlformats.org/drawingml/2006/main"/>
        </p:blipFill>
        <p:spPr>
          <a:xfrm xmlns:a="http://schemas.openxmlformats.org/drawingml/2006/main">
            <a:off x="1489980" y="2013878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88A4B6B9-68FD-4B2B-BEBF-F8E9F81F3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b3d0ab2f445e7"/>
          <a:stretch xmlns:a="http://schemas.openxmlformats.org/drawingml/2006/main"/>
        </p:blipFill>
        <p:spPr>
          <a:xfrm xmlns:a="http://schemas.openxmlformats.org/drawingml/2006/main">
            <a:off x="1518557" y="2043153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720AF0E-3DF3-468B-8A95-BD4CD2F26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3c11b95744292"/>
          <a:stretch xmlns:a="http://schemas.openxmlformats.org/drawingml/2006/main"/>
        </p:blipFill>
        <p:spPr>
          <a:xfrm xmlns:a="http://schemas.openxmlformats.org/drawingml/2006/main">
            <a:off x="2235947" y="198388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CD0A4F14-DE92-4DE8-BE18-1653466CD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937f70f4642f5"/>
          <a:stretch xmlns:a="http://schemas.openxmlformats.org/drawingml/2006/main"/>
        </p:blipFill>
        <p:spPr>
          <a:xfrm xmlns:a="http://schemas.openxmlformats.org/drawingml/2006/main">
            <a:off x="2251982" y="2043153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330" name="text-299 App">
            <a:extLst xmlns:a="http://schemas.openxmlformats.org/drawingml/2006/main">
              <a:ext uri="{FF2B5EF4-FFF2-40B4-BE49-F238E27FC236}">
                <a16:creationId xmlns:a16="http://schemas.microsoft.com/office/drawing/2014/main" id="{D6C248CF-F71A-43B9-AEAA-441A40C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491" y="7039384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331" name="text-300 WorkEnvs">
            <a:extLst xmlns:a="http://schemas.openxmlformats.org/drawingml/2006/main">
              <a:ext uri="{FF2B5EF4-FFF2-40B4-BE49-F238E27FC236}">
                <a16:creationId xmlns:a16="http://schemas.microsoft.com/office/drawing/2014/main" id="{8EBCE1E3-2E1C-4B13-A0ED-C86517C1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100" y="7305100"/>
            <a:ext cx="934556" cy="306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WorkEnvs</a:t>
            </a:r>
          </a:p>
        </p:txBody>
      </p:sp>
      <p:sp>
        <p:nvSpPr>
          <p:cNvPr id="332" name="text-301 (">
            <a:extLst xmlns:a="http://schemas.openxmlformats.org/drawingml/2006/main">
              <a:ext uri="{FF2B5EF4-FFF2-40B4-BE49-F238E27FC236}">
                <a16:creationId xmlns:a16="http://schemas.microsoft.com/office/drawing/2014/main" id="{48901FEC-7B28-4DBF-BCE4-F0D4916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2068" y="7571719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333" name="text-302 2k+">
            <a:extLst xmlns:a="http://schemas.openxmlformats.org/drawingml/2006/main">
              <a:ext uri="{FF2B5EF4-FFF2-40B4-BE49-F238E27FC236}">
                <a16:creationId xmlns:a16="http://schemas.microsoft.com/office/drawing/2014/main" id="{DFC8D9E0-BC77-47F1-9C04-396AA8E0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0403" y="7571130"/>
            <a:ext cx="365037" cy="307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2k+</a:t>
            </a:r>
          </a:p>
        </p:txBody>
      </p:sp>
      <p:sp>
        <p:nvSpPr>
          <p:cNvPr id="334" name="text-303 )">
            <a:extLst xmlns:a="http://schemas.openxmlformats.org/drawingml/2006/main">
              <a:ext uri="{FF2B5EF4-FFF2-40B4-BE49-F238E27FC236}">
                <a16:creationId xmlns:a16="http://schemas.microsoft.com/office/drawing/2014/main" id="{6BF0B3F5-77CA-4986-B75D-FAFBE5F1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6457" y="7571719"/>
            <a:ext cx="107489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335" name="path-304">
            <a:extLst xmlns:a="http://schemas.openxmlformats.org/drawingml/2006/main">
              <a:ext uri="{FF2B5EF4-FFF2-40B4-BE49-F238E27FC236}">
                <a16:creationId xmlns:a16="http://schemas.microsoft.com/office/drawing/2014/main" id="{21370249-8300-49D9-855E-E39E7C4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925" y="6688091"/>
            <a:ext cx="399278" cy="191"/>
          </a:xfrm>
          <a:custGeom xmlns:a="http://schemas.openxmlformats.org/drawingml/2006/main">
            <a:pathLst>
              <a:path w="399278" h="191">
                <a:moveTo>
                  <a:pt x="0" y="9"/>
                </a:moveTo>
                <a:lnTo>
                  <a:pt x="199639" y="9"/>
                </a:lnTo>
                <a:lnTo>
                  <a:pt x="199639" y="0"/>
                </a:lnTo>
                <a:lnTo>
                  <a:pt x="399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6EC0BC">
                <a:alpha val="79000"/>
              </a:srgbClr>
            </a:solidFill>
            <a:prstDash val="solid"/>
          </a:ln>
        </p:spPr>
      </p:sp>
      <p:sp>
        <p:nvSpPr>
          <p:cNvPr id="336" name="path-305">
            <a:extLst xmlns:a="http://schemas.openxmlformats.org/drawingml/2006/main">
              <a:ext uri="{FF2B5EF4-FFF2-40B4-BE49-F238E27FC236}">
                <a16:creationId xmlns:a16="http://schemas.microsoft.com/office/drawing/2014/main" id="{272F3D99-27D1-4470-A98A-B0DDC8C2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203" y="6400307"/>
            <a:ext cx="575569" cy="575570"/>
          </a:xfrm>
          <a:custGeom xmlns:a="http://schemas.openxmlformats.org/drawingml/2006/main">
            <a:pathLst>
              <a:path w="575569" h="575570">
                <a:moveTo>
                  <a:pt x="0" y="95929"/>
                </a:moveTo>
                <a:cubicBezTo>
                  <a:pt x="0" y="42950"/>
                  <a:pt x="42949" y="0"/>
                  <a:pt x="95929" y="0"/>
                </a:cubicBezTo>
                <a:lnTo>
                  <a:pt x="479638" y="0"/>
                </a:lnTo>
                <a:cubicBezTo>
                  <a:pt x="532620" y="0"/>
                  <a:pt x="575569" y="42950"/>
                  <a:pt x="575569" y="95929"/>
                </a:cubicBezTo>
                <a:lnTo>
                  <a:pt x="575569" y="479638"/>
                </a:lnTo>
                <a:cubicBezTo>
                  <a:pt x="575569" y="532620"/>
                  <a:pt x="532620" y="575570"/>
                  <a:pt x="479638" y="575570"/>
                </a:cubicBezTo>
                <a:lnTo>
                  <a:pt x="95929" y="575570"/>
                </a:lnTo>
                <a:cubicBezTo>
                  <a:pt x="42949" y="575570"/>
                  <a:pt x="0" y="532620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FED68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7" name="path-306">
            <a:extLst xmlns:a="http://schemas.openxmlformats.org/drawingml/2006/main">
              <a:ext uri="{FF2B5EF4-FFF2-40B4-BE49-F238E27FC236}">
                <a16:creationId xmlns:a16="http://schemas.microsoft.com/office/drawing/2014/main" id="{A278D0CF-4144-43F2-B27E-D6A7966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203" y="6400307"/>
            <a:ext cx="575569" cy="575570"/>
          </a:xfrm>
          <a:custGeom xmlns:a="http://schemas.openxmlformats.org/drawingml/2006/main">
            <a:pathLst>
              <a:path w="575569" h="575570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19"/>
                  <a:pt x="532619" y="575570"/>
                  <a:pt x="479639" y="575570"/>
                </a:cubicBezTo>
                <a:lnTo>
                  <a:pt x="95930" y="575570"/>
                </a:lnTo>
                <a:cubicBezTo>
                  <a:pt x="42949" y="575570"/>
                  <a:pt x="0" y="532619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sp>
        <p:nvSpPr>
          <p:cNvPr id="338" name="path-307">
            <a:extLst xmlns:a="http://schemas.openxmlformats.org/drawingml/2006/main">
              <a:ext uri="{FF2B5EF4-FFF2-40B4-BE49-F238E27FC236}">
                <a16:creationId xmlns:a16="http://schemas.microsoft.com/office/drawing/2014/main" id="{E273CE8C-37F0-4A86-873C-8C14963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95" y="4120194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3" y="0"/>
                </a:lnTo>
                <a:cubicBezTo>
                  <a:pt x="320773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3" y="354195"/>
                  <a:pt x="279543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9" name="path-308">
            <a:extLst xmlns:a="http://schemas.openxmlformats.org/drawingml/2006/main">
              <a:ext uri="{FF2B5EF4-FFF2-40B4-BE49-F238E27FC236}">
                <a16:creationId xmlns:a16="http://schemas.microsoft.com/office/drawing/2014/main" id="{EF674434-D637-4EA8-AADA-7BA8DA5A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95" y="4120194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sp>
        <p:nvSpPr>
          <p:cNvPr id="340" name="path-309">
            <a:extLst xmlns:a="http://schemas.openxmlformats.org/drawingml/2006/main">
              <a:ext uri="{FF2B5EF4-FFF2-40B4-BE49-F238E27FC236}">
                <a16:creationId xmlns:a16="http://schemas.microsoft.com/office/drawing/2014/main" id="{347FDFB9-4098-4EB9-B9B6-7AEC3BB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87" y="4146759"/>
            <a:ext cx="280414" cy="301067"/>
          </a:xfrm>
          <a:custGeom xmlns:a="http://schemas.openxmlformats.org/drawingml/2006/main">
            <a:pathLst>
              <a:path w="280414" h="301067">
                <a:moveTo>
                  <a:pt x="0" y="0"/>
                </a:moveTo>
                <a:lnTo>
                  <a:pt x="0" y="301067"/>
                </a:lnTo>
                <a:lnTo>
                  <a:pt x="280414" y="301067"/>
                </a:lnTo>
                <a:lnTo>
                  <a:pt x="28041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559E848-E743-47B8-A5D5-A4EB83DDD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4e2ebe42f4146"/>
          <a:stretch xmlns:a="http://schemas.openxmlformats.org/drawingml/2006/main"/>
        </p:blipFill>
        <p:spPr>
          <a:xfrm xmlns:a="http://schemas.openxmlformats.org/drawingml/2006/main">
            <a:off x="861332" y="4129128"/>
            <a:ext cx="361950" cy="342900"/>
          </a:xfrm>
          <a:prstGeom xmlns:a="http://schemas.openxmlformats.org/drawingml/2006/main" prst="rect">
            <a:avLst/>
          </a:prstGeom>
        </p:spPr>
      </p:pic>
      <p:sp>
        <p:nvSpPr>
          <p:cNvPr id="342" name="path-311">
            <a:extLst xmlns:a="http://schemas.openxmlformats.org/drawingml/2006/main">
              <a:ext uri="{FF2B5EF4-FFF2-40B4-BE49-F238E27FC236}">
                <a16:creationId xmlns:a16="http://schemas.microsoft.com/office/drawing/2014/main" id="{67B0C011-AACB-4510-A446-07ABC29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24" y="4120194"/>
            <a:ext cx="354195" cy="354195"/>
          </a:xfrm>
          <a:custGeom xmlns:a="http://schemas.openxmlformats.org/drawingml/2006/main">
            <a:pathLst>
              <a:path w="354195" h="354195">
                <a:moveTo>
                  <a:pt x="0" y="74653"/>
                </a:moveTo>
                <a:cubicBezTo>
                  <a:pt x="0" y="33423"/>
                  <a:pt x="33423" y="0"/>
                  <a:pt x="74653" y="0"/>
                </a:cubicBezTo>
                <a:lnTo>
                  <a:pt x="279542" y="0"/>
                </a:lnTo>
                <a:cubicBezTo>
                  <a:pt x="320772" y="0"/>
                  <a:pt x="354195" y="33423"/>
                  <a:pt x="354195" y="74653"/>
                </a:cubicBezTo>
                <a:lnTo>
                  <a:pt x="354195" y="279542"/>
                </a:lnTo>
                <a:cubicBezTo>
                  <a:pt x="354195" y="320772"/>
                  <a:pt x="320772" y="354195"/>
                  <a:pt x="279542" y="354195"/>
                </a:cubicBezTo>
                <a:lnTo>
                  <a:pt x="74653" y="354195"/>
                </a:lnTo>
                <a:cubicBezTo>
                  <a:pt x="33423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3" name="path-312">
            <a:extLst xmlns:a="http://schemas.openxmlformats.org/drawingml/2006/main">
              <a:ext uri="{FF2B5EF4-FFF2-40B4-BE49-F238E27FC236}">
                <a16:creationId xmlns:a16="http://schemas.microsoft.com/office/drawing/2014/main" id="{C78A62DB-B4F4-4F9A-BC54-13DC92D0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24" y="4120194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9431301-50AA-4D4F-8BCD-48EAC72D1F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13fe89158493b"/>
          <a:stretch xmlns:a="http://schemas.openxmlformats.org/drawingml/2006/main"/>
        </p:blipFill>
        <p:spPr>
          <a:xfrm xmlns:a="http://schemas.openxmlformats.org/drawingml/2006/main">
            <a:off x="1793615" y="4154316"/>
            <a:ext cx="284892" cy="284892"/>
          </a:xfrm>
          <a:prstGeom xmlns:a="http://schemas.openxmlformats.org/drawingml/2006/main" prst="rect">
            <a:avLst/>
          </a:prstGeom>
        </p:spPr>
      </p:pic>
      <p:sp>
        <p:nvSpPr>
          <p:cNvPr id="345" name="path-314">
            <a:extLst xmlns:a="http://schemas.openxmlformats.org/drawingml/2006/main">
              <a:ext uri="{FF2B5EF4-FFF2-40B4-BE49-F238E27FC236}">
                <a16:creationId xmlns:a16="http://schemas.microsoft.com/office/drawing/2014/main" id="{41F2049F-F7F1-4549-ACF5-8A651F2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2" y="4120194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3" y="354195"/>
                  <a:pt x="279542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6" name="path-315">
            <a:extLst xmlns:a="http://schemas.openxmlformats.org/drawingml/2006/main">
              <a:ext uri="{FF2B5EF4-FFF2-40B4-BE49-F238E27FC236}">
                <a16:creationId xmlns:a16="http://schemas.microsoft.com/office/drawing/2014/main" id="{DF4106FD-69B7-491B-A8BB-75C86B91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32" y="4120194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30E61BB2-6414-4BA8-B3E1-EFA7E9DE8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b61ccdab4677"/>
          <a:stretch xmlns:a="http://schemas.openxmlformats.org/drawingml/2006/main"/>
        </p:blipFill>
        <p:spPr>
          <a:xfrm xmlns:a="http://schemas.openxmlformats.org/drawingml/2006/main">
            <a:off x="451624" y="4154316"/>
            <a:ext cx="288640" cy="284892"/>
          </a:xfrm>
          <a:prstGeom xmlns:a="http://schemas.openxmlformats.org/drawingml/2006/main" prst="rect">
            <a:avLst/>
          </a:prstGeom>
        </p:spPr>
      </p:pic>
      <p:sp>
        <p:nvSpPr>
          <p:cNvPr id="348" name="path-317">
            <a:extLst xmlns:a="http://schemas.openxmlformats.org/drawingml/2006/main">
              <a:ext uri="{FF2B5EF4-FFF2-40B4-BE49-F238E27FC236}">
                <a16:creationId xmlns:a16="http://schemas.microsoft.com/office/drawing/2014/main" id="{2D9172B5-93CF-4E11-8B13-946636C8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59" y="4120194"/>
            <a:ext cx="354196" cy="354195"/>
          </a:xfrm>
          <a:custGeom xmlns:a="http://schemas.openxmlformats.org/drawingml/2006/main">
            <a:pathLst>
              <a:path w="354196" h="354195">
                <a:moveTo>
                  <a:pt x="0" y="74653"/>
                </a:moveTo>
                <a:cubicBezTo>
                  <a:pt x="0" y="33423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3"/>
                  <a:pt x="354196" y="74653"/>
                </a:cubicBezTo>
                <a:lnTo>
                  <a:pt x="354196" y="279542"/>
                </a:lnTo>
                <a:cubicBezTo>
                  <a:pt x="354196" y="320772"/>
                  <a:pt x="320773" y="354195"/>
                  <a:pt x="279542" y="354195"/>
                </a:cubicBezTo>
                <a:lnTo>
                  <a:pt x="74654" y="354195"/>
                </a:lnTo>
                <a:cubicBezTo>
                  <a:pt x="33424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9" name="path-318">
            <a:extLst xmlns:a="http://schemas.openxmlformats.org/drawingml/2006/main">
              <a:ext uri="{FF2B5EF4-FFF2-40B4-BE49-F238E27FC236}">
                <a16:creationId xmlns:a16="http://schemas.microsoft.com/office/drawing/2014/main" id="{0C9E6079-BA53-466C-99E0-F1023AC9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59" y="4120194"/>
            <a:ext cx="354196" cy="354197"/>
          </a:xfrm>
          <a:custGeom xmlns:a="http://schemas.openxmlformats.org/drawingml/2006/main">
            <a:pathLst>
              <a:path w="354196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2" y="0"/>
                </a:lnTo>
                <a:cubicBezTo>
                  <a:pt x="320773" y="0"/>
                  <a:pt x="354196" y="33424"/>
                  <a:pt x="354196" y="74654"/>
                </a:cubicBezTo>
                <a:lnTo>
                  <a:pt x="354196" y="279543"/>
                </a:lnTo>
                <a:cubicBezTo>
                  <a:pt x="354196" y="320773"/>
                  <a:pt x="320773" y="354197"/>
                  <a:pt x="279542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DE78E37-4E15-41D2-BE00-13703C0B2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62ae791924630"/>
          <a:stretch xmlns:a="http://schemas.openxmlformats.org/drawingml/2006/main"/>
        </p:blipFill>
        <p:spPr>
          <a:xfrm xmlns:a="http://schemas.openxmlformats.org/drawingml/2006/main">
            <a:off x="1332540" y="4143071"/>
            <a:ext cx="303635" cy="311132"/>
          </a:xfrm>
          <a:prstGeom xmlns:a="http://schemas.openxmlformats.org/drawingml/2006/main" prst="rect">
            <a:avLst/>
          </a:prstGeom>
        </p:spPr>
      </p:pic>
      <p:sp>
        <p:nvSpPr>
          <p:cNvPr id="351" name="path-320">
            <a:extLst xmlns:a="http://schemas.openxmlformats.org/drawingml/2006/main">
              <a:ext uri="{FF2B5EF4-FFF2-40B4-BE49-F238E27FC236}">
                <a16:creationId xmlns:a16="http://schemas.microsoft.com/office/drawing/2014/main" id="{6AD9E928-318C-45C8-A84E-F6D6ABC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686" y="4120194"/>
            <a:ext cx="354197" cy="354195"/>
          </a:xfrm>
          <a:custGeom xmlns:a="http://schemas.openxmlformats.org/drawingml/2006/main">
            <a:pathLst>
              <a:path w="354197" h="354195">
                <a:moveTo>
                  <a:pt x="0" y="74653"/>
                </a:moveTo>
                <a:cubicBezTo>
                  <a:pt x="0" y="33423"/>
                  <a:pt x="33423" y="0"/>
                  <a:pt x="74654" y="0"/>
                </a:cubicBezTo>
                <a:lnTo>
                  <a:pt x="279542" y="0"/>
                </a:lnTo>
                <a:cubicBezTo>
                  <a:pt x="320772" y="0"/>
                  <a:pt x="354197" y="33423"/>
                  <a:pt x="354197" y="74653"/>
                </a:cubicBezTo>
                <a:lnTo>
                  <a:pt x="354197" y="279542"/>
                </a:lnTo>
                <a:cubicBezTo>
                  <a:pt x="354197" y="320772"/>
                  <a:pt x="320772" y="354195"/>
                  <a:pt x="279542" y="354195"/>
                </a:cubicBezTo>
                <a:lnTo>
                  <a:pt x="74654" y="354195"/>
                </a:lnTo>
                <a:cubicBezTo>
                  <a:pt x="33423" y="354195"/>
                  <a:pt x="0" y="320772"/>
                  <a:pt x="0" y="279542"/>
                </a:cubicBezTo>
                <a:lnTo>
                  <a:pt x="0" y="746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52" name="path-321">
            <a:extLst xmlns:a="http://schemas.openxmlformats.org/drawingml/2006/main">
              <a:ext uri="{FF2B5EF4-FFF2-40B4-BE49-F238E27FC236}">
                <a16:creationId xmlns:a16="http://schemas.microsoft.com/office/drawing/2014/main" id="{4A1EEB0D-91E4-4460-9392-2FB34F44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686" y="4120194"/>
            <a:ext cx="354197" cy="354197"/>
          </a:xfrm>
          <a:custGeom xmlns:a="http://schemas.openxmlformats.org/drawingml/2006/main">
            <a:pathLst>
              <a:path w="354197" h="354197">
                <a:moveTo>
                  <a:pt x="0" y="74654"/>
                </a:moveTo>
                <a:cubicBezTo>
                  <a:pt x="0" y="33424"/>
                  <a:pt x="33424" y="0"/>
                  <a:pt x="74654" y="0"/>
                </a:cubicBezTo>
                <a:lnTo>
                  <a:pt x="279543" y="0"/>
                </a:lnTo>
                <a:cubicBezTo>
                  <a:pt x="320773" y="0"/>
                  <a:pt x="354197" y="33424"/>
                  <a:pt x="354197" y="74654"/>
                </a:cubicBezTo>
                <a:lnTo>
                  <a:pt x="354197" y="279543"/>
                </a:lnTo>
                <a:cubicBezTo>
                  <a:pt x="354197" y="320773"/>
                  <a:pt x="320773" y="354197"/>
                  <a:pt x="279543" y="354197"/>
                </a:cubicBezTo>
                <a:lnTo>
                  <a:pt x="74654" y="354197"/>
                </a:lnTo>
                <a:cubicBezTo>
                  <a:pt x="33424" y="354197"/>
                  <a:pt x="0" y="320773"/>
                  <a:pt x="0" y="279543"/>
                </a:cubicBezTo>
                <a:lnTo>
                  <a:pt x="0" y="74654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EEFCC"/>
            </a:solidFill>
            <a:prstDash val="solid"/>
          </a:ln>
        </p:spPr>
      </p:sp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29BC564C-550D-4880-9098-0F143AB0C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55b3922a842c1"/>
          <a:stretch xmlns:a="http://schemas.openxmlformats.org/drawingml/2006/main"/>
        </p:blipFill>
        <p:spPr>
          <a:xfrm xmlns:a="http://schemas.openxmlformats.org/drawingml/2006/main">
            <a:off x="2232932" y="4138653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7608119-9642-4DEF-AEAF-E6F566C59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35407d774653"/>
          <a:stretch xmlns:a="http://schemas.openxmlformats.org/drawingml/2006/main"/>
        </p:blipFill>
        <p:spPr>
          <a:xfrm xmlns:a="http://schemas.openxmlformats.org/drawingml/2006/main">
            <a:off x="594070" y="651967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623F9835-8225-48D5-94B1-09182C122D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e9fd864e447da"/>
          <a:stretch xmlns:a="http://schemas.openxmlformats.org/drawingml/2006/main"/>
        </p:blipFill>
        <p:spPr>
          <a:xfrm xmlns:a="http://schemas.openxmlformats.org/drawingml/2006/main">
            <a:off x="604157" y="65770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3D9887E9-0EA9-4A6B-ABE2-0CD1E0E9F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08264edf4467d"/>
          <a:stretch xmlns:a="http://schemas.openxmlformats.org/drawingml/2006/main"/>
        </p:blipFill>
        <p:spPr>
          <a:xfrm xmlns:a="http://schemas.openxmlformats.org/drawingml/2006/main">
            <a:off x="1073888" y="651967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AD9ED303-DA84-49DE-B31D-E51BCC670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44e7696fe405b"/>
          <a:stretch xmlns:a="http://schemas.openxmlformats.org/drawingml/2006/main"/>
        </p:blipFill>
        <p:spPr>
          <a:xfrm xmlns:a="http://schemas.openxmlformats.org/drawingml/2006/main">
            <a:off x="1089932" y="65770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52323D3B-1E86-47EE-9613-F20593C9C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682a8d874294"/>
          <a:stretch xmlns:a="http://schemas.openxmlformats.org/drawingml/2006/main"/>
        </p:blipFill>
        <p:spPr>
          <a:xfrm xmlns:a="http://schemas.openxmlformats.org/drawingml/2006/main">
            <a:off x="1557455" y="651967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5ACE2F9-58BB-4B5B-ABD2-B4EAD1E0C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bc85019b24159"/>
          <a:stretch xmlns:a="http://schemas.openxmlformats.org/drawingml/2006/main"/>
        </p:blipFill>
        <p:spPr>
          <a:xfrm xmlns:a="http://schemas.openxmlformats.org/drawingml/2006/main">
            <a:off x="1566182" y="6577053"/>
            <a:ext cx="371475" cy="361950"/>
          </a:xfrm>
          <a:prstGeom xmlns:a="http://schemas.openxmlformats.org/drawingml/2006/main" prst="rect">
            <a:avLst/>
          </a:prstGeom>
        </p:spPr>
      </p:pic>
      <p:pic>
        <p:nvPic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55DD148-CEDF-4094-8C81-0AE7AB807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28d19421c4727"/>
          <a:stretch xmlns:a="http://schemas.openxmlformats.org/drawingml/2006/main"/>
        </p:blipFill>
        <p:spPr>
          <a:xfrm xmlns:a="http://schemas.openxmlformats.org/drawingml/2006/main">
            <a:off x="2037273" y="651967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2F08CF2D-69B3-4E51-A5B2-4A5CCB3B9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af4e7c8a24959"/>
          <a:stretch xmlns:a="http://schemas.openxmlformats.org/drawingml/2006/main"/>
        </p:blipFill>
        <p:spPr>
          <a:xfrm xmlns:a="http://schemas.openxmlformats.org/drawingml/2006/main">
            <a:off x="2051957" y="657705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66FFF7B-4173-4615-BCBA-DEF1D5BED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55cc859b14839"/>
          <a:stretch xmlns:a="http://schemas.openxmlformats.org/drawingml/2006/main"/>
        </p:blipFill>
        <p:spPr>
          <a:xfrm xmlns:a="http://schemas.openxmlformats.org/drawingml/2006/main">
            <a:off x="3383012" y="1024253"/>
            <a:ext cx="569784" cy="569784"/>
          </a:xfrm>
          <a:prstGeom xmlns:a="http://schemas.openxmlformats.org/drawingml/2006/main" prst="rect">
            <a:avLst/>
          </a:prstGeom>
        </p:spPr>
      </p:pic>
      <p:pic>
        <p:nvPic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64CA958-BA16-4305-8DE7-F2B52B37E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c804025cc4044"/>
          <a:stretch xmlns:a="http://schemas.openxmlformats.org/drawingml/2006/main"/>
        </p:blipFill>
        <p:spPr>
          <a:xfrm xmlns:a="http://schemas.openxmlformats.org/drawingml/2006/main">
            <a:off x="3394982" y="1081128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60733290-9E88-4FAA-B748-A9F008020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d9bc53a7e4f91"/>
          <a:stretch xmlns:a="http://schemas.openxmlformats.org/drawingml/2006/main"/>
        </p:blipFill>
        <p:spPr>
          <a:xfrm xmlns:a="http://schemas.openxmlformats.org/drawingml/2006/main">
            <a:off x="616561" y="4682866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6E9D2E3-4285-4CDE-9672-73DA29209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858d195f046bf"/>
          <a:stretch xmlns:a="http://schemas.openxmlformats.org/drawingml/2006/main"/>
        </p:blipFill>
        <p:spPr>
          <a:xfrm xmlns:a="http://schemas.openxmlformats.org/drawingml/2006/main">
            <a:off x="632732" y="4738728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366" name="text-335 Extension">
            <a:extLst xmlns:a="http://schemas.openxmlformats.org/drawingml/2006/main">
              <a:ext uri="{FF2B5EF4-FFF2-40B4-BE49-F238E27FC236}">
                <a16:creationId xmlns:a16="http://schemas.microsoft.com/office/drawing/2014/main" id="{5DA5215A-E504-4D20-8140-FEB1BAF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050" y="5042835"/>
            <a:ext cx="761497" cy="26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Extension</a:t>
            </a:r>
          </a:p>
        </p:txBody>
      </p:sp>
      <p:pic>
        <p:nvPic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FA6F7887-4ED1-444B-8A0E-53EC092CC7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756600f9b4012"/>
          <a:stretch xmlns:a="http://schemas.openxmlformats.org/drawingml/2006/main"/>
        </p:blipFill>
        <p:spPr>
          <a:xfrm xmlns:a="http://schemas.openxmlformats.org/drawingml/2006/main">
            <a:off x="1415008" y="4679117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3D9C07B-D073-478E-9FDD-CDED0323A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b7b48e9f14ec9"/>
          <a:stretch xmlns:a="http://schemas.openxmlformats.org/drawingml/2006/main"/>
        </p:blipFill>
        <p:spPr>
          <a:xfrm xmlns:a="http://schemas.openxmlformats.org/drawingml/2006/main">
            <a:off x="1423307" y="473872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69" name="text-338 Connector">
            <a:extLst xmlns:a="http://schemas.openxmlformats.org/drawingml/2006/main">
              <a:ext uri="{FF2B5EF4-FFF2-40B4-BE49-F238E27FC236}">
                <a16:creationId xmlns:a16="http://schemas.microsoft.com/office/drawing/2014/main" id="{88D918A6-166E-4790-858C-3465F56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736" y="5043274"/>
            <a:ext cx="806442" cy="26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Connector</a:t>
            </a:r>
          </a:p>
        </p:txBody>
      </p:sp>
      <p:pic>
        <p:nvPic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88FB2AD-E006-4CBA-9860-273FDE56A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cf06c4afd4ba0"/>
          <a:stretch xmlns:a="http://schemas.openxmlformats.org/drawingml/2006/main"/>
        </p:blipFill>
        <p:spPr>
          <a:xfrm xmlns:a="http://schemas.openxmlformats.org/drawingml/2006/main">
            <a:off x="2093501" y="4649129"/>
            <a:ext cx="539796" cy="539796"/>
          </a:xfrm>
          <a:prstGeom xmlns:a="http://schemas.openxmlformats.org/drawingml/2006/main" prst="rect">
            <a:avLst/>
          </a:prstGeom>
        </p:spPr>
      </p:pic>
      <p:pic>
        <p:nvPic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2D74D62A-9F79-4412-88D7-ED456B066B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cc708293431d"/>
          <a:stretch xmlns:a="http://schemas.openxmlformats.org/drawingml/2006/main"/>
        </p:blipFill>
        <p:spPr>
          <a:xfrm xmlns:a="http://schemas.openxmlformats.org/drawingml/2006/main">
            <a:off x="2109107" y="4710153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72" name="text-341 Add">
            <a:extLst xmlns:a="http://schemas.openxmlformats.org/drawingml/2006/main">
              <a:ext uri="{FF2B5EF4-FFF2-40B4-BE49-F238E27FC236}">
                <a16:creationId xmlns:a16="http://schemas.microsoft.com/office/drawing/2014/main" id="{382D8894-DE91-4AAB-AB86-D561D481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934" y="5042572"/>
            <a:ext cx="335107" cy="26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Add</a:t>
            </a:r>
          </a:p>
        </p:txBody>
      </p:sp>
      <p:sp>
        <p:nvSpPr>
          <p:cNvPr id="373" name="text-342 -">
            <a:extLst xmlns:a="http://schemas.openxmlformats.org/drawingml/2006/main">
              <a:ext uri="{FF2B5EF4-FFF2-40B4-BE49-F238E27FC236}">
                <a16:creationId xmlns:a16="http://schemas.microsoft.com/office/drawing/2014/main" id="{0EDC2117-6D91-4FDA-97DB-DC73F19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7601" y="5042596"/>
            <a:ext cx="91143" cy="262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374" name="text-343 on">
            <a:extLst xmlns:a="http://schemas.openxmlformats.org/drawingml/2006/main">
              <a:ext uri="{FF2B5EF4-FFF2-40B4-BE49-F238E27FC236}">
                <a16:creationId xmlns:a16="http://schemas.microsoft.com/office/drawing/2014/main" id="{CC6D566B-92E4-4D58-A71E-6DE30014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220" y="5043187"/>
            <a:ext cx="225687" cy="261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</a:t>
            </a: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10A7B3E-5946-4411-B178-A6E4230F0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0cd42b47940da"/>
          <a:stretch xmlns:a="http://schemas.openxmlformats.org/drawingml/2006/main"/>
        </p:blipFill>
        <p:spPr>
          <a:xfrm xmlns:a="http://schemas.openxmlformats.org/drawingml/2006/main">
            <a:off x="1572449" y="720940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F1460401-C83F-482E-8928-E9557660C2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e7b2267554ab2"/>
          <a:stretch xmlns:a="http://schemas.openxmlformats.org/drawingml/2006/main"/>
        </p:blipFill>
        <p:spPr>
          <a:xfrm xmlns:a="http://schemas.openxmlformats.org/drawingml/2006/main">
            <a:off x="1585232" y="72723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262E5EE-20D2-40CC-8E9E-8A99601710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2b0a734c24444"/>
          <a:stretch xmlns:a="http://schemas.openxmlformats.org/drawingml/2006/main"/>
        </p:blipFill>
        <p:spPr>
          <a:xfrm xmlns:a="http://schemas.openxmlformats.org/drawingml/2006/main">
            <a:off x="2059764" y="720940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428AB540-1471-4818-9655-CD3025095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11d6f959e4eda"/>
          <a:stretch xmlns:a="http://schemas.openxmlformats.org/drawingml/2006/main"/>
        </p:blipFill>
        <p:spPr>
          <a:xfrm xmlns:a="http://schemas.openxmlformats.org/drawingml/2006/main">
            <a:off x="2071007" y="72723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690A40F-B99D-4227-A79B-9831C4D1B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4b93009474506"/>
          <a:stretch xmlns:a="http://schemas.openxmlformats.org/drawingml/2006/main"/>
        </p:blipFill>
        <p:spPr>
          <a:xfrm xmlns:a="http://schemas.openxmlformats.org/drawingml/2006/main">
            <a:off x="1081385" y="720940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25C96F9-45D5-491E-861E-8F7DC9247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250befab74754"/>
          <a:stretch xmlns:a="http://schemas.openxmlformats.org/drawingml/2006/main"/>
        </p:blipFill>
        <p:spPr>
          <a:xfrm xmlns:a="http://schemas.openxmlformats.org/drawingml/2006/main">
            <a:off x="1099457" y="72723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1BA8B11-4571-4800-A1DD-9FE2C29FB5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280131a8b4713"/>
          <a:stretch xmlns:a="http://schemas.openxmlformats.org/drawingml/2006/main"/>
        </p:blipFill>
        <p:spPr>
          <a:xfrm xmlns:a="http://schemas.openxmlformats.org/drawingml/2006/main">
            <a:off x="594070" y="720940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6FD72876-0085-4971-8E73-50C92E397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a4bf5e39c4a7d"/>
          <a:stretch xmlns:a="http://schemas.openxmlformats.org/drawingml/2006/main"/>
        </p:blipFill>
        <p:spPr>
          <a:xfrm xmlns:a="http://schemas.openxmlformats.org/drawingml/2006/main">
            <a:off x="604157" y="72723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36BFE9F-5C10-4842-AFF6-6D035EF9A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3e005460e4e45"/>
          <a:stretch xmlns:a="http://schemas.openxmlformats.org/drawingml/2006/main"/>
        </p:blipFill>
        <p:spPr>
          <a:xfrm xmlns:a="http://schemas.openxmlformats.org/drawingml/2006/main">
            <a:off x="2794485" y="6178549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A57CD2ED-003D-4A37-B9CB-BE3962289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80ab94c9f406d"/>
          <a:stretch xmlns:a="http://schemas.openxmlformats.org/drawingml/2006/main"/>
        </p:blipFill>
        <p:spPr>
          <a:xfrm xmlns:a="http://schemas.openxmlformats.org/drawingml/2006/main">
            <a:off x="2804432" y="6243678"/>
            <a:ext cx="457200" cy="447675"/>
          </a:xfrm>
          <a:prstGeom xmlns:a="http://schemas.openxmlformats.org/drawingml/2006/main" prst="rect">
            <a:avLst/>
          </a:prstGeom>
        </p:spPr>
      </p:pic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228671E-999D-4EAE-9106-0B0F25AB0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9583008ad49b3"/>
          <a:stretch xmlns:a="http://schemas.openxmlformats.org/drawingml/2006/main"/>
        </p:blipFill>
        <p:spPr>
          <a:xfrm xmlns:a="http://schemas.openxmlformats.org/drawingml/2006/main">
            <a:off x="5642882" y="6462753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386" name="path-355">
            <a:extLst xmlns:a="http://schemas.openxmlformats.org/drawingml/2006/main">
              <a:ext uri="{FF2B5EF4-FFF2-40B4-BE49-F238E27FC236}">
                <a16:creationId xmlns:a16="http://schemas.microsoft.com/office/drawing/2014/main" id="{C630764C-EB82-44E0-925A-04F07654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953173"/>
            <a:ext cx="575570" cy="575569"/>
          </a:xfrm>
          <a:custGeom xmlns:a="http://schemas.openxmlformats.org/drawingml/2006/main">
            <a:pathLst>
              <a:path w="575570" h="575569">
                <a:moveTo>
                  <a:pt x="0" y="95929"/>
                </a:moveTo>
                <a:cubicBezTo>
                  <a:pt x="0" y="42949"/>
                  <a:pt x="42950" y="0"/>
                  <a:pt x="95930" y="0"/>
                </a:cubicBezTo>
                <a:lnTo>
                  <a:pt x="479639" y="0"/>
                </a:lnTo>
                <a:cubicBezTo>
                  <a:pt x="532620" y="0"/>
                  <a:pt x="575570" y="42949"/>
                  <a:pt x="575570" y="95929"/>
                </a:cubicBezTo>
                <a:lnTo>
                  <a:pt x="575570" y="479638"/>
                </a:lnTo>
                <a:cubicBezTo>
                  <a:pt x="575570" y="532619"/>
                  <a:pt x="532620" y="575569"/>
                  <a:pt x="479639" y="575569"/>
                </a:cubicBezTo>
                <a:lnTo>
                  <a:pt x="95930" y="575569"/>
                </a:lnTo>
                <a:cubicBezTo>
                  <a:pt x="42950" y="575569"/>
                  <a:pt x="0" y="532619"/>
                  <a:pt x="0" y="479638"/>
                </a:cubicBezTo>
                <a:lnTo>
                  <a:pt x="0" y="95929"/>
                </a:lnTo>
              </a:path>
            </a:pathLst>
          </a:custGeom>
          <a:solidFill xmlns:a="http://schemas.openxmlformats.org/drawingml/2006/main">
            <a:srgbClr val="DDF4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87" name="path-356">
            <a:extLst xmlns:a="http://schemas.openxmlformats.org/drawingml/2006/main">
              <a:ext uri="{FF2B5EF4-FFF2-40B4-BE49-F238E27FC236}">
                <a16:creationId xmlns:a16="http://schemas.microsoft.com/office/drawing/2014/main" id="{9FFC0159-462D-45F7-B79B-AB4B4F2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98" y="3953173"/>
            <a:ext cx="575569" cy="575569"/>
          </a:xfrm>
          <a:custGeom xmlns:a="http://schemas.openxmlformats.org/drawingml/2006/main">
            <a:pathLst>
              <a:path w="575569" h="575569">
                <a:moveTo>
                  <a:pt x="0" y="95930"/>
                </a:moveTo>
                <a:cubicBezTo>
                  <a:pt x="0" y="42949"/>
                  <a:pt x="42949" y="0"/>
                  <a:pt x="95930" y="0"/>
                </a:cubicBezTo>
                <a:lnTo>
                  <a:pt x="479639" y="0"/>
                </a:lnTo>
                <a:cubicBezTo>
                  <a:pt x="532619" y="0"/>
                  <a:pt x="575569" y="42949"/>
                  <a:pt x="575569" y="95930"/>
                </a:cubicBezTo>
                <a:lnTo>
                  <a:pt x="575569" y="479639"/>
                </a:lnTo>
                <a:cubicBezTo>
                  <a:pt x="575569" y="532620"/>
                  <a:pt x="532619" y="575569"/>
                  <a:pt x="479639" y="575569"/>
                </a:cubicBezTo>
                <a:lnTo>
                  <a:pt x="95930" y="575569"/>
                </a:lnTo>
                <a:cubicBezTo>
                  <a:pt x="42949" y="575569"/>
                  <a:pt x="0" y="532620"/>
                  <a:pt x="0" y="479639"/>
                </a:cubicBezTo>
                <a:lnTo>
                  <a:pt x="0" y="9593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00000"/>
            </a:solidFill>
            <a:prstDash val="solid"/>
          </a:ln>
        </p:spPr>
      </p:sp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ABA1AD59-924A-41B3-ABE2-8CA00EC81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e67d1e2154a13"/>
          <a:stretch xmlns:a="http://schemas.openxmlformats.org/drawingml/2006/main"/>
        </p:blipFill>
        <p:spPr>
          <a:xfrm xmlns:a="http://schemas.openxmlformats.org/drawingml/2006/main">
            <a:off x="5587177" y="3955642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5EE6D7A-945C-44EC-AB7F-4CF136DEA6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f2f9858d94f64"/>
          <a:stretch xmlns:a="http://schemas.openxmlformats.org/drawingml/2006/main"/>
        </p:blipFill>
        <p:spPr>
          <a:xfrm xmlns:a="http://schemas.openxmlformats.org/drawingml/2006/main">
            <a:off x="5604782" y="4014828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390" name="path-359">
            <a:extLst xmlns:a="http://schemas.openxmlformats.org/drawingml/2006/main">
              <a:ext uri="{FF2B5EF4-FFF2-40B4-BE49-F238E27FC236}">
                <a16:creationId xmlns:a16="http://schemas.microsoft.com/office/drawing/2014/main" id="{BCEEFF6F-C629-48C4-BC5F-D16C6D22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777" y="4240867"/>
            <a:ext cx="388421" cy="191"/>
          </a:xfrm>
          <a:custGeom xmlns:a="http://schemas.openxmlformats.org/drawingml/2006/main">
            <a:pathLst>
              <a:path w="388421" h="191">
                <a:moveTo>
                  <a:pt x="0" y="0"/>
                </a:moveTo>
                <a:lnTo>
                  <a:pt x="388421" y="91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391" name="path-360">
            <a:extLst xmlns:a="http://schemas.openxmlformats.org/drawingml/2006/main">
              <a:ext uri="{FF2B5EF4-FFF2-40B4-BE49-F238E27FC236}">
                <a16:creationId xmlns:a16="http://schemas.microsoft.com/office/drawing/2014/main" id="{2BCA17FD-0431-46FF-A739-5C9C2FE0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95" y="8072855"/>
            <a:ext cx="7192650" cy="1091913"/>
          </a:xfrm>
          <a:custGeom xmlns:a="http://schemas.openxmlformats.org/drawingml/2006/main">
            <a:pathLst>
              <a:path w="7192650" h="1091913">
                <a:moveTo>
                  <a:pt x="0" y="120648"/>
                </a:moveTo>
                <a:cubicBezTo>
                  <a:pt x="0" y="54016"/>
                  <a:pt x="54016" y="0"/>
                  <a:pt x="120649" y="0"/>
                </a:cubicBezTo>
                <a:lnTo>
                  <a:pt x="7072002" y="0"/>
                </a:lnTo>
                <a:cubicBezTo>
                  <a:pt x="7138635" y="0"/>
                  <a:pt x="7192650" y="54016"/>
                  <a:pt x="7192650" y="120648"/>
                </a:cubicBezTo>
                <a:lnTo>
                  <a:pt x="7192650" y="971265"/>
                </a:lnTo>
                <a:cubicBezTo>
                  <a:pt x="7192650" y="1037897"/>
                  <a:pt x="7138635" y="1091913"/>
                  <a:pt x="7072002" y="1091913"/>
                </a:cubicBezTo>
                <a:lnTo>
                  <a:pt x="120649" y="1091913"/>
                </a:lnTo>
                <a:cubicBezTo>
                  <a:pt x="54016" y="1091913"/>
                  <a:pt x="0" y="1037897"/>
                  <a:pt x="0" y="971265"/>
                </a:cubicBezTo>
                <a:lnTo>
                  <a:pt x="0" y="120648"/>
                </a:lnTo>
              </a:path>
            </a:pathLst>
          </a:custGeom>
          <a:solidFill xmlns:a="http://schemas.openxmlformats.org/drawingml/2006/main">
            <a:srgbClr val="F3F0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2" name="path-361">
            <a:extLst xmlns:a="http://schemas.openxmlformats.org/drawingml/2006/main">
              <a:ext uri="{FF2B5EF4-FFF2-40B4-BE49-F238E27FC236}">
                <a16:creationId xmlns:a16="http://schemas.microsoft.com/office/drawing/2014/main" id="{1B8E9A1B-1295-432F-AEA4-AF78DF40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598" y="2295639"/>
            <a:ext cx="1637745" cy="2052687"/>
          </a:xfrm>
          <a:custGeom xmlns:a="http://schemas.openxmlformats.org/drawingml/2006/main">
            <a:pathLst>
              <a:path w="1637745" h="2052687">
                <a:moveTo>
                  <a:pt x="0" y="117983"/>
                </a:moveTo>
                <a:cubicBezTo>
                  <a:pt x="0" y="52822"/>
                  <a:pt x="52823" y="0"/>
                  <a:pt x="117983" y="0"/>
                </a:cubicBezTo>
                <a:lnTo>
                  <a:pt x="1519764" y="0"/>
                </a:lnTo>
                <a:cubicBezTo>
                  <a:pt x="1584924" y="0"/>
                  <a:pt x="1637745" y="52822"/>
                  <a:pt x="1637745" y="117983"/>
                </a:cubicBezTo>
                <a:lnTo>
                  <a:pt x="1637745" y="1934706"/>
                </a:lnTo>
                <a:cubicBezTo>
                  <a:pt x="1637745" y="1999865"/>
                  <a:pt x="1584924" y="2052687"/>
                  <a:pt x="1519764" y="2052687"/>
                </a:cubicBezTo>
                <a:lnTo>
                  <a:pt x="117983" y="2052687"/>
                </a:lnTo>
                <a:cubicBezTo>
                  <a:pt x="52823" y="2052687"/>
                  <a:pt x="0" y="1999865"/>
                  <a:pt x="0" y="1934706"/>
                </a:cubicBezTo>
                <a:lnTo>
                  <a:pt x="0" y="117983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3" name="path-362">
            <a:extLst xmlns:a="http://schemas.openxmlformats.org/drawingml/2006/main">
              <a:ext uri="{FF2B5EF4-FFF2-40B4-BE49-F238E27FC236}">
                <a16:creationId xmlns:a16="http://schemas.microsoft.com/office/drawing/2014/main" id="{FEB47C14-5570-4579-A79F-5EB310A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598" y="2295639"/>
            <a:ext cx="1637746" cy="2052688"/>
          </a:xfrm>
          <a:custGeom xmlns:a="http://schemas.openxmlformats.org/drawingml/2006/main">
            <a:pathLst>
              <a:path w="1637746" h="2052688">
                <a:moveTo>
                  <a:pt x="0" y="117982"/>
                </a:moveTo>
                <a:cubicBezTo>
                  <a:pt x="0" y="52823"/>
                  <a:pt x="52823" y="0"/>
                  <a:pt x="117983" y="0"/>
                </a:cubicBezTo>
                <a:lnTo>
                  <a:pt x="1519764" y="0"/>
                </a:lnTo>
                <a:cubicBezTo>
                  <a:pt x="1584925" y="0"/>
                  <a:pt x="1637746" y="52823"/>
                  <a:pt x="1637746" y="117982"/>
                </a:cubicBezTo>
                <a:lnTo>
                  <a:pt x="1637746" y="1934706"/>
                </a:lnTo>
                <a:cubicBezTo>
                  <a:pt x="1637746" y="1999866"/>
                  <a:pt x="1584925" y="2052688"/>
                  <a:pt x="1519764" y="2052688"/>
                </a:cubicBezTo>
                <a:lnTo>
                  <a:pt x="117983" y="2052688"/>
                </a:lnTo>
                <a:cubicBezTo>
                  <a:pt x="52823" y="2052688"/>
                  <a:pt x="0" y="1999866"/>
                  <a:pt x="0" y="1934706"/>
                </a:cubicBezTo>
                <a:lnTo>
                  <a:pt x="0" y="117982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394" name="path-363">
            <a:extLst xmlns:a="http://schemas.openxmlformats.org/drawingml/2006/main">
              <a:ext uri="{FF2B5EF4-FFF2-40B4-BE49-F238E27FC236}">
                <a16:creationId xmlns:a16="http://schemas.microsoft.com/office/drawing/2014/main" id="{62B56601-E41A-44E5-AD24-D91BE8C3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40" y="2295640"/>
            <a:ext cx="1638159" cy="2052685"/>
          </a:xfrm>
          <a:custGeom xmlns:a="http://schemas.openxmlformats.org/drawingml/2006/main">
            <a:pathLst>
              <a:path w="1638159" h="2052685">
                <a:moveTo>
                  <a:pt x="0" y="118013"/>
                </a:moveTo>
                <a:cubicBezTo>
                  <a:pt x="0" y="52836"/>
                  <a:pt x="52836" y="0"/>
                  <a:pt x="118012" y="0"/>
                </a:cubicBezTo>
                <a:lnTo>
                  <a:pt x="1520145" y="0"/>
                </a:lnTo>
                <a:cubicBezTo>
                  <a:pt x="1585320" y="0"/>
                  <a:pt x="1638159" y="52836"/>
                  <a:pt x="1638159" y="118013"/>
                </a:cubicBezTo>
                <a:lnTo>
                  <a:pt x="1638159" y="1934671"/>
                </a:lnTo>
                <a:cubicBezTo>
                  <a:pt x="1638159" y="1999848"/>
                  <a:pt x="1585320" y="2052685"/>
                  <a:pt x="1520145" y="2052685"/>
                </a:cubicBezTo>
                <a:lnTo>
                  <a:pt x="118012" y="2052685"/>
                </a:lnTo>
                <a:cubicBezTo>
                  <a:pt x="52836" y="2052685"/>
                  <a:pt x="0" y="1999848"/>
                  <a:pt x="0" y="1934671"/>
                </a:cubicBezTo>
                <a:lnTo>
                  <a:pt x="0" y="118013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5" name="path-364">
            <a:extLst xmlns:a="http://schemas.openxmlformats.org/drawingml/2006/main">
              <a:ext uri="{FF2B5EF4-FFF2-40B4-BE49-F238E27FC236}">
                <a16:creationId xmlns:a16="http://schemas.microsoft.com/office/drawing/2014/main" id="{62A6E45A-2A6D-4F9F-9464-7A41A9F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240" y="2295640"/>
            <a:ext cx="1638159" cy="2052685"/>
          </a:xfrm>
          <a:custGeom xmlns:a="http://schemas.openxmlformats.org/drawingml/2006/main">
            <a:pathLst>
              <a:path w="1638159" h="2052685">
                <a:moveTo>
                  <a:pt x="0" y="118014"/>
                </a:moveTo>
                <a:cubicBezTo>
                  <a:pt x="0" y="52836"/>
                  <a:pt x="52836" y="0"/>
                  <a:pt x="118014" y="0"/>
                </a:cubicBezTo>
                <a:lnTo>
                  <a:pt x="1520145" y="0"/>
                </a:lnTo>
                <a:cubicBezTo>
                  <a:pt x="1585321" y="0"/>
                  <a:pt x="1638159" y="52836"/>
                  <a:pt x="1638159" y="118014"/>
                </a:cubicBezTo>
                <a:lnTo>
                  <a:pt x="1638159" y="1934671"/>
                </a:lnTo>
                <a:cubicBezTo>
                  <a:pt x="1638159" y="1999849"/>
                  <a:pt x="1585321" y="2052685"/>
                  <a:pt x="1520145" y="2052685"/>
                </a:cubicBezTo>
                <a:lnTo>
                  <a:pt x="118014" y="2052685"/>
                </a:lnTo>
                <a:cubicBezTo>
                  <a:pt x="52836" y="2052685"/>
                  <a:pt x="0" y="1999849"/>
                  <a:pt x="0" y="1934671"/>
                </a:cubicBezTo>
                <a:lnTo>
                  <a:pt x="0" y="11801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396" name="path-365">
            <a:extLst xmlns:a="http://schemas.openxmlformats.org/drawingml/2006/main">
              <a:ext uri="{FF2B5EF4-FFF2-40B4-BE49-F238E27FC236}">
                <a16:creationId xmlns:a16="http://schemas.microsoft.com/office/drawing/2014/main" id="{D92B8675-000E-4B48-9572-5AE0BCB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1" y="2295631"/>
            <a:ext cx="2620990" cy="2052684"/>
          </a:xfrm>
          <a:custGeom xmlns:a="http://schemas.openxmlformats.org/drawingml/2006/main">
            <a:pathLst>
              <a:path w="2620990" h="2052684">
                <a:moveTo>
                  <a:pt x="0" y="147875"/>
                </a:moveTo>
                <a:cubicBezTo>
                  <a:pt x="0" y="66206"/>
                  <a:pt x="66207" y="0"/>
                  <a:pt x="147876" y="0"/>
                </a:cubicBezTo>
                <a:lnTo>
                  <a:pt x="2473116" y="0"/>
                </a:lnTo>
                <a:cubicBezTo>
                  <a:pt x="2554785" y="0"/>
                  <a:pt x="2620990" y="66206"/>
                  <a:pt x="2620990" y="147875"/>
                </a:cubicBezTo>
                <a:lnTo>
                  <a:pt x="2620990" y="1904809"/>
                </a:lnTo>
                <a:cubicBezTo>
                  <a:pt x="2620990" y="1986478"/>
                  <a:pt x="2554785" y="2052684"/>
                  <a:pt x="2473116" y="2052684"/>
                </a:cubicBezTo>
                <a:lnTo>
                  <a:pt x="147876" y="2052684"/>
                </a:lnTo>
                <a:cubicBezTo>
                  <a:pt x="66207" y="2052684"/>
                  <a:pt x="0" y="1986478"/>
                  <a:pt x="0" y="1904809"/>
                </a:cubicBezTo>
                <a:lnTo>
                  <a:pt x="0" y="147875"/>
                </a:lnTo>
              </a:path>
            </a:pathLst>
          </a:custGeom>
          <a:solidFill xmlns:a="http://schemas.openxmlformats.org/drawingml/2006/main">
            <a:srgbClr val="FBEFAD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7" name="path-366">
            <a:extLst xmlns:a="http://schemas.openxmlformats.org/drawingml/2006/main">
              <a:ext uri="{FF2B5EF4-FFF2-40B4-BE49-F238E27FC236}">
                <a16:creationId xmlns:a16="http://schemas.microsoft.com/office/drawing/2014/main" id="{7AC28A95-3C2D-4429-974E-DAB53E5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031" y="2295631"/>
            <a:ext cx="2620990" cy="2052684"/>
          </a:xfrm>
          <a:custGeom xmlns:a="http://schemas.openxmlformats.org/drawingml/2006/main">
            <a:pathLst>
              <a:path w="2620990" h="2052684">
                <a:moveTo>
                  <a:pt x="0" y="147875"/>
                </a:moveTo>
                <a:cubicBezTo>
                  <a:pt x="0" y="66206"/>
                  <a:pt x="66206" y="0"/>
                  <a:pt x="147874" y="0"/>
                </a:cubicBezTo>
                <a:lnTo>
                  <a:pt x="2473115" y="0"/>
                </a:lnTo>
                <a:cubicBezTo>
                  <a:pt x="2554783" y="0"/>
                  <a:pt x="2620990" y="66206"/>
                  <a:pt x="2620990" y="147875"/>
                </a:cubicBezTo>
                <a:lnTo>
                  <a:pt x="2620990" y="1904809"/>
                </a:lnTo>
                <a:cubicBezTo>
                  <a:pt x="2620990" y="1986477"/>
                  <a:pt x="2554783" y="2052684"/>
                  <a:pt x="2473115" y="2052684"/>
                </a:cubicBezTo>
                <a:lnTo>
                  <a:pt x="147874" y="2052684"/>
                </a:lnTo>
                <a:cubicBezTo>
                  <a:pt x="66206" y="2052684"/>
                  <a:pt x="0" y="1986477"/>
                  <a:pt x="0" y="1904809"/>
                </a:cubicBezTo>
                <a:lnTo>
                  <a:pt x="0" y="147875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0BACE32-A828-4736-820D-79FDB1F7A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c7702e3b64d49"/>
          <a:stretch xmlns:a="http://schemas.openxmlformats.org/drawingml/2006/main"/>
        </p:blipFill>
        <p:spPr>
          <a:xfrm xmlns:a="http://schemas.openxmlformats.org/drawingml/2006/main">
            <a:off x="6543065" y="2883549"/>
            <a:ext cx="1503180" cy="1503180"/>
          </a:xfrm>
          <a:prstGeom xmlns:a="http://schemas.openxmlformats.org/drawingml/2006/main" prst="rect">
            <a:avLst/>
          </a:prstGeom>
        </p:spPr>
      </p:pic>
      <p:pic>
        <p:nvPic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1590894-1350-420F-88AC-C617F58F8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e5bdafdf94fff"/>
          <a:stretch xmlns:a="http://schemas.openxmlformats.org/drawingml/2006/main"/>
        </p:blipFill>
        <p:spPr>
          <a:xfrm xmlns:a="http://schemas.openxmlformats.org/drawingml/2006/main">
            <a:off x="6543065" y="2883549"/>
            <a:ext cx="1503180" cy="1503180"/>
          </a:xfrm>
          <a:prstGeom xmlns:a="http://schemas.openxmlformats.org/drawingml/2006/main" prst="rect">
            <a:avLst/>
          </a:prstGeom>
        </p:spPr>
      </p:pic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B918AC4-7FA8-43A3-BB14-92AE60C86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17d25604a47c0"/>
          <a:stretch xmlns:a="http://schemas.openxmlformats.org/drawingml/2006/main"/>
        </p:blipFill>
        <p:spPr>
          <a:xfrm xmlns:a="http://schemas.openxmlformats.org/drawingml/2006/main">
            <a:off x="11551166" y="2302519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530C315-A3A1-4C86-9C0B-C6EC7C90D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a3a982914bab"/>
          <a:stretch xmlns:a="http://schemas.openxmlformats.org/drawingml/2006/main"/>
        </p:blipFill>
        <p:spPr>
          <a:xfrm xmlns:a="http://schemas.openxmlformats.org/drawingml/2006/main">
            <a:off x="11567432" y="2357478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402" name="text-371 Skill">
            <a:extLst xmlns:a="http://schemas.openxmlformats.org/drawingml/2006/main">
              <a:ext uri="{FF2B5EF4-FFF2-40B4-BE49-F238E27FC236}">
                <a16:creationId xmlns:a16="http://schemas.microsoft.com/office/drawing/2014/main" id="{6DCDDDF0-9353-4B93-8BA3-3A142AD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1765" y="2296093"/>
            <a:ext cx="409778" cy="308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403" name="text-372 Matcher">
            <a:extLst xmlns:a="http://schemas.openxmlformats.org/drawingml/2006/main">
              <a:ext uri="{FF2B5EF4-FFF2-40B4-BE49-F238E27FC236}">
                <a16:creationId xmlns:a16="http://schemas.microsoft.com/office/drawing/2014/main" id="{7E64E97C-5A1B-4EE4-81D5-41915E79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2779" y="2563641"/>
            <a:ext cx="809085" cy="306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Matcher</a:t>
            </a:r>
          </a:p>
        </p:txBody>
      </p:sp>
      <p:sp>
        <p:nvSpPr>
          <p:cNvPr id="404" name="text-373 Atomic">
            <a:extLst xmlns:a="http://schemas.openxmlformats.org/drawingml/2006/main">
              <a:ext uri="{FF2B5EF4-FFF2-40B4-BE49-F238E27FC236}">
                <a16:creationId xmlns:a16="http://schemas.microsoft.com/office/drawing/2014/main" id="{97AFF2B9-FA0B-4ACB-B5A9-C517B14C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37" y="2296913"/>
            <a:ext cx="674833" cy="306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Atomic</a:t>
            </a:r>
          </a:p>
        </p:txBody>
      </p:sp>
      <p:sp>
        <p:nvSpPr>
          <p:cNvPr id="405" name="text-374 Context">
            <a:extLst xmlns:a="http://schemas.openxmlformats.org/drawingml/2006/main">
              <a:ext uri="{FF2B5EF4-FFF2-40B4-BE49-F238E27FC236}">
                <a16:creationId xmlns:a16="http://schemas.microsoft.com/office/drawing/2014/main" id="{980A6F60-A8B5-44FE-A55F-6514172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6061" y="2297854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406" name="text-374 &amp;">
            <a:extLst xmlns:a="http://schemas.openxmlformats.org/drawingml/2006/main">
              <a:ext uri="{FF2B5EF4-FFF2-40B4-BE49-F238E27FC236}">
                <a16:creationId xmlns:a16="http://schemas.microsoft.com/office/drawing/2014/main" id="{FA064EEE-8FE3-4596-A536-A9774C8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8479" y="2297449"/>
            <a:ext cx="193443" cy="30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07" name="text-375 Instance">
            <a:extLst xmlns:a="http://schemas.openxmlformats.org/drawingml/2006/main">
              <a:ext uri="{FF2B5EF4-FFF2-40B4-BE49-F238E27FC236}">
                <a16:creationId xmlns:a16="http://schemas.microsoft.com/office/drawing/2014/main" id="{DF6F962A-8BE5-4AFA-83AF-9398279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4366" y="2563778"/>
            <a:ext cx="795822" cy="30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Instance</a:t>
            </a:r>
          </a:p>
        </p:txBody>
      </p:sp>
      <p:sp>
        <p:nvSpPr>
          <p:cNvPr id="408" name="text-375 Profiling">
            <a:extLst xmlns:a="http://schemas.openxmlformats.org/drawingml/2006/main">
              <a:ext uri="{FF2B5EF4-FFF2-40B4-BE49-F238E27FC236}">
                <a16:creationId xmlns:a16="http://schemas.microsoft.com/office/drawing/2014/main" id="{87AB8141-0161-4DA1-8296-8C823503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520" y="2562656"/>
            <a:ext cx="811007" cy="307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Profiling</a:t>
            </a:r>
          </a:p>
        </p:txBody>
      </p:sp>
      <p:pic>
        <p:nvPic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0FFB9CC-0161-40B6-9DF0-5395E0759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105bbb9644a0"/>
          <a:stretch xmlns:a="http://schemas.openxmlformats.org/drawingml/2006/main"/>
        </p:blipFill>
        <p:spPr>
          <a:xfrm xmlns:a="http://schemas.openxmlformats.org/drawingml/2006/main">
            <a:off x="6827956" y="2302519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6DFE6053-A73F-4251-A8F0-981C7B462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b40dff55245d4"/>
          <a:stretch xmlns:a="http://schemas.openxmlformats.org/drawingml/2006/main"/>
        </p:blipFill>
        <p:spPr>
          <a:xfrm xmlns:a="http://schemas.openxmlformats.org/drawingml/2006/main">
            <a:off x="6843032" y="2357478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411" name="text-378 WorkEnv">
            <a:extLst xmlns:a="http://schemas.openxmlformats.org/drawingml/2006/main">
              <a:ext uri="{FF2B5EF4-FFF2-40B4-BE49-F238E27FC236}">
                <a16:creationId xmlns:a16="http://schemas.microsoft.com/office/drawing/2014/main" id="{AA68B7D3-BD73-4C18-BAD3-40D01E7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822" y="2312165"/>
            <a:ext cx="848149" cy="30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12" name="text-379 Assembly">
            <a:extLst xmlns:a="http://schemas.openxmlformats.org/drawingml/2006/main">
              <a:ext uri="{FF2B5EF4-FFF2-40B4-BE49-F238E27FC236}">
                <a16:creationId xmlns:a16="http://schemas.microsoft.com/office/drawing/2014/main" id="{91B11977-F63B-4BE6-B964-3C060B0A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7049" y="2578507"/>
            <a:ext cx="899824" cy="306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Assembly</a:t>
            </a:r>
          </a:p>
        </p:txBody>
      </p:sp>
      <p:pic>
        <p:nvPic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24AB316-F739-4DB4-A912-210E7D040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dacf2b2f6416e"/>
          <a:stretch xmlns:a="http://schemas.openxmlformats.org/drawingml/2006/main"/>
        </p:blipFill>
        <p:spPr>
          <a:xfrm xmlns:a="http://schemas.openxmlformats.org/drawingml/2006/main">
            <a:off x="9594409" y="2317500"/>
            <a:ext cx="569784" cy="566060"/>
          </a:xfrm>
          <a:prstGeom xmlns:a="http://schemas.openxmlformats.org/drawingml/2006/main" prst="rect">
            <a:avLst/>
          </a:prstGeom>
        </p:spPr>
      </p:pic>
      <p:pic>
        <p:nvPic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3DD0889-CE9B-4988-8FC1-46FA458DF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3cb81b10b42a9"/>
          <a:stretch xmlns:a="http://schemas.openxmlformats.org/drawingml/2006/main"/>
        </p:blipFill>
        <p:spPr>
          <a:xfrm xmlns:a="http://schemas.openxmlformats.org/drawingml/2006/main">
            <a:off x="9605282" y="2376528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415" name="path-382">
            <a:extLst xmlns:a="http://schemas.openxmlformats.org/drawingml/2006/main">
              <a:ext uri="{FF2B5EF4-FFF2-40B4-BE49-F238E27FC236}">
                <a16:creationId xmlns:a16="http://schemas.microsoft.com/office/drawing/2014/main" id="{008748D1-A491-4E60-8CF6-5B979025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489" y="2871266"/>
            <a:ext cx="2468097" cy="1359558"/>
          </a:xfrm>
          <a:custGeom xmlns:a="http://schemas.openxmlformats.org/drawingml/2006/main">
            <a:pathLst>
              <a:path w="2468097" h="1359558">
                <a:moveTo>
                  <a:pt x="0" y="101218"/>
                </a:moveTo>
                <a:cubicBezTo>
                  <a:pt x="0" y="45317"/>
                  <a:pt x="45318" y="0"/>
                  <a:pt x="101218" y="0"/>
                </a:cubicBezTo>
                <a:lnTo>
                  <a:pt x="2366879" y="0"/>
                </a:lnTo>
                <a:cubicBezTo>
                  <a:pt x="2422780" y="0"/>
                  <a:pt x="2468097" y="45317"/>
                  <a:pt x="2468097" y="101218"/>
                </a:cubicBezTo>
                <a:lnTo>
                  <a:pt x="2468097" y="1258340"/>
                </a:lnTo>
                <a:cubicBezTo>
                  <a:pt x="2468097" y="1314241"/>
                  <a:pt x="2422780" y="1359558"/>
                  <a:pt x="2366879" y="1359558"/>
                </a:cubicBezTo>
                <a:lnTo>
                  <a:pt x="101218" y="1359558"/>
                </a:lnTo>
                <a:cubicBezTo>
                  <a:pt x="45318" y="1359558"/>
                  <a:pt x="0" y="1314241"/>
                  <a:pt x="0" y="1258340"/>
                </a:cubicBezTo>
                <a:lnTo>
                  <a:pt x="0" y="101218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83">
            <a:extLst xmlns:a="http://schemas.openxmlformats.org/drawingml/2006/main">
              <a:ext uri="{FF2B5EF4-FFF2-40B4-BE49-F238E27FC236}">
                <a16:creationId xmlns:a16="http://schemas.microsoft.com/office/drawing/2014/main" id="{E90D6F96-8630-4B4F-8F55-3EA156AF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489" y="2871266"/>
            <a:ext cx="2468097" cy="1359557"/>
          </a:xfrm>
          <a:custGeom xmlns:a="http://schemas.openxmlformats.org/drawingml/2006/main">
            <a:pathLst>
              <a:path w="2468097" h="1359557">
                <a:moveTo>
                  <a:pt x="0" y="101218"/>
                </a:moveTo>
                <a:cubicBezTo>
                  <a:pt x="0" y="45317"/>
                  <a:pt x="45317" y="0"/>
                  <a:pt x="101218" y="0"/>
                </a:cubicBezTo>
                <a:lnTo>
                  <a:pt x="2366879" y="0"/>
                </a:lnTo>
                <a:cubicBezTo>
                  <a:pt x="2422782" y="0"/>
                  <a:pt x="2468097" y="45317"/>
                  <a:pt x="2468097" y="101218"/>
                </a:cubicBezTo>
                <a:lnTo>
                  <a:pt x="2468097" y="1258340"/>
                </a:lnTo>
                <a:cubicBezTo>
                  <a:pt x="2468097" y="1314241"/>
                  <a:pt x="2422782" y="1359557"/>
                  <a:pt x="2366879" y="1359557"/>
                </a:cubicBezTo>
                <a:lnTo>
                  <a:pt x="101218" y="1359557"/>
                </a:lnTo>
                <a:cubicBezTo>
                  <a:pt x="45317" y="1359557"/>
                  <a:pt x="0" y="1314241"/>
                  <a:pt x="0" y="1258340"/>
                </a:cubicBezTo>
                <a:lnTo>
                  <a:pt x="0" y="101218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sp>
        <p:nvSpPr>
          <p:cNvPr id="417" name="text-384 Semantics">
            <a:extLst xmlns:a="http://schemas.openxmlformats.org/drawingml/2006/main">
              <a:ext uri="{FF2B5EF4-FFF2-40B4-BE49-F238E27FC236}">
                <a16:creationId xmlns:a16="http://schemas.microsoft.com/office/drawing/2014/main" id="{636F2C3C-D7AD-45B1-82C4-0CED5E5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7985" y="3730876"/>
            <a:ext cx="801674" cy="26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Semantics</a:t>
            </a:r>
          </a:p>
        </p:txBody>
      </p:sp>
      <p:sp>
        <p:nvSpPr>
          <p:cNvPr id="418" name="text-384 &amp;">
            <a:extLst xmlns:a="http://schemas.openxmlformats.org/drawingml/2006/main">
              <a:ext uri="{FF2B5EF4-FFF2-40B4-BE49-F238E27FC236}">
                <a16:creationId xmlns:a16="http://schemas.microsoft.com/office/drawing/2014/main" id="{2DCB8D05-2AE9-4658-B7F4-C34D10D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8053" y="3730691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19" name="text-384 Relations">
            <a:extLst xmlns:a="http://schemas.openxmlformats.org/drawingml/2006/main">
              <a:ext uri="{FF2B5EF4-FFF2-40B4-BE49-F238E27FC236}">
                <a16:creationId xmlns:a16="http://schemas.microsoft.com/office/drawing/2014/main" id="{87E5A58E-93C3-430C-8E90-4ABAD4B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826" y="3731060"/>
            <a:ext cx="729481" cy="261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sp>
        <p:nvSpPr>
          <p:cNvPr id="420" name="text-385 &amp;">
            <a:extLst xmlns:a="http://schemas.openxmlformats.org/drawingml/2006/main">
              <a:ext uri="{FF2B5EF4-FFF2-40B4-BE49-F238E27FC236}">
                <a16:creationId xmlns:a16="http://schemas.microsoft.com/office/drawing/2014/main" id="{21931EF3-4A20-4491-B657-13D22D3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865" y="3730691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21" name="text-386 Executability">
            <a:extLst xmlns:a="http://schemas.openxmlformats.org/drawingml/2006/main">
              <a:ext uri="{FF2B5EF4-FFF2-40B4-BE49-F238E27FC236}">
                <a16:creationId xmlns:a16="http://schemas.microsoft.com/office/drawing/2014/main" id="{E594F51A-42B5-4BBD-A76F-200579D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863" y="3963292"/>
            <a:ext cx="993995" cy="262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Executability</a:t>
            </a:r>
          </a:p>
        </p:txBody>
      </p:sp>
      <p:sp>
        <p:nvSpPr>
          <p:cNvPr id="422" name="path-387">
            <a:extLst xmlns:a="http://schemas.openxmlformats.org/drawingml/2006/main">
              <a:ext uri="{FF2B5EF4-FFF2-40B4-BE49-F238E27FC236}">
                <a16:creationId xmlns:a16="http://schemas.microsoft.com/office/drawing/2014/main" id="{049BBF96-860C-4AD9-9308-4AC4663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495" y="2288336"/>
            <a:ext cx="1496479" cy="1969625"/>
          </a:xfrm>
          <a:custGeom xmlns:a="http://schemas.openxmlformats.org/drawingml/2006/main">
            <a:pathLst>
              <a:path w="1496479" h="1969625">
                <a:moveTo>
                  <a:pt x="0" y="134354"/>
                </a:moveTo>
                <a:cubicBezTo>
                  <a:pt x="0" y="60152"/>
                  <a:pt x="60152" y="0"/>
                  <a:pt x="134354" y="0"/>
                </a:cubicBezTo>
                <a:lnTo>
                  <a:pt x="1362127" y="0"/>
                </a:lnTo>
                <a:cubicBezTo>
                  <a:pt x="1436328" y="0"/>
                  <a:pt x="1496479" y="60152"/>
                  <a:pt x="1496479" y="134354"/>
                </a:cubicBezTo>
                <a:lnTo>
                  <a:pt x="1496479" y="1835272"/>
                </a:lnTo>
                <a:cubicBezTo>
                  <a:pt x="1496479" y="1909473"/>
                  <a:pt x="1436328" y="1969625"/>
                  <a:pt x="1362127" y="1969625"/>
                </a:cubicBezTo>
                <a:lnTo>
                  <a:pt x="134354" y="1969625"/>
                </a:lnTo>
                <a:cubicBezTo>
                  <a:pt x="60152" y="1969625"/>
                  <a:pt x="0" y="1909473"/>
                  <a:pt x="0" y="1835272"/>
                </a:cubicBezTo>
                <a:lnTo>
                  <a:pt x="0" y="134354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3" name="path-388">
            <a:extLst xmlns:a="http://schemas.openxmlformats.org/drawingml/2006/main">
              <a:ext uri="{FF2B5EF4-FFF2-40B4-BE49-F238E27FC236}">
                <a16:creationId xmlns:a16="http://schemas.microsoft.com/office/drawing/2014/main" id="{542E15BF-8AB7-4DFC-8F5E-33820AEA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495" y="2288336"/>
            <a:ext cx="1496481" cy="1969626"/>
          </a:xfrm>
          <a:custGeom xmlns:a="http://schemas.openxmlformats.org/drawingml/2006/main">
            <a:pathLst>
              <a:path w="1496481" h="1969626">
                <a:moveTo>
                  <a:pt x="0" y="134354"/>
                </a:moveTo>
                <a:cubicBezTo>
                  <a:pt x="0" y="60152"/>
                  <a:pt x="60153" y="0"/>
                  <a:pt x="134355" y="0"/>
                </a:cubicBezTo>
                <a:lnTo>
                  <a:pt x="1362125" y="0"/>
                </a:lnTo>
                <a:cubicBezTo>
                  <a:pt x="1436328" y="0"/>
                  <a:pt x="1496481" y="60152"/>
                  <a:pt x="1496481" y="134354"/>
                </a:cubicBezTo>
                <a:lnTo>
                  <a:pt x="1496481" y="1835272"/>
                </a:lnTo>
                <a:cubicBezTo>
                  <a:pt x="1496481" y="1909475"/>
                  <a:pt x="1436328" y="1969626"/>
                  <a:pt x="1362125" y="1969626"/>
                </a:cubicBezTo>
                <a:lnTo>
                  <a:pt x="134355" y="1969626"/>
                </a:lnTo>
                <a:cubicBezTo>
                  <a:pt x="60153" y="1969626"/>
                  <a:pt x="0" y="1909475"/>
                  <a:pt x="0" y="1835272"/>
                </a:cubicBezTo>
                <a:lnTo>
                  <a:pt x="0" y="134354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4" name="path-389">
            <a:extLst xmlns:a="http://schemas.openxmlformats.org/drawingml/2006/main">
              <a:ext uri="{FF2B5EF4-FFF2-40B4-BE49-F238E27FC236}">
                <a16:creationId xmlns:a16="http://schemas.microsoft.com/office/drawing/2014/main" id="{EF93192C-8998-4AEE-A5E1-81FBFAB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513" y="2337879"/>
            <a:ext cx="1482148" cy="1969630"/>
          </a:xfrm>
          <a:custGeom xmlns:a="http://schemas.openxmlformats.org/drawingml/2006/main">
            <a:pathLst>
              <a:path w="1482148" h="1969630">
                <a:moveTo>
                  <a:pt x="0" y="133067"/>
                </a:moveTo>
                <a:cubicBezTo>
                  <a:pt x="0" y="59576"/>
                  <a:pt x="59575" y="0"/>
                  <a:pt x="133066" y="0"/>
                </a:cubicBezTo>
                <a:lnTo>
                  <a:pt x="1349082" y="0"/>
                </a:lnTo>
                <a:cubicBezTo>
                  <a:pt x="1422574" y="0"/>
                  <a:pt x="1482148" y="59576"/>
                  <a:pt x="1482148" y="133067"/>
                </a:cubicBezTo>
                <a:lnTo>
                  <a:pt x="1482148" y="1836563"/>
                </a:lnTo>
                <a:cubicBezTo>
                  <a:pt x="1482148" y="1910054"/>
                  <a:pt x="1422574" y="1969630"/>
                  <a:pt x="1349082" y="1969630"/>
                </a:cubicBezTo>
                <a:lnTo>
                  <a:pt x="133066" y="1969630"/>
                </a:lnTo>
                <a:cubicBezTo>
                  <a:pt x="59575" y="1969630"/>
                  <a:pt x="0" y="1910054"/>
                  <a:pt x="0" y="1836563"/>
                </a:cubicBezTo>
                <a:lnTo>
                  <a:pt x="0" y="133067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5" name="path-390">
            <a:extLst xmlns:a="http://schemas.openxmlformats.org/drawingml/2006/main">
              <a:ext uri="{FF2B5EF4-FFF2-40B4-BE49-F238E27FC236}">
                <a16:creationId xmlns:a16="http://schemas.microsoft.com/office/drawing/2014/main" id="{4504CE37-5443-436B-BDC1-AC2F2AF1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513" y="2337879"/>
            <a:ext cx="1482148" cy="1969630"/>
          </a:xfrm>
          <a:custGeom xmlns:a="http://schemas.openxmlformats.org/drawingml/2006/main">
            <a:pathLst>
              <a:path w="1482148" h="1969630">
                <a:moveTo>
                  <a:pt x="0" y="133066"/>
                </a:moveTo>
                <a:cubicBezTo>
                  <a:pt x="0" y="59576"/>
                  <a:pt x="59576" y="0"/>
                  <a:pt x="133066" y="0"/>
                </a:cubicBezTo>
                <a:lnTo>
                  <a:pt x="1349082" y="0"/>
                </a:lnTo>
                <a:cubicBezTo>
                  <a:pt x="1422572" y="0"/>
                  <a:pt x="1482148" y="59576"/>
                  <a:pt x="1482148" y="133066"/>
                </a:cubicBezTo>
                <a:lnTo>
                  <a:pt x="1482148" y="1836564"/>
                </a:lnTo>
                <a:cubicBezTo>
                  <a:pt x="1482148" y="1910053"/>
                  <a:pt x="1422572" y="1969630"/>
                  <a:pt x="1349082" y="1969630"/>
                </a:cubicBezTo>
                <a:lnTo>
                  <a:pt x="133066" y="1969630"/>
                </a:lnTo>
                <a:cubicBezTo>
                  <a:pt x="59576" y="1969630"/>
                  <a:pt x="0" y="1910053"/>
                  <a:pt x="0" y="1836564"/>
                </a:cubicBezTo>
                <a:lnTo>
                  <a:pt x="0" y="13306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6" name="path-391">
            <a:extLst xmlns:a="http://schemas.openxmlformats.org/drawingml/2006/main">
              <a:ext uri="{FF2B5EF4-FFF2-40B4-BE49-F238E27FC236}">
                <a16:creationId xmlns:a16="http://schemas.microsoft.com/office/drawing/2014/main" id="{657E8BF1-3100-451B-A7D9-D0CC2F0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41" y="2387440"/>
            <a:ext cx="1482150" cy="1969631"/>
          </a:xfrm>
          <a:custGeom xmlns:a="http://schemas.openxmlformats.org/drawingml/2006/main">
            <a:pathLst>
              <a:path w="1482150" h="1969631">
                <a:moveTo>
                  <a:pt x="0" y="133066"/>
                </a:moveTo>
                <a:cubicBezTo>
                  <a:pt x="0" y="59576"/>
                  <a:pt x="59576" y="0"/>
                  <a:pt x="133067" y="0"/>
                </a:cubicBezTo>
                <a:lnTo>
                  <a:pt x="1349084" y="0"/>
                </a:lnTo>
                <a:cubicBezTo>
                  <a:pt x="1422574" y="0"/>
                  <a:pt x="1482150" y="59576"/>
                  <a:pt x="1482150" y="133066"/>
                </a:cubicBezTo>
                <a:lnTo>
                  <a:pt x="1482150" y="1836564"/>
                </a:lnTo>
                <a:cubicBezTo>
                  <a:pt x="1482150" y="1910055"/>
                  <a:pt x="1422574" y="1969631"/>
                  <a:pt x="1349084" y="1969631"/>
                </a:cubicBezTo>
                <a:lnTo>
                  <a:pt x="133067" y="1969631"/>
                </a:lnTo>
                <a:cubicBezTo>
                  <a:pt x="59576" y="1969631"/>
                  <a:pt x="0" y="1910055"/>
                  <a:pt x="0" y="1836564"/>
                </a:cubicBezTo>
                <a:lnTo>
                  <a:pt x="0" y="133066"/>
                </a:lnTo>
              </a:path>
            </a:pathLst>
          </a:custGeom>
          <a:solidFill xmlns:a="http://schemas.openxmlformats.org/drawingml/2006/main">
            <a:srgbClr val="FAC35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7" name="path-392">
            <a:extLst xmlns:a="http://schemas.openxmlformats.org/drawingml/2006/main">
              <a:ext uri="{FF2B5EF4-FFF2-40B4-BE49-F238E27FC236}">
                <a16:creationId xmlns:a16="http://schemas.microsoft.com/office/drawing/2014/main" id="{1597185A-ACF4-4BE0-9A1D-3AD86B2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9141" y="2387440"/>
            <a:ext cx="1482150" cy="1969631"/>
          </a:xfrm>
          <a:custGeom xmlns:a="http://schemas.openxmlformats.org/drawingml/2006/main">
            <a:pathLst>
              <a:path w="1482150" h="1969631">
                <a:moveTo>
                  <a:pt x="0" y="133066"/>
                </a:moveTo>
                <a:cubicBezTo>
                  <a:pt x="0" y="59576"/>
                  <a:pt x="59576" y="0"/>
                  <a:pt x="133067" y="0"/>
                </a:cubicBezTo>
                <a:lnTo>
                  <a:pt x="1349084" y="0"/>
                </a:lnTo>
                <a:cubicBezTo>
                  <a:pt x="1422574" y="0"/>
                  <a:pt x="1482150" y="59576"/>
                  <a:pt x="1482150" y="133066"/>
                </a:cubicBezTo>
                <a:lnTo>
                  <a:pt x="1482150" y="1836565"/>
                </a:lnTo>
                <a:cubicBezTo>
                  <a:pt x="1482150" y="1910055"/>
                  <a:pt x="1422574" y="1969631"/>
                  <a:pt x="1349084" y="1969631"/>
                </a:cubicBezTo>
                <a:lnTo>
                  <a:pt x="133067" y="1969631"/>
                </a:lnTo>
                <a:cubicBezTo>
                  <a:pt x="59576" y="1969631"/>
                  <a:pt x="0" y="1910055"/>
                  <a:pt x="0" y="1836565"/>
                </a:cubicBezTo>
                <a:lnTo>
                  <a:pt x="0" y="13306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E97132"/>
            </a:solidFill>
            <a:prstDash val="solid"/>
          </a:ln>
        </p:spPr>
      </p:sp>
      <p:sp>
        <p:nvSpPr>
          <p:cNvPr id="428" name="path-393">
            <a:extLst xmlns:a="http://schemas.openxmlformats.org/drawingml/2006/main">
              <a:ext uri="{FF2B5EF4-FFF2-40B4-BE49-F238E27FC236}">
                <a16:creationId xmlns:a16="http://schemas.microsoft.com/office/drawing/2014/main" id="{0B07A430-6725-41CD-9903-8151002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9724" y="2897003"/>
            <a:ext cx="1351088" cy="1309208"/>
          </a:xfrm>
          <a:custGeom xmlns:a="http://schemas.openxmlformats.org/drawingml/2006/main">
            <a:pathLst>
              <a:path w="1351088" h="1309208">
                <a:moveTo>
                  <a:pt x="0" y="117542"/>
                </a:moveTo>
                <a:cubicBezTo>
                  <a:pt x="0" y="52625"/>
                  <a:pt x="52624" y="0"/>
                  <a:pt x="117540" y="0"/>
                </a:cubicBezTo>
                <a:lnTo>
                  <a:pt x="1233548" y="0"/>
                </a:lnTo>
                <a:cubicBezTo>
                  <a:pt x="1298463" y="0"/>
                  <a:pt x="1351088" y="52625"/>
                  <a:pt x="1351088" y="117542"/>
                </a:cubicBezTo>
                <a:lnTo>
                  <a:pt x="1351088" y="1191669"/>
                </a:lnTo>
                <a:cubicBezTo>
                  <a:pt x="1351088" y="1256584"/>
                  <a:pt x="1298463" y="1309208"/>
                  <a:pt x="1233548" y="1309208"/>
                </a:cubicBezTo>
                <a:lnTo>
                  <a:pt x="117540" y="1309208"/>
                </a:lnTo>
                <a:cubicBezTo>
                  <a:pt x="52624" y="1309208"/>
                  <a:pt x="0" y="1256584"/>
                  <a:pt x="0" y="1191669"/>
                </a:cubicBezTo>
                <a:lnTo>
                  <a:pt x="0" y="117542"/>
                </a:lnTo>
              </a:path>
            </a:pathLst>
          </a:custGeom>
          <a:solidFill xmlns:a="http://schemas.openxmlformats.org/drawingml/2006/main">
            <a:srgbClr val="FBEFA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9" name="text-394 Task">
            <a:extLst xmlns:a="http://schemas.openxmlformats.org/drawingml/2006/main">
              <a:ext uri="{FF2B5EF4-FFF2-40B4-BE49-F238E27FC236}">
                <a16:creationId xmlns:a16="http://schemas.microsoft.com/office/drawing/2014/main" id="{39C1B8F9-E136-4E77-983D-788E5CF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4435" y="2373201"/>
            <a:ext cx="436372" cy="30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30" name="text-395 Candidate">
            <a:extLst xmlns:a="http://schemas.openxmlformats.org/drawingml/2006/main">
              <a:ext uri="{FF2B5EF4-FFF2-40B4-BE49-F238E27FC236}">
                <a16:creationId xmlns:a16="http://schemas.microsoft.com/office/drawing/2014/main" id="{7EA826BD-42E1-4191-A9F9-EA4E7DB9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3957" y="2638587"/>
            <a:ext cx="964859" cy="30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431" name="path-396">
            <a:extLst xmlns:a="http://schemas.openxmlformats.org/drawingml/2006/main">
              <a:ext uri="{FF2B5EF4-FFF2-40B4-BE49-F238E27FC236}">
                <a16:creationId xmlns:a16="http://schemas.microsoft.com/office/drawing/2014/main" id="{245C907B-451D-4D0A-A2E2-C936E6B1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672" y="2711566"/>
            <a:ext cx="125670" cy="145742"/>
          </a:xfrm>
          <a:custGeom xmlns:a="http://schemas.openxmlformats.org/drawingml/2006/main">
            <a:pathLst>
              <a:path w="125670" h="145742">
                <a:moveTo>
                  <a:pt x="125670" y="0"/>
                </a:moveTo>
                <a:lnTo>
                  <a:pt x="117235" y="38651"/>
                </a:lnTo>
                <a:lnTo>
                  <a:pt x="103568" y="38651"/>
                </a:lnTo>
                <a:cubicBezTo>
                  <a:pt x="103497" y="30750"/>
                  <a:pt x="103034" y="25216"/>
                  <a:pt x="102180" y="22048"/>
                </a:cubicBezTo>
                <a:cubicBezTo>
                  <a:pt x="101326" y="18881"/>
                  <a:pt x="99955" y="16496"/>
                  <a:pt x="98069" y="14895"/>
                </a:cubicBezTo>
                <a:cubicBezTo>
                  <a:pt x="96183" y="13293"/>
                  <a:pt x="93531" y="12492"/>
                  <a:pt x="90115" y="12492"/>
                </a:cubicBezTo>
                <a:lnTo>
                  <a:pt x="80612" y="12492"/>
                </a:lnTo>
                <a:lnTo>
                  <a:pt x="57656" y="116914"/>
                </a:lnTo>
                <a:cubicBezTo>
                  <a:pt x="57158" y="119263"/>
                  <a:pt x="56802" y="121256"/>
                  <a:pt x="56589" y="122893"/>
                </a:cubicBezTo>
                <a:cubicBezTo>
                  <a:pt x="56375" y="124531"/>
                  <a:pt x="56268" y="126702"/>
                  <a:pt x="56268" y="129406"/>
                </a:cubicBezTo>
                <a:cubicBezTo>
                  <a:pt x="56268" y="132681"/>
                  <a:pt x="57105" y="134994"/>
                  <a:pt x="58777" y="136347"/>
                </a:cubicBezTo>
                <a:cubicBezTo>
                  <a:pt x="60450" y="137699"/>
                  <a:pt x="63066" y="138482"/>
                  <a:pt x="66625" y="138696"/>
                </a:cubicBezTo>
                <a:lnTo>
                  <a:pt x="65130" y="145742"/>
                </a:lnTo>
                <a:lnTo>
                  <a:pt x="8435" y="145742"/>
                </a:lnTo>
                <a:lnTo>
                  <a:pt x="9930" y="138696"/>
                </a:lnTo>
                <a:cubicBezTo>
                  <a:pt x="13062" y="138268"/>
                  <a:pt x="15553" y="137343"/>
                  <a:pt x="17404" y="135920"/>
                </a:cubicBezTo>
                <a:cubicBezTo>
                  <a:pt x="19254" y="134496"/>
                  <a:pt x="20803" y="132378"/>
                  <a:pt x="22048" y="129567"/>
                </a:cubicBezTo>
                <a:cubicBezTo>
                  <a:pt x="23294" y="126755"/>
                  <a:pt x="24557" y="122538"/>
                  <a:pt x="25839" y="116914"/>
                </a:cubicBezTo>
                <a:lnTo>
                  <a:pt x="48794" y="12492"/>
                </a:lnTo>
                <a:lnTo>
                  <a:pt x="40253" y="12492"/>
                </a:lnTo>
                <a:cubicBezTo>
                  <a:pt x="36338" y="12492"/>
                  <a:pt x="33170" y="13079"/>
                  <a:pt x="30750" y="14254"/>
                </a:cubicBezTo>
                <a:cubicBezTo>
                  <a:pt x="28330" y="15428"/>
                  <a:pt x="25625" y="17884"/>
                  <a:pt x="22635" y="21621"/>
                </a:cubicBezTo>
                <a:cubicBezTo>
                  <a:pt x="19646" y="25358"/>
                  <a:pt x="16763" y="30287"/>
                  <a:pt x="13987" y="36409"/>
                </a:cubicBezTo>
                <a:lnTo>
                  <a:pt x="0" y="36409"/>
                </a:lnTo>
                <a:lnTo>
                  <a:pt x="8008" y="0"/>
                </a:lnTo>
                <a:lnTo>
                  <a:pt x="1256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397">
            <a:extLst xmlns:a="http://schemas.openxmlformats.org/drawingml/2006/main">
              <a:ext uri="{FF2B5EF4-FFF2-40B4-BE49-F238E27FC236}">
                <a16:creationId xmlns:a16="http://schemas.microsoft.com/office/drawing/2014/main" id="{572BC530-9869-47D5-B912-97E8060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5543" y="2796207"/>
            <a:ext cx="41946" cy="107305"/>
          </a:xfrm>
          <a:custGeom xmlns:a="http://schemas.openxmlformats.org/drawingml/2006/main">
            <a:pathLst>
              <a:path w="41946" h="107305">
                <a:moveTo>
                  <a:pt x="39963" y="0"/>
                </a:moveTo>
                <a:lnTo>
                  <a:pt x="35997" y="18685"/>
                </a:lnTo>
                <a:lnTo>
                  <a:pt x="16244" y="18685"/>
                </a:lnTo>
                <a:lnTo>
                  <a:pt x="20439" y="0"/>
                </a:lnTo>
                <a:lnTo>
                  <a:pt x="39963" y="0"/>
                </a:lnTo>
                <a:moveTo>
                  <a:pt x="22498" y="82061"/>
                </a:moveTo>
                <a:cubicBezTo>
                  <a:pt x="21990" y="84197"/>
                  <a:pt x="21647" y="85849"/>
                  <a:pt x="21469" y="87018"/>
                </a:cubicBezTo>
                <a:cubicBezTo>
                  <a:pt x="21291" y="88188"/>
                  <a:pt x="21202" y="89510"/>
                  <a:pt x="21202" y="90984"/>
                </a:cubicBezTo>
                <a:cubicBezTo>
                  <a:pt x="21202" y="92967"/>
                  <a:pt x="21532" y="94340"/>
                  <a:pt x="22193" y="95102"/>
                </a:cubicBezTo>
                <a:cubicBezTo>
                  <a:pt x="22854" y="95865"/>
                  <a:pt x="23795" y="96246"/>
                  <a:pt x="25015" y="96246"/>
                </a:cubicBezTo>
                <a:cubicBezTo>
                  <a:pt x="26489" y="96246"/>
                  <a:pt x="28142" y="95547"/>
                  <a:pt x="29972" y="94149"/>
                </a:cubicBezTo>
                <a:cubicBezTo>
                  <a:pt x="31803" y="92751"/>
                  <a:pt x="33963" y="90628"/>
                  <a:pt x="36455" y="87781"/>
                </a:cubicBezTo>
                <a:lnTo>
                  <a:pt x="41946" y="93272"/>
                </a:lnTo>
                <a:cubicBezTo>
                  <a:pt x="36963" y="98356"/>
                  <a:pt x="32502" y="101966"/>
                  <a:pt x="28561" y="104102"/>
                </a:cubicBezTo>
                <a:cubicBezTo>
                  <a:pt x="24621" y="106237"/>
                  <a:pt x="20286" y="107305"/>
                  <a:pt x="15558" y="107305"/>
                </a:cubicBezTo>
                <a:cubicBezTo>
                  <a:pt x="10169" y="107305"/>
                  <a:pt x="6228" y="105983"/>
                  <a:pt x="3737" y="103339"/>
                </a:cubicBezTo>
                <a:cubicBezTo>
                  <a:pt x="1246" y="100695"/>
                  <a:pt x="0" y="96704"/>
                  <a:pt x="0" y="91366"/>
                </a:cubicBezTo>
                <a:cubicBezTo>
                  <a:pt x="0" y="87959"/>
                  <a:pt x="559" y="83968"/>
                  <a:pt x="1678" y="79392"/>
                </a:cubicBezTo>
                <a:lnTo>
                  <a:pt x="8084" y="52852"/>
                </a:lnTo>
                <a:cubicBezTo>
                  <a:pt x="9253" y="48022"/>
                  <a:pt x="9838" y="44208"/>
                  <a:pt x="9838" y="41412"/>
                </a:cubicBezTo>
                <a:cubicBezTo>
                  <a:pt x="9838" y="39429"/>
                  <a:pt x="9368" y="38018"/>
                  <a:pt x="8427" y="37179"/>
                </a:cubicBezTo>
                <a:cubicBezTo>
                  <a:pt x="7487" y="36340"/>
                  <a:pt x="5517" y="35768"/>
                  <a:pt x="2517" y="35463"/>
                </a:cubicBezTo>
                <a:lnTo>
                  <a:pt x="3661" y="30430"/>
                </a:lnTo>
                <a:lnTo>
                  <a:pt x="26006" y="29591"/>
                </a:lnTo>
                <a:lnTo>
                  <a:pt x="34701" y="29591"/>
                </a:lnTo>
                <a:lnTo>
                  <a:pt x="22498" y="82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45200E9-AFC4-4BFC-B6DC-F52B1E906D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e74aadacc48ec"/>
          <a:stretch xmlns:a="http://schemas.openxmlformats.org/drawingml/2006/main"/>
        </p:blipFill>
        <p:spPr>
          <a:xfrm xmlns:a="http://schemas.openxmlformats.org/drawingml/2006/main">
            <a:off x="13283009" y="2302518"/>
            <a:ext cx="479818" cy="479818"/>
          </a:xfrm>
          <a:prstGeom xmlns:a="http://schemas.openxmlformats.org/drawingml/2006/main" prst="rect">
            <a:avLst/>
          </a:prstGeom>
        </p:spPr>
      </p:pic>
      <p:pic>
        <p:nvPic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2297903-A693-4451-98EE-AF12EC1C8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881dc67dc40d3"/>
          <a:stretch xmlns:a="http://schemas.openxmlformats.org/drawingml/2006/main"/>
        </p:blipFill>
        <p:spPr>
          <a:xfrm xmlns:a="http://schemas.openxmlformats.org/drawingml/2006/main">
            <a:off x="13291457" y="23574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35" name="text-400 Task">
            <a:extLst xmlns:a="http://schemas.openxmlformats.org/drawingml/2006/main">
              <a:ext uri="{FF2B5EF4-FFF2-40B4-BE49-F238E27FC236}">
                <a16:creationId xmlns:a16="http://schemas.microsoft.com/office/drawing/2014/main" id="{21361446-3047-4913-A545-C83590A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405079"/>
            <a:ext cx="362662" cy="26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36" name="text-400 Instruction">
            <a:extLst xmlns:a="http://schemas.openxmlformats.org/drawingml/2006/main">
              <a:ext uri="{FF2B5EF4-FFF2-40B4-BE49-F238E27FC236}">
                <a16:creationId xmlns:a16="http://schemas.microsoft.com/office/drawing/2014/main" id="{7DB59269-C008-4D9E-BCD9-36AB102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4444" y="3404957"/>
            <a:ext cx="844708" cy="261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437" name="text-401 Starter">
            <a:extLst xmlns:a="http://schemas.openxmlformats.org/drawingml/2006/main">
              <a:ext uri="{FF2B5EF4-FFF2-40B4-BE49-F238E27FC236}">
                <a16:creationId xmlns:a16="http://schemas.microsoft.com/office/drawing/2014/main" id="{44F9089F-B4A3-4684-82BF-2B56DC0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637556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438" name="text-401 WorkEnv">
            <a:extLst xmlns:a="http://schemas.openxmlformats.org/drawingml/2006/main">
              <a:ext uri="{FF2B5EF4-FFF2-40B4-BE49-F238E27FC236}">
                <a16:creationId xmlns:a16="http://schemas.microsoft.com/office/drawing/2014/main" id="{FD5B45B5-CEF9-46F2-B062-95CA69B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3223" y="3637301"/>
            <a:ext cx="703781" cy="26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39" name="text-402 Reference">
            <a:extLst xmlns:a="http://schemas.openxmlformats.org/drawingml/2006/main">
              <a:ext uri="{FF2B5EF4-FFF2-40B4-BE49-F238E27FC236}">
                <a16:creationId xmlns:a16="http://schemas.microsoft.com/office/drawing/2014/main" id="{66799D4D-CDD2-4C6C-9891-F55AE3B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1648" y="3858187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440" name="text-402 State">
            <a:extLst xmlns:a="http://schemas.openxmlformats.org/drawingml/2006/main">
              <a:ext uri="{FF2B5EF4-FFF2-40B4-BE49-F238E27FC236}">
                <a16:creationId xmlns:a16="http://schemas.microsoft.com/office/drawing/2014/main" id="{DBEA5CB5-31F9-4D0C-ADDB-EC375C2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2598" y="3859197"/>
            <a:ext cx="422906" cy="26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441" name="path-403">
            <a:extLst xmlns:a="http://schemas.openxmlformats.org/drawingml/2006/main">
              <a:ext uri="{FF2B5EF4-FFF2-40B4-BE49-F238E27FC236}">
                <a16:creationId xmlns:a16="http://schemas.microsoft.com/office/drawing/2014/main" id="{5D593AEA-BB98-4C48-9133-7252F852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83" y="2875742"/>
            <a:ext cx="1527471" cy="1405350"/>
          </a:xfrm>
          <a:custGeom xmlns:a="http://schemas.openxmlformats.org/drawingml/2006/main">
            <a:pathLst>
              <a:path w="1527471" h="1405350">
                <a:moveTo>
                  <a:pt x="0" y="153662"/>
                </a:moveTo>
                <a:cubicBezTo>
                  <a:pt x="0" y="68797"/>
                  <a:pt x="68796" y="0"/>
                  <a:pt x="153661" y="0"/>
                </a:cubicBezTo>
                <a:lnTo>
                  <a:pt x="1373811" y="0"/>
                </a:lnTo>
                <a:cubicBezTo>
                  <a:pt x="1458676" y="0"/>
                  <a:pt x="1527471" y="68797"/>
                  <a:pt x="1527471" y="153662"/>
                </a:cubicBezTo>
                <a:lnTo>
                  <a:pt x="1527471" y="1251690"/>
                </a:lnTo>
                <a:cubicBezTo>
                  <a:pt x="1527471" y="1336553"/>
                  <a:pt x="1458676" y="1405350"/>
                  <a:pt x="1373811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2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04">
            <a:extLst xmlns:a="http://schemas.openxmlformats.org/drawingml/2006/main">
              <a:ext uri="{FF2B5EF4-FFF2-40B4-BE49-F238E27FC236}">
                <a16:creationId xmlns:a16="http://schemas.microsoft.com/office/drawing/2014/main" id="{AC8F3FA3-7867-40F7-98D3-7BBCA85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983" y="2875742"/>
            <a:ext cx="1527472" cy="1405350"/>
          </a:xfrm>
          <a:custGeom xmlns:a="http://schemas.openxmlformats.org/drawingml/2006/main">
            <a:pathLst>
              <a:path w="1527472" h="1405350">
                <a:moveTo>
                  <a:pt x="0" y="153661"/>
                </a:moveTo>
                <a:cubicBezTo>
                  <a:pt x="0" y="68796"/>
                  <a:pt x="68796" y="0"/>
                  <a:pt x="153661" y="0"/>
                </a:cubicBezTo>
                <a:lnTo>
                  <a:pt x="1373811" y="0"/>
                </a:lnTo>
                <a:cubicBezTo>
                  <a:pt x="1458676" y="0"/>
                  <a:pt x="1527472" y="68796"/>
                  <a:pt x="1527472" y="153661"/>
                </a:cubicBezTo>
                <a:lnTo>
                  <a:pt x="1527472" y="1251688"/>
                </a:lnTo>
                <a:cubicBezTo>
                  <a:pt x="1527472" y="1336553"/>
                  <a:pt x="1458676" y="1405350"/>
                  <a:pt x="1373811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88"/>
                </a:cubicBezTo>
                <a:lnTo>
                  <a:pt x="0" y="153661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sp>
        <p:nvSpPr>
          <p:cNvPr id="443" name="text-405 Compose">
            <a:extLst xmlns:a="http://schemas.openxmlformats.org/drawingml/2006/main">
              <a:ext uri="{FF2B5EF4-FFF2-40B4-BE49-F238E27FC236}">
                <a16:creationId xmlns:a16="http://schemas.microsoft.com/office/drawing/2014/main" id="{A9A4741D-1317-43B3-9701-0E60A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6189" y="3577596"/>
            <a:ext cx="728687" cy="261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Compose</a:t>
            </a:r>
          </a:p>
        </p:txBody>
      </p:sp>
      <p:sp>
        <p:nvSpPr>
          <p:cNvPr id="444" name="text-405 coherent">
            <a:extLst xmlns:a="http://schemas.openxmlformats.org/drawingml/2006/main">
              <a:ext uri="{FF2B5EF4-FFF2-40B4-BE49-F238E27FC236}">
                <a16:creationId xmlns:a16="http://schemas.microsoft.com/office/drawing/2014/main" id="{FE632891-8FD7-48FA-B3FF-7102F73D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359" y="3577272"/>
            <a:ext cx="702172" cy="262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coherent</a:t>
            </a:r>
          </a:p>
        </p:txBody>
      </p:sp>
      <p:sp>
        <p:nvSpPr>
          <p:cNvPr id="445" name="text-407 files,">
            <a:extLst xmlns:a="http://schemas.openxmlformats.org/drawingml/2006/main">
              <a:ext uri="{FF2B5EF4-FFF2-40B4-BE49-F238E27FC236}">
                <a16:creationId xmlns:a16="http://schemas.microsoft.com/office/drawing/2014/main" id="{BA83F123-FBC7-4DFE-9572-BA08CC9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527" y="3813157"/>
            <a:ext cx="385101" cy="262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files,</a:t>
            </a:r>
          </a:p>
        </p:txBody>
      </p:sp>
      <p:sp>
        <p:nvSpPr>
          <p:cNvPr id="446" name="text-407 apps">
            <a:extLst xmlns:a="http://schemas.openxmlformats.org/drawingml/2006/main">
              <a:ext uri="{FF2B5EF4-FFF2-40B4-BE49-F238E27FC236}">
                <a16:creationId xmlns:a16="http://schemas.microsoft.com/office/drawing/2014/main" id="{A3793A63-933A-4B74-B5DF-499A97C6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933" y="3814237"/>
            <a:ext cx="392544" cy="26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sp>
        <p:nvSpPr>
          <p:cNvPr id="447" name="text-408 &amp;">
            <a:extLst xmlns:a="http://schemas.openxmlformats.org/drawingml/2006/main">
              <a:ext uri="{FF2B5EF4-FFF2-40B4-BE49-F238E27FC236}">
                <a16:creationId xmlns:a16="http://schemas.microsoft.com/office/drawing/2014/main" id="{8F605D48-F1B1-47ED-9D0A-60D8D8C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5162" y="3813160"/>
            <a:ext cx="161594" cy="26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&amp;</a:t>
            </a:r>
          </a:p>
        </p:txBody>
      </p:sp>
      <p:sp>
        <p:nvSpPr>
          <p:cNvPr id="448" name="text-409 resources">
            <a:extLst xmlns:a="http://schemas.openxmlformats.org/drawingml/2006/main">
              <a:ext uri="{FF2B5EF4-FFF2-40B4-BE49-F238E27FC236}">
                <a16:creationId xmlns:a16="http://schemas.microsoft.com/office/drawing/2014/main" id="{0CA28A1B-3816-49B4-89E1-3D1DEFD2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8716" y="4030715"/>
            <a:ext cx="755800" cy="262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449" name="path-410">
            <a:extLst xmlns:a="http://schemas.openxmlformats.org/drawingml/2006/main">
              <a:ext uri="{FF2B5EF4-FFF2-40B4-BE49-F238E27FC236}">
                <a16:creationId xmlns:a16="http://schemas.microsoft.com/office/drawing/2014/main" id="{E1A08C91-5ABB-4199-A977-0424D5B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811" y="2861138"/>
            <a:ext cx="1533582" cy="1405350"/>
          </a:xfrm>
          <a:custGeom xmlns:a="http://schemas.openxmlformats.org/drawingml/2006/main">
            <a:pathLst>
              <a:path w="1533582" h="1405350">
                <a:moveTo>
                  <a:pt x="0" y="153661"/>
                </a:moveTo>
                <a:cubicBezTo>
                  <a:pt x="0" y="68796"/>
                  <a:pt x="68796" y="0"/>
                  <a:pt x="153661" y="0"/>
                </a:cubicBezTo>
                <a:lnTo>
                  <a:pt x="1379924" y="0"/>
                </a:lnTo>
                <a:cubicBezTo>
                  <a:pt x="1464787" y="0"/>
                  <a:pt x="1533582" y="68796"/>
                  <a:pt x="1533582" y="153661"/>
                </a:cubicBezTo>
                <a:lnTo>
                  <a:pt x="1533582" y="1251690"/>
                </a:lnTo>
                <a:cubicBezTo>
                  <a:pt x="1533582" y="1336553"/>
                  <a:pt x="1464787" y="1405350"/>
                  <a:pt x="1379924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1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11">
            <a:extLst xmlns:a="http://schemas.openxmlformats.org/drawingml/2006/main">
              <a:ext uri="{FF2B5EF4-FFF2-40B4-BE49-F238E27FC236}">
                <a16:creationId xmlns:a16="http://schemas.microsoft.com/office/drawing/2014/main" id="{B4AC3D5C-6F7F-4419-B77F-513ADAC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811" y="2861138"/>
            <a:ext cx="1533583" cy="1405350"/>
          </a:xfrm>
          <a:custGeom xmlns:a="http://schemas.openxmlformats.org/drawingml/2006/main">
            <a:pathLst>
              <a:path w="1533583" h="1405350">
                <a:moveTo>
                  <a:pt x="0" y="153660"/>
                </a:moveTo>
                <a:cubicBezTo>
                  <a:pt x="0" y="68796"/>
                  <a:pt x="68796" y="0"/>
                  <a:pt x="153661" y="0"/>
                </a:cubicBezTo>
                <a:lnTo>
                  <a:pt x="1379924" y="0"/>
                </a:lnTo>
                <a:cubicBezTo>
                  <a:pt x="1464786" y="0"/>
                  <a:pt x="1533583" y="68796"/>
                  <a:pt x="1533583" y="153660"/>
                </a:cubicBezTo>
                <a:lnTo>
                  <a:pt x="1533583" y="1251690"/>
                </a:lnTo>
                <a:cubicBezTo>
                  <a:pt x="1533583" y="1336553"/>
                  <a:pt x="1464786" y="1405350"/>
                  <a:pt x="1379924" y="1405350"/>
                </a:cubicBezTo>
                <a:lnTo>
                  <a:pt x="153661" y="1405350"/>
                </a:lnTo>
                <a:cubicBezTo>
                  <a:pt x="68796" y="1405350"/>
                  <a:pt x="0" y="1336553"/>
                  <a:pt x="0" y="1251690"/>
                </a:cubicBezTo>
                <a:lnTo>
                  <a:pt x="0" y="153660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AC356"/>
            </a:solidFill>
            <a:prstDash val="solid"/>
          </a:ln>
        </p:spPr>
      </p:sp>
      <p:pic>
        <p:nvPic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F5E0F41B-870B-4E62-B7C6-0117123F9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f95cd71314d91"/>
          <a:stretch xmlns:a="http://schemas.openxmlformats.org/drawingml/2006/main"/>
        </p:blipFill>
        <p:spPr>
          <a:xfrm xmlns:a="http://schemas.openxmlformats.org/drawingml/2006/main">
            <a:off x="11491189" y="328839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B4A4098-BB12-4C5E-A0A8-2693CB90A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ac4acac624f95"/>
          <a:stretch xmlns:a="http://schemas.openxmlformats.org/drawingml/2006/main"/>
        </p:blipFill>
        <p:spPr>
          <a:xfrm xmlns:a="http://schemas.openxmlformats.org/drawingml/2006/main">
            <a:off x="11500757" y="3348078"/>
            <a:ext cx="371475" cy="361950"/>
          </a:xfrm>
          <a:prstGeom xmlns:a="http://schemas.openxmlformats.org/drawingml/2006/main" prst="rect">
            <a:avLst/>
          </a:prstGeom>
        </p:spPr>
      </p:pic>
      <p:sp>
        <p:nvSpPr>
          <p:cNvPr id="453" name="text-414 Job">
            <a:extLst xmlns:a="http://schemas.openxmlformats.org/drawingml/2006/main">
              <a:ext uri="{FF2B5EF4-FFF2-40B4-BE49-F238E27FC236}">
                <a16:creationId xmlns:a16="http://schemas.microsoft.com/office/drawing/2014/main" id="{63849071-784B-4D31-9296-CAAA684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299" y="3749293"/>
            <a:ext cx="286229" cy="26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454" name="text-415 Skills">
            <a:extLst xmlns:a="http://schemas.openxmlformats.org/drawingml/2006/main">
              <a:ext uri="{FF2B5EF4-FFF2-40B4-BE49-F238E27FC236}">
                <a16:creationId xmlns:a16="http://schemas.microsoft.com/office/drawing/2014/main" id="{94B2036D-C812-429D-A2D5-429C7C3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1791" y="3982101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455" name="text-416 F">
            <a:extLst xmlns:a="http://schemas.openxmlformats.org/drawingml/2006/main">
              <a:ext uri="{FF2B5EF4-FFF2-40B4-BE49-F238E27FC236}">
                <a16:creationId xmlns:a16="http://schemas.microsoft.com/office/drawing/2014/main" id="{BD716D41-C25A-4662-BFA0-6A8193FB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6619" y="2883521"/>
            <a:ext cx="119861" cy="26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</a:t>
            </a:r>
          </a:p>
        </p:txBody>
      </p:sp>
      <p:sp>
        <p:nvSpPr>
          <p:cNvPr id="456" name="text-417 it">
            <a:extLst xmlns:a="http://schemas.openxmlformats.org/drawingml/2006/main">
              <a:ext uri="{FF2B5EF4-FFF2-40B4-BE49-F238E27FC236}">
                <a16:creationId xmlns:a16="http://schemas.microsoft.com/office/drawing/2014/main" id="{ADB92BF0-03D8-4D77-82F3-E1C084B2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2525" y="2883526"/>
            <a:ext cx="139481" cy="262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</a:t>
            </a:r>
          </a:p>
        </p:txBody>
      </p:sp>
      <p:sp>
        <p:nvSpPr>
          <p:cNvPr id="457" name="text-417 task">
            <a:extLst xmlns:a="http://schemas.openxmlformats.org/drawingml/2006/main">
              <a:ext uri="{FF2B5EF4-FFF2-40B4-BE49-F238E27FC236}">
                <a16:creationId xmlns:a16="http://schemas.microsoft.com/office/drawing/2014/main" id="{136555A1-BA07-45E7-9C6E-4989AA65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0894" y="2884595"/>
            <a:ext cx="346402" cy="260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6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58" name="text-417 scope">
            <a:extLst xmlns:a="http://schemas.openxmlformats.org/drawingml/2006/main">
              <a:ext uri="{FF2B5EF4-FFF2-40B4-BE49-F238E27FC236}">
                <a16:creationId xmlns:a16="http://schemas.microsoft.com/office/drawing/2014/main" id="{AD89F6EA-E703-43B1-AE3F-6B2EC75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383" y="2884343"/>
            <a:ext cx="463058" cy="2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459" name="text-417 to">
            <a:extLst xmlns:a="http://schemas.openxmlformats.org/drawingml/2006/main">
              <a:ext uri="{FF2B5EF4-FFF2-40B4-BE49-F238E27FC236}">
                <a16:creationId xmlns:a16="http://schemas.microsoft.com/office/drawing/2014/main" id="{681A58EC-4885-4DC9-A144-D577895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0117" y="2883793"/>
            <a:ext cx="190080" cy="262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460" name="text-418 WorkEnv">
            <a:extLst xmlns:a="http://schemas.openxmlformats.org/drawingml/2006/main">
              <a:ext uri="{FF2B5EF4-FFF2-40B4-BE49-F238E27FC236}">
                <a16:creationId xmlns:a16="http://schemas.microsoft.com/office/drawing/2014/main" id="{E91B0394-0E56-42D8-BFC1-3CEC371D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1126" y="3116155"/>
            <a:ext cx="704135" cy="262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461" name="path-419">
            <a:extLst xmlns:a="http://schemas.openxmlformats.org/drawingml/2006/main">
              <a:ext uri="{FF2B5EF4-FFF2-40B4-BE49-F238E27FC236}">
                <a16:creationId xmlns:a16="http://schemas.microsoft.com/office/drawing/2014/main" id="{BDA174B2-CEC7-4B06-8A4F-0A138882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026" y="3307211"/>
            <a:ext cx="292217" cy="62478"/>
          </a:xfrm>
          <a:custGeom xmlns:a="http://schemas.openxmlformats.org/drawingml/2006/main">
            <a:pathLst>
              <a:path w="292217" h="62478">
                <a:moveTo>
                  <a:pt x="0" y="0"/>
                </a:moveTo>
                <a:lnTo>
                  <a:pt x="214121" y="1"/>
                </a:lnTo>
                <a:lnTo>
                  <a:pt x="214121" y="31240"/>
                </a:lnTo>
                <a:lnTo>
                  <a:pt x="0" y="31238"/>
                </a:lnTo>
                <a:lnTo>
                  <a:pt x="0" y="0"/>
                </a:lnTo>
                <a:moveTo>
                  <a:pt x="198503" y="-31237"/>
                </a:moveTo>
                <a:lnTo>
                  <a:pt x="292217" y="15621"/>
                </a:lnTo>
                <a:lnTo>
                  <a:pt x="198503" y="62478"/>
                </a:lnTo>
                <a:lnTo>
                  <a:pt x="198503" y="-31237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20">
            <a:extLst xmlns:a="http://schemas.openxmlformats.org/drawingml/2006/main">
              <a:ext uri="{FF2B5EF4-FFF2-40B4-BE49-F238E27FC236}">
                <a16:creationId xmlns:a16="http://schemas.microsoft.com/office/drawing/2014/main" id="{C5C5FFF7-0668-4BE1-A1FA-4DF0884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747" y="3307203"/>
            <a:ext cx="251608" cy="62477"/>
          </a:xfrm>
          <a:custGeom xmlns:a="http://schemas.openxmlformats.org/drawingml/2006/main">
            <a:pathLst>
              <a:path w="251608" h="62477">
                <a:moveTo>
                  <a:pt x="0" y="0"/>
                </a:moveTo>
                <a:lnTo>
                  <a:pt x="0" y="31239"/>
                </a:lnTo>
                <a:lnTo>
                  <a:pt x="173512" y="31239"/>
                </a:lnTo>
                <a:lnTo>
                  <a:pt x="173512" y="0"/>
                </a:lnTo>
                <a:close/>
                <a:moveTo>
                  <a:pt x="157893" y="-31238"/>
                </a:moveTo>
                <a:lnTo>
                  <a:pt x="251608" y="15621"/>
                </a:lnTo>
                <a:lnTo>
                  <a:pt x="157893" y="62477"/>
                </a:lnTo>
                <a:lnTo>
                  <a:pt x="157893" y="-31238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21">
            <a:extLst xmlns:a="http://schemas.openxmlformats.org/drawingml/2006/main">
              <a:ext uri="{FF2B5EF4-FFF2-40B4-BE49-F238E27FC236}">
                <a16:creationId xmlns:a16="http://schemas.microsoft.com/office/drawing/2014/main" id="{96880901-DF83-4890-AA86-0E1D350A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344" y="3307203"/>
            <a:ext cx="233801" cy="62477"/>
          </a:xfrm>
          <a:custGeom xmlns:a="http://schemas.openxmlformats.org/drawingml/2006/main">
            <a:pathLst>
              <a:path w="233801" h="62477">
                <a:moveTo>
                  <a:pt x="2" y="0"/>
                </a:moveTo>
                <a:lnTo>
                  <a:pt x="155706" y="0"/>
                </a:lnTo>
                <a:lnTo>
                  <a:pt x="155706" y="31239"/>
                </a:lnTo>
                <a:lnTo>
                  <a:pt x="0" y="31239"/>
                </a:lnTo>
                <a:lnTo>
                  <a:pt x="2" y="0"/>
                </a:lnTo>
                <a:moveTo>
                  <a:pt x="140087" y="-31238"/>
                </a:moveTo>
                <a:lnTo>
                  <a:pt x="233801" y="15621"/>
                </a:lnTo>
                <a:lnTo>
                  <a:pt x="140086" y="62477"/>
                </a:lnTo>
                <a:lnTo>
                  <a:pt x="140087" y="-31238"/>
                </a:lnTo>
              </a:path>
            </a:pathLst>
          </a:custGeom>
          <a:solidFill xmlns:a="http://schemas.openxmlformats.org/drawingml/2006/main">
            <a:srgbClr val="EA71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7B6EB1D8-FABA-4092-A4E6-F700CDE35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dee66f2314014"/>
          <a:stretch xmlns:a="http://schemas.openxmlformats.org/drawingml/2006/main"/>
        </p:blipFill>
        <p:spPr>
          <a:xfrm xmlns:a="http://schemas.openxmlformats.org/drawingml/2006/main">
            <a:off x="13361729" y="2943526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F9DC5AF-610F-4973-9AD0-88E4F3687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74d91dbc140ff"/>
          <a:stretch xmlns:a="http://schemas.openxmlformats.org/drawingml/2006/main"/>
        </p:blipFill>
        <p:spPr>
          <a:xfrm xmlns:a="http://schemas.openxmlformats.org/drawingml/2006/main">
            <a:off x="13377182" y="30051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D0618A6-F975-466E-9BE7-1237A359C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800192d724470"/>
          <a:stretch xmlns:a="http://schemas.openxmlformats.org/drawingml/2006/main"/>
        </p:blipFill>
        <p:spPr>
          <a:xfrm xmlns:a="http://schemas.openxmlformats.org/drawingml/2006/main">
            <a:off x="14197663" y="2943526"/>
            <a:ext cx="483567" cy="483567"/>
          </a:xfrm>
          <a:prstGeom xmlns:a="http://schemas.openxmlformats.org/drawingml/2006/main" prst="rect">
            <a:avLst/>
          </a:prstGeom>
        </p:spPr>
      </p:pic>
      <p:pic>
        <p:nvPic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5B81E010-2F1F-46A8-A92A-8535355CC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8561f85ff4b31"/>
          <a:stretch xmlns:a="http://schemas.openxmlformats.org/drawingml/2006/main"/>
        </p:blipFill>
        <p:spPr>
          <a:xfrm xmlns:a="http://schemas.openxmlformats.org/drawingml/2006/main">
            <a:off x="14215382" y="30051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4EAA7C4F-24D0-45B1-A3F7-7B2E95EBD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aee13ae6648dc"/>
          <a:stretch xmlns:a="http://schemas.openxmlformats.org/drawingml/2006/main"/>
        </p:blipFill>
        <p:spPr>
          <a:xfrm xmlns:a="http://schemas.openxmlformats.org/drawingml/2006/main">
            <a:off x="13781570" y="2943526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A45E06C-5A7E-4256-8A90-FB1CF5C22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e981a69144771"/>
          <a:stretch xmlns:a="http://schemas.openxmlformats.org/drawingml/2006/main"/>
        </p:blipFill>
        <p:spPr>
          <a:xfrm xmlns:a="http://schemas.openxmlformats.org/drawingml/2006/main">
            <a:off x="13796282" y="30051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DBCA5CB3-D72C-4263-97F3-37A840900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205bf73c4de6"/>
          <a:stretch xmlns:a="http://schemas.openxmlformats.org/drawingml/2006/main"/>
        </p:blipFill>
        <p:spPr>
          <a:xfrm xmlns:a="http://schemas.openxmlformats.org/drawingml/2006/main">
            <a:off x="11989750" y="328839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FBC2E184-64DA-41A0-9860-D5C857E4D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e2b483c24485d"/>
          <a:stretch xmlns:a="http://schemas.openxmlformats.org/drawingml/2006/main"/>
        </p:blipFill>
        <p:spPr>
          <a:xfrm xmlns:a="http://schemas.openxmlformats.org/drawingml/2006/main">
            <a:off x="12005582" y="33480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72" name="text-430 App">
            <a:extLst xmlns:a="http://schemas.openxmlformats.org/drawingml/2006/main">
              <a:ext uri="{FF2B5EF4-FFF2-40B4-BE49-F238E27FC236}">
                <a16:creationId xmlns:a16="http://schemas.microsoft.com/office/drawing/2014/main" id="{51E73127-038D-4563-8032-58CA5238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5548" y="3749311"/>
            <a:ext cx="335107" cy="262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473" name="text-431 Skills">
            <a:extLst xmlns:a="http://schemas.openxmlformats.org/drawingml/2006/main">
              <a:ext uri="{FF2B5EF4-FFF2-40B4-BE49-F238E27FC236}">
                <a16:creationId xmlns:a16="http://schemas.microsoft.com/office/drawing/2014/main" id="{3D76D93A-A107-409D-8B12-546739FC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405" y="3982101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pic>
        <p:nvPic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CDE63327-2C60-431B-B492-87CAA7087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52c6f69424ab6"/>
          <a:stretch xmlns:a="http://schemas.openxmlformats.org/drawingml/2006/main"/>
        </p:blipFill>
        <p:spPr>
          <a:xfrm xmlns:a="http://schemas.openxmlformats.org/drawingml/2006/main">
            <a:off x="9688107" y="2834817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6E439046-D0DB-4E62-B2B3-61292913C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5450886554f44"/>
          <a:stretch xmlns:a="http://schemas.openxmlformats.org/drawingml/2006/main"/>
        </p:blipFill>
        <p:spPr>
          <a:xfrm xmlns:a="http://schemas.openxmlformats.org/drawingml/2006/main">
            <a:off x="9700532" y="28908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F30F1EE-FF58-49BB-86A8-083E30564C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441e360064114"/>
          <a:stretch xmlns:a="http://schemas.openxmlformats.org/drawingml/2006/main"/>
        </p:blipFill>
        <p:spPr>
          <a:xfrm xmlns:a="http://schemas.openxmlformats.org/drawingml/2006/main">
            <a:off x="10111712" y="2827320"/>
            <a:ext cx="491063" cy="494812"/>
          </a:xfrm>
          <a:prstGeom xmlns:a="http://schemas.openxmlformats.org/drawingml/2006/main" prst="rect">
            <a:avLst/>
          </a:prstGeom>
        </p:spPr>
      </p:pic>
      <p:pic>
        <p:nvPic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8FE00BCB-27CC-474E-A3E1-B8CD67C95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8245bce2493c"/>
          <a:stretch xmlns:a="http://schemas.openxmlformats.org/drawingml/2006/main"/>
        </p:blipFill>
        <p:spPr>
          <a:xfrm xmlns:a="http://schemas.openxmlformats.org/drawingml/2006/main">
            <a:off x="10119632" y="2890878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423D2E1-FAAF-4496-AC3A-88579A15A5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054100d28428e"/>
          <a:stretch xmlns:a="http://schemas.openxmlformats.org/drawingml/2006/main"/>
        </p:blipFill>
        <p:spPr>
          <a:xfrm xmlns:a="http://schemas.openxmlformats.org/drawingml/2006/main">
            <a:off x="9868054" y="3183435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0DCBEEC1-1252-42D6-A366-FC5ACECED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c2ba2eea43af"/>
          <a:stretch xmlns:a="http://schemas.openxmlformats.org/drawingml/2006/main"/>
        </p:blipFill>
        <p:spPr>
          <a:xfrm xmlns:a="http://schemas.openxmlformats.org/drawingml/2006/main">
            <a:off x="9881507" y="3243303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2E8E0B3-6237-48C1-AC9A-1CA0D9F1FA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0898dc53d461d"/>
          <a:stretch xmlns:a="http://schemas.openxmlformats.org/drawingml/2006/main"/>
        </p:blipFill>
        <p:spPr>
          <a:xfrm xmlns:a="http://schemas.openxmlformats.org/drawingml/2006/main">
            <a:off x="10389107" y="3239664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64718BB-7571-4C1D-B422-F99CEDF50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93eb2ff7b4fd2"/>
          <a:stretch xmlns:a="http://schemas.openxmlformats.org/drawingml/2006/main"/>
        </p:blipFill>
        <p:spPr>
          <a:xfrm xmlns:a="http://schemas.openxmlformats.org/drawingml/2006/main">
            <a:off x="10414907" y="3262353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5134432-60D0-4C73-B276-B0B1D773D4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f499caeef48eb"/>
          <a:stretch xmlns:a="http://schemas.openxmlformats.org/drawingml/2006/main"/>
        </p:blipFill>
        <p:spPr>
          <a:xfrm xmlns:a="http://schemas.openxmlformats.org/drawingml/2006/main">
            <a:off x="10584018" y="2834817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CB482E2-E701-4BCD-9B15-A1DCE7C5A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015f6223c47b7"/>
          <a:stretch xmlns:a="http://schemas.openxmlformats.org/drawingml/2006/main"/>
        </p:blipFill>
        <p:spPr>
          <a:xfrm xmlns:a="http://schemas.openxmlformats.org/drawingml/2006/main">
            <a:off x="10595882" y="28908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786387BD-CC8B-4718-B137-A65903979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67916172c4f73"/>
          <a:stretch xmlns:a="http://schemas.openxmlformats.org/drawingml/2006/main"/>
        </p:blipFill>
        <p:spPr>
          <a:xfrm xmlns:a="http://schemas.openxmlformats.org/drawingml/2006/main">
            <a:off x="12488310" y="3288395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08AECC7-4E72-4AB4-9BDB-1AE6D694A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0fa04b4c14c05"/>
          <a:stretch xmlns:a="http://schemas.openxmlformats.org/drawingml/2006/main"/>
        </p:blipFill>
        <p:spPr>
          <a:xfrm xmlns:a="http://schemas.openxmlformats.org/drawingml/2006/main">
            <a:off x="12500882" y="33480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86" name="text-444 File">
            <a:extLst xmlns:a="http://schemas.openxmlformats.org/drawingml/2006/main">
              <a:ext uri="{FF2B5EF4-FFF2-40B4-BE49-F238E27FC236}">
                <a16:creationId xmlns:a16="http://schemas.microsoft.com/office/drawing/2014/main" id="{417C58B0-BD55-4B85-9339-2B510DDA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688" y="3749611"/>
            <a:ext cx="295071" cy="262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487" name="text-445 Skills">
            <a:extLst xmlns:a="http://schemas.openxmlformats.org/drawingml/2006/main">
              <a:ext uri="{FF2B5EF4-FFF2-40B4-BE49-F238E27FC236}">
                <a16:creationId xmlns:a16="http://schemas.microsoft.com/office/drawing/2014/main" id="{69494D57-D8D2-4738-912F-888A6DC4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021" y="3982101"/>
            <a:ext cx="405118" cy="262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pic>
        <p:nvPic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45E75F1F-23F9-410A-B73B-ED92C2F1A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846f6c7b748dd"/>
          <a:stretch xmlns:a="http://schemas.openxmlformats.org/drawingml/2006/main"/>
        </p:blipFill>
        <p:spPr>
          <a:xfrm xmlns:a="http://schemas.openxmlformats.org/drawingml/2006/main">
            <a:off x="7090682" y="2938503"/>
            <a:ext cx="733425" cy="809625"/>
          </a:xfrm>
          <a:prstGeom xmlns:a="http://schemas.openxmlformats.org/drawingml/2006/main" prst="rect">
            <a:avLst/>
          </a:prstGeom>
        </p:spPr>
      </p:pic>
      <p:sp>
        <p:nvSpPr>
          <p:cNvPr id="489" name="path-447">
            <a:extLst xmlns:a="http://schemas.openxmlformats.org/drawingml/2006/main">
              <a:ext uri="{FF2B5EF4-FFF2-40B4-BE49-F238E27FC236}">
                <a16:creationId xmlns:a16="http://schemas.microsoft.com/office/drawing/2014/main" id="{B9E209A0-AF02-4196-B15C-FB93451A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710" y="2945981"/>
            <a:ext cx="723965" cy="793807"/>
          </a:xfrm>
          <a:custGeom xmlns:a="http://schemas.openxmlformats.org/drawingml/2006/main">
            <a:pathLst>
              <a:path w="723965" h="793807">
                <a:moveTo>
                  <a:pt x="0" y="64997"/>
                </a:moveTo>
                <a:cubicBezTo>
                  <a:pt x="0" y="29100"/>
                  <a:pt x="29100" y="0"/>
                  <a:pt x="64998" y="0"/>
                </a:cubicBezTo>
                <a:lnTo>
                  <a:pt x="658967" y="0"/>
                </a:lnTo>
                <a:cubicBezTo>
                  <a:pt x="694865" y="0"/>
                  <a:pt x="723965" y="29100"/>
                  <a:pt x="723965" y="64997"/>
                </a:cubicBezTo>
                <a:lnTo>
                  <a:pt x="723965" y="728809"/>
                </a:lnTo>
                <a:cubicBezTo>
                  <a:pt x="723965" y="764707"/>
                  <a:pt x="694865" y="793807"/>
                  <a:pt x="658967" y="793807"/>
                </a:cubicBezTo>
                <a:lnTo>
                  <a:pt x="64998" y="793807"/>
                </a:lnTo>
                <a:cubicBezTo>
                  <a:pt x="29100" y="793807"/>
                  <a:pt x="0" y="764707"/>
                  <a:pt x="0" y="728809"/>
                </a:cubicBezTo>
                <a:lnTo>
                  <a:pt x="0" y="649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2C2FF"/>
            </a:solidFill>
            <a:prstDash val="solid"/>
          </a:ln>
        </p:spPr>
      </p:sp>
      <p:pic>
        <p:nvPic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81C23FEE-4C12-4597-8A11-1E92607C5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6001f97984f83"/>
          <a:stretch xmlns:a="http://schemas.openxmlformats.org/drawingml/2006/main"/>
        </p:blipFill>
        <p:spPr>
          <a:xfrm xmlns:a="http://schemas.openxmlformats.org/drawingml/2006/main">
            <a:off x="7890782" y="2938503"/>
            <a:ext cx="733425" cy="809625"/>
          </a:xfrm>
          <a:prstGeom xmlns:a="http://schemas.openxmlformats.org/drawingml/2006/main" prst="rect">
            <a:avLst/>
          </a:prstGeom>
        </p:spPr>
      </p:pic>
      <p:sp>
        <p:nvSpPr>
          <p:cNvPr id="491" name="path-449">
            <a:extLst xmlns:a="http://schemas.openxmlformats.org/drawingml/2006/main">
              <a:ext uri="{FF2B5EF4-FFF2-40B4-BE49-F238E27FC236}">
                <a16:creationId xmlns:a16="http://schemas.microsoft.com/office/drawing/2014/main" id="{0463674F-C380-4D8E-A863-65F5C01D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365" y="2945981"/>
            <a:ext cx="723965" cy="793807"/>
          </a:xfrm>
          <a:custGeom xmlns:a="http://schemas.openxmlformats.org/drawingml/2006/main">
            <a:pathLst>
              <a:path w="723965" h="793807">
                <a:moveTo>
                  <a:pt x="0" y="64997"/>
                </a:moveTo>
                <a:cubicBezTo>
                  <a:pt x="0" y="29100"/>
                  <a:pt x="29100" y="0"/>
                  <a:pt x="64998" y="0"/>
                </a:cubicBezTo>
                <a:lnTo>
                  <a:pt x="658967" y="0"/>
                </a:lnTo>
                <a:cubicBezTo>
                  <a:pt x="694865" y="0"/>
                  <a:pt x="723965" y="29100"/>
                  <a:pt x="723965" y="64997"/>
                </a:cubicBezTo>
                <a:lnTo>
                  <a:pt x="723965" y="728809"/>
                </a:lnTo>
                <a:cubicBezTo>
                  <a:pt x="723965" y="764707"/>
                  <a:pt x="694865" y="793807"/>
                  <a:pt x="658967" y="793807"/>
                </a:cubicBezTo>
                <a:lnTo>
                  <a:pt x="64998" y="793807"/>
                </a:lnTo>
                <a:cubicBezTo>
                  <a:pt x="29100" y="793807"/>
                  <a:pt x="0" y="764707"/>
                  <a:pt x="0" y="728809"/>
                </a:cubicBezTo>
                <a:lnTo>
                  <a:pt x="0" y="64997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70C4C0"/>
            </a:solidFill>
            <a:prstDash val="solid"/>
          </a:ln>
        </p:spPr>
      </p:sp>
      <p:sp>
        <p:nvSpPr>
          <p:cNvPr id="492" name="text-450 Files">
            <a:extLst xmlns:a="http://schemas.openxmlformats.org/drawingml/2006/main">
              <a:ext uri="{FF2B5EF4-FFF2-40B4-BE49-F238E27FC236}">
                <a16:creationId xmlns:a16="http://schemas.microsoft.com/office/drawing/2014/main" id="{9CDCD086-2C92-4B73-975C-E0E4B6D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1383" y="2922760"/>
            <a:ext cx="442206" cy="30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709DEF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493" name="text-451 Apps">
            <a:extLst xmlns:a="http://schemas.openxmlformats.org/drawingml/2006/main">
              <a:ext uri="{FF2B5EF4-FFF2-40B4-BE49-F238E27FC236}">
                <a16:creationId xmlns:a16="http://schemas.microsoft.com/office/drawing/2014/main" id="{A9127A4C-1C64-42D1-9DEC-FC13E56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2547" y="2923533"/>
            <a:ext cx="487703" cy="306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215F61"/>
                </a:solidFill>
                <a:latin typeface="Calibri"/>
                <a:ea typeface="Calibri"/>
                <a:cs typeface="Calibri"/>
              </a:rPr>
              <a:t>Apps</a:t>
            </a:r>
          </a:p>
        </p:txBody>
      </p:sp>
      <p:pic>
        <p:nvPic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C0525593-EBC0-4031-8AD7-A4125EA08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4d3d4d40e4d67"/>
          <a:stretch xmlns:a="http://schemas.openxmlformats.org/drawingml/2006/main"/>
        </p:blipFill>
        <p:spPr>
          <a:xfrm xmlns:a="http://schemas.openxmlformats.org/drawingml/2006/main">
            <a:off x="7225306" y="3149697"/>
            <a:ext cx="573533" cy="569784"/>
          </a:xfrm>
          <a:prstGeom xmlns:a="http://schemas.openxmlformats.org/drawingml/2006/main" prst="rect">
            <a:avLst/>
          </a:prstGeom>
        </p:spPr>
      </p:pic>
      <p:pic>
        <p:nvPic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0ED128A-8D1E-4B72-9E0E-34BB2B823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8f25c8eb44a3f"/>
          <a:stretch xmlns:a="http://schemas.openxmlformats.org/drawingml/2006/main"/>
        </p:blipFill>
        <p:spPr>
          <a:xfrm xmlns:a="http://schemas.openxmlformats.org/drawingml/2006/main">
            <a:off x="7243082" y="3205203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9188541D-2CC6-4D02-B91D-0A5B2008E7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71e5a0f4344f8"/>
          <a:stretch xmlns:a="http://schemas.openxmlformats.org/drawingml/2006/main"/>
        </p:blipFill>
        <p:spPr>
          <a:xfrm xmlns:a="http://schemas.openxmlformats.org/drawingml/2006/main">
            <a:off x="8031251" y="3149698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358AF93-834A-4BF2-BD5A-6F80F666D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0c9b9d354f39"/>
          <a:stretch xmlns:a="http://schemas.openxmlformats.org/drawingml/2006/main"/>
        </p:blipFill>
        <p:spPr>
          <a:xfrm xmlns:a="http://schemas.openxmlformats.org/drawingml/2006/main">
            <a:off x="8043182" y="3205203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7C25A515-3110-470C-9EB3-765A505FCD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8f84f26ea433e"/>
          <a:stretch xmlns:a="http://schemas.openxmlformats.org/drawingml/2006/main"/>
        </p:blipFill>
        <p:spPr>
          <a:xfrm xmlns:a="http://schemas.openxmlformats.org/drawingml/2006/main">
            <a:off x="6690632" y="804903"/>
            <a:ext cx="2867025" cy="647700"/>
          </a:xfrm>
          <a:prstGeom xmlns:a="http://schemas.openxmlformats.org/drawingml/2006/main" prst="rect">
            <a:avLst/>
          </a:prstGeom>
        </p:spPr>
      </p:pic>
      <p:pic>
        <p:nvPic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E9C83A8-FF53-4262-BBD6-1681E9ECD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96ac726b5461a"/>
          <a:stretch xmlns:a="http://schemas.openxmlformats.org/drawingml/2006/main"/>
        </p:blipFill>
        <p:spPr>
          <a:xfrm xmlns:a="http://schemas.openxmlformats.org/drawingml/2006/main">
            <a:off x="7509782" y="862053"/>
            <a:ext cx="1466850" cy="609600"/>
          </a:xfrm>
          <a:prstGeom xmlns:a="http://schemas.openxmlformats.org/drawingml/2006/main" prst="rect">
            <a:avLst/>
          </a:prstGeom>
        </p:spPr>
      </p:pic>
      <p:pic>
        <p:nvPic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EDB6183-74AC-4CE8-8F57-89B4231E4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2f4567d52406c"/>
          <a:stretch xmlns:a="http://schemas.openxmlformats.org/drawingml/2006/main"/>
        </p:blipFill>
        <p:spPr>
          <a:xfrm xmlns:a="http://schemas.openxmlformats.org/drawingml/2006/main">
            <a:off x="6719207" y="833478"/>
            <a:ext cx="2733675" cy="533400"/>
          </a:xfrm>
          <a:prstGeom xmlns:a="http://schemas.openxmlformats.org/drawingml/2006/main" prst="rect">
            <a:avLst/>
          </a:prstGeom>
        </p:spPr>
      </p:pic>
      <p:sp>
        <p:nvSpPr>
          <p:cNvPr id="501" name="path-459">
            <a:extLst xmlns:a="http://schemas.openxmlformats.org/drawingml/2006/main">
              <a:ext uri="{FF2B5EF4-FFF2-40B4-BE49-F238E27FC236}">
                <a16:creationId xmlns:a16="http://schemas.microsoft.com/office/drawing/2014/main" id="{C08BA0AE-8B17-4A5A-B2F5-8CE68B4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694" y="934897"/>
            <a:ext cx="2534695" cy="325579"/>
          </a:xfrm>
          <a:custGeom xmlns:a="http://schemas.openxmlformats.org/drawingml/2006/main">
            <a:pathLst>
              <a:path w="2534695" h="325579">
                <a:moveTo>
                  <a:pt x="0" y="162790"/>
                </a:moveTo>
                <a:cubicBezTo>
                  <a:pt x="0" y="72882"/>
                  <a:pt x="72884" y="0"/>
                  <a:pt x="162791" y="0"/>
                </a:cubicBezTo>
                <a:lnTo>
                  <a:pt x="2371905" y="0"/>
                </a:lnTo>
                <a:cubicBezTo>
                  <a:pt x="2461811" y="0"/>
                  <a:pt x="2534695" y="72882"/>
                  <a:pt x="2534695" y="162790"/>
                </a:cubicBezTo>
                <a:lnTo>
                  <a:pt x="2534692" y="162790"/>
                </a:lnTo>
                <a:cubicBezTo>
                  <a:pt x="2534692" y="252696"/>
                  <a:pt x="2461808" y="325579"/>
                  <a:pt x="2371903" y="325579"/>
                </a:cubicBezTo>
                <a:lnTo>
                  <a:pt x="162791" y="325578"/>
                </a:lnTo>
                <a:cubicBezTo>
                  <a:pt x="72884" y="325578"/>
                  <a:pt x="0" y="252693"/>
                  <a:pt x="0" y="162787"/>
                </a:cubicBezTo>
                <a:lnTo>
                  <a:pt x="0" y="162790"/>
                </a:lnTo>
              </a:path>
            </a:pathLst>
          </a:custGeom>
          <a:solidFill xmlns:a="http://schemas.openxmlformats.org/drawingml/2006/main">
            <a:srgbClr val="B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60">
            <a:extLst xmlns:a="http://schemas.openxmlformats.org/drawingml/2006/main">
              <a:ext uri="{FF2B5EF4-FFF2-40B4-BE49-F238E27FC236}">
                <a16:creationId xmlns:a16="http://schemas.microsoft.com/office/drawing/2014/main" id="{F9D49A62-11C4-47C5-9D3B-3821518B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694" y="934897"/>
            <a:ext cx="2534694" cy="325581"/>
          </a:xfrm>
          <a:custGeom xmlns:a="http://schemas.openxmlformats.org/drawingml/2006/main">
            <a:pathLst>
              <a:path w="2534694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5" y="0"/>
                </a:lnTo>
                <a:cubicBezTo>
                  <a:pt x="2461810" y="0"/>
                  <a:pt x="2534694" y="72884"/>
                  <a:pt x="2534694" y="162790"/>
                </a:cubicBezTo>
                <a:lnTo>
                  <a:pt x="2534692" y="162790"/>
                </a:lnTo>
                <a:cubicBezTo>
                  <a:pt x="2534692" y="252697"/>
                  <a:pt x="2461808" y="325581"/>
                  <a:pt x="2371901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2C2FF"/>
            </a:solidFill>
            <a:prstDash val="solid"/>
          </a:ln>
        </p:spPr>
      </p:sp>
      <p:sp>
        <p:nvSpPr>
          <p:cNvPr id="503" name="text-461 File">
            <a:extLst xmlns:a="http://schemas.openxmlformats.org/drawingml/2006/main">
              <a:ext uri="{FF2B5EF4-FFF2-40B4-BE49-F238E27FC236}">
                <a16:creationId xmlns:a16="http://schemas.microsoft.com/office/drawing/2014/main" id="{5C5A5312-4460-4BAB-B9D7-245A4B1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578" y="950799"/>
            <a:ext cx="356038" cy="307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3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504" name="text-462 Context">
            <a:extLst xmlns:a="http://schemas.openxmlformats.org/drawingml/2006/main">
              <a:ext uri="{FF2B5EF4-FFF2-40B4-BE49-F238E27FC236}">
                <a16:creationId xmlns:a16="http://schemas.microsoft.com/office/drawing/2014/main" id="{B20ED76B-8D75-4623-8A2B-83640E4A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674" y="952113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CE1951A2-79F7-4852-BB5A-E609A461A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95422ba58443a"/>
          <a:stretch xmlns:a="http://schemas.openxmlformats.org/drawingml/2006/main"/>
        </p:blipFill>
        <p:spPr>
          <a:xfrm xmlns:a="http://schemas.openxmlformats.org/drawingml/2006/main">
            <a:off x="7214046" y="851818"/>
            <a:ext cx="476099" cy="479818"/>
          </a:xfrm>
          <a:prstGeom xmlns:a="http://schemas.openxmlformats.org/drawingml/2006/main" prst="rect">
            <a:avLst/>
          </a:prstGeom>
        </p:spPr>
      </p:pic>
      <p:pic>
        <p:nvPic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2FEE649A-3523-45C0-ABF7-D789B2D73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273f557dd4f21"/>
          <a:stretch xmlns:a="http://schemas.openxmlformats.org/drawingml/2006/main"/>
        </p:blipFill>
        <p:spPr>
          <a:xfrm xmlns:a="http://schemas.openxmlformats.org/drawingml/2006/main">
            <a:off x="7224032" y="9096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3F66789-DF16-4033-853C-F83A9850F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52773a401444c"/>
          <a:stretch xmlns:a="http://schemas.openxmlformats.org/drawingml/2006/main"/>
        </p:blipFill>
        <p:spPr>
          <a:xfrm xmlns:a="http://schemas.openxmlformats.org/drawingml/2006/main">
            <a:off x="9395732" y="804903"/>
            <a:ext cx="2857500" cy="657225"/>
          </a:xfrm>
          <a:prstGeom xmlns:a="http://schemas.openxmlformats.org/drawingml/2006/main" prst="rect">
            <a:avLst/>
          </a:prstGeom>
        </p:spPr>
      </p:pic>
      <p:pic>
        <p:nvPic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3543BDF-57B7-45BD-A273-3034E1914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39499b624f6e"/>
          <a:stretch xmlns:a="http://schemas.openxmlformats.org/drawingml/2006/main"/>
        </p:blipFill>
        <p:spPr>
          <a:xfrm xmlns:a="http://schemas.openxmlformats.org/drawingml/2006/main">
            <a:off x="9986282" y="871578"/>
            <a:ext cx="2057400" cy="600075"/>
          </a:xfrm>
          <a:prstGeom xmlns:a="http://schemas.openxmlformats.org/drawingml/2006/main" prst="rect">
            <a:avLst/>
          </a:prstGeom>
        </p:spPr>
      </p:pic>
      <p:pic>
        <p:nvPic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BF1E3F6-AC5F-4541-BDC9-014D57DA5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548f8171b47c1"/>
          <a:stretch xmlns:a="http://schemas.openxmlformats.org/drawingml/2006/main"/>
        </p:blipFill>
        <p:spPr>
          <a:xfrm xmlns:a="http://schemas.openxmlformats.org/drawingml/2006/main">
            <a:off x="9424307" y="843003"/>
            <a:ext cx="2733675" cy="523875"/>
          </a:xfrm>
          <a:prstGeom xmlns:a="http://schemas.openxmlformats.org/drawingml/2006/main" prst="rect">
            <a:avLst/>
          </a:prstGeom>
        </p:spPr>
      </p:pic>
      <p:sp>
        <p:nvSpPr>
          <p:cNvPr id="510" name="path-468">
            <a:extLst xmlns:a="http://schemas.openxmlformats.org/drawingml/2006/main">
              <a:ext uri="{FF2B5EF4-FFF2-40B4-BE49-F238E27FC236}">
                <a16:creationId xmlns:a16="http://schemas.microsoft.com/office/drawing/2014/main" id="{634C5730-300A-4B81-8B96-8C583BF9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06" y="940740"/>
            <a:ext cx="2534694" cy="325580"/>
          </a:xfrm>
          <a:custGeom xmlns:a="http://schemas.openxmlformats.org/drawingml/2006/main">
            <a:pathLst>
              <a:path w="2534694" h="325580">
                <a:moveTo>
                  <a:pt x="0" y="162790"/>
                </a:moveTo>
                <a:cubicBezTo>
                  <a:pt x="0" y="72883"/>
                  <a:pt x="72884" y="0"/>
                  <a:pt x="162790" y="0"/>
                </a:cubicBezTo>
                <a:lnTo>
                  <a:pt x="2371905" y="0"/>
                </a:lnTo>
                <a:cubicBezTo>
                  <a:pt x="2461811" y="0"/>
                  <a:pt x="2534694" y="72883"/>
                  <a:pt x="2534694" y="162790"/>
                </a:cubicBezTo>
                <a:lnTo>
                  <a:pt x="2534692" y="162790"/>
                </a:lnTo>
                <a:cubicBezTo>
                  <a:pt x="2534692" y="252696"/>
                  <a:pt x="2461809" y="325580"/>
                  <a:pt x="2371902" y="325580"/>
                </a:cubicBezTo>
                <a:lnTo>
                  <a:pt x="162790" y="325578"/>
                </a:lnTo>
                <a:cubicBezTo>
                  <a:pt x="72884" y="325578"/>
                  <a:pt x="0" y="252692"/>
                  <a:pt x="0" y="162787"/>
                </a:cubicBezTo>
                <a:lnTo>
                  <a:pt x="0" y="162790"/>
                </a:lnTo>
              </a:path>
            </a:pathLst>
          </a:custGeom>
          <a:solidFill xmlns:a="http://schemas.openxmlformats.org/drawingml/2006/main">
            <a:srgbClr val="C4EA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69">
            <a:extLst xmlns:a="http://schemas.openxmlformats.org/drawingml/2006/main">
              <a:ext uri="{FF2B5EF4-FFF2-40B4-BE49-F238E27FC236}">
                <a16:creationId xmlns:a16="http://schemas.microsoft.com/office/drawing/2014/main" id="{B9926E04-FDCC-4F9F-A3DF-80D7995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06" y="940740"/>
            <a:ext cx="2534694" cy="325581"/>
          </a:xfrm>
          <a:custGeom xmlns:a="http://schemas.openxmlformats.org/drawingml/2006/main">
            <a:pathLst>
              <a:path w="2534694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5" y="0"/>
                </a:lnTo>
                <a:cubicBezTo>
                  <a:pt x="2461810" y="0"/>
                  <a:pt x="2534694" y="72884"/>
                  <a:pt x="2534694" y="162790"/>
                </a:cubicBezTo>
                <a:lnTo>
                  <a:pt x="2534692" y="162790"/>
                </a:lnTo>
                <a:cubicBezTo>
                  <a:pt x="2534692" y="252697"/>
                  <a:pt x="2461808" y="325581"/>
                  <a:pt x="2371901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8BCF8B"/>
            </a:solidFill>
            <a:prstDash val="solid"/>
          </a:ln>
        </p:spPr>
      </p:sp>
      <p:sp>
        <p:nvSpPr>
          <p:cNvPr id="512" name="text-470 Capability">
            <a:extLst xmlns:a="http://schemas.openxmlformats.org/drawingml/2006/main">
              <a:ext uri="{FF2B5EF4-FFF2-40B4-BE49-F238E27FC236}">
                <a16:creationId xmlns:a16="http://schemas.microsoft.com/office/drawing/2014/main" id="{3C128F32-487B-46A3-8CC4-7C4E490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436" y="954990"/>
            <a:ext cx="956397" cy="30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513" name="text-471 Context">
            <a:extLst xmlns:a="http://schemas.openxmlformats.org/drawingml/2006/main">
              <a:ext uri="{FF2B5EF4-FFF2-40B4-BE49-F238E27FC236}">
                <a16:creationId xmlns:a16="http://schemas.microsoft.com/office/drawing/2014/main" id="{2CA2FC68-E406-4DBD-BD1D-C309666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866" y="955862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3F4A41B2-F32C-4190-968F-A44A2643D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fd7dbd8e44220"/>
          <a:stretch xmlns:a="http://schemas.openxmlformats.org/drawingml/2006/main"/>
        </p:blipFill>
        <p:spPr>
          <a:xfrm xmlns:a="http://schemas.openxmlformats.org/drawingml/2006/main">
            <a:off x="9725608" y="851818"/>
            <a:ext cx="479818" cy="479818"/>
          </a:xfrm>
          <a:prstGeom xmlns:a="http://schemas.openxmlformats.org/drawingml/2006/main" prst="rect">
            <a:avLst/>
          </a:prstGeom>
        </p:spPr>
      </p:pic>
      <p:pic>
        <p:nvPic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39BFDA8F-18CB-4EAF-91C6-DD2262C873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6d96262e74b3f"/>
          <a:stretch xmlns:a="http://schemas.openxmlformats.org/drawingml/2006/main"/>
        </p:blipFill>
        <p:spPr>
          <a:xfrm xmlns:a="http://schemas.openxmlformats.org/drawingml/2006/main">
            <a:off x="9738632" y="9096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0614A724-DEDB-40BF-8DAC-B76B61C7E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73e2950b449c0"/>
          <a:stretch xmlns:a="http://schemas.openxmlformats.org/drawingml/2006/main"/>
        </p:blipFill>
        <p:spPr>
          <a:xfrm xmlns:a="http://schemas.openxmlformats.org/drawingml/2006/main">
            <a:off x="12091307" y="814428"/>
            <a:ext cx="2857500" cy="657225"/>
          </a:xfrm>
          <a:prstGeom xmlns:a="http://schemas.openxmlformats.org/drawingml/2006/main" prst="rect">
            <a:avLst/>
          </a:prstGeom>
        </p:spPr>
      </p:pic>
      <p:pic>
        <p:nvPic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B42E9AF7-F417-40E6-8A98-92C7B88AD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1b3b27ffb4420"/>
          <a:stretch xmlns:a="http://schemas.openxmlformats.org/drawingml/2006/main"/>
        </p:blipFill>
        <p:spPr>
          <a:xfrm xmlns:a="http://schemas.openxmlformats.org/drawingml/2006/main">
            <a:off x="12891407" y="871578"/>
            <a:ext cx="1504950" cy="600075"/>
          </a:xfrm>
          <a:prstGeom xmlns:a="http://schemas.openxmlformats.org/drawingml/2006/main" prst="rect">
            <a:avLst/>
          </a:prstGeom>
        </p:spPr>
      </p:pic>
      <p:pic>
        <p:nvPic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53158424-F1E8-4E85-A7FB-DC683158E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1ede06fd5482d"/>
          <a:stretch xmlns:a="http://schemas.openxmlformats.org/drawingml/2006/main"/>
        </p:blipFill>
        <p:spPr>
          <a:xfrm xmlns:a="http://schemas.openxmlformats.org/drawingml/2006/main">
            <a:off x="12119882" y="843003"/>
            <a:ext cx="2733675" cy="523875"/>
          </a:xfrm>
          <a:prstGeom xmlns:a="http://schemas.openxmlformats.org/drawingml/2006/main" prst="rect">
            <a:avLst/>
          </a:prstGeom>
        </p:spPr>
      </p:pic>
      <p:sp>
        <p:nvSpPr>
          <p:cNvPr id="519" name="path-477">
            <a:extLst xmlns:a="http://schemas.openxmlformats.org/drawingml/2006/main">
              <a:ext uri="{FF2B5EF4-FFF2-40B4-BE49-F238E27FC236}">
                <a16:creationId xmlns:a16="http://schemas.microsoft.com/office/drawing/2014/main" id="{870750CF-9037-4DB1-9776-F8817BAA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318" y="944299"/>
            <a:ext cx="2534693" cy="325581"/>
          </a:xfrm>
          <a:custGeom xmlns:a="http://schemas.openxmlformats.org/drawingml/2006/main">
            <a:pathLst>
              <a:path w="2534693" h="325581">
                <a:moveTo>
                  <a:pt x="0" y="162792"/>
                </a:moveTo>
                <a:cubicBezTo>
                  <a:pt x="0" y="72884"/>
                  <a:pt x="72884" y="0"/>
                  <a:pt x="162791" y="0"/>
                </a:cubicBezTo>
                <a:lnTo>
                  <a:pt x="2371904" y="0"/>
                </a:lnTo>
                <a:cubicBezTo>
                  <a:pt x="2461811" y="0"/>
                  <a:pt x="2534693" y="72884"/>
                  <a:pt x="2534693" y="162792"/>
                </a:cubicBezTo>
                <a:lnTo>
                  <a:pt x="2534691" y="162792"/>
                </a:lnTo>
                <a:cubicBezTo>
                  <a:pt x="2534691" y="252698"/>
                  <a:pt x="2461807" y="325581"/>
                  <a:pt x="2371900" y="325581"/>
                </a:cubicBezTo>
                <a:lnTo>
                  <a:pt x="162791" y="325578"/>
                </a:lnTo>
                <a:cubicBezTo>
                  <a:pt x="72884" y="325578"/>
                  <a:pt x="0" y="252695"/>
                  <a:pt x="0" y="162788"/>
                </a:cubicBezTo>
                <a:lnTo>
                  <a:pt x="0" y="162792"/>
                </a:lnTo>
              </a:path>
            </a:pathLst>
          </a:custGeom>
          <a:solidFill xmlns:a="http://schemas.openxmlformats.org/drawingml/2006/main">
            <a:srgbClr val="DD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78">
            <a:extLst xmlns:a="http://schemas.openxmlformats.org/drawingml/2006/main">
              <a:ext uri="{FF2B5EF4-FFF2-40B4-BE49-F238E27FC236}">
                <a16:creationId xmlns:a16="http://schemas.microsoft.com/office/drawing/2014/main" id="{BA133132-237F-493E-8003-A59031C6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318" y="944299"/>
            <a:ext cx="2534693" cy="325581"/>
          </a:xfrm>
          <a:custGeom xmlns:a="http://schemas.openxmlformats.org/drawingml/2006/main">
            <a:pathLst>
              <a:path w="2534693" h="325581">
                <a:moveTo>
                  <a:pt x="0" y="162790"/>
                </a:moveTo>
                <a:cubicBezTo>
                  <a:pt x="0" y="72884"/>
                  <a:pt x="72883" y="0"/>
                  <a:pt x="162790" y="0"/>
                </a:cubicBezTo>
                <a:lnTo>
                  <a:pt x="2371904" y="0"/>
                </a:lnTo>
                <a:cubicBezTo>
                  <a:pt x="2461811" y="0"/>
                  <a:pt x="2534693" y="72884"/>
                  <a:pt x="2534693" y="162790"/>
                </a:cubicBezTo>
                <a:lnTo>
                  <a:pt x="2534691" y="162790"/>
                </a:lnTo>
                <a:cubicBezTo>
                  <a:pt x="2534691" y="252697"/>
                  <a:pt x="2461807" y="325581"/>
                  <a:pt x="2371900" y="325581"/>
                </a:cubicBezTo>
                <a:lnTo>
                  <a:pt x="162790" y="325578"/>
                </a:lnTo>
                <a:cubicBezTo>
                  <a:pt x="72883" y="325578"/>
                  <a:pt x="0" y="252694"/>
                  <a:pt x="0" y="162788"/>
                </a:cubicBezTo>
                <a:lnTo>
                  <a:pt x="0" y="162790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0C4C0"/>
            </a:solidFill>
            <a:prstDash val="solid"/>
          </a:ln>
        </p:spPr>
      </p:sp>
      <p:sp>
        <p:nvSpPr>
          <p:cNvPr id="521" name="text-479 App">
            <a:extLst xmlns:a="http://schemas.openxmlformats.org/drawingml/2006/main">
              <a:ext uri="{FF2B5EF4-FFF2-40B4-BE49-F238E27FC236}">
                <a16:creationId xmlns:a16="http://schemas.microsoft.com/office/drawing/2014/main" id="{1DD82C3E-25EB-4A9A-8348-AA1105B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772" y="959188"/>
            <a:ext cx="402808" cy="306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522" name="text-480 Context">
            <a:extLst xmlns:a="http://schemas.openxmlformats.org/drawingml/2006/main">
              <a:ext uri="{FF2B5EF4-FFF2-40B4-BE49-F238E27FC236}">
                <a16:creationId xmlns:a16="http://schemas.microsoft.com/office/drawing/2014/main" id="{FD2603AF-CAED-4E49-A086-14B6C88E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725" y="959610"/>
            <a:ext cx="732711" cy="305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AE00E5B9-4735-40B7-933B-A883EB3AC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3018f55984295"/>
          <a:stretch xmlns:a="http://schemas.openxmlformats.org/drawingml/2006/main"/>
        </p:blipFill>
        <p:spPr>
          <a:xfrm xmlns:a="http://schemas.openxmlformats.org/drawingml/2006/main">
            <a:off x="12548288" y="851819"/>
            <a:ext cx="479818" cy="483567"/>
          </a:xfrm>
          <a:prstGeom xmlns:a="http://schemas.openxmlformats.org/drawingml/2006/main" prst="rect">
            <a:avLst/>
          </a:prstGeom>
        </p:spPr>
      </p:pic>
      <p:pic>
        <p:nvPic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1DE942A-C4FF-4B30-8C85-7B72B17EE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2c2b0972b40f1"/>
          <a:stretch xmlns:a="http://schemas.openxmlformats.org/drawingml/2006/main"/>
        </p:blipFill>
        <p:spPr>
          <a:xfrm xmlns:a="http://schemas.openxmlformats.org/drawingml/2006/main">
            <a:off x="12558032" y="90967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25" name="path-483">
            <a:extLst xmlns:a="http://schemas.openxmlformats.org/drawingml/2006/main">
              <a:ext uri="{FF2B5EF4-FFF2-40B4-BE49-F238E27FC236}">
                <a16:creationId xmlns:a16="http://schemas.microsoft.com/office/drawing/2014/main" id="{C7BB8159-B0B6-472C-9352-CA728AE9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44" y="1260473"/>
            <a:ext cx="2632462" cy="331114"/>
          </a:xfrm>
          <a:custGeom xmlns:a="http://schemas.openxmlformats.org/drawingml/2006/main">
            <a:pathLst>
              <a:path w="2632462" h="331114">
                <a:moveTo>
                  <a:pt x="0" y="0"/>
                </a:moveTo>
                <a:lnTo>
                  <a:pt x="0" y="165557"/>
                </a:lnTo>
                <a:lnTo>
                  <a:pt x="2632462" y="165557"/>
                </a:lnTo>
                <a:lnTo>
                  <a:pt x="2632462" y="331114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72C2FF">
                <a:alpha val="62000"/>
              </a:srgbClr>
            </a:solidFill>
            <a:prstDash val="solid"/>
          </a:ln>
        </p:spPr>
      </p:sp>
      <p:sp>
        <p:nvSpPr>
          <p:cNvPr id="526" name="path-484">
            <a:extLst xmlns:a="http://schemas.openxmlformats.org/drawingml/2006/main">
              <a:ext uri="{FF2B5EF4-FFF2-40B4-BE49-F238E27FC236}">
                <a16:creationId xmlns:a16="http://schemas.microsoft.com/office/drawing/2014/main" id="{667D6882-282F-4E04-B88B-D020D18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501" y="1334474"/>
            <a:ext cx="191" cy="257112"/>
          </a:xfrm>
          <a:custGeom xmlns:a="http://schemas.openxmlformats.org/drawingml/2006/main">
            <a:pathLst>
              <a:path w="191" h="257112">
                <a:moveTo>
                  <a:pt x="1" y="0"/>
                </a:moveTo>
                <a:lnTo>
                  <a:pt x="0" y="257112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8BCF8B">
                <a:alpha val="70000"/>
              </a:srgbClr>
            </a:solidFill>
            <a:prstDash val="solid"/>
          </a:ln>
        </p:spPr>
      </p:sp>
      <p:sp>
        <p:nvSpPr>
          <p:cNvPr id="527" name="path-485">
            <a:extLst xmlns:a="http://schemas.openxmlformats.org/drawingml/2006/main">
              <a:ext uri="{FF2B5EF4-FFF2-40B4-BE49-F238E27FC236}">
                <a16:creationId xmlns:a16="http://schemas.microsoft.com/office/drawing/2014/main" id="{3E28F6D2-7446-4C44-A98E-70B17C2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506" y="1269877"/>
            <a:ext cx="2766161" cy="321710"/>
          </a:xfrm>
          <a:custGeom xmlns:a="http://schemas.openxmlformats.org/drawingml/2006/main">
            <a:pathLst>
              <a:path w="2766161" h="321710">
                <a:moveTo>
                  <a:pt x="2766161" y="0"/>
                </a:moveTo>
                <a:lnTo>
                  <a:pt x="2766161" y="160855"/>
                </a:lnTo>
                <a:lnTo>
                  <a:pt x="0" y="160855"/>
                </a:lnTo>
                <a:lnTo>
                  <a:pt x="0" y="321710"/>
                </a:lnTo>
              </a:path>
            </a:pathLst>
          </a:custGeom>
          <a:noFill xmlns:a="http://schemas.openxmlformats.org/drawingml/2006/main"/>
          <a:ln xmlns:a="http://schemas.openxmlformats.org/drawingml/2006/main" w="78095">
            <a:solidFill>
              <a:srgbClr val="6EC0BC">
                <a:alpha val="79000"/>
              </a:srgbClr>
            </a:solidFill>
            <a:prstDash val="solid"/>
          </a:ln>
        </p:spPr>
      </p:sp>
      <p:sp>
        <p:nvSpPr>
          <p:cNvPr id="528" name="text-486 Harness">
            <a:extLst xmlns:a="http://schemas.openxmlformats.org/drawingml/2006/main">
              <a:ext uri="{FF2B5EF4-FFF2-40B4-BE49-F238E27FC236}">
                <a16:creationId xmlns:a16="http://schemas.microsoft.com/office/drawing/2014/main" id="{7535D6CE-5792-47FC-ABD1-D706FA53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844" y="8027416"/>
            <a:ext cx="875456" cy="350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Harness</a:t>
            </a:r>
          </a:p>
        </p:txBody>
      </p:sp>
      <p:sp>
        <p:nvSpPr>
          <p:cNvPr id="529" name="text-487 -">
            <a:extLst xmlns:a="http://schemas.openxmlformats.org/drawingml/2006/main">
              <a:ext uri="{FF2B5EF4-FFF2-40B4-BE49-F238E27FC236}">
                <a16:creationId xmlns:a16="http://schemas.microsoft.com/office/drawing/2014/main" id="{7615DD10-81AB-4D44-B349-C4AE667A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607" y="8027772"/>
            <a:ext cx="121506" cy="34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30" name="text-488 Driven">
            <a:extLst xmlns:a="http://schemas.openxmlformats.org/drawingml/2006/main">
              <a:ext uri="{FF2B5EF4-FFF2-40B4-BE49-F238E27FC236}">
                <a16:creationId xmlns:a16="http://schemas.microsoft.com/office/drawing/2014/main" id="{D73D620C-B870-420E-8704-FD73EB00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750" y="8027969"/>
            <a:ext cx="723290" cy="349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Driven</a:t>
            </a:r>
          </a:p>
        </p:txBody>
      </p:sp>
      <p:sp>
        <p:nvSpPr>
          <p:cNvPr id="531" name="text-489 Execution">
            <a:extLst xmlns:a="http://schemas.openxmlformats.org/drawingml/2006/main">
              <a:ext uri="{FF2B5EF4-FFF2-40B4-BE49-F238E27FC236}">
                <a16:creationId xmlns:a16="http://schemas.microsoft.com/office/drawing/2014/main" id="{9163A77C-4659-4E6E-96B9-CABFE3DE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500" y="8323331"/>
            <a:ext cx="1046607" cy="350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Execution</a:t>
            </a:r>
          </a:p>
        </p:txBody>
      </p:sp>
      <p:sp>
        <p:nvSpPr>
          <p:cNvPr id="532" name="text-490 H">
            <a:extLst xmlns:a="http://schemas.openxmlformats.org/drawingml/2006/main">
              <a:ext uri="{FF2B5EF4-FFF2-40B4-BE49-F238E27FC236}">
                <a16:creationId xmlns:a16="http://schemas.microsoft.com/office/drawing/2014/main" id="{648F6369-4530-4D95-B73B-6959F89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552" y="8324013"/>
            <a:ext cx="239362" cy="349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68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33" name="text-491 (">
            <a:extLst xmlns:a="http://schemas.openxmlformats.org/drawingml/2006/main">
              <a:ext uri="{FF2B5EF4-FFF2-40B4-BE49-F238E27FC236}">
                <a16:creationId xmlns:a16="http://schemas.microsoft.com/office/drawing/2014/main" id="{D399EE3A-E4AD-46DF-92B0-F8EE128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267" y="8355172"/>
            <a:ext cx="107489" cy="306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534" name="text-492 Phase">
            <a:extLst xmlns:a="http://schemas.openxmlformats.org/drawingml/2006/main">
              <a:ext uri="{FF2B5EF4-FFF2-40B4-BE49-F238E27FC236}">
                <a16:creationId xmlns:a16="http://schemas.microsoft.com/office/drawing/2014/main" id="{E32F0B07-D8FF-4768-99AC-01DF524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600" y="8355173"/>
            <a:ext cx="580136" cy="306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Phase</a:t>
            </a:r>
          </a:p>
        </p:txBody>
      </p:sp>
      <p:sp>
        <p:nvSpPr>
          <p:cNvPr id="535" name="text-492 I">
            <a:extLst xmlns:a="http://schemas.openxmlformats.org/drawingml/2006/main">
              <a:ext uri="{FF2B5EF4-FFF2-40B4-BE49-F238E27FC236}">
                <a16:creationId xmlns:a16="http://schemas.microsoft.com/office/drawing/2014/main" id="{FC46FB98-3912-445A-BC0E-0396DFB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6951" y="8355209"/>
            <a:ext cx="97660" cy="30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536" name="text-493 --">
            <a:extLst xmlns:a="http://schemas.openxmlformats.org/drawingml/2006/main">
              <a:ext uri="{FF2B5EF4-FFF2-40B4-BE49-F238E27FC236}">
                <a16:creationId xmlns:a16="http://schemas.microsoft.com/office/drawing/2014/main" id="{DF5C7393-589F-4001-ABE6-B49B313E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5792" y="8356031"/>
            <a:ext cx="172548" cy="305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--</a:t>
            </a:r>
          </a:p>
        </p:txBody>
      </p:sp>
      <p:sp>
        <p:nvSpPr>
          <p:cNvPr id="537" name="text-494 III)">
            <a:extLst xmlns:a="http://schemas.openxmlformats.org/drawingml/2006/main">
              <a:ext uri="{FF2B5EF4-FFF2-40B4-BE49-F238E27FC236}">
                <a16:creationId xmlns:a16="http://schemas.microsoft.com/office/drawing/2014/main" id="{76750012-4A43-4BDE-8833-D59557CB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554" y="8354433"/>
            <a:ext cx="283365" cy="30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III)</a:t>
            </a:r>
          </a:p>
        </p:txBody>
      </p:sp>
      <p:sp>
        <p:nvSpPr>
          <p:cNvPr id="538" name="text-495 Accepted">
            <a:extLst xmlns:a="http://schemas.openxmlformats.org/drawingml/2006/main">
              <a:ext uri="{FF2B5EF4-FFF2-40B4-BE49-F238E27FC236}">
                <a16:creationId xmlns:a16="http://schemas.microsoft.com/office/drawing/2014/main" id="{8920D913-C613-4C74-B542-AE7AA331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4971" y="6789281"/>
            <a:ext cx="743626" cy="262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Accepted</a:t>
            </a:r>
          </a:p>
        </p:txBody>
      </p:sp>
      <p:sp>
        <p:nvSpPr>
          <p:cNvPr id="539" name="text-496 Traces">
            <a:extLst xmlns:a="http://schemas.openxmlformats.org/drawingml/2006/main">
              <a:ext uri="{FF2B5EF4-FFF2-40B4-BE49-F238E27FC236}">
                <a16:creationId xmlns:a16="http://schemas.microsoft.com/office/drawing/2014/main" id="{55759E41-FBD5-49AC-8160-3B5BDE65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3796" y="7020899"/>
            <a:ext cx="529503" cy="26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Traces</a:t>
            </a:r>
          </a:p>
        </p:txBody>
      </p:sp>
      <p:sp>
        <p:nvSpPr>
          <p:cNvPr id="540" name="path-497">
            <a:extLst xmlns:a="http://schemas.openxmlformats.org/drawingml/2006/main">
              <a:ext uri="{FF2B5EF4-FFF2-40B4-BE49-F238E27FC236}">
                <a16:creationId xmlns:a16="http://schemas.microsoft.com/office/drawing/2014/main" id="{6AA36743-819B-4D64-ACF3-17E25100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780" y="7118624"/>
            <a:ext cx="90969" cy="92250"/>
          </a:xfrm>
          <a:custGeom xmlns:a="http://schemas.openxmlformats.org/drawingml/2006/main">
            <a:pathLst>
              <a:path w="90969" h="92250">
                <a:moveTo>
                  <a:pt x="28828" y="17022"/>
                </a:moveTo>
                <a:cubicBezTo>
                  <a:pt x="25656" y="17022"/>
                  <a:pt x="23047" y="17297"/>
                  <a:pt x="21003" y="17846"/>
                </a:cubicBezTo>
                <a:cubicBezTo>
                  <a:pt x="18959" y="18395"/>
                  <a:pt x="16961" y="19341"/>
                  <a:pt x="15009" y="20683"/>
                </a:cubicBezTo>
                <a:cubicBezTo>
                  <a:pt x="13057" y="22025"/>
                  <a:pt x="10616" y="24252"/>
                  <a:pt x="7688" y="27364"/>
                </a:cubicBezTo>
                <a:lnTo>
                  <a:pt x="0" y="20500"/>
                </a:lnTo>
                <a:cubicBezTo>
                  <a:pt x="5064" y="14399"/>
                  <a:pt x="9228" y="9975"/>
                  <a:pt x="12492" y="7230"/>
                </a:cubicBezTo>
                <a:cubicBezTo>
                  <a:pt x="15756" y="4484"/>
                  <a:pt x="19097" y="2593"/>
                  <a:pt x="22513" y="1556"/>
                </a:cubicBezTo>
                <a:cubicBezTo>
                  <a:pt x="25930" y="519"/>
                  <a:pt x="30506" y="0"/>
                  <a:pt x="36241" y="0"/>
                </a:cubicBezTo>
                <a:lnTo>
                  <a:pt x="90969" y="0"/>
                </a:lnTo>
                <a:lnTo>
                  <a:pt x="87034" y="17022"/>
                </a:lnTo>
                <a:lnTo>
                  <a:pt x="58663" y="17022"/>
                </a:lnTo>
                <a:lnTo>
                  <a:pt x="48413" y="60768"/>
                </a:lnTo>
                <a:cubicBezTo>
                  <a:pt x="47254" y="65710"/>
                  <a:pt x="46674" y="69676"/>
                  <a:pt x="46674" y="72665"/>
                </a:cubicBezTo>
                <a:cubicBezTo>
                  <a:pt x="46674" y="75045"/>
                  <a:pt x="47071" y="76692"/>
                  <a:pt x="47864" y="77607"/>
                </a:cubicBezTo>
                <a:cubicBezTo>
                  <a:pt x="48657" y="78522"/>
                  <a:pt x="49786" y="78980"/>
                  <a:pt x="51250" y="78980"/>
                </a:cubicBezTo>
                <a:cubicBezTo>
                  <a:pt x="53325" y="78980"/>
                  <a:pt x="55521" y="78080"/>
                  <a:pt x="57839" y="76280"/>
                </a:cubicBezTo>
                <a:cubicBezTo>
                  <a:pt x="60158" y="74480"/>
                  <a:pt x="63147" y="71445"/>
                  <a:pt x="66808" y="67174"/>
                </a:cubicBezTo>
                <a:lnTo>
                  <a:pt x="73397" y="73764"/>
                </a:lnTo>
                <a:cubicBezTo>
                  <a:pt x="68211" y="79865"/>
                  <a:pt x="62964" y="84471"/>
                  <a:pt x="57656" y="87583"/>
                </a:cubicBezTo>
                <a:cubicBezTo>
                  <a:pt x="52348" y="90694"/>
                  <a:pt x="46552" y="92250"/>
                  <a:pt x="40268" y="92250"/>
                </a:cubicBezTo>
                <a:cubicBezTo>
                  <a:pt x="33984" y="92250"/>
                  <a:pt x="29377" y="90664"/>
                  <a:pt x="26449" y="87491"/>
                </a:cubicBezTo>
                <a:cubicBezTo>
                  <a:pt x="23520" y="84319"/>
                  <a:pt x="22056" y="79529"/>
                  <a:pt x="22056" y="73123"/>
                </a:cubicBezTo>
                <a:cubicBezTo>
                  <a:pt x="22056" y="69523"/>
                  <a:pt x="22727" y="64734"/>
                  <a:pt x="24069" y="58755"/>
                </a:cubicBezTo>
                <a:lnTo>
                  <a:pt x="24710" y="56009"/>
                </a:lnTo>
                <a:cubicBezTo>
                  <a:pt x="25991" y="50579"/>
                  <a:pt x="27684" y="44142"/>
                  <a:pt x="29789" y="36699"/>
                </a:cubicBezTo>
                <a:cubicBezTo>
                  <a:pt x="31894" y="29255"/>
                  <a:pt x="33892" y="22941"/>
                  <a:pt x="35784" y="17754"/>
                </a:cubicBezTo>
                <a:lnTo>
                  <a:pt x="35326" y="17022"/>
                </a:lnTo>
                <a:lnTo>
                  <a:pt x="28828" y="17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498">
            <a:extLst xmlns:a="http://schemas.openxmlformats.org/drawingml/2006/main">
              <a:ext uri="{FF2B5EF4-FFF2-40B4-BE49-F238E27FC236}">
                <a16:creationId xmlns:a16="http://schemas.microsoft.com/office/drawing/2014/main" id="{B1FD993A-CFED-4A2B-ACFC-C996273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855" y="7155166"/>
            <a:ext cx="37751" cy="96574"/>
          </a:xfrm>
          <a:custGeom xmlns:a="http://schemas.openxmlformats.org/drawingml/2006/main">
            <a:pathLst>
              <a:path w="37751" h="96574">
                <a:moveTo>
                  <a:pt x="35967" y="0"/>
                </a:moveTo>
                <a:lnTo>
                  <a:pt x="32397" y="16816"/>
                </a:lnTo>
                <a:lnTo>
                  <a:pt x="14620" y="16816"/>
                </a:lnTo>
                <a:lnTo>
                  <a:pt x="18395" y="0"/>
                </a:lnTo>
                <a:lnTo>
                  <a:pt x="35967" y="0"/>
                </a:lnTo>
                <a:moveTo>
                  <a:pt x="20248" y="73855"/>
                </a:moveTo>
                <a:cubicBezTo>
                  <a:pt x="19791" y="75777"/>
                  <a:pt x="19482" y="77264"/>
                  <a:pt x="19322" y="78317"/>
                </a:cubicBezTo>
                <a:cubicBezTo>
                  <a:pt x="19162" y="79369"/>
                  <a:pt x="19082" y="80559"/>
                  <a:pt x="19082" y="81886"/>
                </a:cubicBezTo>
                <a:cubicBezTo>
                  <a:pt x="19082" y="83670"/>
                  <a:pt x="19379" y="84906"/>
                  <a:pt x="19974" y="85592"/>
                </a:cubicBezTo>
                <a:cubicBezTo>
                  <a:pt x="20569" y="86279"/>
                  <a:pt x="21415" y="86622"/>
                  <a:pt x="22513" y="86622"/>
                </a:cubicBezTo>
                <a:cubicBezTo>
                  <a:pt x="23840" y="86622"/>
                  <a:pt x="25328" y="85993"/>
                  <a:pt x="26975" y="84734"/>
                </a:cubicBezTo>
                <a:cubicBezTo>
                  <a:pt x="28622" y="83476"/>
                  <a:pt x="30567" y="81565"/>
                  <a:pt x="32809" y="79003"/>
                </a:cubicBezTo>
                <a:lnTo>
                  <a:pt x="37751" y="83945"/>
                </a:lnTo>
                <a:cubicBezTo>
                  <a:pt x="33267" y="88521"/>
                  <a:pt x="29251" y="91770"/>
                  <a:pt x="25705" y="93692"/>
                </a:cubicBezTo>
                <a:cubicBezTo>
                  <a:pt x="22159" y="95613"/>
                  <a:pt x="18258" y="96574"/>
                  <a:pt x="14002" y="96574"/>
                </a:cubicBezTo>
                <a:cubicBezTo>
                  <a:pt x="9152" y="96574"/>
                  <a:pt x="5605" y="95385"/>
                  <a:pt x="3363" y="93005"/>
                </a:cubicBezTo>
                <a:cubicBezTo>
                  <a:pt x="1121" y="90626"/>
                  <a:pt x="0" y="87034"/>
                  <a:pt x="0" y="82229"/>
                </a:cubicBezTo>
                <a:cubicBezTo>
                  <a:pt x="0" y="79163"/>
                  <a:pt x="503" y="75571"/>
                  <a:pt x="1510" y="71453"/>
                </a:cubicBezTo>
                <a:lnTo>
                  <a:pt x="7276" y="47566"/>
                </a:lnTo>
                <a:cubicBezTo>
                  <a:pt x="8328" y="43219"/>
                  <a:pt x="8854" y="39787"/>
                  <a:pt x="8854" y="37271"/>
                </a:cubicBezTo>
                <a:cubicBezTo>
                  <a:pt x="8854" y="35486"/>
                  <a:pt x="8431" y="34216"/>
                  <a:pt x="7585" y="33461"/>
                </a:cubicBezTo>
                <a:cubicBezTo>
                  <a:pt x="6738" y="32706"/>
                  <a:pt x="4965" y="32191"/>
                  <a:pt x="2265" y="31917"/>
                </a:cubicBezTo>
                <a:lnTo>
                  <a:pt x="3295" y="27387"/>
                </a:lnTo>
                <a:lnTo>
                  <a:pt x="23406" y="26632"/>
                </a:lnTo>
                <a:lnTo>
                  <a:pt x="31231" y="26632"/>
                </a:lnTo>
                <a:lnTo>
                  <a:pt x="20248" y="73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499">
            <a:extLst xmlns:a="http://schemas.openxmlformats.org/drawingml/2006/main">
              <a:ext uri="{FF2B5EF4-FFF2-40B4-BE49-F238E27FC236}">
                <a16:creationId xmlns:a16="http://schemas.microsoft.com/office/drawing/2014/main" id="{792BEC85-F4D2-4734-986A-F808569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527" y="8064757"/>
            <a:ext cx="7612195" cy="1115793"/>
          </a:xfrm>
          <a:custGeom xmlns:a="http://schemas.openxmlformats.org/drawingml/2006/main">
            <a:pathLst>
              <a:path w="7612195" h="1115793">
                <a:moveTo>
                  <a:pt x="0" y="184553"/>
                </a:moveTo>
                <a:cubicBezTo>
                  <a:pt x="0" y="82627"/>
                  <a:pt x="82626" y="0"/>
                  <a:pt x="184552" y="0"/>
                </a:cubicBezTo>
                <a:lnTo>
                  <a:pt x="7427641" y="0"/>
                </a:lnTo>
                <a:cubicBezTo>
                  <a:pt x="7529568" y="0"/>
                  <a:pt x="7612195" y="82627"/>
                  <a:pt x="7612195" y="184553"/>
                </a:cubicBezTo>
                <a:lnTo>
                  <a:pt x="7612195" y="931240"/>
                </a:lnTo>
                <a:cubicBezTo>
                  <a:pt x="7612195" y="1033165"/>
                  <a:pt x="7529568" y="1115793"/>
                  <a:pt x="7427641" y="1115793"/>
                </a:cubicBezTo>
                <a:lnTo>
                  <a:pt x="184552" y="1115793"/>
                </a:lnTo>
                <a:cubicBezTo>
                  <a:pt x="82626" y="1115793"/>
                  <a:pt x="0" y="1033165"/>
                  <a:pt x="0" y="931240"/>
                </a:cubicBezTo>
                <a:lnTo>
                  <a:pt x="0" y="184553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3" name="path-500">
            <a:extLst xmlns:a="http://schemas.openxmlformats.org/drawingml/2006/main">
              <a:ext uri="{FF2B5EF4-FFF2-40B4-BE49-F238E27FC236}">
                <a16:creationId xmlns:a16="http://schemas.microsoft.com/office/drawing/2014/main" id="{E3C6CEE0-B248-485F-A1FD-DC00DF4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527" y="8064757"/>
            <a:ext cx="7612195" cy="1115793"/>
          </a:xfrm>
          <a:custGeom xmlns:a="http://schemas.openxmlformats.org/drawingml/2006/main">
            <a:pathLst>
              <a:path w="7612195" h="1115793">
                <a:moveTo>
                  <a:pt x="0" y="184553"/>
                </a:moveTo>
                <a:cubicBezTo>
                  <a:pt x="0" y="82627"/>
                  <a:pt x="82627" y="0"/>
                  <a:pt x="184553" y="0"/>
                </a:cubicBezTo>
                <a:lnTo>
                  <a:pt x="7427641" y="0"/>
                </a:lnTo>
                <a:cubicBezTo>
                  <a:pt x="7529568" y="0"/>
                  <a:pt x="7612195" y="82627"/>
                  <a:pt x="7612195" y="184553"/>
                </a:cubicBezTo>
                <a:lnTo>
                  <a:pt x="7612195" y="931240"/>
                </a:lnTo>
                <a:cubicBezTo>
                  <a:pt x="7612195" y="1033165"/>
                  <a:pt x="7529568" y="1115793"/>
                  <a:pt x="7427641" y="1115793"/>
                </a:cubicBezTo>
                <a:lnTo>
                  <a:pt x="184553" y="1115793"/>
                </a:lnTo>
                <a:cubicBezTo>
                  <a:pt x="82627" y="1115793"/>
                  <a:pt x="0" y="1033165"/>
                  <a:pt x="0" y="931240"/>
                </a:cubicBezTo>
                <a:lnTo>
                  <a:pt x="0" y="18455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FFFFFF"/>
            </a:solidFill>
            <a:prstDash val="solid"/>
          </a:ln>
        </p:spPr>
      </p:sp>
      <p:sp>
        <p:nvSpPr>
          <p:cNvPr id="544" name="path-501">
            <a:extLst xmlns:a="http://schemas.openxmlformats.org/drawingml/2006/main">
              <a:ext uri="{FF2B5EF4-FFF2-40B4-BE49-F238E27FC236}">
                <a16:creationId xmlns:a16="http://schemas.microsoft.com/office/drawing/2014/main" id="{D288757D-8C4D-4A1C-845A-FAB2CD2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9" y="8627344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79" y="0"/>
                  <a:pt x="93317" y="0"/>
                </a:cubicBezTo>
                <a:lnTo>
                  <a:pt x="349428" y="0"/>
                </a:lnTo>
                <a:cubicBezTo>
                  <a:pt x="400966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6" y="442745"/>
                  <a:pt x="349428" y="442745"/>
                </a:cubicBezTo>
                <a:lnTo>
                  <a:pt x="93317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5" name="path-502">
            <a:extLst xmlns:a="http://schemas.openxmlformats.org/drawingml/2006/main">
              <a:ext uri="{FF2B5EF4-FFF2-40B4-BE49-F238E27FC236}">
                <a16:creationId xmlns:a16="http://schemas.microsoft.com/office/drawing/2014/main" id="{459A79EA-C4EE-4C40-99A0-A78084F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59" y="8627344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15018F6-D946-485C-AFBE-EBACF12D4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0f5bf8efd4614"/>
          <a:stretch xmlns:a="http://schemas.openxmlformats.org/drawingml/2006/main"/>
        </p:blipFill>
        <p:spPr>
          <a:xfrm xmlns:a="http://schemas.openxmlformats.org/drawingml/2006/main">
            <a:off x="432707" y="8624928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547" name="path-504">
            <a:extLst xmlns:a="http://schemas.openxmlformats.org/drawingml/2006/main">
              <a:ext uri="{FF2B5EF4-FFF2-40B4-BE49-F238E27FC236}">
                <a16:creationId xmlns:a16="http://schemas.microsoft.com/office/drawing/2014/main" id="{ED83E143-9428-421B-9609-92808BD8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17" y="8627344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79" y="0"/>
                  <a:pt x="93317" y="0"/>
                </a:cubicBezTo>
                <a:lnTo>
                  <a:pt x="349428" y="0"/>
                </a:lnTo>
                <a:cubicBezTo>
                  <a:pt x="400966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6" y="442745"/>
                  <a:pt x="349428" y="442745"/>
                </a:cubicBezTo>
                <a:lnTo>
                  <a:pt x="93317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8" name="path-505">
            <a:extLst xmlns:a="http://schemas.openxmlformats.org/drawingml/2006/main">
              <a:ext uri="{FF2B5EF4-FFF2-40B4-BE49-F238E27FC236}">
                <a16:creationId xmlns:a16="http://schemas.microsoft.com/office/drawing/2014/main" id="{9E8FD2F5-BD1B-4FE4-9432-8AACF20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17" y="8627344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EF62CA7A-95B4-442D-8DBB-0891D8400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5b5d7a29b46d1"/>
          <a:stretch xmlns:a="http://schemas.openxmlformats.org/drawingml/2006/main"/>
        </p:blipFill>
        <p:spPr>
          <a:xfrm xmlns:a="http://schemas.openxmlformats.org/drawingml/2006/main">
            <a:off x="1013732" y="8663028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550" name="path-507">
            <a:extLst xmlns:a="http://schemas.openxmlformats.org/drawingml/2006/main">
              <a:ext uri="{FF2B5EF4-FFF2-40B4-BE49-F238E27FC236}">
                <a16:creationId xmlns:a16="http://schemas.microsoft.com/office/drawing/2014/main" id="{705E6381-AD4C-46E4-BB7C-51161150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74" y="8627344"/>
            <a:ext cx="442745" cy="442745"/>
          </a:xfrm>
          <a:custGeom xmlns:a="http://schemas.openxmlformats.org/drawingml/2006/main">
            <a:pathLst>
              <a:path w="442745" h="442745">
                <a:moveTo>
                  <a:pt x="0" y="93318"/>
                </a:moveTo>
                <a:cubicBezTo>
                  <a:pt x="0" y="41780"/>
                  <a:pt x="41780" y="0"/>
                  <a:pt x="93317" y="0"/>
                </a:cubicBezTo>
                <a:lnTo>
                  <a:pt x="349429" y="0"/>
                </a:lnTo>
                <a:cubicBezTo>
                  <a:pt x="400965" y="0"/>
                  <a:pt x="442745" y="41780"/>
                  <a:pt x="442745" y="93318"/>
                </a:cubicBezTo>
                <a:lnTo>
                  <a:pt x="442745" y="349428"/>
                </a:lnTo>
                <a:cubicBezTo>
                  <a:pt x="442745" y="400965"/>
                  <a:pt x="400965" y="442745"/>
                  <a:pt x="349429" y="442745"/>
                </a:cubicBezTo>
                <a:lnTo>
                  <a:pt x="93317" y="442745"/>
                </a:lnTo>
                <a:cubicBezTo>
                  <a:pt x="41780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1" name="path-508">
            <a:extLst xmlns:a="http://schemas.openxmlformats.org/drawingml/2006/main">
              <a:ext uri="{FF2B5EF4-FFF2-40B4-BE49-F238E27FC236}">
                <a16:creationId xmlns:a16="http://schemas.microsoft.com/office/drawing/2014/main" id="{94EC78EA-CE9F-4010-8589-2B3D39CA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874" y="8627344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4B924113-5C61-47D4-B3C2-A023650B9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016e292bc4ea5"/>
          <a:stretch xmlns:a="http://schemas.openxmlformats.org/drawingml/2006/main"/>
        </p:blipFill>
        <p:spPr>
          <a:xfrm xmlns:a="http://schemas.openxmlformats.org/drawingml/2006/main">
            <a:off x="1556657" y="8663028"/>
            <a:ext cx="361950" cy="371475"/>
          </a:xfrm>
          <a:prstGeom xmlns:a="http://schemas.openxmlformats.org/drawingml/2006/main" prst="rect">
            <a:avLst/>
          </a:prstGeom>
        </p:spPr>
      </p:pic>
      <p:sp>
        <p:nvSpPr>
          <p:cNvPr id="553" name="path-510">
            <a:extLst xmlns:a="http://schemas.openxmlformats.org/drawingml/2006/main">
              <a:ext uri="{FF2B5EF4-FFF2-40B4-BE49-F238E27FC236}">
                <a16:creationId xmlns:a16="http://schemas.microsoft.com/office/drawing/2014/main" id="{D0087728-C1A3-4487-ACA3-24E2989C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832" y="8627344"/>
            <a:ext cx="442744" cy="442745"/>
          </a:xfrm>
          <a:custGeom xmlns:a="http://schemas.openxmlformats.org/drawingml/2006/main">
            <a:pathLst>
              <a:path w="442744" h="442745">
                <a:moveTo>
                  <a:pt x="0" y="93318"/>
                </a:moveTo>
                <a:cubicBezTo>
                  <a:pt x="0" y="41780"/>
                  <a:pt x="41779" y="0"/>
                  <a:pt x="93318" y="0"/>
                </a:cubicBezTo>
                <a:lnTo>
                  <a:pt x="349429" y="0"/>
                </a:lnTo>
                <a:cubicBezTo>
                  <a:pt x="400965" y="0"/>
                  <a:pt x="442744" y="41780"/>
                  <a:pt x="442744" y="93318"/>
                </a:cubicBezTo>
                <a:lnTo>
                  <a:pt x="442744" y="349428"/>
                </a:lnTo>
                <a:cubicBezTo>
                  <a:pt x="442744" y="400965"/>
                  <a:pt x="400965" y="442745"/>
                  <a:pt x="349429" y="442745"/>
                </a:cubicBezTo>
                <a:lnTo>
                  <a:pt x="93318" y="442745"/>
                </a:lnTo>
                <a:cubicBezTo>
                  <a:pt x="41779" y="442745"/>
                  <a:pt x="0" y="400965"/>
                  <a:pt x="0" y="349428"/>
                </a:cubicBezTo>
                <a:lnTo>
                  <a:pt x="0" y="933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4" name="path-511">
            <a:extLst xmlns:a="http://schemas.openxmlformats.org/drawingml/2006/main">
              <a:ext uri="{FF2B5EF4-FFF2-40B4-BE49-F238E27FC236}">
                <a16:creationId xmlns:a16="http://schemas.microsoft.com/office/drawing/2014/main" id="{9AC1717E-5454-4B66-A86E-0EFAE2C6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832" y="8627344"/>
            <a:ext cx="442746" cy="442745"/>
          </a:xfrm>
          <a:custGeom xmlns:a="http://schemas.openxmlformats.org/drawingml/2006/main">
            <a:pathLst>
              <a:path w="442746" h="442745">
                <a:moveTo>
                  <a:pt x="0" y="93318"/>
                </a:moveTo>
                <a:cubicBezTo>
                  <a:pt x="0" y="41780"/>
                  <a:pt x="41780" y="0"/>
                  <a:pt x="93318" y="0"/>
                </a:cubicBezTo>
                <a:lnTo>
                  <a:pt x="349428" y="0"/>
                </a:lnTo>
                <a:cubicBezTo>
                  <a:pt x="400966" y="0"/>
                  <a:pt x="442746" y="41780"/>
                  <a:pt x="442746" y="93318"/>
                </a:cubicBezTo>
                <a:lnTo>
                  <a:pt x="442746" y="349429"/>
                </a:lnTo>
                <a:cubicBezTo>
                  <a:pt x="442746" y="400966"/>
                  <a:pt x="400966" y="442745"/>
                  <a:pt x="349428" y="442745"/>
                </a:cubicBezTo>
                <a:lnTo>
                  <a:pt x="93318" y="442745"/>
                </a:lnTo>
                <a:cubicBezTo>
                  <a:pt x="41780" y="442745"/>
                  <a:pt x="0" y="400966"/>
                  <a:pt x="0" y="349429"/>
                </a:cubicBezTo>
                <a:lnTo>
                  <a:pt x="0" y="93318"/>
                </a:lnTo>
              </a:path>
            </a:pathLst>
          </a:custGeom>
          <a:noFill xmlns:a="http://schemas.openxmlformats.org/drawingml/2006/main"/>
          <a:ln xmlns:a="http://schemas.openxmlformats.org/drawingml/2006/main" w="27333">
            <a:solidFill>
              <a:srgbClr val="F3F0EA"/>
            </a:solidFill>
            <a:prstDash val="solid"/>
          </a:ln>
        </p:spPr>
      </p:sp>
      <p:pic>
        <p:nvPic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07E61E2-42DB-4599-BD70-B2B00655CC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46996df914990"/>
          <a:stretch xmlns:a="http://schemas.openxmlformats.org/drawingml/2006/main"/>
        </p:blipFill>
        <p:spPr>
          <a:xfrm xmlns:a="http://schemas.openxmlformats.org/drawingml/2006/main">
            <a:off x="2100999" y="8671355"/>
            <a:ext cx="356115" cy="356115"/>
          </a:xfrm>
          <a:prstGeom xmlns:a="http://schemas.openxmlformats.org/drawingml/2006/main" prst="rect">
            <a:avLst/>
          </a:prstGeom>
        </p:spPr>
      </p:pic>
      <p:pic>
        <p:nvPic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6E7446D-14F8-4213-8A5B-E4F47720CB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9a03c9184010"/>
          <a:stretch xmlns:a="http://schemas.openxmlformats.org/drawingml/2006/main"/>
        </p:blipFill>
        <p:spPr>
          <a:xfrm xmlns:a="http://schemas.openxmlformats.org/drawingml/2006/main">
            <a:off x="13310507" y="6824703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557" name="path-514">
            <a:extLst xmlns:a="http://schemas.openxmlformats.org/drawingml/2006/main">
              <a:ext uri="{FF2B5EF4-FFF2-40B4-BE49-F238E27FC236}">
                <a16:creationId xmlns:a16="http://schemas.microsoft.com/office/drawing/2014/main" id="{48DA4B51-CC6B-4F5D-BE50-F8255A1F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720" y="7230012"/>
            <a:ext cx="1351090" cy="472234"/>
          </a:xfrm>
          <a:custGeom xmlns:a="http://schemas.openxmlformats.org/drawingml/2006/main">
            <a:pathLst>
              <a:path w="1351090" h="472234">
                <a:moveTo>
                  <a:pt x="0" y="98276"/>
                </a:moveTo>
                <a:cubicBezTo>
                  <a:pt x="0" y="44000"/>
                  <a:pt x="44002" y="0"/>
                  <a:pt x="98277" y="0"/>
                </a:cubicBezTo>
                <a:lnTo>
                  <a:pt x="1252814" y="0"/>
                </a:lnTo>
                <a:cubicBezTo>
                  <a:pt x="1307088" y="0"/>
                  <a:pt x="1351090" y="44000"/>
                  <a:pt x="1351090" y="98276"/>
                </a:cubicBezTo>
                <a:lnTo>
                  <a:pt x="1351090" y="373958"/>
                </a:lnTo>
                <a:cubicBezTo>
                  <a:pt x="1351090" y="428235"/>
                  <a:pt x="1307088" y="472234"/>
                  <a:pt x="1252814" y="472234"/>
                </a:cubicBezTo>
                <a:lnTo>
                  <a:pt x="98277" y="472234"/>
                </a:lnTo>
                <a:cubicBezTo>
                  <a:pt x="44002" y="472234"/>
                  <a:pt x="0" y="428235"/>
                  <a:pt x="0" y="373958"/>
                </a:cubicBezTo>
                <a:lnTo>
                  <a:pt x="0" y="98276"/>
                </a:lnTo>
              </a:path>
            </a:pathLst>
          </a:custGeom>
          <a:solidFill xmlns:a="http://schemas.openxmlformats.org/drawingml/2006/main">
            <a:srgbClr val="E9C4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8" name="path-515">
            <a:extLst xmlns:a="http://schemas.openxmlformats.org/drawingml/2006/main">
              <a:ext uri="{FF2B5EF4-FFF2-40B4-BE49-F238E27FC236}">
                <a16:creationId xmlns:a16="http://schemas.microsoft.com/office/drawing/2014/main" id="{24500C28-6BE1-4EEC-B786-2BDC3B6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832" y="7294209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7"/>
                  <a:pt x="42358" y="0"/>
                  <a:pt x="94608" y="0"/>
                </a:cubicBezTo>
                <a:cubicBezTo>
                  <a:pt x="146856" y="0"/>
                  <a:pt x="189213" y="42357"/>
                  <a:pt x="189213" y="94606"/>
                </a:cubicBezTo>
                <a:cubicBezTo>
                  <a:pt x="189213" y="146857"/>
                  <a:pt x="146856" y="189213"/>
                  <a:pt x="94608" y="189213"/>
                </a:cubicBezTo>
                <a:cubicBezTo>
                  <a:pt x="42358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E53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9" name="path-516">
            <a:extLst xmlns:a="http://schemas.openxmlformats.org/drawingml/2006/main">
              <a:ext uri="{FF2B5EF4-FFF2-40B4-BE49-F238E27FC236}">
                <a16:creationId xmlns:a16="http://schemas.microsoft.com/office/drawing/2014/main" id="{7B3F4BFD-B370-4B06-8376-7341F325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832" y="7294209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6" y="0"/>
                  <a:pt x="189213" y="42356"/>
                  <a:pt x="189213" y="94606"/>
                </a:cubicBezTo>
                <a:cubicBezTo>
                  <a:pt x="189213" y="146855"/>
                  <a:pt x="146856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0" name="path-517">
            <a:extLst xmlns:a="http://schemas.openxmlformats.org/drawingml/2006/main">
              <a:ext uri="{FF2B5EF4-FFF2-40B4-BE49-F238E27FC236}">
                <a16:creationId xmlns:a16="http://schemas.microsoft.com/office/drawing/2014/main" id="{A6D6ABEE-C7EE-40D7-A22D-29FDBF7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285" y="7294209"/>
            <a:ext cx="189212" cy="189213"/>
          </a:xfrm>
          <a:custGeom xmlns:a="http://schemas.openxmlformats.org/drawingml/2006/main">
            <a:pathLst>
              <a:path w="189212" h="189213">
                <a:moveTo>
                  <a:pt x="0" y="94606"/>
                </a:moveTo>
                <a:cubicBezTo>
                  <a:pt x="0" y="42357"/>
                  <a:pt x="42356" y="0"/>
                  <a:pt x="94607" y="0"/>
                </a:cubicBezTo>
                <a:cubicBezTo>
                  <a:pt x="146855" y="0"/>
                  <a:pt x="189212" y="42357"/>
                  <a:pt x="189212" y="94606"/>
                </a:cubicBezTo>
                <a:cubicBezTo>
                  <a:pt x="189212" y="146857"/>
                  <a:pt x="146855" y="189213"/>
                  <a:pt x="94607" y="189213"/>
                </a:cubicBezTo>
                <a:cubicBezTo>
                  <a:pt x="42356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1" name="path-518">
            <a:extLst xmlns:a="http://schemas.openxmlformats.org/drawingml/2006/main">
              <a:ext uri="{FF2B5EF4-FFF2-40B4-BE49-F238E27FC236}">
                <a16:creationId xmlns:a16="http://schemas.microsoft.com/office/drawing/2014/main" id="{A4B46A0F-47C4-40F5-9D76-18A75044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285" y="7294209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5" y="0"/>
                  <a:pt x="189213" y="42356"/>
                  <a:pt x="189213" y="94606"/>
                </a:cubicBezTo>
                <a:cubicBezTo>
                  <a:pt x="189213" y="146855"/>
                  <a:pt x="146855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2" name="path-519">
            <a:extLst xmlns:a="http://schemas.openxmlformats.org/drawingml/2006/main">
              <a:ext uri="{FF2B5EF4-FFF2-40B4-BE49-F238E27FC236}">
                <a16:creationId xmlns:a16="http://schemas.microsoft.com/office/drawing/2014/main" id="{B1F9CA83-5169-49BD-A3C3-94E5693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09" y="7294209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7"/>
                  <a:pt x="42355" y="0"/>
                  <a:pt x="94606" y="0"/>
                </a:cubicBezTo>
                <a:cubicBezTo>
                  <a:pt x="146854" y="0"/>
                  <a:pt x="189213" y="42357"/>
                  <a:pt x="189213" y="94606"/>
                </a:cubicBezTo>
                <a:cubicBezTo>
                  <a:pt x="189213" y="146857"/>
                  <a:pt x="146854" y="189213"/>
                  <a:pt x="94606" y="189213"/>
                </a:cubicBezTo>
                <a:cubicBezTo>
                  <a:pt x="42355" y="189213"/>
                  <a:pt x="0" y="146857"/>
                  <a:pt x="0" y="94606"/>
                </a:cubicBez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63" name="path-520">
            <a:extLst xmlns:a="http://schemas.openxmlformats.org/drawingml/2006/main">
              <a:ext uri="{FF2B5EF4-FFF2-40B4-BE49-F238E27FC236}">
                <a16:creationId xmlns:a16="http://schemas.microsoft.com/office/drawing/2014/main" id="{270EC6B9-06B9-4B55-8805-23E2AB9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09" y="7294209"/>
            <a:ext cx="189213" cy="189213"/>
          </a:xfrm>
          <a:custGeom xmlns:a="http://schemas.openxmlformats.org/drawingml/2006/main">
            <a:pathLst>
              <a:path w="189213" h="189213">
                <a:moveTo>
                  <a:pt x="0" y="94606"/>
                </a:moveTo>
                <a:cubicBezTo>
                  <a:pt x="0" y="42356"/>
                  <a:pt x="42356" y="0"/>
                  <a:pt x="94606" y="0"/>
                </a:cubicBezTo>
                <a:cubicBezTo>
                  <a:pt x="146855" y="0"/>
                  <a:pt x="189213" y="42356"/>
                  <a:pt x="189213" y="94606"/>
                </a:cubicBezTo>
                <a:cubicBezTo>
                  <a:pt x="189213" y="146855"/>
                  <a:pt x="146855" y="189213"/>
                  <a:pt x="94606" y="189213"/>
                </a:cubicBezTo>
                <a:cubicBezTo>
                  <a:pt x="42356" y="189213"/>
                  <a:pt x="0" y="146855"/>
                  <a:pt x="0" y="946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042433"/>
            </a:solidFill>
            <a:prstDash val="solid"/>
          </a:ln>
        </p:spPr>
      </p:sp>
      <p:sp>
        <p:nvSpPr>
          <p:cNvPr id="564" name="path-521">
            <a:extLst xmlns:a="http://schemas.openxmlformats.org/drawingml/2006/main">
              <a:ext uri="{FF2B5EF4-FFF2-40B4-BE49-F238E27FC236}">
                <a16:creationId xmlns:a16="http://schemas.microsoft.com/office/drawing/2014/main" id="{0FA30937-C555-482A-A58D-E86A814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3497" y="7377101"/>
            <a:ext cx="177099" cy="58574"/>
          </a:xfrm>
          <a:custGeom xmlns:a="http://schemas.openxmlformats.org/drawingml/2006/main">
            <a:pathLst>
              <a:path w="177099" h="58574">
                <a:moveTo>
                  <a:pt x="0" y="0"/>
                </a:moveTo>
                <a:lnTo>
                  <a:pt x="99003" y="2"/>
                </a:lnTo>
                <a:lnTo>
                  <a:pt x="99003" y="23430"/>
                </a:lnTo>
                <a:lnTo>
                  <a:pt x="0" y="23428"/>
                </a:lnTo>
                <a:lnTo>
                  <a:pt x="0" y="0"/>
                </a:lnTo>
                <a:moveTo>
                  <a:pt x="83384" y="-35141"/>
                </a:moveTo>
                <a:lnTo>
                  <a:pt x="177099" y="11716"/>
                </a:lnTo>
                <a:lnTo>
                  <a:pt x="83384" y="58574"/>
                </a:lnTo>
                <a:lnTo>
                  <a:pt x="83384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22">
            <a:extLst xmlns:a="http://schemas.openxmlformats.org/drawingml/2006/main">
              <a:ext uri="{FF2B5EF4-FFF2-40B4-BE49-F238E27FC236}">
                <a16:creationId xmlns:a16="http://schemas.microsoft.com/office/drawing/2014/main" id="{84010781-15A3-410B-B5B5-4A53976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3993" y="7377101"/>
            <a:ext cx="177099" cy="58574"/>
          </a:xfrm>
          <a:custGeom xmlns:a="http://schemas.openxmlformats.org/drawingml/2006/main">
            <a:pathLst>
              <a:path w="177099" h="58574">
                <a:moveTo>
                  <a:pt x="0" y="0"/>
                </a:moveTo>
                <a:lnTo>
                  <a:pt x="99003" y="2"/>
                </a:lnTo>
                <a:lnTo>
                  <a:pt x="99003" y="23430"/>
                </a:lnTo>
                <a:lnTo>
                  <a:pt x="0" y="23428"/>
                </a:lnTo>
                <a:lnTo>
                  <a:pt x="0" y="0"/>
                </a:lnTo>
                <a:moveTo>
                  <a:pt x="83384" y="-35141"/>
                </a:moveTo>
                <a:lnTo>
                  <a:pt x="177099" y="11716"/>
                </a:lnTo>
                <a:lnTo>
                  <a:pt x="83384" y="58574"/>
                </a:lnTo>
                <a:lnTo>
                  <a:pt x="83384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text-523 …">
            <a:extLst xmlns:a="http://schemas.openxmlformats.org/drawingml/2006/main">
              <a:ext uri="{FF2B5EF4-FFF2-40B4-BE49-F238E27FC236}">
                <a16:creationId xmlns:a16="http://schemas.microsoft.com/office/drawing/2014/main" id="{15CD30EC-1AA2-4E42-B6F5-0F12BBC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8096" y="7158143"/>
            <a:ext cx="222656" cy="349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567" name="path-524">
            <a:extLst xmlns:a="http://schemas.openxmlformats.org/drawingml/2006/main">
              <a:ext uri="{FF2B5EF4-FFF2-40B4-BE49-F238E27FC236}">
                <a16:creationId xmlns:a16="http://schemas.microsoft.com/office/drawing/2014/main" id="{02B6C701-DD05-4691-8DC6-8E9D513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687" y="7377101"/>
            <a:ext cx="136087" cy="58574"/>
          </a:xfrm>
          <a:custGeom xmlns:a="http://schemas.openxmlformats.org/drawingml/2006/main">
            <a:pathLst>
              <a:path w="136087" h="58574">
                <a:moveTo>
                  <a:pt x="0" y="0"/>
                </a:moveTo>
                <a:lnTo>
                  <a:pt x="57991" y="2"/>
                </a:lnTo>
                <a:lnTo>
                  <a:pt x="57991" y="23430"/>
                </a:lnTo>
                <a:lnTo>
                  <a:pt x="0" y="23428"/>
                </a:lnTo>
                <a:lnTo>
                  <a:pt x="0" y="0"/>
                </a:lnTo>
                <a:moveTo>
                  <a:pt x="42372" y="-35141"/>
                </a:moveTo>
                <a:lnTo>
                  <a:pt x="136087" y="11716"/>
                </a:lnTo>
                <a:lnTo>
                  <a:pt x="42372" y="58574"/>
                </a:lnTo>
                <a:lnTo>
                  <a:pt x="42372" y="-351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text-525 s">
            <a:extLst xmlns:a="http://schemas.openxmlformats.org/drawingml/2006/main">
              <a:ext uri="{FF2B5EF4-FFF2-40B4-BE49-F238E27FC236}">
                <a16:creationId xmlns:a16="http://schemas.microsoft.com/office/drawing/2014/main" id="{2A22B9E4-82A3-43C0-95A0-265ADD1A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0417" y="7445626"/>
            <a:ext cx="106667" cy="262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69" name="text-526 1">
            <a:extLst xmlns:a="http://schemas.openxmlformats.org/drawingml/2006/main">
              <a:ext uri="{FF2B5EF4-FFF2-40B4-BE49-F238E27FC236}">
                <a16:creationId xmlns:a16="http://schemas.microsoft.com/office/drawing/2014/main" id="{D917F5B7-63DB-4239-B74E-99556D5D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2656" y="7541608"/>
            <a:ext cx="84999" cy="175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70" name="text-527 s">
            <a:extLst xmlns:a="http://schemas.openxmlformats.org/drawingml/2006/main">
              <a:ext uri="{FF2B5EF4-FFF2-40B4-BE49-F238E27FC236}">
                <a16:creationId xmlns:a16="http://schemas.microsoft.com/office/drawing/2014/main" id="{D3C2D115-83CB-469E-BC15-1B3AF464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6126" y="7449372"/>
            <a:ext cx="106668" cy="262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1" name="text-528 t">
            <a:extLst xmlns:a="http://schemas.openxmlformats.org/drawingml/2006/main">
              <a:ext uri="{FF2B5EF4-FFF2-40B4-BE49-F238E27FC236}">
                <a16:creationId xmlns:a16="http://schemas.microsoft.com/office/drawing/2014/main" id="{687FBC2B-FE34-4F1F-8CC4-EFFDB036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8363" y="7541623"/>
            <a:ext cx="57236" cy="175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72" name="text-529 s">
            <a:extLst xmlns:a="http://schemas.openxmlformats.org/drawingml/2006/main">
              <a:ext uri="{FF2B5EF4-FFF2-40B4-BE49-F238E27FC236}">
                <a16:creationId xmlns:a16="http://schemas.microsoft.com/office/drawing/2014/main" id="{E2F5C5A6-33A3-4F0D-A9FB-3877B98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7336" y="7449374"/>
            <a:ext cx="106667" cy="262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3" name="text-530 0">
            <a:extLst xmlns:a="http://schemas.openxmlformats.org/drawingml/2006/main">
              <a:ext uri="{FF2B5EF4-FFF2-40B4-BE49-F238E27FC236}">
                <a16:creationId xmlns:a16="http://schemas.microsoft.com/office/drawing/2014/main" id="{12DCC0B3-F655-475F-9DEE-521BC8D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9574" y="7541608"/>
            <a:ext cx="84999" cy="175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74" name="text-531 Agent">
            <a:extLst xmlns:a="http://schemas.openxmlformats.org/drawingml/2006/main">
              <a:ext uri="{FF2B5EF4-FFF2-40B4-BE49-F238E27FC236}">
                <a16:creationId xmlns:a16="http://schemas.microsoft.com/office/drawing/2014/main" id="{358EE3D9-51B7-439A-A3DC-C474B781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99" y="8045422"/>
            <a:ext cx="670276" cy="351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575" name="text-532 Runtime">
            <a:extLst xmlns:a="http://schemas.openxmlformats.org/drawingml/2006/main">
              <a:ext uri="{FF2B5EF4-FFF2-40B4-BE49-F238E27FC236}">
                <a16:creationId xmlns:a16="http://schemas.microsoft.com/office/drawing/2014/main" id="{DC781C7A-72D1-4A1B-8D06-DD484679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4991" y="8045975"/>
            <a:ext cx="919065" cy="35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Runtime</a:t>
            </a:r>
          </a:p>
        </p:txBody>
      </p:sp>
      <p:sp>
        <p:nvSpPr>
          <p:cNvPr id="576" name="text-533 Memory">
            <a:extLst xmlns:a="http://schemas.openxmlformats.org/drawingml/2006/main">
              <a:ext uri="{FF2B5EF4-FFF2-40B4-BE49-F238E27FC236}">
                <a16:creationId xmlns:a16="http://schemas.microsoft.com/office/drawing/2014/main" id="{34839E07-D4AA-4289-B0AE-53F9D17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7429" y="8899965"/>
            <a:ext cx="677053" cy="262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</a:t>
            </a:r>
          </a:p>
        </p:txBody>
      </p:sp>
      <p:sp>
        <p:nvSpPr>
          <p:cNvPr id="577" name="text-534 Planner">
            <a:extLst xmlns:a="http://schemas.openxmlformats.org/drawingml/2006/main">
              <a:ext uri="{FF2B5EF4-FFF2-40B4-BE49-F238E27FC236}">
                <a16:creationId xmlns:a16="http://schemas.microsoft.com/office/drawing/2014/main" id="{D2E788D5-019B-47A7-B4D3-D1329BB8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5726" y="8900291"/>
            <a:ext cx="615387" cy="262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Planner</a:t>
            </a:r>
          </a:p>
        </p:txBody>
      </p:sp>
      <p:sp>
        <p:nvSpPr>
          <p:cNvPr id="578" name="text-535 Tools">
            <a:extLst xmlns:a="http://schemas.openxmlformats.org/drawingml/2006/main">
              <a:ext uri="{FF2B5EF4-FFF2-40B4-BE49-F238E27FC236}">
                <a16:creationId xmlns:a16="http://schemas.microsoft.com/office/drawing/2014/main" id="{C2ED72FC-8465-45EF-91F9-0C204A1E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513" y="8900369"/>
            <a:ext cx="416621" cy="26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579" name="text-536 Context">
            <a:extLst xmlns:a="http://schemas.openxmlformats.org/drawingml/2006/main">
              <a:ext uri="{FF2B5EF4-FFF2-40B4-BE49-F238E27FC236}">
                <a16:creationId xmlns:a16="http://schemas.microsoft.com/office/drawing/2014/main" id="{9CAF7AB8-7058-41FE-9A6E-F4CFFCB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4781" y="8900113"/>
            <a:ext cx="612831" cy="262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B30B2ED3-34A7-4444-BDD1-D510E6CF8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2e06a99c4dc5"/>
          <a:stretch xmlns:a="http://schemas.openxmlformats.org/drawingml/2006/main"/>
        </p:blipFill>
        <p:spPr>
          <a:xfrm xmlns:a="http://schemas.openxmlformats.org/drawingml/2006/main">
            <a:off x="4046511" y="8416451"/>
            <a:ext cx="573532" cy="569783"/>
          </a:xfrm>
          <a:prstGeom xmlns:a="http://schemas.openxmlformats.org/drawingml/2006/main" prst="rect">
            <a:avLst/>
          </a:prstGeom>
        </p:spPr>
      </p:pic>
      <p:pic>
        <p:nvPic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D9BA49D-5657-4E4D-84F1-1363CEACD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24e1e97094f38"/>
          <a:stretch xmlns:a="http://schemas.openxmlformats.org/drawingml/2006/main"/>
        </p:blipFill>
        <p:spPr>
          <a:xfrm xmlns:a="http://schemas.openxmlformats.org/drawingml/2006/main">
            <a:off x="4061732" y="8472528"/>
            <a:ext cx="447675" cy="457200"/>
          </a:xfrm>
          <a:prstGeom xmlns:a="http://schemas.openxmlformats.org/drawingml/2006/main" prst="rect">
            <a:avLst/>
          </a:prstGeom>
        </p:spPr>
      </p:pic>
      <p:sp>
        <p:nvSpPr>
          <p:cNvPr id="582" name="text-539 Multi">
            <a:extLst xmlns:a="http://schemas.openxmlformats.org/drawingml/2006/main">
              <a:ext uri="{FF2B5EF4-FFF2-40B4-BE49-F238E27FC236}">
                <a16:creationId xmlns:a16="http://schemas.microsoft.com/office/drawing/2014/main" id="{305F9363-8C9D-48E8-8480-3D08163E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8608" y="8053502"/>
            <a:ext cx="604278" cy="35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</a:t>
            </a:r>
          </a:p>
        </p:txBody>
      </p:sp>
      <p:sp>
        <p:nvSpPr>
          <p:cNvPr id="583" name="text-540 -">
            <a:extLst xmlns:a="http://schemas.openxmlformats.org/drawingml/2006/main">
              <a:ext uri="{FF2B5EF4-FFF2-40B4-BE49-F238E27FC236}">
                <a16:creationId xmlns:a16="http://schemas.microsoft.com/office/drawing/2014/main" id="{50611453-AA94-4BE7-9E86-7A50A2A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6990" y="8054013"/>
            <a:ext cx="121505" cy="349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584" name="text-541 turn">
            <a:extLst xmlns:a="http://schemas.openxmlformats.org/drawingml/2006/main">
              <a:ext uri="{FF2B5EF4-FFF2-40B4-BE49-F238E27FC236}">
                <a16:creationId xmlns:a16="http://schemas.microsoft.com/office/drawing/2014/main" id="{E9A72353-9B97-4106-B5B3-19A17B9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133" y="8054020"/>
            <a:ext cx="483265" cy="349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585" name="text-541 Interaction">
            <a:extLst xmlns:a="http://schemas.openxmlformats.org/drawingml/2006/main">
              <a:ext uri="{FF2B5EF4-FFF2-40B4-BE49-F238E27FC236}">
                <a16:creationId xmlns:a16="http://schemas.microsoft.com/office/drawing/2014/main" id="{750E7288-0593-4DD2-921E-365EDC2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945" y="8053583"/>
            <a:ext cx="1183228" cy="35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</a:t>
            </a:r>
          </a:p>
        </p:txBody>
      </p:sp>
      <p:pic>
        <p:nvPic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DF5F3FF9-B6FF-4FE9-981B-8CD1465BF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aaa2b0c7d4138"/>
          <a:stretch xmlns:a="http://schemas.openxmlformats.org/drawingml/2006/main"/>
        </p:blipFill>
        <p:spPr>
          <a:xfrm xmlns:a="http://schemas.openxmlformats.org/drawingml/2006/main">
            <a:off x="2790737" y="8416451"/>
            <a:ext cx="573532" cy="569783"/>
          </a:xfrm>
          <a:prstGeom xmlns:a="http://schemas.openxmlformats.org/drawingml/2006/main" prst="rect">
            <a:avLst/>
          </a:prstGeom>
        </p:spPr>
      </p:pic>
      <p:pic>
        <p:nvPic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EFD95878-2EE5-4579-99A2-AC4282C40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63e615f364a91"/>
          <a:stretch xmlns:a="http://schemas.openxmlformats.org/drawingml/2006/main"/>
        </p:blipFill>
        <p:spPr>
          <a:xfrm xmlns:a="http://schemas.openxmlformats.org/drawingml/2006/main">
            <a:off x="2804432" y="8472528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DD4F4F0C-F6F6-47A8-BAAA-147681D30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5a826ded946b6"/>
          <a:stretch xmlns:a="http://schemas.openxmlformats.org/drawingml/2006/main"/>
        </p:blipFill>
        <p:spPr>
          <a:xfrm xmlns:a="http://schemas.openxmlformats.org/drawingml/2006/main">
            <a:off x="3431744" y="8416451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ECCCEE5F-1725-4BD1-81C0-CF71E180F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5c95d0beb470f"/>
          <a:stretch xmlns:a="http://schemas.openxmlformats.org/drawingml/2006/main"/>
        </p:blipFill>
        <p:spPr>
          <a:xfrm xmlns:a="http://schemas.openxmlformats.org/drawingml/2006/main">
            <a:off x="3442607" y="8472528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34C5B4FE-A9EC-4E74-8FF1-4C14F54502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9f69594e44472"/>
          <a:stretch xmlns:a="http://schemas.openxmlformats.org/drawingml/2006/main"/>
        </p:blipFill>
        <p:spPr>
          <a:xfrm xmlns:a="http://schemas.openxmlformats.org/drawingml/2006/main">
            <a:off x="4661278" y="8416450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823F58EF-5C52-4205-B876-A19BE976F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e8290d412455d"/>
          <a:stretch xmlns:a="http://schemas.openxmlformats.org/drawingml/2006/main"/>
        </p:blipFill>
        <p:spPr>
          <a:xfrm xmlns:a="http://schemas.openxmlformats.org/drawingml/2006/main">
            <a:off x="4671332" y="8482053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592" name="path-548">
            <a:extLst xmlns:a="http://schemas.openxmlformats.org/drawingml/2006/main">
              <a:ext uri="{FF2B5EF4-FFF2-40B4-BE49-F238E27FC236}">
                <a16:creationId xmlns:a16="http://schemas.microsoft.com/office/drawing/2014/main" id="{079AF804-6933-4C23-99FA-21C1232E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710" y="8432091"/>
            <a:ext cx="1744328" cy="654164"/>
          </a:xfrm>
          <a:custGeom xmlns:a="http://schemas.openxmlformats.org/drawingml/2006/main">
            <a:pathLst>
              <a:path w="1744328" h="654164">
                <a:moveTo>
                  <a:pt x="0" y="89102"/>
                </a:moveTo>
                <a:cubicBezTo>
                  <a:pt x="0" y="39893"/>
                  <a:pt x="39893" y="0"/>
                  <a:pt x="89102" y="0"/>
                </a:cubicBezTo>
                <a:lnTo>
                  <a:pt x="1655223" y="0"/>
                </a:lnTo>
                <a:cubicBezTo>
                  <a:pt x="1704436" y="0"/>
                  <a:pt x="1744328" y="39893"/>
                  <a:pt x="1744328" y="89102"/>
                </a:cubicBezTo>
                <a:lnTo>
                  <a:pt x="1744328" y="565060"/>
                </a:lnTo>
                <a:cubicBezTo>
                  <a:pt x="1744328" y="614271"/>
                  <a:pt x="1704436" y="654164"/>
                  <a:pt x="1655223" y="654164"/>
                </a:cubicBezTo>
                <a:lnTo>
                  <a:pt x="89102" y="654164"/>
                </a:lnTo>
                <a:cubicBezTo>
                  <a:pt x="39893" y="654164"/>
                  <a:pt x="0" y="614271"/>
                  <a:pt x="0" y="565060"/>
                </a:cubicBezTo>
                <a:lnTo>
                  <a:pt x="0" y="89102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49">
            <a:extLst xmlns:a="http://schemas.openxmlformats.org/drawingml/2006/main">
              <a:ext uri="{FF2B5EF4-FFF2-40B4-BE49-F238E27FC236}">
                <a16:creationId xmlns:a16="http://schemas.microsoft.com/office/drawing/2014/main" id="{21988F5E-B89C-44BB-AFA8-AAFE77D6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2710" y="8432091"/>
            <a:ext cx="1744328" cy="654164"/>
          </a:xfrm>
          <a:custGeom xmlns:a="http://schemas.openxmlformats.org/drawingml/2006/main">
            <a:pathLst>
              <a:path w="1744328" h="654164">
                <a:moveTo>
                  <a:pt x="0" y="89103"/>
                </a:moveTo>
                <a:cubicBezTo>
                  <a:pt x="0" y="39893"/>
                  <a:pt x="39893" y="0"/>
                  <a:pt x="89103" y="0"/>
                </a:cubicBezTo>
                <a:lnTo>
                  <a:pt x="1655225" y="0"/>
                </a:lnTo>
                <a:cubicBezTo>
                  <a:pt x="1704435" y="0"/>
                  <a:pt x="1744328" y="39893"/>
                  <a:pt x="1744328" y="89103"/>
                </a:cubicBezTo>
                <a:lnTo>
                  <a:pt x="1744328" y="565061"/>
                </a:lnTo>
                <a:cubicBezTo>
                  <a:pt x="1744328" y="614271"/>
                  <a:pt x="1704435" y="654164"/>
                  <a:pt x="1655225" y="654164"/>
                </a:cubicBezTo>
                <a:lnTo>
                  <a:pt x="89103" y="654164"/>
                </a:lnTo>
                <a:cubicBezTo>
                  <a:pt x="39893" y="654164"/>
                  <a:pt x="0" y="614271"/>
                  <a:pt x="0" y="565061"/>
                </a:cubicBezTo>
                <a:lnTo>
                  <a:pt x="0" y="8910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594" name="path-550">
            <a:extLst xmlns:a="http://schemas.openxmlformats.org/drawingml/2006/main">
              <a:ext uri="{FF2B5EF4-FFF2-40B4-BE49-F238E27FC236}">
                <a16:creationId xmlns:a16="http://schemas.microsoft.com/office/drawing/2014/main" id="{64828D5D-B425-4677-9BA9-465246B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094" y="8556215"/>
            <a:ext cx="85935" cy="126386"/>
          </a:xfrm>
          <a:custGeom xmlns:a="http://schemas.openxmlformats.org/drawingml/2006/main">
            <a:pathLst>
              <a:path w="85935" h="126386">
                <a:moveTo>
                  <a:pt x="59121" y="103964"/>
                </a:moveTo>
                <a:cubicBezTo>
                  <a:pt x="63086" y="103964"/>
                  <a:pt x="66046" y="103675"/>
                  <a:pt x="67998" y="103095"/>
                </a:cubicBezTo>
                <a:cubicBezTo>
                  <a:pt x="69950" y="102515"/>
                  <a:pt x="71491" y="101509"/>
                  <a:pt x="72620" y="100075"/>
                </a:cubicBezTo>
                <a:cubicBezTo>
                  <a:pt x="73748" y="98641"/>
                  <a:pt x="74679" y="96491"/>
                  <a:pt x="75411" y="93623"/>
                </a:cubicBezTo>
                <a:lnTo>
                  <a:pt x="85935" y="93623"/>
                </a:lnTo>
                <a:lnTo>
                  <a:pt x="83831" y="126386"/>
                </a:lnTo>
                <a:lnTo>
                  <a:pt x="0" y="126386"/>
                </a:lnTo>
                <a:lnTo>
                  <a:pt x="0" y="120346"/>
                </a:lnTo>
                <a:cubicBezTo>
                  <a:pt x="4698" y="109547"/>
                  <a:pt x="14307" y="95636"/>
                  <a:pt x="28828" y="78614"/>
                </a:cubicBezTo>
                <a:cubicBezTo>
                  <a:pt x="35417" y="70865"/>
                  <a:pt x="40436" y="64490"/>
                  <a:pt x="43883" y="59487"/>
                </a:cubicBezTo>
                <a:cubicBezTo>
                  <a:pt x="47330" y="54484"/>
                  <a:pt x="49908" y="49755"/>
                  <a:pt x="51616" y="45301"/>
                </a:cubicBezTo>
                <a:cubicBezTo>
                  <a:pt x="53325" y="40848"/>
                  <a:pt x="54179" y="36241"/>
                  <a:pt x="54179" y="31482"/>
                </a:cubicBezTo>
                <a:cubicBezTo>
                  <a:pt x="54179" y="24771"/>
                  <a:pt x="52684" y="19509"/>
                  <a:pt x="49694" y="15695"/>
                </a:cubicBezTo>
                <a:cubicBezTo>
                  <a:pt x="46705" y="11882"/>
                  <a:pt x="42617" y="9975"/>
                  <a:pt x="37431" y="9975"/>
                </a:cubicBezTo>
                <a:cubicBezTo>
                  <a:pt x="27486" y="9975"/>
                  <a:pt x="21110" y="17144"/>
                  <a:pt x="18304" y="31482"/>
                </a:cubicBezTo>
                <a:lnTo>
                  <a:pt x="1830" y="31482"/>
                </a:lnTo>
                <a:lnTo>
                  <a:pt x="1830" y="9884"/>
                </a:lnTo>
                <a:cubicBezTo>
                  <a:pt x="11775" y="5857"/>
                  <a:pt x="19798" y="3203"/>
                  <a:pt x="25900" y="1922"/>
                </a:cubicBezTo>
                <a:cubicBezTo>
                  <a:pt x="32001" y="641"/>
                  <a:pt x="38438" y="0"/>
                  <a:pt x="45210" y="0"/>
                </a:cubicBezTo>
                <a:cubicBezTo>
                  <a:pt x="54179" y="0"/>
                  <a:pt x="61500" y="1205"/>
                  <a:pt x="67174" y="3615"/>
                </a:cubicBezTo>
                <a:cubicBezTo>
                  <a:pt x="72848" y="6025"/>
                  <a:pt x="76951" y="9289"/>
                  <a:pt x="79483" y="13407"/>
                </a:cubicBezTo>
                <a:cubicBezTo>
                  <a:pt x="82015" y="17526"/>
                  <a:pt x="83281" y="22330"/>
                  <a:pt x="83281" y="27821"/>
                </a:cubicBezTo>
                <a:cubicBezTo>
                  <a:pt x="83281" y="32641"/>
                  <a:pt x="82381" y="37126"/>
                  <a:pt x="80582" y="41275"/>
                </a:cubicBezTo>
                <a:cubicBezTo>
                  <a:pt x="78782" y="45423"/>
                  <a:pt x="75670" y="50152"/>
                  <a:pt x="71247" y="55460"/>
                </a:cubicBezTo>
                <a:cubicBezTo>
                  <a:pt x="66823" y="60768"/>
                  <a:pt x="59365" y="68364"/>
                  <a:pt x="48871" y="78248"/>
                </a:cubicBezTo>
                <a:cubicBezTo>
                  <a:pt x="45637" y="81299"/>
                  <a:pt x="41778" y="85310"/>
                  <a:pt x="37294" y="90283"/>
                </a:cubicBezTo>
                <a:cubicBezTo>
                  <a:pt x="32809" y="95255"/>
                  <a:pt x="29255" y="99511"/>
                  <a:pt x="26632" y="103049"/>
                </a:cubicBezTo>
                <a:lnTo>
                  <a:pt x="26632" y="103964"/>
                </a:lnTo>
                <a:lnTo>
                  <a:pt x="59121" y="103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51">
            <a:extLst xmlns:a="http://schemas.openxmlformats.org/drawingml/2006/main">
              <a:ext uri="{FF2B5EF4-FFF2-40B4-BE49-F238E27FC236}">
                <a16:creationId xmlns:a16="http://schemas.microsoft.com/office/drawing/2014/main" id="{BD30A6CF-A3BA-497C-AC7D-E6CE1F4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154" y="8513086"/>
            <a:ext cx="78454" cy="99389"/>
          </a:xfrm>
          <a:custGeom xmlns:a="http://schemas.openxmlformats.org/drawingml/2006/main">
            <a:pathLst>
              <a:path w="78454" h="99389">
                <a:moveTo>
                  <a:pt x="73512" y="81817"/>
                </a:moveTo>
                <a:lnTo>
                  <a:pt x="78454" y="86759"/>
                </a:lnTo>
                <a:cubicBezTo>
                  <a:pt x="73649" y="91564"/>
                  <a:pt x="69508" y="94870"/>
                  <a:pt x="66030" y="96677"/>
                </a:cubicBezTo>
                <a:cubicBezTo>
                  <a:pt x="62553" y="98485"/>
                  <a:pt x="58892" y="99389"/>
                  <a:pt x="55048" y="99389"/>
                </a:cubicBezTo>
                <a:cubicBezTo>
                  <a:pt x="51204" y="99389"/>
                  <a:pt x="48161" y="98325"/>
                  <a:pt x="45919" y="96197"/>
                </a:cubicBezTo>
                <a:cubicBezTo>
                  <a:pt x="43677" y="94069"/>
                  <a:pt x="42556" y="91266"/>
                  <a:pt x="42556" y="87789"/>
                </a:cubicBezTo>
                <a:cubicBezTo>
                  <a:pt x="42556" y="86645"/>
                  <a:pt x="42693" y="85546"/>
                  <a:pt x="42968" y="84494"/>
                </a:cubicBezTo>
                <a:lnTo>
                  <a:pt x="42075" y="84288"/>
                </a:lnTo>
                <a:cubicBezTo>
                  <a:pt x="37728" y="89550"/>
                  <a:pt x="33667" y="93383"/>
                  <a:pt x="29892" y="95785"/>
                </a:cubicBezTo>
                <a:cubicBezTo>
                  <a:pt x="26117" y="98187"/>
                  <a:pt x="21598" y="99389"/>
                  <a:pt x="16336" y="99389"/>
                </a:cubicBezTo>
                <a:cubicBezTo>
                  <a:pt x="11165" y="99389"/>
                  <a:pt x="7150" y="97512"/>
                  <a:pt x="4290" y="93760"/>
                </a:cubicBezTo>
                <a:cubicBezTo>
                  <a:pt x="1430" y="90008"/>
                  <a:pt x="0" y="84586"/>
                  <a:pt x="0" y="77493"/>
                </a:cubicBezTo>
                <a:cubicBezTo>
                  <a:pt x="0" y="71315"/>
                  <a:pt x="892" y="65184"/>
                  <a:pt x="2677" y="59098"/>
                </a:cubicBezTo>
                <a:cubicBezTo>
                  <a:pt x="4462" y="53012"/>
                  <a:pt x="7024" y="47761"/>
                  <a:pt x="10364" y="43345"/>
                </a:cubicBezTo>
                <a:cubicBezTo>
                  <a:pt x="13705" y="38929"/>
                  <a:pt x="17903" y="35452"/>
                  <a:pt x="22960" y="32912"/>
                </a:cubicBezTo>
                <a:cubicBezTo>
                  <a:pt x="28016" y="30373"/>
                  <a:pt x="33724" y="29103"/>
                  <a:pt x="40085" y="29103"/>
                </a:cubicBezTo>
                <a:cubicBezTo>
                  <a:pt x="44157" y="29103"/>
                  <a:pt x="48093" y="29812"/>
                  <a:pt x="51891" y="31231"/>
                </a:cubicBezTo>
                <a:lnTo>
                  <a:pt x="54224" y="20729"/>
                </a:lnTo>
                <a:cubicBezTo>
                  <a:pt x="54499" y="19585"/>
                  <a:pt x="54819" y="17938"/>
                  <a:pt x="55185" y="15787"/>
                </a:cubicBezTo>
                <a:cubicBezTo>
                  <a:pt x="55551" y="13636"/>
                  <a:pt x="55734" y="12012"/>
                  <a:pt x="55734" y="10914"/>
                </a:cubicBezTo>
                <a:cubicBezTo>
                  <a:pt x="55734" y="9907"/>
                  <a:pt x="55632" y="9117"/>
                  <a:pt x="55426" y="8545"/>
                </a:cubicBezTo>
                <a:cubicBezTo>
                  <a:pt x="55220" y="7974"/>
                  <a:pt x="54911" y="7504"/>
                  <a:pt x="54499" y="7138"/>
                </a:cubicBezTo>
                <a:cubicBezTo>
                  <a:pt x="54087" y="6772"/>
                  <a:pt x="53538" y="6486"/>
                  <a:pt x="52852" y="6280"/>
                </a:cubicBezTo>
                <a:cubicBezTo>
                  <a:pt x="52165" y="6075"/>
                  <a:pt x="50815" y="5834"/>
                  <a:pt x="48802" y="5560"/>
                </a:cubicBezTo>
                <a:lnTo>
                  <a:pt x="49900" y="1098"/>
                </a:lnTo>
                <a:lnTo>
                  <a:pt x="70423" y="0"/>
                </a:lnTo>
                <a:lnTo>
                  <a:pt x="78179" y="0"/>
                </a:lnTo>
                <a:lnTo>
                  <a:pt x="60814" y="76875"/>
                </a:lnTo>
                <a:cubicBezTo>
                  <a:pt x="60127" y="79895"/>
                  <a:pt x="59784" y="82504"/>
                  <a:pt x="59784" y="84700"/>
                </a:cubicBezTo>
                <a:cubicBezTo>
                  <a:pt x="59784" y="86210"/>
                  <a:pt x="60036" y="87377"/>
                  <a:pt x="60539" y="88201"/>
                </a:cubicBezTo>
                <a:cubicBezTo>
                  <a:pt x="61043" y="89024"/>
                  <a:pt x="61912" y="89436"/>
                  <a:pt x="63147" y="89436"/>
                </a:cubicBezTo>
                <a:cubicBezTo>
                  <a:pt x="64566" y="89436"/>
                  <a:pt x="66099" y="88795"/>
                  <a:pt x="67746" y="87514"/>
                </a:cubicBezTo>
                <a:cubicBezTo>
                  <a:pt x="69394" y="86233"/>
                  <a:pt x="71315" y="84334"/>
                  <a:pt x="73512" y="81817"/>
                </a:cubicBezTo>
                <a:moveTo>
                  <a:pt x="47223" y="55597"/>
                </a:moveTo>
                <a:cubicBezTo>
                  <a:pt x="47955" y="52211"/>
                  <a:pt x="48322" y="48848"/>
                  <a:pt x="48322" y="45507"/>
                </a:cubicBezTo>
                <a:cubicBezTo>
                  <a:pt x="48322" y="42441"/>
                  <a:pt x="47750" y="40131"/>
                  <a:pt x="46606" y="38575"/>
                </a:cubicBezTo>
                <a:cubicBezTo>
                  <a:pt x="45462" y="37019"/>
                  <a:pt x="43585" y="36241"/>
                  <a:pt x="40977" y="36241"/>
                </a:cubicBezTo>
                <a:cubicBezTo>
                  <a:pt x="36722" y="36241"/>
                  <a:pt x="32946" y="38380"/>
                  <a:pt x="29652" y="42659"/>
                </a:cubicBezTo>
                <a:cubicBezTo>
                  <a:pt x="26357" y="46937"/>
                  <a:pt x="23703" y="52692"/>
                  <a:pt x="21690" y="59921"/>
                </a:cubicBezTo>
                <a:cubicBezTo>
                  <a:pt x="19676" y="67151"/>
                  <a:pt x="18670" y="73626"/>
                  <a:pt x="18670" y="79346"/>
                </a:cubicBezTo>
                <a:cubicBezTo>
                  <a:pt x="18670" y="82687"/>
                  <a:pt x="19162" y="85180"/>
                  <a:pt x="20145" y="86828"/>
                </a:cubicBezTo>
                <a:cubicBezTo>
                  <a:pt x="21129" y="88475"/>
                  <a:pt x="22651" y="89299"/>
                  <a:pt x="24710" y="89299"/>
                </a:cubicBezTo>
                <a:cubicBezTo>
                  <a:pt x="27730" y="89299"/>
                  <a:pt x="30807" y="87823"/>
                  <a:pt x="33942" y="84872"/>
                </a:cubicBezTo>
                <a:cubicBezTo>
                  <a:pt x="37076" y="81920"/>
                  <a:pt x="39604" y="78454"/>
                  <a:pt x="41526" y="74473"/>
                </a:cubicBezTo>
                <a:cubicBezTo>
                  <a:pt x="43448" y="70492"/>
                  <a:pt x="45164" y="65046"/>
                  <a:pt x="46674" y="58137"/>
                </a:cubicBezTo>
                <a:lnTo>
                  <a:pt x="47223" y="55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text-552 Closed">
            <a:extLst xmlns:a="http://schemas.openxmlformats.org/drawingml/2006/main">
              <a:ext uri="{FF2B5EF4-FFF2-40B4-BE49-F238E27FC236}">
                <a16:creationId xmlns:a16="http://schemas.microsoft.com/office/drawing/2014/main" id="{70179C7B-54A7-4538-A6CA-8CF8F8F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9946" y="8494323"/>
            <a:ext cx="542915" cy="263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Closed</a:t>
            </a:r>
          </a:p>
        </p:txBody>
      </p:sp>
      <p:sp>
        <p:nvSpPr>
          <p:cNvPr id="597" name="text-553 Replay">
            <a:extLst xmlns:a="http://schemas.openxmlformats.org/drawingml/2006/main">
              <a:ext uri="{FF2B5EF4-FFF2-40B4-BE49-F238E27FC236}">
                <a16:creationId xmlns:a16="http://schemas.microsoft.com/office/drawing/2014/main" id="{7AE8B889-27E9-4147-9F90-30BF177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2470" y="8494544"/>
            <a:ext cx="562346" cy="263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Replay</a:t>
            </a:r>
          </a:p>
        </p:txBody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8CB4066-13FA-45A6-B11E-E34B8E98D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0325a378143c2"/>
          <a:stretch xmlns:a="http://schemas.openxmlformats.org/drawingml/2006/main"/>
        </p:blipFill>
        <p:spPr>
          <a:xfrm xmlns:a="http://schemas.openxmlformats.org/drawingml/2006/main">
            <a:off x="11348743" y="8393959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D2A38F80-33D0-4F85-937B-AC2DC66201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6f721fd984f98"/>
          <a:stretch xmlns:a="http://schemas.openxmlformats.org/drawingml/2006/main"/>
        </p:blipFill>
        <p:spPr>
          <a:xfrm xmlns:a="http://schemas.openxmlformats.org/drawingml/2006/main">
            <a:off x="11357882" y="8453478"/>
            <a:ext cx="323850" cy="314325"/>
          </a:xfrm>
          <a:prstGeom xmlns:a="http://schemas.openxmlformats.org/drawingml/2006/main" prst="rect">
            <a:avLst/>
          </a:prstGeom>
        </p:spPr>
      </p:pic>
      <p:sp>
        <p:nvSpPr>
          <p:cNvPr id="600" name="path-556">
            <a:extLst xmlns:a="http://schemas.openxmlformats.org/drawingml/2006/main">
              <a:ext uri="{FF2B5EF4-FFF2-40B4-BE49-F238E27FC236}">
                <a16:creationId xmlns:a16="http://schemas.microsoft.com/office/drawing/2014/main" id="{72EFCD4C-7A99-4E94-8433-E838D7EB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11" y="8820078"/>
            <a:ext cx="105978" cy="124922"/>
          </a:xfrm>
          <a:custGeom xmlns:a="http://schemas.openxmlformats.org/drawingml/2006/main">
            <a:pathLst>
              <a:path w="105978" h="124922">
                <a:moveTo>
                  <a:pt x="30567" y="98290"/>
                </a:moveTo>
                <a:cubicBezTo>
                  <a:pt x="30018" y="100731"/>
                  <a:pt x="29637" y="102637"/>
                  <a:pt x="29423" y="104010"/>
                </a:cubicBezTo>
                <a:cubicBezTo>
                  <a:pt x="29210" y="105383"/>
                  <a:pt x="29026" y="106847"/>
                  <a:pt x="28874" y="108403"/>
                </a:cubicBezTo>
                <a:cubicBezTo>
                  <a:pt x="28721" y="109959"/>
                  <a:pt x="28645" y="111347"/>
                  <a:pt x="28645" y="112567"/>
                </a:cubicBezTo>
                <a:cubicBezTo>
                  <a:pt x="28645" y="114459"/>
                  <a:pt x="28950" y="115938"/>
                  <a:pt x="29560" y="117006"/>
                </a:cubicBezTo>
                <a:cubicBezTo>
                  <a:pt x="30170" y="118074"/>
                  <a:pt x="31086" y="118851"/>
                  <a:pt x="32306" y="119340"/>
                </a:cubicBezTo>
                <a:cubicBezTo>
                  <a:pt x="33526" y="119828"/>
                  <a:pt x="35631" y="120194"/>
                  <a:pt x="38621" y="120438"/>
                </a:cubicBezTo>
                <a:lnTo>
                  <a:pt x="37614" y="124922"/>
                </a:lnTo>
                <a:lnTo>
                  <a:pt x="0" y="124922"/>
                </a:lnTo>
                <a:lnTo>
                  <a:pt x="1007" y="120438"/>
                </a:lnTo>
                <a:cubicBezTo>
                  <a:pt x="3325" y="120072"/>
                  <a:pt x="5064" y="119477"/>
                  <a:pt x="6223" y="118653"/>
                </a:cubicBezTo>
                <a:cubicBezTo>
                  <a:pt x="7382" y="117829"/>
                  <a:pt x="8359" y="116685"/>
                  <a:pt x="9152" y="115221"/>
                </a:cubicBezTo>
                <a:cubicBezTo>
                  <a:pt x="9945" y="113757"/>
                  <a:pt x="10677" y="111972"/>
                  <a:pt x="11348" y="109867"/>
                </a:cubicBezTo>
                <a:cubicBezTo>
                  <a:pt x="12019" y="107762"/>
                  <a:pt x="13026" y="103690"/>
                  <a:pt x="14368" y="97650"/>
                </a:cubicBezTo>
                <a:lnTo>
                  <a:pt x="29926" y="27181"/>
                </a:lnTo>
                <a:cubicBezTo>
                  <a:pt x="31269" y="21080"/>
                  <a:pt x="31940" y="16260"/>
                  <a:pt x="31940" y="12721"/>
                </a:cubicBezTo>
                <a:cubicBezTo>
                  <a:pt x="31940" y="9731"/>
                  <a:pt x="31238" y="7657"/>
                  <a:pt x="29835" y="6498"/>
                </a:cubicBezTo>
                <a:cubicBezTo>
                  <a:pt x="28432" y="5339"/>
                  <a:pt x="26144" y="4667"/>
                  <a:pt x="22971" y="4484"/>
                </a:cubicBezTo>
                <a:lnTo>
                  <a:pt x="23978" y="0"/>
                </a:lnTo>
                <a:lnTo>
                  <a:pt x="105978" y="0"/>
                </a:lnTo>
                <a:lnTo>
                  <a:pt x="98839" y="32214"/>
                </a:lnTo>
                <a:lnTo>
                  <a:pt x="90054" y="32214"/>
                </a:lnTo>
                <a:cubicBezTo>
                  <a:pt x="90054" y="26174"/>
                  <a:pt x="89901" y="21659"/>
                  <a:pt x="89596" y="18670"/>
                </a:cubicBezTo>
                <a:cubicBezTo>
                  <a:pt x="89291" y="15680"/>
                  <a:pt x="88696" y="13423"/>
                  <a:pt x="87812" y="11897"/>
                </a:cubicBezTo>
                <a:cubicBezTo>
                  <a:pt x="86927" y="10372"/>
                  <a:pt x="85844" y="9350"/>
                  <a:pt x="84563" y="8831"/>
                </a:cubicBezTo>
                <a:cubicBezTo>
                  <a:pt x="83281" y="8313"/>
                  <a:pt x="81115" y="8054"/>
                  <a:pt x="78065" y="8054"/>
                </a:cubicBezTo>
                <a:lnTo>
                  <a:pt x="50335" y="8054"/>
                </a:lnTo>
                <a:lnTo>
                  <a:pt x="30567" y="982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57">
            <a:extLst xmlns:a="http://schemas.openxmlformats.org/drawingml/2006/main">
              <a:ext uri="{FF2B5EF4-FFF2-40B4-BE49-F238E27FC236}">
                <a16:creationId xmlns:a16="http://schemas.microsoft.com/office/drawing/2014/main" id="{FB6CA92D-DFC8-4F95-A514-631797D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3971" y="8803331"/>
            <a:ext cx="233757" cy="173610"/>
          </a:xfrm>
          <a:custGeom xmlns:a="http://schemas.openxmlformats.org/drawingml/2006/main">
            <a:pathLst>
              <a:path w="233757" h="173610">
                <a:moveTo>
                  <a:pt x="178389" y="0"/>
                </a:moveTo>
                <a:cubicBezTo>
                  <a:pt x="196205" y="4698"/>
                  <a:pt x="209887" y="14841"/>
                  <a:pt x="219435" y="30430"/>
                </a:cubicBezTo>
                <a:cubicBezTo>
                  <a:pt x="228983" y="46018"/>
                  <a:pt x="233757" y="64825"/>
                  <a:pt x="233757" y="86850"/>
                </a:cubicBezTo>
                <a:cubicBezTo>
                  <a:pt x="233757" y="108937"/>
                  <a:pt x="228999" y="127744"/>
                  <a:pt x="219481" y="143271"/>
                </a:cubicBezTo>
                <a:cubicBezTo>
                  <a:pt x="209964" y="158799"/>
                  <a:pt x="196265" y="168912"/>
                  <a:pt x="178389" y="173610"/>
                </a:cubicBezTo>
                <a:lnTo>
                  <a:pt x="176193" y="166563"/>
                </a:lnTo>
                <a:cubicBezTo>
                  <a:pt x="190286" y="161864"/>
                  <a:pt x="200765" y="152591"/>
                  <a:pt x="207629" y="138741"/>
                </a:cubicBezTo>
                <a:cubicBezTo>
                  <a:pt x="214492" y="124892"/>
                  <a:pt x="217926" y="107290"/>
                  <a:pt x="217926" y="85936"/>
                </a:cubicBezTo>
                <a:cubicBezTo>
                  <a:pt x="217926" y="65314"/>
                  <a:pt x="214508" y="48184"/>
                  <a:pt x="207674" y="34548"/>
                </a:cubicBezTo>
                <a:cubicBezTo>
                  <a:pt x="200841" y="20911"/>
                  <a:pt x="190256" y="11744"/>
                  <a:pt x="175918" y="7047"/>
                </a:cubicBezTo>
                <a:lnTo>
                  <a:pt x="178389" y="0"/>
                </a:lnTo>
                <a:moveTo>
                  <a:pt x="55371" y="0"/>
                </a:moveTo>
                <a:lnTo>
                  <a:pt x="57841" y="7047"/>
                </a:lnTo>
                <a:cubicBezTo>
                  <a:pt x="43564" y="11744"/>
                  <a:pt x="32992" y="20911"/>
                  <a:pt x="26129" y="34548"/>
                </a:cubicBezTo>
                <a:cubicBezTo>
                  <a:pt x="19265" y="48184"/>
                  <a:pt x="15834" y="65314"/>
                  <a:pt x="15834" y="85936"/>
                </a:cubicBezTo>
                <a:cubicBezTo>
                  <a:pt x="15834" y="107290"/>
                  <a:pt x="19265" y="124892"/>
                  <a:pt x="26129" y="138741"/>
                </a:cubicBezTo>
                <a:cubicBezTo>
                  <a:pt x="32992" y="152591"/>
                  <a:pt x="43471" y="161864"/>
                  <a:pt x="57565" y="166563"/>
                </a:cubicBezTo>
                <a:lnTo>
                  <a:pt x="55371" y="173610"/>
                </a:lnTo>
                <a:cubicBezTo>
                  <a:pt x="37493" y="168912"/>
                  <a:pt x="23796" y="158799"/>
                  <a:pt x="14278" y="143271"/>
                </a:cubicBezTo>
                <a:cubicBezTo>
                  <a:pt x="4760" y="127744"/>
                  <a:pt x="0" y="108937"/>
                  <a:pt x="0" y="86850"/>
                </a:cubicBezTo>
                <a:cubicBezTo>
                  <a:pt x="0" y="64825"/>
                  <a:pt x="4775" y="46018"/>
                  <a:pt x="14324" y="30430"/>
                </a:cubicBezTo>
                <a:cubicBezTo>
                  <a:pt x="23873" y="14841"/>
                  <a:pt x="37554" y="4698"/>
                  <a:pt x="5537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2" name="path-558">
            <a:extLst xmlns:a="http://schemas.openxmlformats.org/drawingml/2006/main">
              <a:ext uri="{FF2B5EF4-FFF2-40B4-BE49-F238E27FC236}">
                <a16:creationId xmlns:a16="http://schemas.microsoft.com/office/drawing/2014/main" id="{22123714-1010-4FBC-BF9A-222202F8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072" y="8856045"/>
            <a:ext cx="111744" cy="124831"/>
          </a:xfrm>
          <a:custGeom xmlns:a="http://schemas.openxmlformats.org/drawingml/2006/main">
            <a:pathLst>
              <a:path w="111744" h="124831">
                <a:moveTo>
                  <a:pt x="33953" y="100670"/>
                </a:moveTo>
                <a:cubicBezTo>
                  <a:pt x="28096" y="109028"/>
                  <a:pt x="23154" y="116686"/>
                  <a:pt x="19127" y="123641"/>
                </a:cubicBezTo>
                <a:lnTo>
                  <a:pt x="0" y="123641"/>
                </a:lnTo>
                <a:lnTo>
                  <a:pt x="915" y="119248"/>
                </a:lnTo>
                <a:cubicBezTo>
                  <a:pt x="5918" y="114245"/>
                  <a:pt x="12813" y="106283"/>
                  <a:pt x="21598" y="95362"/>
                </a:cubicBezTo>
                <a:lnTo>
                  <a:pt x="52714" y="56467"/>
                </a:lnTo>
                <a:cubicBezTo>
                  <a:pt x="51494" y="44752"/>
                  <a:pt x="50411" y="35921"/>
                  <a:pt x="49466" y="29972"/>
                </a:cubicBezTo>
                <a:cubicBezTo>
                  <a:pt x="48520" y="24023"/>
                  <a:pt x="47544" y="19692"/>
                  <a:pt x="46537" y="16977"/>
                </a:cubicBezTo>
                <a:cubicBezTo>
                  <a:pt x="45530" y="14262"/>
                  <a:pt x="44478" y="12507"/>
                  <a:pt x="43380" y="11714"/>
                </a:cubicBezTo>
                <a:cubicBezTo>
                  <a:pt x="42281" y="10921"/>
                  <a:pt x="40939" y="10525"/>
                  <a:pt x="39353" y="10525"/>
                </a:cubicBezTo>
                <a:cubicBezTo>
                  <a:pt x="38010" y="10525"/>
                  <a:pt x="36348" y="11150"/>
                  <a:pt x="34365" y="12401"/>
                </a:cubicBezTo>
                <a:cubicBezTo>
                  <a:pt x="32382" y="13651"/>
                  <a:pt x="30353" y="15497"/>
                  <a:pt x="28279" y="17938"/>
                </a:cubicBezTo>
                <a:lnTo>
                  <a:pt x="23154" y="12813"/>
                </a:lnTo>
                <a:cubicBezTo>
                  <a:pt x="27791" y="8237"/>
                  <a:pt x="31833" y="4957"/>
                  <a:pt x="35280" y="2974"/>
                </a:cubicBezTo>
                <a:cubicBezTo>
                  <a:pt x="38727" y="991"/>
                  <a:pt x="42495" y="0"/>
                  <a:pt x="46583" y="0"/>
                </a:cubicBezTo>
                <a:cubicBezTo>
                  <a:pt x="49633" y="0"/>
                  <a:pt x="52043" y="671"/>
                  <a:pt x="53813" y="2013"/>
                </a:cubicBezTo>
                <a:cubicBezTo>
                  <a:pt x="55582" y="3356"/>
                  <a:pt x="57000" y="5659"/>
                  <a:pt x="58068" y="8923"/>
                </a:cubicBezTo>
                <a:cubicBezTo>
                  <a:pt x="59136" y="12187"/>
                  <a:pt x="59914" y="16641"/>
                  <a:pt x="60402" y="22285"/>
                </a:cubicBezTo>
                <a:cubicBezTo>
                  <a:pt x="60890" y="27928"/>
                  <a:pt x="61348" y="36577"/>
                  <a:pt x="61775" y="48230"/>
                </a:cubicBezTo>
                <a:lnTo>
                  <a:pt x="92891" y="1464"/>
                </a:lnTo>
                <a:lnTo>
                  <a:pt x="111744" y="1464"/>
                </a:lnTo>
                <a:lnTo>
                  <a:pt x="110737" y="5857"/>
                </a:lnTo>
                <a:cubicBezTo>
                  <a:pt x="109090" y="7504"/>
                  <a:pt x="107213" y="9503"/>
                  <a:pt x="105108" y="11852"/>
                </a:cubicBezTo>
                <a:cubicBezTo>
                  <a:pt x="103004" y="14201"/>
                  <a:pt x="101188" y="16275"/>
                  <a:pt x="99663" y="18075"/>
                </a:cubicBezTo>
                <a:cubicBezTo>
                  <a:pt x="98138" y="19875"/>
                  <a:pt x="95087" y="23612"/>
                  <a:pt x="90511" y="29286"/>
                </a:cubicBezTo>
                <a:lnTo>
                  <a:pt x="63239" y="63422"/>
                </a:lnTo>
                <a:cubicBezTo>
                  <a:pt x="64032" y="74099"/>
                  <a:pt x="64825" y="82656"/>
                  <a:pt x="65618" y="89093"/>
                </a:cubicBezTo>
                <a:cubicBezTo>
                  <a:pt x="66412" y="95530"/>
                  <a:pt x="67205" y="100304"/>
                  <a:pt x="67998" y="103415"/>
                </a:cubicBezTo>
                <a:cubicBezTo>
                  <a:pt x="68791" y="106527"/>
                  <a:pt x="69615" y="108876"/>
                  <a:pt x="70469" y="110462"/>
                </a:cubicBezTo>
                <a:cubicBezTo>
                  <a:pt x="71323" y="112049"/>
                  <a:pt x="72238" y="113086"/>
                  <a:pt x="73214" y="113574"/>
                </a:cubicBezTo>
                <a:cubicBezTo>
                  <a:pt x="74191" y="114062"/>
                  <a:pt x="75289" y="114306"/>
                  <a:pt x="76509" y="114306"/>
                </a:cubicBezTo>
                <a:cubicBezTo>
                  <a:pt x="77973" y="114306"/>
                  <a:pt x="79651" y="113681"/>
                  <a:pt x="81543" y="112430"/>
                </a:cubicBezTo>
                <a:cubicBezTo>
                  <a:pt x="83434" y="111179"/>
                  <a:pt x="85447" y="109334"/>
                  <a:pt x="87583" y="106893"/>
                </a:cubicBezTo>
                <a:lnTo>
                  <a:pt x="92708" y="112018"/>
                </a:lnTo>
                <a:cubicBezTo>
                  <a:pt x="88681" y="116228"/>
                  <a:pt x="84791" y="119416"/>
                  <a:pt x="81039" y="121582"/>
                </a:cubicBezTo>
                <a:cubicBezTo>
                  <a:pt x="77287" y="123748"/>
                  <a:pt x="73519" y="124831"/>
                  <a:pt x="69737" y="124831"/>
                </a:cubicBezTo>
                <a:cubicBezTo>
                  <a:pt x="66686" y="124831"/>
                  <a:pt x="64307" y="124281"/>
                  <a:pt x="62598" y="123183"/>
                </a:cubicBezTo>
                <a:cubicBezTo>
                  <a:pt x="60890" y="122085"/>
                  <a:pt x="59517" y="120346"/>
                  <a:pt x="58480" y="117967"/>
                </a:cubicBezTo>
                <a:cubicBezTo>
                  <a:pt x="57077" y="114550"/>
                  <a:pt x="56040" y="109028"/>
                  <a:pt x="55368" y="101402"/>
                </a:cubicBezTo>
                <a:cubicBezTo>
                  <a:pt x="54880" y="95545"/>
                  <a:pt x="54484" y="85661"/>
                  <a:pt x="54179" y="71750"/>
                </a:cubicBezTo>
                <a:lnTo>
                  <a:pt x="33953" y="100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59">
            <a:extLst xmlns:a="http://schemas.openxmlformats.org/drawingml/2006/main">
              <a:ext uri="{FF2B5EF4-FFF2-40B4-BE49-F238E27FC236}">
                <a16:creationId xmlns:a16="http://schemas.microsoft.com/office/drawing/2014/main" id="{0D1A74CA-ED36-4F96-9AD4-DDA59B8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921" y="8866387"/>
            <a:ext cx="116594" cy="50152"/>
          </a:xfrm>
          <a:custGeom xmlns:a="http://schemas.openxmlformats.org/drawingml/2006/main">
            <a:pathLst>
              <a:path w="116594" h="50152">
                <a:moveTo>
                  <a:pt x="0" y="12172"/>
                </a:moveTo>
                <a:lnTo>
                  <a:pt x="0" y="0"/>
                </a:lnTo>
                <a:lnTo>
                  <a:pt x="112750" y="0"/>
                </a:lnTo>
                <a:lnTo>
                  <a:pt x="112750" y="12172"/>
                </a:lnTo>
                <a:lnTo>
                  <a:pt x="0" y="12172"/>
                </a:lnTo>
                <a:moveTo>
                  <a:pt x="0" y="50152"/>
                </a:moveTo>
                <a:lnTo>
                  <a:pt x="0" y="37980"/>
                </a:lnTo>
                <a:lnTo>
                  <a:pt x="112750" y="37980"/>
                </a:lnTo>
                <a:lnTo>
                  <a:pt x="112750" y="50152"/>
                </a:lnTo>
                <a:lnTo>
                  <a:pt x="0" y="50152"/>
                </a:lnTo>
                <a:moveTo>
                  <a:pt x="116594" y="25076"/>
                </a:moveTo>
                <a:lnTo>
                  <a:pt x="116594" y="25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4" name="path-560">
            <a:extLst xmlns:a="http://schemas.openxmlformats.org/drawingml/2006/main">
              <a:ext uri="{FF2B5EF4-FFF2-40B4-BE49-F238E27FC236}">
                <a16:creationId xmlns:a16="http://schemas.microsoft.com/office/drawing/2014/main" id="{DD1619B2-4D42-4489-ABC3-FC66895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300" y="8818614"/>
            <a:ext cx="96735" cy="127851"/>
          </a:xfrm>
          <a:custGeom xmlns:a="http://schemas.openxmlformats.org/drawingml/2006/main">
            <a:pathLst>
              <a:path w="96735" h="127851">
                <a:moveTo>
                  <a:pt x="96735" y="4667"/>
                </a:moveTo>
                <a:lnTo>
                  <a:pt x="91243" y="29469"/>
                </a:lnTo>
                <a:lnTo>
                  <a:pt x="82458" y="29469"/>
                </a:lnTo>
                <a:cubicBezTo>
                  <a:pt x="81970" y="21964"/>
                  <a:pt x="80338" y="16550"/>
                  <a:pt x="77562" y="13224"/>
                </a:cubicBezTo>
                <a:cubicBezTo>
                  <a:pt x="74785" y="9899"/>
                  <a:pt x="70316" y="8237"/>
                  <a:pt x="64154" y="8237"/>
                </a:cubicBezTo>
                <a:cubicBezTo>
                  <a:pt x="55734" y="8237"/>
                  <a:pt x="47910" y="12446"/>
                  <a:pt x="40680" y="20866"/>
                </a:cubicBezTo>
                <a:cubicBezTo>
                  <a:pt x="33450" y="29286"/>
                  <a:pt x="27730" y="40405"/>
                  <a:pt x="23520" y="54224"/>
                </a:cubicBezTo>
                <a:cubicBezTo>
                  <a:pt x="19310" y="68044"/>
                  <a:pt x="17205" y="80871"/>
                  <a:pt x="17205" y="92708"/>
                </a:cubicBezTo>
                <a:cubicBezTo>
                  <a:pt x="17205" y="101982"/>
                  <a:pt x="18853" y="108815"/>
                  <a:pt x="22147" y="113208"/>
                </a:cubicBezTo>
                <a:cubicBezTo>
                  <a:pt x="25442" y="117601"/>
                  <a:pt x="30506" y="119797"/>
                  <a:pt x="37339" y="119797"/>
                </a:cubicBezTo>
                <a:cubicBezTo>
                  <a:pt x="41915" y="119797"/>
                  <a:pt x="45912" y="119111"/>
                  <a:pt x="49328" y="117738"/>
                </a:cubicBezTo>
                <a:cubicBezTo>
                  <a:pt x="52745" y="116365"/>
                  <a:pt x="55948" y="114047"/>
                  <a:pt x="58938" y="110783"/>
                </a:cubicBezTo>
                <a:cubicBezTo>
                  <a:pt x="61927" y="107518"/>
                  <a:pt x="64886" y="102958"/>
                  <a:pt x="67815" y="97101"/>
                </a:cubicBezTo>
                <a:lnTo>
                  <a:pt x="76601" y="97101"/>
                </a:lnTo>
                <a:lnTo>
                  <a:pt x="71018" y="123092"/>
                </a:lnTo>
                <a:cubicBezTo>
                  <a:pt x="59609" y="126264"/>
                  <a:pt x="47650" y="127851"/>
                  <a:pt x="35143" y="127851"/>
                </a:cubicBezTo>
                <a:cubicBezTo>
                  <a:pt x="23673" y="127851"/>
                  <a:pt x="14948" y="124556"/>
                  <a:pt x="8969" y="117967"/>
                </a:cubicBezTo>
                <a:cubicBezTo>
                  <a:pt x="2990" y="111377"/>
                  <a:pt x="0" y="101738"/>
                  <a:pt x="0" y="89047"/>
                </a:cubicBezTo>
                <a:cubicBezTo>
                  <a:pt x="0" y="80078"/>
                  <a:pt x="1602" y="69737"/>
                  <a:pt x="4805" y="58022"/>
                </a:cubicBezTo>
                <a:cubicBezTo>
                  <a:pt x="8008" y="46308"/>
                  <a:pt x="12538" y="36028"/>
                  <a:pt x="18395" y="27181"/>
                </a:cubicBezTo>
                <a:cubicBezTo>
                  <a:pt x="24252" y="18334"/>
                  <a:pt x="31177" y="11592"/>
                  <a:pt x="39170" y="6955"/>
                </a:cubicBezTo>
                <a:cubicBezTo>
                  <a:pt x="47162" y="2318"/>
                  <a:pt x="55948" y="0"/>
                  <a:pt x="65527" y="0"/>
                </a:cubicBezTo>
                <a:cubicBezTo>
                  <a:pt x="71079" y="0"/>
                  <a:pt x="76219" y="336"/>
                  <a:pt x="80948" y="1007"/>
                </a:cubicBezTo>
                <a:cubicBezTo>
                  <a:pt x="85676" y="1678"/>
                  <a:pt x="90938" y="2898"/>
                  <a:pt x="96735" y="46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61">
            <a:extLst xmlns:a="http://schemas.openxmlformats.org/drawingml/2006/main">
              <a:ext uri="{FF2B5EF4-FFF2-40B4-BE49-F238E27FC236}">
                <a16:creationId xmlns:a16="http://schemas.microsoft.com/office/drawing/2014/main" id="{0B209EC1-80B5-40B9-AE13-019B150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851" y="8814130"/>
            <a:ext cx="40176" cy="132335"/>
          </a:xfrm>
          <a:custGeom xmlns:a="http://schemas.openxmlformats.org/drawingml/2006/main">
            <a:pathLst>
              <a:path w="40176" h="132335">
                <a:moveTo>
                  <a:pt x="18944" y="25808"/>
                </a:moveTo>
                <a:cubicBezTo>
                  <a:pt x="19676" y="22574"/>
                  <a:pt x="20195" y="19997"/>
                  <a:pt x="20500" y="18075"/>
                </a:cubicBezTo>
                <a:cubicBezTo>
                  <a:pt x="20805" y="16153"/>
                  <a:pt x="20958" y="14368"/>
                  <a:pt x="20958" y="12721"/>
                </a:cubicBezTo>
                <a:cubicBezTo>
                  <a:pt x="20958" y="10891"/>
                  <a:pt x="20622" y="9503"/>
                  <a:pt x="19951" y="8557"/>
                </a:cubicBezTo>
                <a:cubicBezTo>
                  <a:pt x="19280" y="7611"/>
                  <a:pt x="18319" y="6925"/>
                  <a:pt x="17068" y="6498"/>
                </a:cubicBezTo>
                <a:cubicBezTo>
                  <a:pt x="15817" y="6071"/>
                  <a:pt x="13575" y="5766"/>
                  <a:pt x="10342" y="5583"/>
                </a:cubicBezTo>
                <a:lnTo>
                  <a:pt x="11440" y="824"/>
                </a:lnTo>
                <a:lnTo>
                  <a:pt x="34502" y="0"/>
                </a:lnTo>
                <a:lnTo>
                  <a:pt x="39902" y="0"/>
                </a:lnTo>
                <a:lnTo>
                  <a:pt x="17388" y="101310"/>
                </a:lnTo>
                <a:cubicBezTo>
                  <a:pt x="16046" y="107351"/>
                  <a:pt x="15375" y="111866"/>
                  <a:pt x="15375" y="114855"/>
                </a:cubicBezTo>
                <a:cubicBezTo>
                  <a:pt x="15375" y="117296"/>
                  <a:pt x="15772" y="119065"/>
                  <a:pt x="16565" y="120163"/>
                </a:cubicBezTo>
                <a:cubicBezTo>
                  <a:pt x="17358" y="121261"/>
                  <a:pt x="18609" y="121811"/>
                  <a:pt x="20317" y="121811"/>
                </a:cubicBezTo>
                <a:cubicBezTo>
                  <a:pt x="22147" y="121811"/>
                  <a:pt x="24100" y="121063"/>
                  <a:pt x="26174" y="119568"/>
                </a:cubicBezTo>
                <a:cubicBezTo>
                  <a:pt x="28249" y="118074"/>
                  <a:pt x="31177" y="115221"/>
                  <a:pt x="34960" y="111011"/>
                </a:cubicBezTo>
                <a:lnTo>
                  <a:pt x="40176" y="116136"/>
                </a:lnTo>
                <a:cubicBezTo>
                  <a:pt x="34258" y="122360"/>
                  <a:pt x="29423" y="126615"/>
                  <a:pt x="25671" y="128903"/>
                </a:cubicBezTo>
                <a:cubicBezTo>
                  <a:pt x="21919" y="131191"/>
                  <a:pt x="17724" y="132335"/>
                  <a:pt x="13087" y="132335"/>
                </a:cubicBezTo>
                <a:cubicBezTo>
                  <a:pt x="9121" y="132335"/>
                  <a:pt x="5949" y="130886"/>
                  <a:pt x="3569" y="127988"/>
                </a:cubicBezTo>
                <a:cubicBezTo>
                  <a:pt x="1190" y="125090"/>
                  <a:pt x="0" y="121383"/>
                  <a:pt x="0" y="116869"/>
                </a:cubicBezTo>
                <a:cubicBezTo>
                  <a:pt x="0" y="112781"/>
                  <a:pt x="854" y="106863"/>
                  <a:pt x="2563" y="99114"/>
                </a:cubicBezTo>
                <a:lnTo>
                  <a:pt x="18944" y="25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562">
            <a:extLst xmlns:a="http://schemas.openxmlformats.org/drawingml/2006/main">
              <a:ext uri="{FF2B5EF4-FFF2-40B4-BE49-F238E27FC236}">
                <a16:creationId xmlns:a16="http://schemas.microsoft.com/office/drawing/2014/main" id="{FAEDF7BF-B910-482A-B367-285F1EF9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8898" y="8856045"/>
            <a:ext cx="79712" cy="90511"/>
          </a:xfrm>
          <a:custGeom xmlns:a="http://schemas.openxmlformats.org/drawingml/2006/main">
            <a:pathLst>
              <a:path w="79712" h="90511">
                <a:moveTo>
                  <a:pt x="29835" y="90511"/>
                </a:moveTo>
                <a:cubicBezTo>
                  <a:pt x="20378" y="90511"/>
                  <a:pt x="13041" y="87857"/>
                  <a:pt x="7825" y="82549"/>
                </a:cubicBezTo>
                <a:cubicBezTo>
                  <a:pt x="2608" y="77241"/>
                  <a:pt x="0" y="69615"/>
                  <a:pt x="0" y="59670"/>
                </a:cubicBezTo>
                <a:cubicBezTo>
                  <a:pt x="0" y="54789"/>
                  <a:pt x="732" y="49145"/>
                  <a:pt x="2196" y="42739"/>
                </a:cubicBezTo>
                <a:cubicBezTo>
                  <a:pt x="4088" y="34075"/>
                  <a:pt x="7260" y="26510"/>
                  <a:pt x="11714" y="20042"/>
                </a:cubicBezTo>
                <a:cubicBezTo>
                  <a:pt x="16168" y="13575"/>
                  <a:pt x="21659" y="8618"/>
                  <a:pt x="28188" y="5171"/>
                </a:cubicBezTo>
                <a:cubicBezTo>
                  <a:pt x="34716" y="1724"/>
                  <a:pt x="41885" y="0"/>
                  <a:pt x="49694" y="0"/>
                </a:cubicBezTo>
                <a:cubicBezTo>
                  <a:pt x="59456" y="0"/>
                  <a:pt x="66900" y="2669"/>
                  <a:pt x="72025" y="8008"/>
                </a:cubicBezTo>
                <a:cubicBezTo>
                  <a:pt x="77150" y="13346"/>
                  <a:pt x="79712" y="20988"/>
                  <a:pt x="79712" y="30933"/>
                </a:cubicBezTo>
                <a:cubicBezTo>
                  <a:pt x="79712" y="38010"/>
                  <a:pt x="78477" y="45576"/>
                  <a:pt x="76006" y="53630"/>
                </a:cubicBezTo>
                <a:cubicBezTo>
                  <a:pt x="73535" y="61683"/>
                  <a:pt x="70149" y="68455"/>
                  <a:pt x="65847" y="73947"/>
                </a:cubicBezTo>
                <a:cubicBezTo>
                  <a:pt x="61546" y="79438"/>
                  <a:pt x="56406" y="83571"/>
                  <a:pt x="50426" y="86347"/>
                </a:cubicBezTo>
                <a:cubicBezTo>
                  <a:pt x="44447" y="89123"/>
                  <a:pt x="37583" y="90511"/>
                  <a:pt x="29835" y="90511"/>
                </a:cubicBezTo>
                <a:moveTo>
                  <a:pt x="16016" y="63605"/>
                </a:moveTo>
                <a:cubicBezTo>
                  <a:pt x="16016" y="70316"/>
                  <a:pt x="17404" y="75274"/>
                  <a:pt x="20180" y="78477"/>
                </a:cubicBezTo>
                <a:cubicBezTo>
                  <a:pt x="22956" y="81680"/>
                  <a:pt x="27150" y="83281"/>
                  <a:pt x="32763" y="83281"/>
                </a:cubicBezTo>
                <a:cubicBezTo>
                  <a:pt x="38743" y="83281"/>
                  <a:pt x="44051" y="80597"/>
                  <a:pt x="48688" y="75228"/>
                </a:cubicBezTo>
                <a:cubicBezTo>
                  <a:pt x="53325" y="69859"/>
                  <a:pt x="56985" y="62339"/>
                  <a:pt x="59670" y="52669"/>
                </a:cubicBezTo>
                <a:cubicBezTo>
                  <a:pt x="62354" y="42998"/>
                  <a:pt x="63697" y="34502"/>
                  <a:pt x="63697" y="27181"/>
                </a:cubicBezTo>
                <a:cubicBezTo>
                  <a:pt x="63697" y="20592"/>
                  <a:pt x="62415" y="15634"/>
                  <a:pt x="59853" y="12309"/>
                </a:cubicBezTo>
                <a:cubicBezTo>
                  <a:pt x="57290" y="8984"/>
                  <a:pt x="53294" y="7321"/>
                  <a:pt x="47864" y="7321"/>
                </a:cubicBezTo>
                <a:cubicBezTo>
                  <a:pt x="41519" y="7321"/>
                  <a:pt x="35982" y="9975"/>
                  <a:pt x="31253" y="15284"/>
                </a:cubicBezTo>
                <a:cubicBezTo>
                  <a:pt x="26525" y="20592"/>
                  <a:pt x="22803" y="28188"/>
                  <a:pt x="20088" y="38072"/>
                </a:cubicBezTo>
                <a:cubicBezTo>
                  <a:pt x="17373" y="47955"/>
                  <a:pt x="16016" y="56467"/>
                  <a:pt x="16016" y="6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63">
            <a:extLst xmlns:a="http://schemas.openxmlformats.org/drawingml/2006/main">
              <a:ext uri="{FF2B5EF4-FFF2-40B4-BE49-F238E27FC236}">
                <a16:creationId xmlns:a16="http://schemas.microsoft.com/office/drawing/2014/main" id="{EDBCE5C2-5412-4D30-AD16-345F39E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875" y="8856045"/>
            <a:ext cx="75960" cy="90511"/>
          </a:xfrm>
          <a:custGeom xmlns:a="http://schemas.openxmlformats.org/drawingml/2006/main">
            <a:pathLst>
              <a:path w="75960" h="90511">
                <a:moveTo>
                  <a:pt x="64429" y="23703"/>
                </a:moveTo>
                <a:cubicBezTo>
                  <a:pt x="63758" y="18273"/>
                  <a:pt x="61973" y="14155"/>
                  <a:pt x="59075" y="11348"/>
                </a:cubicBezTo>
                <a:cubicBezTo>
                  <a:pt x="56177" y="8542"/>
                  <a:pt x="51616" y="7138"/>
                  <a:pt x="45393" y="7138"/>
                </a:cubicBezTo>
                <a:cubicBezTo>
                  <a:pt x="40573" y="7138"/>
                  <a:pt x="36668" y="8374"/>
                  <a:pt x="33679" y="10845"/>
                </a:cubicBezTo>
                <a:cubicBezTo>
                  <a:pt x="30689" y="13316"/>
                  <a:pt x="29194" y="16565"/>
                  <a:pt x="29194" y="20592"/>
                </a:cubicBezTo>
                <a:cubicBezTo>
                  <a:pt x="29194" y="22788"/>
                  <a:pt x="29576" y="24725"/>
                  <a:pt x="30338" y="26403"/>
                </a:cubicBezTo>
                <a:cubicBezTo>
                  <a:pt x="31101" y="28081"/>
                  <a:pt x="32641" y="29926"/>
                  <a:pt x="34960" y="31940"/>
                </a:cubicBezTo>
                <a:cubicBezTo>
                  <a:pt x="37278" y="33953"/>
                  <a:pt x="40878" y="36424"/>
                  <a:pt x="45759" y="39353"/>
                </a:cubicBezTo>
                <a:cubicBezTo>
                  <a:pt x="49603" y="41671"/>
                  <a:pt x="52684" y="43791"/>
                  <a:pt x="55002" y="45713"/>
                </a:cubicBezTo>
                <a:cubicBezTo>
                  <a:pt x="57321" y="47635"/>
                  <a:pt x="59151" y="49542"/>
                  <a:pt x="60493" y="51433"/>
                </a:cubicBezTo>
                <a:cubicBezTo>
                  <a:pt x="61836" y="53325"/>
                  <a:pt x="62812" y="55323"/>
                  <a:pt x="63422" y="57428"/>
                </a:cubicBezTo>
                <a:cubicBezTo>
                  <a:pt x="64032" y="59532"/>
                  <a:pt x="64337" y="62080"/>
                  <a:pt x="64337" y="65069"/>
                </a:cubicBezTo>
                <a:cubicBezTo>
                  <a:pt x="64337" y="70499"/>
                  <a:pt x="62888" y="75152"/>
                  <a:pt x="59990" y="79026"/>
                </a:cubicBezTo>
                <a:cubicBezTo>
                  <a:pt x="57092" y="82900"/>
                  <a:pt x="53157" y="85783"/>
                  <a:pt x="48184" y="87674"/>
                </a:cubicBezTo>
                <a:cubicBezTo>
                  <a:pt x="43212" y="89566"/>
                  <a:pt x="37553" y="90511"/>
                  <a:pt x="31208" y="90511"/>
                </a:cubicBezTo>
                <a:cubicBezTo>
                  <a:pt x="26144" y="90511"/>
                  <a:pt x="21171" y="90130"/>
                  <a:pt x="16290" y="89367"/>
                </a:cubicBezTo>
                <a:cubicBezTo>
                  <a:pt x="11409" y="88605"/>
                  <a:pt x="5979" y="87308"/>
                  <a:pt x="0" y="85478"/>
                </a:cubicBezTo>
                <a:lnTo>
                  <a:pt x="4393" y="65527"/>
                </a:lnTo>
                <a:lnTo>
                  <a:pt x="11531" y="65527"/>
                </a:lnTo>
                <a:cubicBezTo>
                  <a:pt x="11775" y="71384"/>
                  <a:pt x="13423" y="75807"/>
                  <a:pt x="16473" y="78797"/>
                </a:cubicBezTo>
                <a:cubicBezTo>
                  <a:pt x="19524" y="81787"/>
                  <a:pt x="24374" y="83281"/>
                  <a:pt x="31025" y="83281"/>
                </a:cubicBezTo>
                <a:cubicBezTo>
                  <a:pt x="36821" y="83281"/>
                  <a:pt x="41351" y="81985"/>
                  <a:pt x="44615" y="79392"/>
                </a:cubicBezTo>
                <a:cubicBezTo>
                  <a:pt x="47879" y="76799"/>
                  <a:pt x="49511" y="73123"/>
                  <a:pt x="49511" y="68364"/>
                </a:cubicBezTo>
                <a:cubicBezTo>
                  <a:pt x="49511" y="65618"/>
                  <a:pt x="49054" y="63254"/>
                  <a:pt x="48138" y="61271"/>
                </a:cubicBezTo>
                <a:cubicBezTo>
                  <a:pt x="47223" y="59288"/>
                  <a:pt x="45729" y="57382"/>
                  <a:pt x="43654" y="55551"/>
                </a:cubicBezTo>
                <a:cubicBezTo>
                  <a:pt x="41580" y="53721"/>
                  <a:pt x="38285" y="51433"/>
                  <a:pt x="33770" y="48688"/>
                </a:cubicBezTo>
                <a:cubicBezTo>
                  <a:pt x="29011" y="45820"/>
                  <a:pt x="25305" y="43227"/>
                  <a:pt x="22651" y="40909"/>
                </a:cubicBezTo>
                <a:cubicBezTo>
                  <a:pt x="19997" y="38590"/>
                  <a:pt x="17999" y="36073"/>
                  <a:pt x="16656" y="33358"/>
                </a:cubicBezTo>
                <a:cubicBezTo>
                  <a:pt x="15314" y="30643"/>
                  <a:pt x="14643" y="27516"/>
                  <a:pt x="14643" y="23978"/>
                </a:cubicBezTo>
                <a:cubicBezTo>
                  <a:pt x="14643" y="19158"/>
                  <a:pt x="15939" y="14933"/>
                  <a:pt x="18532" y="11302"/>
                </a:cubicBezTo>
                <a:cubicBezTo>
                  <a:pt x="21125" y="7672"/>
                  <a:pt x="24832" y="4881"/>
                  <a:pt x="29652" y="2929"/>
                </a:cubicBezTo>
                <a:cubicBezTo>
                  <a:pt x="34472" y="976"/>
                  <a:pt x="40085" y="0"/>
                  <a:pt x="46491" y="0"/>
                </a:cubicBezTo>
                <a:cubicBezTo>
                  <a:pt x="52165" y="0"/>
                  <a:pt x="57336" y="336"/>
                  <a:pt x="62003" y="1007"/>
                </a:cubicBezTo>
                <a:cubicBezTo>
                  <a:pt x="66671" y="1678"/>
                  <a:pt x="71323" y="2837"/>
                  <a:pt x="75960" y="4484"/>
                </a:cubicBezTo>
                <a:lnTo>
                  <a:pt x="71842" y="23703"/>
                </a:lnTo>
                <a:lnTo>
                  <a:pt x="64429" y="23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path-564">
            <a:extLst xmlns:a="http://schemas.openxmlformats.org/drawingml/2006/main">
              <a:ext uri="{FF2B5EF4-FFF2-40B4-BE49-F238E27FC236}">
                <a16:creationId xmlns:a16="http://schemas.microsoft.com/office/drawing/2014/main" id="{DEC45BF0-CE84-4B8F-A969-CD42DF0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883" y="8855953"/>
            <a:ext cx="74679" cy="90511"/>
          </a:xfrm>
          <a:custGeom xmlns:a="http://schemas.openxmlformats.org/drawingml/2006/main">
            <a:pathLst>
              <a:path w="74679" h="90511">
                <a:moveTo>
                  <a:pt x="66991" y="70835"/>
                </a:moveTo>
                <a:cubicBezTo>
                  <a:pt x="61073" y="77363"/>
                  <a:pt x="55079" y="82275"/>
                  <a:pt x="49008" y="85569"/>
                </a:cubicBezTo>
                <a:cubicBezTo>
                  <a:pt x="42937" y="88864"/>
                  <a:pt x="35875" y="90511"/>
                  <a:pt x="27821" y="90511"/>
                </a:cubicBezTo>
                <a:cubicBezTo>
                  <a:pt x="18975" y="90511"/>
                  <a:pt x="12126" y="87812"/>
                  <a:pt x="7276" y="82412"/>
                </a:cubicBezTo>
                <a:cubicBezTo>
                  <a:pt x="2425" y="77012"/>
                  <a:pt x="0" y="69493"/>
                  <a:pt x="0" y="59853"/>
                </a:cubicBezTo>
                <a:cubicBezTo>
                  <a:pt x="0" y="53325"/>
                  <a:pt x="1174" y="46323"/>
                  <a:pt x="3523" y="38849"/>
                </a:cubicBezTo>
                <a:cubicBezTo>
                  <a:pt x="5872" y="31375"/>
                  <a:pt x="9426" y="24664"/>
                  <a:pt x="14185" y="18715"/>
                </a:cubicBezTo>
                <a:cubicBezTo>
                  <a:pt x="18944" y="12767"/>
                  <a:pt x="24649" y="8160"/>
                  <a:pt x="31299" y="4896"/>
                </a:cubicBezTo>
                <a:cubicBezTo>
                  <a:pt x="37949" y="1632"/>
                  <a:pt x="45027" y="0"/>
                  <a:pt x="52531" y="0"/>
                </a:cubicBezTo>
                <a:cubicBezTo>
                  <a:pt x="59914" y="0"/>
                  <a:pt x="65451" y="1495"/>
                  <a:pt x="69142" y="4484"/>
                </a:cubicBezTo>
                <a:cubicBezTo>
                  <a:pt x="72833" y="7474"/>
                  <a:pt x="74679" y="12141"/>
                  <a:pt x="74679" y="18487"/>
                </a:cubicBezTo>
                <a:cubicBezTo>
                  <a:pt x="74679" y="28859"/>
                  <a:pt x="69813" y="36638"/>
                  <a:pt x="60082" y="41824"/>
                </a:cubicBezTo>
                <a:cubicBezTo>
                  <a:pt x="50350" y="47010"/>
                  <a:pt x="35906" y="49603"/>
                  <a:pt x="16748" y="49603"/>
                </a:cubicBezTo>
                <a:cubicBezTo>
                  <a:pt x="16016" y="53264"/>
                  <a:pt x="15650" y="57229"/>
                  <a:pt x="15650" y="61500"/>
                </a:cubicBezTo>
                <a:cubicBezTo>
                  <a:pt x="15650" y="67906"/>
                  <a:pt x="16900" y="72559"/>
                  <a:pt x="19402" y="75457"/>
                </a:cubicBezTo>
                <a:cubicBezTo>
                  <a:pt x="21903" y="78355"/>
                  <a:pt x="25991" y="79804"/>
                  <a:pt x="31665" y="79804"/>
                </a:cubicBezTo>
                <a:cubicBezTo>
                  <a:pt x="37278" y="79804"/>
                  <a:pt x="42358" y="78583"/>
                  <a:pt x="46903" y="76143"/>
                </a:cubicBezTo>
                <a:cubicBezTo>
                  <a:pt x="51448" y="73703"/>
                  <a:pt x="56253" y="69950"/>
                  <a:pt x="61317" y="64886"/>
                </a:cubicBezTo>
                <a:lnTo>
                  <a:pt x="66991" y="70835"/>
                </a:lnTo>
                <a:moveTo>
                  <a:pt x="18304" y="41824"/>
                </a:moveTo>
                <a:cubicBezTo>
                  <a:pt x="26906" y="41763"/>
                  <a:pt x="34289" y="40985"/>
                  <a:pt x="40451" y="39490"/>
                </a:cubicBezTo>
                <a:cubicBezTo>
                  <a:pt x="46613" y="37995"/>
                  <a:pt x="51342" y="35616"/>
                  <a:pt x="54636" y="32352"/>
                </a:cubicBezTo>
                <a:cubicBezTo>
                  <a:pt x="57931" y="29087"/>
                  <a:pt x="59578" y="24679"/>
                  <a:pt x="59578" y="19127"/>
                </a:cubicBezTo>
                <a:cubicBezTo>
                  <a:pt x="59578" y="15406"/>
                  <a:pt x="58709" y="12492"/>
                  <a:pt x="56970" y="10387"/>
                </a:cubicBezTo>
                <a:cubicBezTo>
                  <a:pt x="55231" y="8282"/>
                  <a:pt x="52653" y="7230"/>
                  <a:pt x="49237" y="7230"/>
                </a:cubicBezTo>
                <a:cubicBezTo>
                  <a:pt x="43074" y="7230"/>
                  <a:pt x="37141" y="10342"/>
                  <a:pt x="31436" y="16565"/>
                </a:cubicBezTo>
                <a:cubicBezTo>
                  <a:pt x="25732" y="22788"/>
                  <a:pt x="21354" y="31208"/>
                  <a:pt x="18304" y="41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65">
            <a:extLst xmlns:a="http://schemas.openxmlformats.org/drawingml/2006/main">
              <a:ext uri="{FF2B5EF4-FFF2-40B4-BE49-F238E27FC236}">
                <a16:creationId xmlns:a16="http://schemas.microsoft.com/office/drawing/2014/main" id="{05F3FE93-D2D9-4E38-BABB-4C778F3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8607" y="8812757"/>
            <a:ext cx="57839" cy="173610"/>
          </a:xfrm>
          <a:custGeom xmlns:a="http://schemas.openxmlformats.org/drawingml/2006/main">
            <a:pathLst>
              <a:path w="57839" h="173610">
                <a:moveTo>
                  <a:pt x="15833" y="85935"/>
                </a:moveTo>
                <a:cubicBezTo>
                  <a:pt x="15833" y="107290"/>
                  <a:pt x="19265" y="124892"/>
                  <a:pt x="26128" y="138741"/>
                </a:cubicBezTo>
                <a:cubicBezTo>
                  <a:pt x="32992" y="152591"/>
                  <a:pt x="43471" y="161865"/>
                  <a:pt x="57565" y="166563"/>
                </a:cubicBezTo>
                <a:lnTo>
                  <a:pt x="55368" y="173610"/>
                </a:lnTo>
                <a:cubicBezTo>
                  <a:pt x="37492" y="168912"/>
                  <a:pt x="23795" y="158799"/>
                  <a:pt x="14277" y="143271"/>
                </a:cubicBezTo>
                <a:cubicBezTo>
                  <a:pt x="4759" y="127744"/>
                  <a:pt x="0" y="108937"/>
                  <a:pt x="0" y="86851"/>
                </a:cubicBezTo>
                <a:cubicBezTo>
                  <a:pt x="0" y="64825"/>
                  <a:pt x="4774" y="46018"/>
                  <a:pt x="14323" y="30430"/>
                </a:cubicBezTo>
                <a:cubicBezTo>
                  <a:pt x="23871" y="14841"/>
                  <a:pt x="37553" y="4698"/>
                  <a:pt x="55368" y="0"/>
                </a:cubicBezTo>
                <a:lnTo>
                  <a:pt x="57839" y="7047"/>
                </a:lnTo>
                <a:cubicBezTo>
                  <a:pt x="43563" y="11745"/>
                  <a:pt x="32992" y="20912"/>
                  <a:pt x="26128" y="34548"/>
                </a:cubicBezTo>
                <a:cubicBezTo>
                  <a:pt x="19265" y="48184"/>
                  <a:pt x="15833" y="65313"/>
                  <a:pt x="15833" y="85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0" name="path-566">
            <a:extLst xmlns:a="http://schemas.openxmlformats.org/drawingml/2006/main">
              <a:ext uri="{FF2B5EF4-FFF2-40B4-BE49-F238E27FC236}">
                <a16:creationId xmlns:a16="http://schemas.microsoft.com/office/drawing/2014/main" id="{166AE6C5-2A40-4414-9B51-D48505B3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4232" y="8878284"/>
            <a:ext cx="24893" cy="26357"/>
          </a:xfrm>
          <a:custGeom xmlns:a="http://schemas.openxmlformats.org/drawingml/2006/main">
            <a:pathLst>
              <a:path w="24893" h="26357">
                <a:moveTo>
                  <a:pt x="12446" y="0"/>
                </a:moveTo>
                <a:cubicBezTo>
                  <a:pt x="14826" y="0"/>
                  <a:pt x="16977" y="564"/>
                  <a:pt x="18898" y="1693"/>
                </a:cubicBezTo>
                <a:cubicBezTo>
                  <a:pt x="20820" y="2822"/>
                  <a:pt x="22300" y="4393"/>
                  <a:pt x="23337" y="6406"/>
                </a:cubicBezTo>
                <a:cubicBezTo>
                  <a:pt x="24374" y="8420"/>
                  <a:pt x="24893" y="10677"/>
                  <a:pt x="24893" y="13179"/>
                </a:cubicBezTo>
                <a:cubicBezTo>
                  <a:pt x="24893" y="15741"/>
                  <a:pt x="24359" y="18029"/>
                  <a:pt x="23291" y="20042"/>
                </a:cubicBezTo>
                <a:cubicBezTo>
                  <a:pt x="22224" y="22056"/>
                  <a:pt x="20729" y="23612"/>
                  <a:pt x="18807" y="24710"/>
                </a:cubicBezTo>
                <a:cubicBezTo>
                  <a:pt x="16885" y="25808"/>
                  <a:pt x="14765" y="26357"/>
                  <a:pt x="12446" y="26357"/>
                </a:cubicBezTo>
                <a:cubicBezTo>
                  <a:pt x="10128" y="26357"/>
                  <a:pt x="8008" y="25808"/>
                  <a:pt x="6086" y="24710"/>
                </a:cubicBezTo>
                <a:cubicBezTo>
                  <a:pt x="4164" y="23612"/>
                  <a:pt x="2669" y="22056"/>
                  <a:pt x="1602" y="20042"/>
                </a:cubicBezTo>
                <a:cubicBezTo>
                  <a:pt x="534" y="18029"/>
                  <a:pt x="0" y="15741"/>
                  <a:pt x="0" y="13179"/>
                </a:cubicBezTo>
                <a:cubicBezTo>
                  <a:pt x="0" y="10677"/>
                  <a:pt x="519" y="8420"/>
                  <a:pt x="1556" y="6406"/>
                </a:cubicBezTo>
                <a:cubicBezTo>
                  <a:pt x="2593" y="4393"/>
                  <a:pt x="4073" y="2822"/>
                  <a:pt x="5994" y="1693"/>
                </a:cubicBezTo>
                <a:cubicBezTo>
                  <a:pt x="7916" y="564"/>
                  <a:pt x="10067" y="0"/>
                  <a:pt x="1244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567">
            <a:extLst xmlns:a="http://schemas.openxmlformats.org/drawingml/2006/main">
              <a:ext uri="{FF2B5EF4-FFF2-40B4-BE49-F238E27FC236}">
                <a16:creationId xmlns:a16="http://schemas.microsoft.com/office/drawing/2014/main" id="{D8210283-406D-4A60-9DCF-4D924645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421" y="8812757"/>
            <a:ext cx="57839" cy="173610"/>
          </a:xfrm>
          <a:custGeom xmlns:a="http://schemas.openxmlformats.org/drawingml/2006/main">
            <a:pathLst>
              <a:path w="57839" h="173610">
                <a:moveTo>
                  <a:pt x="42007" y="85935"/>
                </a:moveTo>
                <a:cubicBezTo>
                  <a:pt x="42007" y="65313"/>
                  <a:pt x="38590" y="48184"/>
                  <a:pt x="31757" y="34548"/>
                </a:cubicBezTo>
                <a:cubicBezTo>
                  <a:pt x="24923" y="20912"/>
                  <a:pt x="14338" y="11745"/>
                  <a:pt x="0" y="7047"/>
                </a:cubicBezTo>
                <a:lnTo>
                  <a:pt x="2471" y="0"/>
                </a:lnTo>
                <a:cubicBezTo>
                  <a:pt x="20286" y="4698"/>
                  <a:pt x="33968" y="14841"/>
                  <a:pt x="43517" y="30430"/>
                </a:cubicBezTo>
                <a:cubicBezTo>
                  <a:pt x="53065" y="46018"/>
                  <a:pt x="57839" y="64825"/>
                  <a:pt x="57839" y="86851"/>
                </a:cubicBezTo>
                <a:cubicBezTo>
                  <a:pt x="57839" y="108937"/>
                  <a:pt x="53080" y="127744"/>
                  <a:pt x="43563" y="143271"/>
                </a:cubicBezTo>
                <a:cubicBezTo>
                  <a:pt x="34045" y="158799"/>
                  <a:pt x="20348" y="168912"/>
                  <a:pt x="2471" y="173610"/>
                </a:cubicBezTo>
                <a:lnTo>
                  <a:pt x="275" y="166563"/>
                </a:lnTo>
                <a:cubicBezTo>
                  <a:pt x="14368" y="161865"/>
                  <a:pt x="24847" y="152591"/>
                  <a:pt x="31711" y="138741"/>
                </a:cubicBezTo>
                <a:cubicBezTo>
                  <a:pt x="38575" y="124892"/>
                  <a:pt x="42007" y="107290"/>
                  <a:pt x="42007" y="85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568">
            <a:extLst xmlns:a="http://schemas.openxmlformats.org/drawingml/2006/main">
              <a:ext uri="{FF2B5EF4-FFF2-40B4-BE49-F238E27FC236}">
                <a16:creationId xmlns:a16="http://schemas.microsoft.com/office/drawing/2014/main" id="{DD144C76-2376-49CC-920F-24DAB231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528" y="8431541"/>
            <a:ext cx="1744418" cy="655263"/>
          </a:xfrm>
          <a:custGeom xmlns:a="http://schemas.openxmlformats.org/drawingml/2006/main">
            <a:pathLst>
              <a:path w="1744418" h="655263">
                <a:moveTo>
                  <a:pt x="0" y="89253"/>
                </a:moveTo>
                <a:cubicBezTo>
                  <a:pt x="0" y="39959"/>
                  <a:pt x="39959" y="0"/>
                  <a:pt x="89253" y="0"/>
                </a:cubicBezTo>
                <a:lnTo>
                  <a:pt x="1655164" y="0"/>
                </a:lnTo>
                <a:cubicBezTo>
                  <a:pt x="1704457" y="0"/>
                  <a:pt x="1744418" y="39959"/>
                  <a:pt x="1744418" y="89253"/>
                </a:cubicBezTo>
                <a:lnTo>
                  <a:pt x="1744418" y="566011"/>
                </a:lnTo>
                <a:cubicBezTo>
                  <a:pt x="1744418" y="615303"/>
                  <a:pt x="1704457" y="655263"/>
                  <a:pt x="1655164" y="655263"/>
                </a:cubicBezTo>
                <a:lnTo>
                  <a:pt x="89253" y="655263"/>
                </a:lnTo>
                <a:cubicBezTo>
                  <a:pt x="39959" y="655263"/>
                  <a:pt x="0" y="615303"/>
                  <a:pt x="0" y="566011"/>
                </a:cubicBezTo>
                <a:lnTo>
                  <a:pt x="0" y="89253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569">
            <a:extLst xmlns:a="http://schemas.openxmlformats.org/drawingml/2006/main">
              <a:ext uri="{FF2B5EF4-FFF2-40B4-BE49-F238E27FC236}">
                <a16:creationId xmlns:a16="http://schemas.microsoft.com/office/drawing/2014/main" id="{CC448E15-426A-47FD-9D63-361DADE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528" y="8431541"/>
            <a:ext cx="1744418" cy="655264"/>
          </a:xfrm>
          <a:custGeom xmlns:a="http://schemas.openxmlformats.org/drawingml/2006/main">
            <a:pathLst>
              <a:path w="1744418" h="655264">
                <a:moveTo>
                  <a:pt x="0" y="89253"/>
                </a:moveTo>
                <a:cubicBezTo>
                  <a:pt x="0" y="39959"/>
                  <a:pt x="39959" y="0"/>
                  <a:pt x="89253" y="0"/>
                </a:cubicBezTo>
                <a:lnTo>
                  <a:pt x="1655165" y="0"/>
                </a:lnTo>
                <a:cubicBezTo>
                  <a:pt x="1704457" y="0"/>
                  <a:pt x="1744418" y="39959"/>
                  <a:pt x="1744418" y="89253"/>
                </a:cubicBezTo>
                <a:lnTo>
                  <a:pt x="1744418" y="566011"/>
                </a:lnTo>
                <a:cubicBezTo>
                  <a:pt x="1744418" y="615303"/>
                  <a:pt x="1704457" y="655264"/>
                  <a:pt x="1655165" y="655264"/>
                </a:cubicBezTo>
                <a:lnTo>
                  <a:pt x="89253" y="655264"/>
                </a:lnTo>
                <a:cubicBezTo>
                  <a:pt x="39959" y="655264"/>
                  <a:pt x="0" y="615303"/>
                  <a:pt x="0" y="566011"/>
                </a:cubicBezTo>
                <a:lnTo>
                  <a:pt x="0" y="8925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14" name="text-570 Frozen">
            <a:extLst xmlns:a="http://schemas.openxmlformats.org/drawingml/2006/main">
              <a:ext uri="{FF2B5EF4-FFF2-40B4-BE49-F238E27FC236}">
                <a16:creationId xmlns:a16="http://schemas.microsoft.com/office/drawing/2014/main" id="{F303F5AF-D901-4D7A-96CE-412A55B1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1909" y="8487471"/>
            <a:ext cx="544676" cy="26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Frozen</a:t>
            </a:r>
          </a:p>
        </p:txBody>
      </p:sp>
      <p:sp>
        <p:nvSpPr>
          <p:cNvPr id="615" name="text-571 Proposals">
            <a:extLst xmlns:a="http://schemas.openxmlformats.org/drawingml/2006/main">
              <a:ext uri="{FF2B5EF4-FFF2-40B4-BE49-F238E27FC236}">
                <a16:creationId xmlns:a16="http://schemas.microsoft.com/office/drawing/2014/main" id="{C3490BDA-9B4E-4EED-9652-F89D9D8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6464" y="8486569"/>
            <a:ext cx="793144" cy="263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Proposals</a:t>
            </a:r>
          </a:p>
        </p:txBody>
      </p:sp>
      <p:pic>
        <p:nvPic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AD431FDA-0B8C-40B5-AA7D-52041F1F1D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de8242f5f4331"/>
          <a:stretch xmlns:a="http://schemas.openxmlformats.org/drawingml/2006/main"/>
        </p:blipFill>
        <p:spPr>
          <a:xfrm xmlns:a="http://schemas.openxmlformats.org/drawingml/2006/main">
            <a:off x="9429470" y="8397708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92B9ECF6-B760-465C-B578-694A09435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cc39646054efa"/>
          <a:stretch xmlns:a="http://schemas.openxmlformats.org/drawingml/2006/main"/>
        </p:blipFill>
        <p:spPr>
          <a:xfrm xmlns:a="http://schemas.openxmlformats.org/drawingml/2006/main">
            <a:off x="9443357" y="8463003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618" name="text-574 ΔC">
            <a:extLst xmlns:a="http://schemas.openxmlformats.org/drawingml/2006/main">
              <a:ext uri="{FF2B5EF4-FFF2-40B4-BE49-F238E27FC236}">
                <a16:creationId xmlns:a16="http://schemas.microsoft.com/office/drawing/2014/main" id="{8F9EFEF5-6134-41AC-9E29-F048709C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204" y="8762039"/>
            <a:ext cx="238178" cy="261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72C2FF"/>
                </a:solidFill>
                <a:latin typeface="Calibri"/>
                <a:ea typeface="Calibri"/>
                <a:cs typeface="Calibri"/>
              </a:rPr>
              <a:t>ΔC</a:t>
            </a:r>
          </a:p>
        </p:txBody>
      </p:sp>
      <p:sp>
        <p:nvSpPr>
          <p:cNvPr id="619" name="text-575 /">
            <a:extLst xmlns:a="http://schemas.openxmlformats.org/drawingml/2006/main">
              <a:ext uri="{FF2B5EF4-FFF2-40B4-BE49-F238E27FC236}">
                <a16:creationId xmlns:a16="http://schemas.microsoft.com/office/drawing/2014/main" id="{061118D5-1132-4CF3-9147-90642FB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2156" y="8761347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0" name="text-576 ΔT">
            <a:extLst xmlns:a="http://schemas.openxmlformats.org/drawingml/2006/main">
              <a:ext uri="{FF2B5EF4-FFF2-40B4-BE49-F238E27FC236}">
                <a16:creationId xmlns:a16="http://schemas.microsoft.com/office/drawing/2014/main" id="{CBB48914-CC67-4D49-A64B-7F8393A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7347" y="8762066"/>
            <a:ext cx="233780" cy="26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FAC356"/>
                </a:solidFill>
                <a:latin typeface="Calibri"/>
                <a:ea typeface="Calibri"/>
                <a:cs typeface="Calibri"/>
              </a:rPr>
              <a:t>ΔT</a:t>
            </a:r>
          </a:p>
        </p:txBody>
      </p:sp>
      <p:sp>
        <p:nvSpPr>
          <p:cNvPr id="621" name="text-577 /">
            <a:extLst xmlns:a="http://schemas.openxmlformats.org/drawingml/2006/main">
              <a:ext uri="{FF2B5EF4-FFF2-40B4-BE49-F238E27FC236}">
                <a16:creationId xmlns:a16="http://schemas.microsoft.com/office/drawing/2014/main" id="{5BF78575-44AA-492A-9FC1-E0088B68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1395" y="8761347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2" name="text-578 ΔH">
            <a:extLst xmlns:a="http://schemas.openxmlformats.org/drawingml/2006/main">
              <a:ext uri="{FF2B5EF4-FFF2-40B4-BE49-F238E27FC236}">
                <a16:creationId xmlns:a16="http://schemas.microsoft.com/office/drawing/2014/main" id="{8E5371ED-9606-4807-9123-55458FC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6586" y="8761973"/>
            <a:ext cx="259239" cy="26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defRPr>
            </a:pPr>
            <a:r>
              <a:rPr sz="1471" b="1" i="1">
                <a:solidFill>
                  <a:srgbClr val="70C4C0"/>
                </a:solidFill>
                <a:latin typeface="Calibri"/>
                <a:ea typeface="Calibri"/>
                <a:cs typeface="Calibri"/>
              </a:rPr>
              <a:t>ΔH</a:t>
            </a:r>
          </a:p>
        </p:txBody>
      </p:sp>
      <p:sp>
        <p:nvSpPr>
          <p:cNvPr id="623" name="text-579 /">
            <a:extLst xmlns:a="http://schemas.openxmlformats.org/drawingml/2006/main">
              <a:ext uri="{FF2B5EF4-FFF2-40B4-BE49-F238E27FC236}">
                <a16:creationId xmlns:a16="http://schemas.microsoft.com/office/drawing/2014/main" id="{5C818243-E09F-43DC-9F30-168A354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6015" y="8761347"/>
            <a:ext cx="106397" cy="262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</a:p>
        </p:txBody>
      </p:sp>
      <p:sp>
        <p:nvSpPr>
          <p:cNvPr id="624" name="text-580 ΔV">
            <a:extLst xmlns:a="http://schemas.openxmlformats.org/drawingml/2006/main">
              <a:ext uri="{FF2B5EF4-FFF2-40B4-BE49-F238E27FC236}">
                <a16:creationId xmlns:a16="http://schemas.microsoft.com/office/drawing/2014/main" id="{59D0CC3D-5651-4723-8027-960F122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206" y="8762063"/>
            <a:ext cx="251810" cy="26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defRPr>
            </a:pPr>
            <a:r>
              <a:rPr sz="1470" b="1" i="1">
                <a:solidFill>
                  <a:srgbClr val="CF8BCF"/>
                </a:solidFill>
                <a:latin typeface="Calibri"/>
                <a:ea typeface="Calibri"/>
                <a:cs typeface="Calibri"/>
              </a:rPr>
              <a:t>ΔV</a:t>
            </a:r>
          </a:p>
        </p:txBody>
      </p:sp>
      <p:sp>
        <p:nvSpPr>
          <p:cNvPr id="625" name="path-581">
            <a:extLst xmlns:a="http://schemas.openxmlformats.org/drawingml/2006/main">
              <a:ext uri="{FF2B5EF4-FFF2-40B4-BE49-F238E27FC236}">
                <a16:creationId xmlns:a16="http://schemas.microsoft.com/office/drawing/2014/main" id="{9E8B3660-6B05-4DFA-A5B8-E7686D2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345" y="8430615"/>
            <a:ext cx="1744417" cy="657115"/>
          </a:xfrm>
          <a:custGeom xmlns:a="http://schemas.openxmlformats.org/drawingml/2006/main">
            <a:pathLst>
              <a:path w="1744417" h="657115">
                <a:moveTo>
                  <a:pt x="0" y="89506"/>
                </a:moveTo>
                <a:cubicBezTo>
                  <a:pt x="0" y="40074"/>
                  <a:pt x="40072" y="0"/>
                  <a:pt x="89506" y="0"/>
                </a:cubicBezTo>
                <a:lnTo>
                  <a:pt x="1654911" y="0"/>
                </a:lnTo>
                <a:cubicBezTo>
                  <a:pt x="1704343" y="0"/>
                  <a:pt x="1744417" y="40074"/>
                  <a:pt x="1744417" y="89506"/>
                </a:cubicBezTo>
                <a:lnTo>
                  <a:pt x="1744417" y="567609"/>
                </a:lnTo>
                <a:cubicBezTo>
                  <a:pt x="1744417" y="617042"/>
                  <a:pt x="1704343" y="657115"/>
                  <a:pt x="1654911" y="657115"/>
                </a:cubicBezTo>
                <a:lnTo>
                  <a:pt x="89506" y="657115"/>
                </a:lnTo>
                <a:cubicBezTo>
                  <a:pt x="40072" y="657115"/>
                  <a:pt x="0" y="617042"/>
                  <a:pt x="0" y="567609"/>
                </a:cubicBezTo>
                <a:lnTo>
                  <a:pt x="0" y="89506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582">
            <a:extLst xmlns:a="http://schemas.openxmlformats.org/drawingml/2006/main">
              <a:ext uri="{FF2B5EF4-FFF2-40B4-BE49-F238E27FC236}">
                <a16:creationId xmlns:a16="http://schemas.microsoft.com/office/drawing/2014/main" id="{B851D918-53A7-400A-9531-D7FBCA6D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345" y="8430615"/>
            <a:ext cx="1744417" cy="657115"/>
          </a:xfrm>
          <a:custGeom xmlns:a="http://schemas.openxmlformats.org/drawingml/2006/main">
            <a:pathLst>
              <a:path w="1744417" h="657115">
                <a:moveTo>
                  <a:pt x="0" y="89506"/>
                </a:moveTo>
                <a:cubicBezTo>
                  <a:pt x="0" y="40074"/>
                  <a:pt x="40074" y="0"/>
                  <a:pt x="89506" y="0"/>
                </a:cubicBezTo>
                <a:lnTo>
                  <a:pt x="1654911" y="0"/>
                </a:lnTo>
                <a:cubicBezTo>
                  <a:pt x="1704345" y="0"/>
                  <a:pt x="1744417" y="40074"/>
                  <a:pt x="1744417" y="89506"/>
                </a:cubicBezTo>
                <a:lnTo>
                  <a:pt x="1744417" y="567609"/>
                </a:lnTo>
                <a:cubicBezTo>
                  <a:pt x="1744417" y="617043"/>
                  <a:pt x="1704345" y="657115"/>
                  <a:pt x="1654911" y="657115"/>
                </a:cubicBezTo>
                <a:lnTo>
                  <a:pt x="89506" y="657115"/>
                </a:lnTo>
                <a:cubicBezTo>
                  <a:pt x="40074" y="657115"/>
                  <a:pt x="0" y="617043"/>
                  <a:pt x="0" y="567609"/>
                </a:cubicBezTo>
                <a:lnTo>
                  <a:pt x="0" y="89506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27" name="text-583 Smallest">
            <a:extLst xmlns:a="http://schemas.openxmlformats.org/drawingml/2006/main">
              <a:ext uri="{FF2B5EF4-FFF2-40B4-BE49-F238E27FC236}">
                <a16:creationId xmlns:a16="http://schemas.microsoft.com/office/drawing/2014/main" id="{C692C9A4-413F-4828-9057-43A10E3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7983" y="8483163"/>
            <a:ext cx="693863" cy="2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Smallest</a:t>
            </a:r>
          </a:p>
        </p:txBody>
      </p:sp>
      <p:sp>
        <p:nvSpPr>
          <p:cNvPr id="628" name="text-584 Safe">
            <a:extLst xmlns:a="http://schemas.openxmlformats.org/drawingml/2006/main">
              <a:ext uri="{FF2B5EF4-FFF2-40B4-BE49-F238E27FC236}">
                <a16:creationId xmlns:a16="http://schemas.microsoft.com/office/drawing/2014/main" id="{68740038-2CB4-4B96-BE10-618015D7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0608" y="8483579"/>
            <a:ext cx="369601" cy="262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Safe</a:t>
            </a:r>
          </a:p>
        </p:txBody>
      </p:sp>
      <p:sp>
        <p:nvSpPr>
          <p:cNvPr id="629" name="path-585">
            <a:extLst xmlns:a="http://schemas.openxmlformats.org/drawingml/2006/main">
              <a:ext uri="{FF2B5EF4-FFF2-40B4-BE49-F238E27FC236}">
                <a16:creationId xmlns:a16="http://schemas.microsoft.com/office/drawing/2014/main" id="{26D14950-7445-4F3D-A5AF-4C9D8D2B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924" y="8579103"/>
            <a:ext cx="125929" cy="128766"/>
          </a:xfrm>
          <a:custGeom xmlns:a="http://schemas.openxmlformats.org/drawingml/2006/main">
            <a:pathLst>
              <a:path w="125929" h="128766">
                <a:moveTo>
                  <a:pt x="124556" y="7504"/>
                </a:moveTo>
                <a:cubicBezTo>
                  <a:pt x="115343" y="17693"/>
                  <a:pt x="107046" y="27181"/>
                  <a:pt x="99663" y="35967"/>
                </a:cubicBezTo>
                <a:lnTo>
                  <a:pt x="72025" y="68913"/>
                </a:lnTo>
                <a:cubicBezTo>
                  <a:pt x="72879" y="77821"/>
                  <a:pt x="73733" y="85188"/>
                  <a:pt x="74587" y="91015"/>
                </a:cubicBezTo>
                <a:cubicBezTo>
                  <a:pt x="75441" y="96841"/>
                  <a:pt x="76433" y="101555"/>
                  <a:pt x="77562" y="105154"/>
                </a:cubicBezTo>
                <a:cubicBezTo>
                  <a:pt x="78690" y="108754"/>
                  <a:pt x="80017" y="111377"/>
                  <a:pt x="81543" y="113025"/>
                </a:cubicBezTo>
                <a:cubicBezTo>
                  <a:pt x="83068" y="114672"/>
                  <a:pt x="84868" y="115496"/>
                  <a:pt x="86942" y="115496"/>
                </a:cubicBezTo>
                <a:cubicBezTo>
                  <a:pt x="88528" y="115496"/>
                  <a:pt x="90222" y="114886"/>
                  <a:pt x="92021" y="113665"/>
                </a:cubicBezTo>
                <a:cubicBezTo>
                  <a:pt x="93821" y="112445"/>
                  <a:pt x="95880" y="110584"/>
                  <a:pt x="98199" y="108083"/>
                </a:cubicBezTo>
                <a:lnTo>
                  <a:pt x="104788" y="114672"/>
                </a:lnTo>
                <a:cubicBezTo>
                  <a:pt x="99968" y="118760"/>
                  <a:pt x="96262" y="121688"/>
                  <a:pt x="93669" y="123458"/>
                </a:cubicBezTo>
                <a:cubicBezTo>
                  <a:pt x="91076" y="125227"/>
                  <a:pt x="88498" y="126554"/>
                  <a:pt x="85935" y="127439"/>
                </a:cubicBezTo>
                <a:cubicBezTo>
                  <a:pt x="83373" y="128324"/>
                  <a:pt x="80688" y="128766"/>
                  <a:pt x="77882" y="128766"/>
                </a:cubicBezTo>
                <a:cubicBezTo>
                  <a:pt x="73184" y="128766"/>
                  <a:pt x="69645" y="127317"/>
                  <a:pt x="67266" y="124419"/>
                </a:cubicBezTo>
                <a:cubicBezTo>
                  <a:pt x="64886" y="121521"/>
                  <a:pt x="63208" y="116823"/>
                  <a:pt x="62232" y="110325"/>
                </a:cubicBezTo>
                <a:cubicBezTo>
                  <a:pt x="61256" y="103827"/>
                  <a:pt x="60737" y="94142"/>
                  <a:pt x="60676" y="81268"/>
                </a:cubicBezTo>
                <a:lnTo>
                  <a:pt x="59761" y="81268"/>
                </a:lnTo>
                <a:lnTo>
                  <a:pt x="43746" y="104605"/>
                </a:lnTo>
                <a:cubicBezTo>
                  <a:pt x="42464" y="106496"/>
                  <a:pt x="40756" y="109090"/>
                  <a:pt x="38621" y="112384"/>
                </a:cubicBezTo>
                <a:cubicBezTo>
                  <a:pt x="36485" y="115679"/>
                  <a:pt x="33526" y="120651"/>
                  <a:pt x="29743" y="127302"/>
                </a:cubicBezTo>
                <a:lnTo>
                  <a:pt x="0" y="127302"/>
                </a:lnTo>
                <a:lnTo>
                  <a:pt x="1373" y="121261"/>
                </a:lnTo>
                <a:cubicBezTo>
                  <a:pt x="4179" y="118333"/>
                  <a:pt x="7932" y="114276"/>
                  <a:pt x="12629" y="109090"/>
                </a:cubicBezTo>
                <a:cubicBezTo>
                  <a:pt x="17327" y="103903"/>
                  <a:pt x="21049" y="99663"/>
                  <a:pt x="23795" y="96368"/>
                </a:cubicBezTo>
                <a:lnTo>
                  <a:pt x="57290" y="56192"/>
                </a:lnTo>
                <a:cubicBezTo>
                  <a:pt x="57107" y="54850"/>
                  <a:pt x="56451" y="50732"/>
                  <a:pt x="55323" y="43837"/>
                </a:cubicBezTo>
                <a:cubicBezTo>
                  <a:pt x="54194" y="36943"/>
                  <a:pt x="53172" y="31665"/>
                  <a:pt x="52257" y="28005"/>
                </a:cubicBezTo>
                <a:cubicBezTo>
                  <a:pt x="51342" y="24344"/>
                  <a:pt x="50396" y="21446"/>
                  <a:pt x="49420" y="19310"/>
                </a:cubicBezTo>
                <a:cubicBezTo>
                  <a:pt x="48444" y="17175"/>
                  <a:pt x="47345" y="15634"/>
                  <a:pt x="46125" y="14689"/>
                </a:cubicBezTo>
                <a:cubicBezTo>
                  <a:pt x="44905" y="13743"/>
                  <a:pt x="43502" y="13270"/>
                  <a:pt x="41915" y="13270"/>
                </a:cubicBezTo>
                <a:cubicBezTo>
                  <a:pt x="40329" y="13270"/>
                  <a:pt x="38651" y="13880"/>
                  <a:pt x="36882" y="15100"/>
                </a:cubicBezTo>
                <a:cubicBezTo>
                  <a:pt x="35112" y="16321"/>
                  <a:pt x="33038" y="18182"/>
                  <a:pt x="30659" y="20683"/>
                </a:cubicBezTo>
                <a:lnTo>
                  <a:pt x="24069" y="14094"/>
                </a:lnTo>
                <a:cubicBezTo>
                  <a:pt x="30353" y="8725"/>
                  <a:pt x="35295" y="5033"/>
                  <a:pt x="38895" y="3020"/>
                </a:cubicBezTo>
                <a:cubicBezTo>
                  <a:pt x="42495" y="1007"/>
                  <a:pt x="46522" y="0"/>
                  <a:pt x="50976" y="0"/>
                </a:cubicBezTo>
                <a:cubicBezTo>
                  <a:pt x="54209" y="0"/>
                  <a:pt x="56833" y="671"/>
                  <a:pt x="58846" y="2013"/>
                </a:cubicBezTo>
                <a:cubicBezTo>
                  <a:pt x="60859" y="3356"/>
                  <a:pt x="62476" y="5430"/>
                  <a:pt x="63697" y="8237"/>
                </a:cubicBezTo>
                <a:cubicBezTo>
                  <a:pt x="64917" y="11043"/>
                  <a:pt x="66000" y="15467"/>
                  <a:pt x="66945" y="21507"/>
                </a:cubicBezTo>
                <a:cubicBezTo>
                  <a:pt x="67891" y="27547"/>
                  <a:pt x="68578" y="34472"/>
                  <a:pt x="69005" y="42281"/>
                </a:cubicBezTo>
                <a:lnTo>
                  <a:pt x="69920" y="42281"/>
                </a:lnTo>
                <a:lnTo>
                  <a:pt x="83281" y="22696"/>
                </a:lnTo>
                <a:cubicBezTo>
                  <a:pt x="84380" y="21110"/>
                  <a:pt x="86256" y="18182"/>
                  <a:pt x="88910" y="13911"/>
                </a:cubicBezTo>
                <a:cubicBezTo>
                  <a:pt x="91564" y="9640"/>
                  <a:pt x="93989" y="5491"/>
                  <a:pt x="96185" y="1464"/>
                </a:cubicBezTo>
                <a:lnTo>
                  <a:pt x="125929" y="1464"/>
                </a:lnTo>
                <a:lnTo>
                  <a:pt x="124556" y="7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586">
            <a:extLst xmlns:a="http://schemas.openxmlformats.org/drawingml/2006/main">
              <a:ext uri="{FF2B5EF4-FFF2-40B4-BE49-F238E27FC236}">
                <a16:creationId xmlns:a16="http://schemas.microsoft.com/office/drawing/2014/main" id="{47DD5B84-4CDB-4EE4-BEB7-5B104241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402" y="8537781"/>
            <a:ext cx="49351" cy="51753"/>
          </a:xfrm>
          <a:custGeom xmlns:a="http://schemas.openxmlformats.org/drawingml/2006/main">
            <a:pathLst>
              <a:path w="49351" h="51753">
                <a:moveTo>
                  <a:pt x="49351" y="35074"/>
                </a:moveTo>
                <a:lnTo>
                  <a:pt x="44890" y="42693"/>
                </a:lnTo>
                <a:lnTo>
                  <a:pt x="27249" y="30270"/>
                </a:lnTo>
                <a:lnTo>
                  <a:pt x="29240" y="51753"/>
                </a:lnTo>
                <a:lnTo>
                  <a:pt x="20180" y="51753"/>
                </a:lnTo>
                <a:lnTo>
                  <a:pt x="22239" y="30270"/>
                </a:lnTo>
                <a:lnTo>
                  <a:pt x="4530" y="42693"/>
                </a:lnTo>
                <a:lnTo>
                  <a:pt x="0" y="35074"/>
                </a:lnTo>
                <a:lnTo>
                  <a:pt x="19631" y="25877"/>
                </a:lnTo>
                <a:lnTo>
                  <a:pt x="0" y="16748"/>
                </a:lnTo>
                <a:lnTo>
                  <a:pt x="4530" y="9060"/>
                </a:lnTo>
                <a:lnTo>
                  <a:pt x="22239" y="21484"/>
                </a:lnTo>
                <a:lnTo>
                  <a:pt x="20180" y="0"/>
                </a:lnTo>
                <a:lnTo>
                  <a:pt x="29240" y="0"/>
                </a:lnTo>
                <a:lnTo>
                  <a:pt x="27249" y="21484"/>
                </a:lnTo>
                <a:lnTo>
                  <a:pt x="44890" y="9060"/>
                </a:lnTo>
                <a:lnTo>
                  <a:pt x="49351" y="16748"/>
                </a:lnTo>
                <a:lnTo>
                  <a:pt x="29789" y="25877"/>
                </a:lnTo>
                <a:lnTo>
                  <a:pt x="49351" y="35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51E9E785-A1D0-4C88-B83E-B74A27FA2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642c108aa43f4"/>
          <a:stretch xmlns:a="http://schemas.openxmlformats.org/drawingml/2006/main"/>
        </p:blipFill>
        <p:spPr>
          <a:xfrm xmlns:a="http://schemas.openxmlformats.org/drawingml/2006/main">
            <a:off x="13241774" y="8371468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4657F11A-EBD7-4E99-9F20-1B97B4245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27e7b76ad480e"/>
          <a:stretch xmlns:a="http://schemas.openxmlformats.org/drawingml/2006/main"/>
        </p:blipFill>
        <p:spPr>
          <a:xfrm xmlns:a="http://schemas.openxmlformats.org/drawingml/2006/main">
            <a:off x="13253357" y="843442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33" name="text-589 Min">
            <a:extLst xmlns:a="http://schemas.openxmlformats.org/drawingml/2006/main">
              <a:ext uri="{FF2B5EF4-FFF2-40B4-BE49-F238E27FC236}">
                <a16:creationId xmlns:a16="http://schemas.microsoft.com/office/drawing/2014/main" id="{723797AC-5B39-4D55-BF47-06EF06A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175" y="8757654"/>
            <a:ext cx="333152" cy="262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Min</a:t>
            </a:r>
          </a:p>
        </p:txBody>
      </p:sp>
      <p:sp>
        <p:nvSpPr>
          <p:cNvPr id="634" name="text-589 versions">
            <a:extLst xmlns:a="http://schemas.openxmlformats.org/drawingml/2006/main">
              <a:ext uri="{FF2B5EF4-FFF2-40B4-BE49-F238E27FC236}">
                <a16:creationId xmlns:a16="http://schemas.microsoft.com/office/drawing/2014/main" id="{6721BDB6-C2C0-4FAE-A6F6-4EA353EC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8820" y="8757835"/>
            <a:ext cx="651373" cy="262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versions</a:t>
            </a:r>
          </a:p>
        </p:txBody>
      </p:sp>
      <p:sp>
        <p:nvSpPr>
          <p:cNvPr id="635" name="text-589 ·">
            <a:extLst xmlns:a="http://schemas.openxmlformats.org/drawingml/2006/main">
              <a:ext uri="{FF2B5EF4-FFF2-40B4-BE49-F238E27FC236}">
                <a16:creationId xmlns:a16="http://schemas.microsoft.com/office/drawing/2014/main" id="{95ED99D6-98EB-4D14-B0C6-D57EF803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8721" y="8757672"/>
            <a:ext cx="81033" cy="26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636" name="text-589 Closure">
            <a:extLst xmlns:a="http://schemas.openxmlformats.org/drawingml/2006/main">
              <a:ext uri="{FF2B5EF4-FFF2-40B4-BE49-F238E27FC236}">
                <a16:creationId xmlns:a16="http://schemas.microsoft.com/office/drawing/2014/main" id="{12EE7D09-F78B-4E1E-9C08-AD1A792E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8575" y="8758194"/>
            <a:ext cx="591738" cy="261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Closure</a:t>
            </a:r>
          </a:p>
        </p:txBody>
      </p:sp>
      <p:sp>
        <p:nvSpPr>
          <p:cNvPr id="637" name="path-590">
            <a:extLst xmlns:a="http://schemas.openxmlformats.org/drawingml/2006/main">
              <a:ext uri="{FF2B5EF4-FFF2-40B4-BE49-F238E27FC236}">
                <a16:creationId xmlns:a16="http://schemas.microsoft.com/office/drawing/2014/main" id="{377421AA-9290-40B7-86B6-635CCA4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337" y="8433913"/>
            <a:ext cx="1767052" cy="655263"/>
          </a:xfrm>
          <a:custGeom xmlns:a="http://schemas.openxmlformats.org/drawingml/2006/main">
            <a:pathLst>
              <a:path w="1767052" h="655263">
                <a:moveTo>
                  <a:pt x="0" y="89253"/>
                </a:moveTo>
                <a:cubicBezTo>
                  <a:pt x="0" y="39959"/>
                  <a:pt x="39960" y="0"/>
                  <a:pt x="89254" y="0"/>
                </a:cubicBezTo>
                <a:lnTo>
                  <a:pt x="1677798" y="0"/>
                </a:lnTo>
                <a:cubicBezTo>
                  <a:pt x="1727091" y="0"/>
                  <a:pt x="1767052" y="39959"/>
                  <a:pt x="1767052" y="89253"/>
                </a:cubicBezTo>
                <a:lnTo>
                  <a:pt x="1767052" y="566010"/>
                </a:lnTo>
                <a:cubicBezTo>
                  <a:pt x="1767052" y="615303"/>
                  <a:pt x="1727091" y="655263"/>
                  <a:pt x="1677798" y="655263"/>
                </a:cubicBezTo>
                <a:lnTo>
                  <a:pt x="89254" y="655263"/>
                </a:lnTo>
                <a:cubicBezTo>
                  <a:pt x="39960" y="655263"/>
                  <a:pt x="0" y="615303"/>
                  <a:pt x="0" y="566010"/>
                </a:cubicBezTo>
                <a:lnTo>
                  <a:pt x="0" y="89253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path-591">
            <a:extLst xmlns:a="http://schemas.openxmlformats.org/drawingml/2006/main">
              <a:ext uri="{FF2B5EF4-FFF2-40B4-BE49-F238E27FC236}">
                <a16:creationId xmlns:a16="http://schemas.microsoft.com/office/drawing/2014/main" id="{0A7DCC21-49E7-483E-8F7E-0EEA041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337" y="8433913"/>
            <a:ext cx="1767051" cy="655263"/>
          </a:xfrm>
          <a:custGeom xmlns:a="http://schemas.openxmlformats.org/drawingml/2006/main">
            <a:pathLst>
              <a:path w="1767051" h="655263">
                <a:moveTo>
                  <a:pt x="0" y="89253"/>
                </a:moveTo>
                <a:cubicBezTo>
                  <a:pt x="0" y="39960"/>
                  <a:pt x="39960" y="0"/>
                  <a:pt x="89253" y="0"/>
                </a:cubicBezTo>
                <a:lnTo>
                  <a:pt x="1677798" y="0"/>
                </a:lnTo>
                <a:cubicBezTo>
                  <a:pt x="1727090" y="0"/>
                  <a:pt x="1767051" y="39960"/>
                  <a:pt x="1767051" y="89253"/>
                </a:cubicBezTo>
                <a:lnTo>
                  <a:pt x="1767051" y="566010"/>
                </a:lnTo>
                <a:cubicBezTo>
                  <a:pt x="1767051" y="615303"/>
                  <a:pt x="1727090" y="655263"/>
                  <a:pt x="1677798" y="655263"/>
                </a:cubicBezTo>
                <a:lnTo>
                  <a:pt x="89253" y="655263"/>
                </a:lnTo>
                <a:cubicBezTo>
                  <a:pt x="39960" y="655263"/>
                  <a:pt x="0" y="615303"/>
                  <a:pt x="0" y="566010"/>
                </a:cubicBezTo>
                <a:lnTo>
                  <a:pt x="0" y="8925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F4007A"/>
            </a:solidFill>
            <a:prstDash val="solid"/>
          </a:ln>
        </p:spPr>
      </p:sp>
      <p:sp>
        <p:nvSpPr>
          <p:cNvPr id="639" name="text-592 Rollout">
            <a:extLst xmlns:a="http://schemas.openxmlformats.org/drawingml/2006/main">
              <a:ext uri="{FF2B5EF4-FFF2-40B4-BE49-F238E27FC236}">
                <a16:creationId xmlns:a16="http://schemas.microsoft.com/office/drawing/2014/main" id="{373B2A92-4DEB-4442-9E49-24E8B2DF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8714" y="8456277"/>
            <a:ext cx="593856" cy="264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640" name="text-593 Evidence">
            <a:extLst xmlns:a="http://schemas.openxmlformats.org/drawingml/2006/main">
              <a:ext uri="{FF2B5EF4-FFF2-40B4-BE49-F238E27FC236}">
                <a16:creationId xmlns:a16="http://schemas.microsoft.com/office/drawing/2014/main" id="{EF87C2B0-D29C-4557-8450-F40A8B7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0752" y="8456790"/>
            <a:ext cx="715317" cy="26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pic>
        <p:nvPic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2B8CFF93-6196-48FF-8B6B-458D4F287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382955fc846ca"/>
          <a:stretch xmlns:a="http://schemas.openxmlformats.org/drawingml/2006/main"/>
        </p:blipFill>
        <p:spPr>
          <a:xfrm xmlns:a="http://schemas.openxmlformats.org/drawingml/2006/main">
            <a:off x="7558929" y="8386462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5330FC30-DFE3-47BE-8029-477E4E1C2A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fbc19d97d4167"/>
          <a:stretch xmlns:a="http://schemas.openxmlformats.org/drawingml/2006/main"/>
        </p:blipFill>
        <p:spPr>
          <a:xfrm xmlns:a="http://schemas.openxmlformats.org/drawingml/2006/main">
            <a:off x="7566932" y="8443953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3AD4DD69-D1A3-4810-92C9-561D3E5AA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b62eb6b9e454f"/>
          <a:stretch xmlns:a="http://schemas.openxmlformats.org/drawingml/2006/main"/>
        </p:blipFill>
        <p:spPr>
          <a:xfrm xmlns:a="http://schemas.openxmlformats.org/drawingml/2006/main">
            <a:off x="8732234" y="8678851"/>
            <a:ext cx="438584" cy="438584"/>
          </a:xfrm>
          <a:prstGeom xmlns:a="http://schemas.openxmlformats.org/drawingml/2006/main" prst="rect">
            <a:avLst/>
          </a:prstGeom>
        </p:spPr>
      </p:pic>
      <p:pic>
        <p:nvPic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CB985EFA-4875-487A-A4A4-71BCFBF58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58560376444f1"/>
          <a:stretch xmlns:a="http://schemas.openxmlformats.org/drawingml/2006/main"/>
        </p:blipFill>
        <p:spPr>
          <a:xfrm xmlns:a="http://schemas.openxmlformats.org/drawingml/2006/main">
            <a:off x="8748032" y="8739228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645" name="text-598 Mismatch">
            <a:extLst xmlns:a="http://schemas.openxmlformats.org/drawingml/2006/main">
              <a:ext uri="{FF2B5EF4-FFF2-40B4-BE49-F238E27FC236}">
                <a16:creationId xmlns:a16="http://schemas.microsoft.com/office/drawing/2014/main" id="{A64FFF99-B14B-4989-BFD1-E2E434A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3893" y="8769138"/>
            <a:ext cx="787999" cy="2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Mismatch</a:t>
            </a:r>
          </a:p>
        </p:txBody>
      </p:sp>
      <p:sp>
        <p:nvSpPr>
          <p:cNvPr id="646" name="path-599">
            <a:extLst xmlns:a="http://schemas.openxmlformats.org/drawingml/2006/main">
              <a:ext uri="{FF2B5EF4-FFF2-40B4-BE49-F238E27FC236}">
                <a16:creationId xmlns:a16="http://schemas.microsoft.com/office/drawing/2014/main" id="{6FD925A3-8753-4825-A0F5-CBA7F2B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810" y="8772804"/>
            <a:ext cx="141555" cy="58572"/>
          </a:xfrm>
          <a:custGeom xmlns:a="http://schemas.openxmlformats.org/drawingml/2006/main">
            <a:pathLst>
              <a:path w="141555" h="58572">
                <a:moveTo>
                  <a:pt x="0" y="0"/>
                </a:moveTo>
                <a:lnTo>
                  <a:pt x="63459" y="1"/>
                </a:lnTo>
                <a:lnTo>
                  <a:pt x="63459" y="23429"/>
                </a:lnTo>
                <a:lnTo>
                  <a:pt x="0" y="23428"/>
                </a:lnTo>
                <a:lnTo>
                  <a:pt x="0" y="0"/>
                </a:lnTo>
                <a:moveTo>
                  <a:pt x="47840" y="-35142"/>
                </a:moveTo>
                <a:lnTo>
                  <a:pt x="141555" y="11716"/>
                </a:lnTo>
                <a:lnTo>
                  <a:pt x="47840" y="58572"/>
                </a:lnTo>
                <a:lnTo>
                  <a:pt x="47840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00">
            <a:extLst xmlns:a="http://schemas.openxmlformats.org/drawingml/2006/main">
              <a:ext uri="{FF2B5EF4-FFF2-40B4-BE49-F238E27FC236}">
                <a16:creationId xmlns:a16="http://schemas.microsoft.com/office/drawing/2014/main" id="{527DFA62-F17B-4239-ADC0-4D6DD5DE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094" y="8772804"/>
            <a:ext cx="141553" cy="58572"/>
          </a:xfrm>
          <a:custGeom xmlns:a="http://schemas.openxmlformats.org/drawingml/2006/main">
            <a:pathLst>
              <a:path w="141553" h="58572">
                <a:moveTo>
                  <a:pt x="0" y="0"/>
                </a:moveTo>
                <a:lnTo>
                  <a:pt x="63458" y="1"/>
                </a:lnTo>
                <a:lnTo>
                  <a:pt x="63458" y="23429"/>
                </a:lnTo>
                <a:lnTo>
                  <a:pt x="0" y="23428"/>
                </a:lnTo>
                <a:lnTo>
                  <a:pt x="0" y="0"/>
                </a:lnTo>
                <a:moveTo>
                  <a:pt x="47839" y="-35142"/>
                </a:moveTo>
                <a:lnTo>
                  <a:pt x="141553" y="11716"/>
                </a:lnTo>
                <a:lnTo>
                  <a:pt x="47837" y="58572"/>
                </a:lnTo>
                <a:lnTo>
                  <a:pt x="47839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path-601">
            <a:extLst xmlns:a="http://schemas.openxmlformats.org/drawingml/2006/main">
              <a:ext uri="{FF2B5EF4-FFF2-40B4-BE49-F238E27FC236}">
                <a16:creationId xmlns:a16="http://schemas.microsoft.com/office/drawing/2014/main" id="{E943A40B-58E4-4CDA-B485-5C372EB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649" y="8772804"/>
            <a:ext cx="141555" cy="58572"/>
          </a:xfrm>
          <a:custGeom xmlns:a="http://schemas.openxmlformats.org/drawingml/2006/main">
            <a:pathLst>
              <a:path w="141555" h="58572">
                <a:moveTo>
                  <a:pt x="0" y="0"/>
                </a:moveTo>
                <a:lnTo>
                  <a:pt x="63459" y="1"/>
                </a:lnTo>
                <a:lnTo>
                  <a:pt x="63459" y="23429"/>
                </a:lnTo>
                <a:lnTo>
                  <a:pt x="0" y="23428"/>
                </a:lnTo>
                <a:lnTo>
                  <a:pt x="0" y="0"/>
                </a:lnTo>
                <a:moveTo>
                  <a:pt x="47841" y="-35142"/>
                </a:moveTo>
                <a:lnTo>
                  <a:pt x="141555" y="11716"/>
                </a:lnTo>
                <a:lnTo>
                  <a:pt x="47841" y="58572"/>
                </a:lnTo>
                <a:lnTo>
                  <a:pt x="47841" y="-35142"/>
                </a:lnTo>
              </a:path>
            </a:pathLst>
          </a:custGeom>
          <a:solidFill xmlns:a="http://schemas.openxmlformats.org/drawingml/2006/main">
            <a:srgbClr val="F5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02">
            <a:extLst xmlns:a="http://schemas.openxmlformats.org/drawingml/2006/main">
              <a:ext uri="{FF2B5EF4-FFF2-40B4-BE49-F238E27FC236}">
                <a16:creationId xmlns:a16="http://schemas.microsoft.com/office/drawing/2014/main" id="{26C27ABA-1F1F-486C-A1A5-773A060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139" y="5262320"/>
            <a:ext cx="1685073" cy="2168256"/>
          </a:xfrm>
          <a:custGeom xmlns:a="http://schemas.openxmlformats.org/drawingml/2006/main">
            <a:pathLst>
              <a:path w="1685073" h="2168256">
                <a:moveTo>
                  <a:pt x="0" y="121393"/>
                </a:moveTo>
                <a:cubicBezTo>
                  <a:pt x="0" y="54350"/>
                  <a:pt x="54349" y="0"/>
                  <a:pt x="121393" y="0"/>
                </a:cubicBezTo>
                <a:lnTo>
                  <a:pt x="1563680" y="0"/>
                </a:lnTo>
                <a:cubicBezTo>
                  <a:pt x="1630723" y="0"/>
                  <a:pt x="1685073" y="54350"/>
                  <a:pt x="1685073" y="121393"/>
                </a:cubicBezTo>
                <a:lnTo>
                  <a:pt x="1685073" y="2046864"/>
                </a:lnTo>
                <a:cubicBezTo>
                  <a:pt x="1685073" y="2113907"/>
                  <a:pt x="1630723" y="2168256"/>
                  <a:pt x="1563680" y="2168256"/>
                </a:cubicBezTo>
                <a:lnTo>
                  <a:pt x="121393" y="2168256"/>
                </a:lnTo>
                <a:cubicBezTo>
                  <a:pt x="54349" y="2168256"/>
                  <a:pt x="0" y="2113907"/>
                  <a:pt x="0" y="2046864"/>
                </a:cubicBezTo>
                <a:lnTo>
                  <a:pt x="0" y="121393"/>
                </a:lnTo>
              </a:path>
            </a:pathLst>
          </a:custGeom>
          <a:solidFill xmlns:a="http://schemas.openxmlformats.org/drawingml/2006/main">
            <a:srgbClr val="EFDEF2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50" name="path-603">
            <a:extLst xmlns:a="http://schemas.openxmlformats.org/drawingml/2006/main">
              <a:ext uri="{FF2B5EF4-FFF2-40B4-BE49-F238E27FC236}">
                <a16:creationId xmlns:a16="http://schemas.microsoft.com/office/drawing/2014/main" id="{F5887985-30EE-425A-A130-AA39A6AD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139" y="5262320"/>
            <a:ext cx="1685074" cy="2168255"/>
          </a:xfrm>
          <a:custGeom xmlns:a="http://schemas.openxmlformats.org/drawingml/2006/main">
            <a:pathLst>
              <a:path w="1685074" h="2168255">
                <a:moveTo>
                  <a:pt x="0" y="121393"/>
                </a:moveTo>
                <a:cubicBezTo>
                  <a:pt x="0" y="54349"/>
                  <a:pt x="54350" y="0"/>
                  <a:pt x="121393" y="0"/>
                </a:cubicBezTo>
                <a:lnTo>
                  <a:pt x="1563680" y="0"/>
                </a:lnTo>
                <a:cubicBezTo>
                  <a:pt x="1630724" y="0"/>
                  <a:pt x="1685074" y="54349"/>
                  <a:pt x="1685074" y="121393"/>
                </a:cubicBezTo>
                <a:lnTo>
                  <a:pt x="1685074" y="2046862"/>
                </a:lnTo>
                <a:cubicBezTo>
                  <a:pt x="1685074" y="2113906"/>
                  <a:pt x="1630724" y="2168255"/>
                  <a:pt x="1563680" y="2168255"/>
                </a:cubicBezTo>
                <a:lnTo>
                  <a:pt x="121393" y="2168255"/>
                </a:lnTo>
                <a:cubicBezTo>
                  <a:pt x="54350" y="2168255"/>
                  <a:pt x="0" y="2113906"/>
                  <a:pt x="0" y="2046862"/>
                </a:cubicBezTo>
                <a:lnTo>
                  <a:pt x="0" y="121393"/>
                </a:lnTo>
              </a:path>
            </a:pathLst>
          </a:custGeom>
          <a:noFill xmlns:a="http://schemas.openxmlformats.org/drawingml/2006/main"/>
          <a:ln xmlns:a="http://schemas.openxmlformats.org/drawingml/2006/main" w="31238">
            <a:solidFill>
              <a:srgbClr val="74505E"/>
            </a:solidFill>
            <a:prstDash val="solid"/>
          </a:ln>
        </p:spPr>
      </p:sp>
      <p:sp>
        <p:nvSpPr>
          <p:cNvPr id="651" name="text-604 Verifier">
            <a:extLst xmlns:a="http://schemas.openxmlformats.org/drawingml/2006/main">
              <a:ext uri="{FF2B5EF4-FFF2-40B4-BE49-F238E27FC236}">
                <a16:creationId xmlns:a16="http://schemas.microsoft.com/office/drawing/2014/main" id="{E167E731-2925-4E89-A678-D77AFB8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1505" y="5288401"/>
            <a:ext cx="702523" cy="30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652" name="text-605 Validation">
            <a:extLst xmlns:a="http://schemas.openxmlformats.org/drawingml/2006/main">
              <a:ext uri="{FF2B5EF4-FFF2-40B4-BE49-F238E27FC236}">
                <a16:creationId xmlns:a16="http://schemas.microsoft.com/office/drawing/2014/main" id="{3381AB5D-33FA-49F0-81BF-973E419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5541" y="5554197"/>
            <a:ext cx="973863" cy="307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653" name="path-606">
            <a:extLst xmlns:a="http://schemas.openxmlformats.org/drawingml/2006/main">
              <a:ext uri="{FF2B5EF4-FFF2-40B4-BE49-F238E27FC236}">
                <a16:creationId xmlns:a16="http://schemas.microsoft.com/office/drawing/2014/main" id="{44404EAA-026C-4369-960A-63C4885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23" y="5861260"/>
            <a:ext cx="1601215" cy="1481457"/>
          </a:xfrm>
          <a:custGeom xmlns:a="http://schemas.openxmlformats.org/drawingml/2006/main">
            <a:pathLst>
              <a:path w="1601215" h="1481457">
                <a:moveTo>
                  <a:pt x="0" y="98074"/>
                </a:moveTo>
                <a:cubicBezTo>
                  <a:pt x="0" y="43908"/>
                  <a:pt x="43910" y="0"/>
                  <a:pt x="98074" y="0"/>
                </a:cubicBezTo>
                <a:lnTo>
                  <a:pt x="1503141" y="0"/>
                </a:lnTo>
                <a:cubicBezTo>
                  <a:pt x="1557306" y="0"/>
                  <a:pt x="1601215" y="43908"/>
                  <a:pt x="1601215" y="98074"/>
                </a:cubicBezTo>
                <a:lnTo>
                  <a:pt x="1601215" y="1383384"/>
                </a:lnTo>
                <a:cubicBezTo>
                  <a:pt x="1601215" y="1437549"/>
                  <a:pt x="1557306" y="1481457"/>
                  <a:pt x="1503141" y="1481457"/>
                </a:cubicBezTo>
                <a:lnTo>
                  <a:pt x="98074" y="1481457"/>
                </a:lnTo>
                <a:cubicBezTo>
                  <a:pt x="43910" y="1481457"/>
                  <a:pt x="0" y="1437549"/>
                  <a:pt x="0" y="1383384"/>
                </a:cubicBezTo>
                <a:lnTo>
                  <a:pt x="0" y="98074"/>
                </a:lnTo>
              </a:path>
            </a:pathLst>
          </a:custGeom>
          <a:solidFill xmlns:a="http://schemas.openxmlformats.org/drawingml/2006/main">
            <a:srgbClr val="FFFFFF">
              <a:alpha val="9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path-607">
            <a:extLst xmlns:a="http://schemas.openxmlformats.org/drawingml/2006/main">
              <a:ext uri="{FF2B5EF4-FFF2-40B4-BE49-F238E27FC236}">
                <a16:creationId xmlns:a16="http://schemas.microsoft.com/office/drawing/2014/main" id="{1FBE8452-F720-4196-A1FD-3BA94A20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823" y="5861260"/>
            <a:ext cx="1601214" cy="1481457"/>
          </a:xfrm>
          <a:custGeom xmlns:a="http://schemas.openxmlformats.org/drawingml/2006/main">
            <a:pathLst>
              <a:path w="1601214" h="1481457">
                <a:moveTo>
                  <a:pt x="0" y="98073"/>
                </a:moveTo>
                <a:cubicBezTo>
                  <a:pt x="0" y="43909"/>
                  <a:pt x="43909" y="0"/>
                  <a:pt x="98073" y="0"/>
                </a:cubicBezTo>
                <a:lnTo>
                  <a:pt x="1503141" y="0"/>
                </a:lnTo>
                <a:cubicBezTo>
                  <a:pt x="1557306" y="0"/>
                  <a:pt x="1601214" y="43909"/>
                  <a:pt x="1601214" y="98073"/>
                </a:cubicBezTo>
                <a:lnTo>
                  <a:pt x="1601214" y="1383384"/>
                </a:lnTo>
                <a:cubicBezTo>
                  <a:pt x="1601214" y="1437550"/>
                  <a:pt x="1557306" y="1481457"/>
                  <a:pt x="1503141" y="1481457"/>
                </a:cubicBezTo>
                <a:lnTo>
                  <a:pt x="98073" y="1481457"/>
                </a:lnTo>
                <a:cubicBezTo>
                  <a:pt x="43909" y="1481457"/>
                  <a:pt x="0" y="1437550"/>
                  <a:pt x="0" y="1383384"/>
                </a:cubicBezTo>
                <a:lnTo>
                  <a:pt x="0" y="98073"/>
                </a:lnTo>
              </a:path>
            </a:pathLst>
          </a:custGeom>
          <a:noFill xmlns:a="http://schemas.openxmlformats.org/drawingml/2006/main"/>
          <a:ln xmlns:a="http://schemas.openxmlformats.org/drawingml/2006/main" w="23429">
            <a:solidFill>
              <a:srgbClr val="CF8BCF"/>
            </a:solidFill>
            <a:prstDash val="solid"/>
          </a:ln>
        </p:spPr>
      </p:sp>
      <p:pic>
        <p:nvPic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AEEB0E48-18B4-46A3-8644-79EA78101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5c2764334729"/>
          <a:stretch xmlns:a="http://schemas.openxmlformats.org/drawingml/2006/main"/>
        </p:blipFill>
        <p:spPr>
          <a:xfrm xmlns:a="http://schemas.openxmlformats.org/drawingml/2006/main">
            <a:off x="10557793" y="5245153"/>
            <a:ext cx="573533" cy="573533"/>
          </a:xfrm>
          <a:prstGeom xmlns:a="http://schemas.openxmlformats.org/drawingml/2006/main" prst="rect">
            <a:avLst/>
          </a:prstGeom>
        </p:spPr>
      </p:pic>
      <p:pic>
        <p:nvPic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106046A2-C956-4FCF-9D04-7449B45F7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c2dcf19f145a5"/>
          <a:stretch xmlns:a="http://schemas.openxmlformats.org/drawingml/2006/main"/>
        </p:blipFill>
        <p:spPr>
          <a:xfrm xmlns:a="http://schemas.openxmlformats.org/drawingml/2006/main">
            <a:off x="10567307" y="5310228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657" name="text-610 Test">
            <a:extLst xmlns:a="http://schemas.openxmlformats.org/drawingml/2006/main">
              <a:ext uri="{FF2B5EF4-FFF2-40B4-BE49-F238E27FC236}">
                <a16:creationId xmlns:a16="http://schemas.microsoft.com/office/drawing/2014/main" id="{1C1D18EE-D307-459A-896B-EFA92D70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411" y="5921880"/>
            <a:ext cx="330568" cy="254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3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658" name="text-611 Cases">
            <a:extLst xmlns:a="http://schemas.openxmlformats.org/drawingml/2006/main">
              <a:ext uri="{FF2B5EF4-FFF2-40B4-BE49-F238E27FC236}">
                <a16:creationId xmlns:a16="http://schemas.microsoft.com/office/drawing/2014/main" id="{244A4BF0-FDA6-45E2-9DE6-CFEA01F5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73" y="5931673"/>
            <a:ext cx="430546" cy="240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Cases</a:t>
            </a:r>
          </a:p>
        </p:txBody>
      </p:sp>
      <p:sp>
        <p:nvSpPr>
          <p:cNvPr id="659" name="text-612 Starter">
            <a:extLst xmlns:a="http://schemas.openxmlformats.org/drawingml/2006/main">
              <a:ext uri="{FF2B5EF4-FFF2-40B4-BE49-F238E27FC236}">
                <a16:creationId xmlns:a16="http://schemas.microsoft.com/office/drawing/2014/main" id="{51329742-A963-432F-A737-538ED4A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137859"/>
            <a:ext cx="552100" cy="261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660" name="text-613 Reference">
            <a:extLst xmlns:a="http://schemas.openxmlformats.org/drawingml/2006/main">
              <a:ext uri="{FF2B5EF4-FFF2-40B4-BE49-F238E27FC236}">
                <a16:creationId xmlns:a16="http://schemas.microsoft.com/office/drawing/2014/main" id="{204C6761-D44B-4749-912A-1CA84EC6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369734"/>
            <a:ext cx="781416" cy="262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661" name="text-614 Negative">
            <a:extLst xmlns:a="http://schemas.openxmlformats.org/drawingml/2006/main">
              <a:ext uri="{FF2B5EF4-FFF2-40B4-BE49-F238E27FC236}">
                <a16:creationId xmlns:a16="http://schemas.microsoft.com/office/drawing/2014/main" id="{FB1A216E-95CD-451F-9933-933E457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590732"/>
            <a:ext cx="714722" cy="262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662" name="text-615 Cases">
            <a:extLst xmlns:a="http://schemas.openxmlformats.org/drawingml/2006/main">
              <a:ext uri="{FF2B5EF4-FFF2-40B4-BE49-F238E27FC236}">
                <a16:creationId xmlns:a16="http://schemas.microsoft.com/office/drawing/2014/main" id="{5F85C073-5958-445E-BEA0-802B2895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507" y="6591432"/>
            <a:ext cx="461982" cy="261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Cases</a:t>
            </a:r>
          </a:p>
        </p:txBody>
      </p:sp>
      <p:sp>
        <p:nvSpPr>
          <p:cNvPr id="663" name="text-616 Valid">
            <a:extLst xmlns:a="http://schemas.openxmlformats.org/drawingml/2006/main">
              <a:ext uri="{FF2B5EF4-FFF2-40B4-BE49-F238E27FC236}">
                <a16:creationId xmlns:a16="http://schemas.microsoft.com/office/drawing/2014/main" id="{B4B377EE-AF8D-4DF6-90FF-629715BB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4173" y="6823994"/>
            <a:ext cx="408089" cy="26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Valid</a:t>
            </a:r>
          </a:p>
        </p:txBody>
      </p:sp>
      <p:sp>
        <p:nvSpPr>
          <p:cNvPr id="664" name="text-617 Alternatives">
            <a:extLst xmlns:a="http://schemas.openxmlformats.org/drawingml/2006/main">
              <a:ext uri="{FF2B5EF4-FFF2-40B4-BE49-F238E27FC236}">
                <a16:creationId xmlns:a16="http://schemas.microsoft.com/office/drawing/2014/main" id="{ADFBAB87-323A-4B3A-A0C9-B068FE5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0656" y="6822986"/>
            <a:ext cx="944223" cy="262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Alternatives</a:t>
            </a:r>
          </a:p>
        </p:txBody>
      </p:sp>
      <p:sp>
        <p:nvSpPr>
          <p:cNvPr id="665" name="path-618">
            <a:extLst xmlns:a="http://schemas.openxmlformats.org/drawingml/2006/main">
              <a:ext uri="{FF2B5EF4-FFF2-40B4-BE49-F238E27FC236}">
                <a16:creationId xmlns:a16="http://schemas.microsoft.com/office/drawing/2014/main" id="{F82D0409-FE39-4F2B-8F9D-A53B237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620" y="7447110"/>
            <a:ext cx="62477" cy="655264"/>
          </a:xfrm>
          <a:custGeom xmlns:a="http://schemas.openxmlformats.org/drawingml/2006/main">
            <a:pathLst>
              <a:path w="62477" h="655264">
                <a:moveTo>
                  <a:pt x="62475" y="0"/>
                </a:moveTo>
                <a:lnTo>
                  <a:pt x="62475" y="31238"/>
                </a:lnTo>
                <a:lnTo>
                  <a:pt x="31237" y="31238"/>
                </a:lnTo>
                <a:lnTo>
                  <a:pt x="31237" y="0"/>
                </a:lnTo>
                <a:lnTo>
                  <a:pt x="62475" y="0"/>
                </a:lnTo>
                <a:moveTo>
                  <a:pt x="62475" y="62476"/>
                </a:moveTo>
                <a:lnTo>
                  <a:pt x="62475" y="93714"/>
                </a:lnTo>
                <a:lnTo>
                  <a:pt x="31237" y="93714"/>
                </a:lnTo>
                <a:lnTo>
                  <a:pt x="31237" y="62476"/>
                </a:lnTo>
                <a:lnTo>
                  <a:pt x="62475" y="62476"/>
                </a:lnTo>
                <a:moveTo>
                  <a:pt x="62475" y="124952"/>
                </a:moveTo>
                <a:lnTo>
                  <a:pt x="62475" y="156191"/>
                </a:lnTo>
                <a:lnTo>
                  <a:pt x="31237" y="156191"/>
                </a:lnTo>
                <a:lnTo>
                  <a:pt x="31237" y="124952"/>
                </a:lnTo>
                <a:lnTo>
                  <a:pt x="62475" y="124952"/>
                </a:lnTo>
                <a:moveTo>
                  <a:pt x="62475" y="187429"/>
                </a:moveTo>
                <a:lnTo>
                  <a:pt x="62475" y="218668"/>
                </a:lnTo>
                <a:lnTo>
                  <a:pt x="31237" y="218668"/>
                </a:lnTo>
                <a:lnTo>
                  <a:pt x="31237" y="187429"/>
                </a:lnTo>
                <a:lnTo>
                  <a:pt x="62475" y="187429"/>
                </a:lnTo>
                <a:moveTo>
                  <a:pt x="62475" y="249906"/>
                </a:moveTo>
                <a:lnTo>
                  <a:pt x="62475" y="281144"/>
                </a:lnTo>
                <a:lnTo>
                  <a:pt x="31237" y="281144"/>
                </a:lnTo>
                <a:lnTo>
                  <a:pt x="31237" y="249906"/>
                </a:lnTo>
                <a:lnTo>
                  <a:pt x="62475" y="249906"/>
                </a:lnTo>
                <a:moveTo>
                  <a:pt x="62475" y="312382"/>
                </a:moveTo>
                <a:lnTo>
                  <a:pt x="62475" y="343620"/>
                </a:lnTo>
                <a:lnTo>
                  <a:pt x="31237" y="343620"/>
                </a:lnTo>
                <a:lnTo>
                  <a:pt x="31237" y="312382"/>
                </a:lnTo>
                <a:lnTo>
                  <a:pt x="62475" y="312382"/>
                </a:lnTo>
                <a:moveTo>
                  <a:pt x="62475" y="374859"/>
                </a:moveTo>
                <a:lnTo>
                  <a:pt x="62475" y="406097"/>
                </a:lnTo>
                <a:lnTo>
                  <a:pt x="31237" y="406097"/>
                </a:lnTo>
                <a:lnTo>
                  <a:pt x="31237" y="374859"/>
                </a:lnTo>
                <a:lnTo>
                  <a:pt x="62475" y="374859"/>
                </a:lnTo>
                <a:moveTo>
                  <a:pt x="62475" y="437335"/>
                </a:moveTo>
                <a:lnTo>
                  <a:pt x="62475" y="468573"/>
                </a:lnTo>
                <a:lnTo>
                  <a:pt x="31237" y="468573"/>
                </a:lnTo>
                <a:lnTo>
                  <a:pt x="31237" y="437335"/>
                </a:lnTo>
                <a:lnTo>
                  <a:pt x="62475" y="437335"/>
                </a:lnTo>
                <a:moveTo>
                  <a:pt x="62475" y="499811"/>
                </a:moveTo>
                <a:lnTo>
                  <a:pt x="62477" y="531049"/>
                </a:lnTo>
                <a:lnTo>
                  <a:pt x="31238" y="531049"/>
                </a:lnTo>
                <a:lnTo>
                  <a:pt x="31237" y="499811"/>
                </a:lnTo>
                <a:lnTo>
                  <a:pt x="62475" y="499811"/>
                </a:lnTo>
                <a:moveTo>
                  <a:pt x="62477" y="562287"/>
                </a:moveTo>
                <a:lnTo>
                  <a:pt x="62477" y="577168"/>
                </a:lnTo>
                <a:lnTo>
                  <a:pt x="31238" y="577168"/>
                </a:lnTo>
                <a:lnTo>
                  <a:pt x="31238" y="562287"/>
                </a:lnTo>
                <a:lnTo>
                  <a:pt x="62477" y="562287"/>
                </a:lnTo>
                <a:moveTo>
                  <a:pt x="93715" y="561550"/>
                </a:moveTo>
                <a:lnTo>
                  <a:pt x="46858" y="655264"/>
                </a:lnTo>
                <a:lnTo>
                  <a:pt x="0" y="561550"/>
                </a:lnTo>
                <a:lnTo>
                  <a:pt x="93715" y="561550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6" name="path-619">
            <a:extLst xmlns:a="http://schemas.openxmlformats.org/drawingml/2006/main">
              <a:ext uri="{FF2B5EF4-FFF2-40B4-BE49-F238E27FC236}">
                <a16:creationId xmlns:a16="http://schemas.microsoft.com/office/drawing/2014/main" id="{FE10C980-F75C-44FE-807A-B9A86014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600" y="7423127"/>
            <a:ext cx="62478" cy="664585"/>
          </a:xfrm>
          <a:custGeom xmlns:a="http://schemas.openxmlformats.org/drawingml/2006/main">
            <a:pathLst>
              <a:path w="62478" h="664585">
                <a:moveTo>
                  <a:pt x="2" y="664585"/>
                </a:moveTo>
                <a:lnTo>
                  <a:pt x="2" y="633347"/>
                </a:lnTo>
                <a:lnTo>
                  <a:pt x="31240" y="633347"/>
                </a:lnTo>
                <a:lnTo>
                  <a:pt x="31240" y="664585"/>
                </a:lnTo>
                <a:lnTo>
                  <a:pt x="2" y="664585"/>
                </a:lnTo>
                <a:moveTo>
                  <a:pt x="2" y="602109"/>
                </a:moveTo>
                <a:lnTo>
                  <a:pt x="2" y="570871"/>
                </a:lnTo>
                <a:lnTo>
                  <a:pt x="31240" y="570871"/>
                </a:lnTo>
                <a:lnTo>
                  <a:pt x="31240" y="602109"/>
                </a:lnTo>
                <a:lnTo>
                  <a:pt x="2" y="602109"/>
                </a:lnTo>
                <a:moveTo>
                  <a:pt x="2" y="539633"/>
                </a:moveTo>
                <a:lnTo>
                  <a:pt x="2" y="508395"/>
                </a:lnTo>
                <a:lnTo>
                  <a:pt x="31240" y="508395"/>
                </a:lnTo>
                <a:lnTo>
                  <a:pt x="31240" y="539633"/>
                </a:lnTo>
                <a:lnTo>
                  <a:pt x="2" y="539633"/>
                </a:lnTo>
                <a:moveTo>
                  <a:pt x="2" y="477157"/>
                </a:moveTo>
                <a:lnTo>
                  <a:pt x="2" y="445918"/>
                </a:lnTo>
                <a:lnTo>
                  <a:pt x="31240" y="445918"/>
                </a:lnTo>
                <a:lnTo>
                  <a:pt x="31240" y="477157"/>
                </a:lnTo>
                <a:lnTo>
                  <a:pt x="2" y="477157"/>
                </a:lnTo>
                <a:moveTo>
                  <a:pt x="2" y="414681"/>
                </a:moveTo>
                <a:lnTo>
                  <a:pt x="2" y="383442"/>
                </a:lnTo>
                <a:lnTo>
                  <a:pt x="31240" y="383442"/>
                </a:lnTo>
                <a:lnTo>
                  <a:pt x="31240" y="414681"/>
                </a:lnTo>
                <a:lnTo>
                  <a:pt x="2" y="414681"/>
                </a:lnTo>
                <a:moveTo>
                  <a:pt x="2" y="352203"/>
                </a:moveTo>
                <a:lnTo>
                  <a:pt x="2" y="320965"/>
                </a:lnTo>
                <a:lnTo>
                  <a:pt x="31240" y="320965"/>
                </a:lnTo>
                <a:lnTo>
                  <a:pt x="31240" y="352203"/>
                </a:lnTo>
                <a:lnTo>
                  <a:pt x="2" y="352203"/>
                </a:lnTo>
                <a:moveTo>
                  <a:pt x="2" y="289727"/>
                </a:moveTo>
                <a:lnTo>
                  <a:pt x="2" y="258489"/>
                </a:lnTo>
                <a:lnTo>
                  <a:pt x="31240" y="258489"/>
                </a:lnTo>
                <a:lnTo>
                  <a:pt x="31240" y="289727"/>
                </a:lnTo>
                <a:lnTo>
                  <a:pt x="2" y="289727"/>
                </a:lnTo>
                <a:moveTo>
                  <a:pt x="2" y="227252"/>
                </a:moveTo>
                <a:lnTo>
                  <a:pt x="2" y="196013"/>
                </a:lnTo>
                <a:lnTo>
                  <a:pt x="31240" y="196013"/>
                </a:lnTo>
                <a:lnTo>
                  <a:pt x="31240" y="227252"/>
                </a:lnTo>
                <a:lnTo>
                  <a:pt x="2" y="227252"/>
                </a:lnTo>
                <a:moveTo>
                  <a:pt x="2" y="164775"/>
                </a:moveTo>
                <a:lnTo>
                  <a:pt x="2" y="133537"/>
                </a:lnTo>
                <a:lnTo>
                  <a:pt x="31240" y="133537"/>
                </a:lnTo>
                <a:lnTo>
                  <a:pt x="31240" y="164775"/>
                </a:lnTo>
                <a:lnTo>
                  <a:pt x="2" y="164775"/>
                </a:lnTo>
                <a:moveTo>
                  <a:pt x="2" y="102299"/>
                </a:moveTo>
                <a:lnTo>
                  <a:pt x="0" y="78094"/>
                </a:lnTo>
                <a:lnTo>
                  <a:pt x="31238" y="78094"/>
                </a:lnTo>
                <a:lnTo>
                  <a:pt x="31240" y="102299"/>
                </a:lnTo>
                <a:lnTo>
                  <a:pt x="2" y="102299"/>
                </a:lnTo>
                <a:moveTo>
                  <a:pt x="-31236" y="93715"/>
                </a:moveTo>
                <a:lnTo>
                  <a:pt x="15619" y="0"/>
                </a:lnTo>
                <a:lnTo>
                  <a:pt x="62478" y="93715"/>
                </a:lnTo>
                <a:lnTo>
                  <a:pt x="-31236" y="93715"/>
                </a:lnTo>
              </a:path>
            </a:pathLst>
          </a:custGeom>
          <a:solidFill xmlns:a="http://schemas.openxmlformats.org/drawingml/2006/main">
            <a:srgbClr val="9E3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text-620 Recalibrate">
            <a:extLst xmlns:a="http://schemas.openxmlformats.org/drawingml/2006/main">
              <a:ext uri="{FF2B5EF4-FFF2-40B4-BE49-F238E27FC236}">
                <a16:creationId xmlns:a16="http://schemas.microsoft.com/office/drawing/2014/main" id="{342987F8-6326-42F9-B27A-B54B71C1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105" y="7560437"/>
            <a:ext cx="1067158" cy="306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defRPr>
            </a:pPr>
            <a:r>
              <a:rPr sz="1722" b="1" i="1">
                <a:solidFill>
                  <a:srgbClr val="9E3B9F"/>
                </a:solidFill>
                <a:latin typeface="Calibri"/>
                <a:ea typeface="Calibri"/>
                <a:cs typeface="Calibri"/>
              </a:rPr>
              <a:t>Recalibrate</a:t>
            </a:r>
          </a:p>
        </p:txBody>
      </p:sp>
      <p:sp>
        <p:nvSpPr>
          <p:cNvPr id="668" name="text-621 Reject">
            <a:extLst xmlns:a="http://schemas.openxmlformats.org/drawingml/2006/main">
              <a:ext uri="{FF2B5EF4-FFF2-40B4-BE49-F238E27FC236}">
                <a16:creationId xmlns:a16="http://schemas.microsoft.com/office/drawing/2014/main" id="{747AA995-5130-4A03-8DEF-5E5C95F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5060" y="6919319"/>
            <a:ext cx="596162" cy="30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defRPr>
            </a:pPr>
            <a:r>
              <a:rPr sz="1723" b="1" i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Reject</a:t>
            </a:r>
          </a:p>
        </p:txBody>
      </p:sp>
      <p:pic>
        <p:nvPic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38CCD13A-2AEB-4A99-A298-8A9C5D979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931a8b2704522"/>
          <a:stretch xmlns:a="http://schemas.openxmlformats.org/drawingml/2006/main"/>
        </p:blipFill>
        <p:spPr>
          <a:xfrm xmlns:a="http://schemas.openxmlformats.org/drawingml/2006/main">
            <a:off x="5328525" y="8270255"/>
            <a:ext cx="569783" cy="569783"/>
          </a:xfrm>
          <a:prstGeom xmlns:a="http://schemas.openxmlformats.org/drawingml/2006/main" prst="rect">
            <a:avLst/>
          </a:prstGeom>
        </p:spPr>
      </p:pic>
      <p:pic>
        <p:nvPic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299C7549-5612-4415-9143-3877155A1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5815933e34874"/>
          <a:stretch xmlns:a="http://schemas.openxmlformats.org/drawingml/2006/main"/>
        </p:blipFill>
        <p:spPr>
          <a:xfrm xmlns:a="http://schemas.openxmlformats.org/drawingml/2006/main">
            <a:off x="5338082" y="8329653"/>
            <a:ext cx="457200" cy="447675"/>
          </a:xfrm>
          <a:prstGeom xmlns:a="http://schemas.openxmlformats.org/drawingml/2006/main" prst="rect">
            <a:avLst/>
          </a:prstGeom>
        </p:spPr>
      </p:pic>
      <p:sp>
        <p:nvSpPr>
          <p:cNvPr id="671" name="text-624 Cowork">
            <a:extLst xmlns:a="http://schemas.openxmlformats.org/drawingml/2006/main">
              <a:ext uri="{FF2B5EF4-FFF2-40B4-BE49-F238E27FC236}">
                <a16:creationId xmlns:a16="http://schemas.microsoft.com/office/drawing/2014/main" id="{751A27E3-0617-4EE8-80EB-E992BF3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9806" y="8696535"/>
            <a:ext cx="626762" cy="263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Cowork</a:t>
            </a:r>
          </a:p>
        </p:txBody>
      </p:sp>
      <p:sp>
        <p:nvSpPr>
          <p:cNvPr id="672" name="text-625 Agent">
            <a:extLst xmlns:a="http://schemas.openxmlformats.org/drawingml/2006/main">
              <a:ext uri="{FF2B5EF4-FFF2-40B4-BE49-F238E27FC236}">
                <a16:creationId xmlns:a16="http://schemas.microsoft.com/office/drawing/2014/main" id="{8F83ABEE-6741-4A1C-86FE-6F4D1D4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2673" y="8929678"/>
            <a:ext cx="501147" cy="262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673" name="text-626 Work">
            <a:extLst xmlns:a="http://schemas.openxmlformats.org/drawingml/2006/main">
              <a:ext uri="{FF2B5EF4-FFF2-40B4-BE49-F238E27FC236}">
                <a16:creationId xmlns:a16="http://schemas.microsoft.com/office/drawing/2014/main" id="{39A20EA8-6D3C-4BA3-965B-E8FE3E65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5697" y="8708295"/>
            <a:ext cx="452622" cy="26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</a:t>
            </a:r>
          </a:p>
        </p:txBody>
      </p:sp>
      <p:sp>
        <p:nvSpPr>
          <p:cNvPr id="674" name="text-627 Context">
            <a:extLst xmlns:a="http://schemas.openxmlformats.org/drawingml/2006/main">
              <a:ext uri="{FF2B5EF4-FFF2-40B4-BE49-F238E27FC236}">
                <a16:creationId xmlns:a16="http://schemas.microsoft.com/office/drawing/2014/main" id="{26DAE16D-1075-49E3-B232-5581042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215" y="8940998"/>
            <a:ext cx="629709" cy="262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28C64651-C38D-45E0-BFE2-E051F57D65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1013bb83e417b"/>
          <a:stretch xmlns:a="http://schemas.openxmlformats.org/drawingml/2006/main"/>
        </p:blipFill>
        <p:spPr>
          <a:xfrm xmlns:a="http://schemas.openxmlformats.org/drawingml/2006/main">
            <a:off x="6214382" y="8472528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676" name="text-629 Action">
            <a:extLst xmlns:a="http://schemas.openxmlformats.org/drawingml/2006/main">
              <a:ext uri="{FF2B5EF4-FFF2-40B4-BE49-F238E27FC236}">
                <a16:creationId xmlns:a16="http://schemas.microsoft.com/office/drawing/2014/main" id="{405A021B-5B5E-40D2-9579-9A4F3CE9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0902" y="8284663"/>
            <a:ext cx="518658" cy="263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Action</a:t>
            </a:r>
          </a:p>
        </p:txBody>
      </p:sp>
      <p:sp>
        <p:nvSpPr>
          <p:cNvPr id="677" name="text-630 Observation">
            <a:extLst xmlns:a="http://schemas.openxmlformats.org/drawingml/2006/main">
              <a:ext uri="{FF2B5EF4-FFF2-40B4-BE49-F238E27FC236}">
                <a16:creationId xmlns:a16="http://schemas.microsoft.com/office/drawing/2014/main" id="{A74FC219-08B7-436B-A2AA-56A73033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7181" y="8798815"/>
            <a:ext cx="956853" cy="262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Observation</a:t>
            </a:r>
          </a:p>
        </p:txBody>
      </p:sp>
      <p:pic>
        <p:nvPic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DB4AA49B-4FE6-4975-9314-F6AF5791D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3457286c74f1f"/>
          <a:stretch xmlns:a="http://schemas.openxmlformats.org/drawingml/2006/main"/>
        </p:blipFill>
        <p:spPr>
          <a:xfrm xmlns:a="http://schemas.openxmlformats.org/drawingml/2006/main">
            <a:off x="6820459" y="8315240"/>
            <a:ext cx="483566" cy="483566"/>
          </a:xfrm>
          <a:prstGeom xmlns:a="http://schemas.openxmlformats.org/drawingml/2006/main" prst="rect">
            <a:avLst/>
          </a:prstGeom>
        </p:spPr>
      </p:pic>
      <p:pic>
        <p:nvPic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4DAEB95A-EABD-482F-AEAC-0852754FE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930ecf0df4857"/>
          <a:stretch xmlns:a="http://schemas.openxmlformats.org/drawingml/2006/main"/>
        </p:blipFill>
        <p:spPr>
          <a:xfrm xmlns:a="http://schemas.openxmlformats.org/drawingml/2006/main">
            <a:off x="6833507" y="837727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3D5252E0-A924-4B97-91E9-4F5618C84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9374051cf4c8e"/>
          <a:stretch xmlns:a="http://schemas.openxmlformats.org/drawingml/2006/main"/>
        </p:blipFill>
        <p:spPr>
          <a:xfrm xmlns:a="http://schemas.openxmlformats.org/drawingml/2006/main">
            <a:off x="10519682" y="6157953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7B418A67-D052-4162-8A0B-8CF298BA8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fca0fd45747e5"/>
          <a:stretch xmlns:a="http://schemas.openxmlformats.org/drawingml/2006/main"/>
        </p:blipFill>
        <p:spPr>
          <a:xfrm xmlns:a="http://schemas.openxmlformats.org/drawingml/2006/main">
            <a:off x="10519682" y="6386553"/>
            <a:ext cx="228600" cy="238125"/>
          </a:xfrm>
          <a:prstGeom xmlns:a="http://schemas.openxmlformats.org/drawingml/2006/main" prst="rect">
            <a:avLst/>
          </a:prstGeom>
        </p:spPr>
      </p:pic>
      <p:pic>
        <p:nvPic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171E8DC4-130C-4543-8F09-259C3EAEC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bc35da03c44bd"/>
          <a:stretch xmlns:a="http://schemas.openxmlformats.org/drawingml/2006/main"/>
        </p:blipFill>
        <p:spPr>
          <a:xfrm xmlns:a="http://schemas.openxmlformats.org/drawingml/2006/main">
            <a:off x="10519682" y="6624678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7F720459-CA57-4CFD-B2C1-AC031C7B8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6e9d49d3c462c"/>
          <a:stretch xmlns:a="http://schemas.openxmlformats.org/drawingml/2006/main"/>
        </p:blipFill>
        <p:spPr>
          <a:xfrm xmlns:a="http://schemas.openxmlformats.org/drawingml/2006/main">
            <a:off x="10519682" y="6843753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84" name="text-637 (§">
            <a:extLst xmlns:a="http://schemas.openxmlformats.org/drawingml/2006/main">
              <a:ext uri="{FF2B5EF4-FFF2-40B4-BE49-F238E27FC236}">
                <a16:creationId xmlns:a16="http://schemas.microsoft.com/office/drawing/2014/main" id="{E07C2907-D481-41E3-AD7A-D71394D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450" y="162197"/>
            <a:ext cx="278043" cy="39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85" name="text-638 3.1.1">
            <a:extLst xmlns:a="http://schemas.openxmlformats.org/drawingml/2006/main">
              <a:ext uri="{FF2B5EF4-FFF2-40B4-BE49-F238E27FC236}">
                <a16:creationId xmlns:a16="http://schemas.microsoft.com/office/drawing/2014/main" id="{B8C05CA4-8227-4BF2-ADF5-39B7CA99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5635" y="162348"/>
            <a:ext cx="627699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3.1.1</a:t>
            </a:r>
          </a:p>
        </p:txBody>
      </p:sp>
      <p:sp>
        <p:nvSpPr>
          <p:cNvPr id="686" name="text-639 )">
            <a:extLst xmlns:a="http://schemas.openxmlformats.org/drawingml/2006/main">
              <a:ext uri="{FF2B5EF4-FFF2-40B4-BE49-F238E27FC236}">
                <a16:creationId xmlns:a16="http://schemas.microsoft.com/office/drawing/2014/main" id="{1DFF1E5B-111B-43C1-8DEA-434F939A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3298" y="161927"/>
            <a:ext cx="138216" cy="393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87" name="text-640 (§">
            <a:extLst xmlns:a="http://schemas.openxmlformats.org/drawingml/2006/main">
              <a:ext uri="{FF2B5EF4-FFF2-40B4-BE49-F238E27FC236}">
                <a16:creationId xmlns:a16="http://schemas.microsoft.com/office/drawing/2014/main" id="{A0D81256-A2FA-48E9-8B58-382B69B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4920" y="184687"/>
            <a:ext cx="278044" cy="39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88" name="text-641 3.1.2">
            <a:extLst xmlns:a="http://schemas.openxmlformats.org/drawingml/2006/main">
              <a:ext uri="{FF2B5EF4-FFF2-40B4-BE49-F238E27FC236}">
                <a16:creationId xmlns:a16="http://schemas.microsoft.com/office/drawing/2014/main" id="{19FB528F-5F64-4413-9A82-FA548524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6106" y="184839"/>
            <a:ext cx="627700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3.1.2</a:t>
            </a:r>
          </a:p>
        </p:txBody>
      </p:sp>
      <p:sp>
        <p:nvSpPr>
          <p:cNvPr id="689" name="text-642 )">
            <a:extLst xmlns:a="http://schemas.openxmlformats.org/drawingml/2006/main">
              <a:ext uri="{FF2B5EF4-FFF2-40B4-BE49-F238E27FC236}">
                <a16:creationId xmlns:a16="http://schemas.microsoft.com/office/drawing/2014/main" id="{472965C8-A76B-4F4B-9014-65B75A47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3768" y="184416"/>
            <a:ext cx="138217" cy="393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90" name="text-643 (§">
            <a:extLst xmlns:a="http://schemas.openxmlformats.org/drawingml/2006/main">
              <a:ext uri="{FF2B5EF4-FFF2-40B4-BE49-F238E27FC236}">
                <a16:creationId xmlns:a16="http://schemas.microsoft.com/office/drawing/2014/main" id="{D8773719-33E3-4469-A469-EA6D9D2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8141" y="4521794"/>
            <a:ext cx="278043" cy="39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691" name="text-644 3.1.3">
            <a:extLst xmlns:a="http://schemas.openxmlformats.org/drawingml/2006/main">
              <a:ext uri="{FF2B5EF4-FFF2-40B4-BE49-F238E27FC236}">
                <a16:creationId xmlns:a16="http://schemas.microsoft.com/office/drawing/2014/main" id="{29572F36-3BF2-4956-95C1-9586403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327" y="4521945"/>
            <a:ext cx="627698" cy="39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2212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3.1.3</a:t>
            </a:r>
          </a:p>
        </p:txBody>
      </p:sp>
      <p:sp>
        <p:nvSpPr>
          <p:cNvPr id="692" name="text-645 )">
            <a:extLst xmlns:a="http://schemas.openxmlformats.org/drawingml/2006/main">
              <a:ext uri="{FF2B5EF4-FFF2-40B4-BE49-F238E27FC236}">
                <a16:creationId xmlns:a16="http://schemas.microsoft.com/office/drawing/2014/main" id="{C6CDDAD7-761F-47F1-AB53-506B459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6988" y="4521522"/>
            <a:ext cx="138217" cy="393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1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693" name="text-646 Rollout‐driven">
            <a:extLst xmlns:a="http://schemas.openxmlformats.org/drawingml/2006/main">
              <a:ext uri="{FF2B5EF4-FFF2-40B4-BE49-F238E27FC236}">
                <a16:creationId xmlns:a16="http://schemas.microsoft.com/office/drawing/2014/main" id="{C9B6A220-AE9F-40EF-8D3D-B4FE702F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5795" y="8072260"/>
            <a:ext cx="1376420" cy="31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5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Rollout‐driven</a:t>
            </a:r>
          </a:p>
        </p:txBody>
      </p:sp>
      <p:sp>
        <p:nvSpPr>
          <p:cNvPr id="694" name="text-646 Recursive">
            <a:extLst xmlns:a="http://schemas.openxmlformats.org/drawingml/2006/main">
              <a:ext uri="{FF2B5EF4-FFF2-40B4-BE49-F238E27FC236}">
                <a16:creationId xmlns:a16="http://schemas.microsoft.com/office/drawing/2014/main" id="{A7977681-D011-464E-8A0F-3D8DC99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283" y="8072982"/>
            <a:ext cx="933725" cy="318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Recursive</a:t>
            </a:r>
          </a:p>
        </p:txBody>
      </p:sp>
      <p:sp>
        <p:nvSpPr>
          <p:cNvPr id="695" name="text-646 Evolution">
            <a:extLst xmlns:a="http://schemas.openxmlformats.org/drawingml/2006/main">
              <a:ext uri="{FF2B5EF4-FFF2-40B4-BE49-F238E27FC236}">
                <a16:creationId xmlns:a16="http://schemas.microsoft.com/office/drawing/2014/main" id="{DDDDD8F3-C1A4-4580-8E90-A46656CC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6236" y="8071776"/>
            <a:ext cx="924460" cy="319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Evolution</a:t>
            </a:r>
          </a:p>
        </p:txBody>
      </p:sp>
      <p:sp>
        <p:nvSpPr>
          <p:cNvPr id="696" name="text-646 (Factorial">
            <a:extLst xmlns:a="http://schemas.openxmlformats.org/drawingml/2006/main">
              <a:ext uri="{FF2B5EF4-FFF2-40B4-BE49-F238E27FC236}">
                <a16:creationId xmlns:a16="http://schemas.microsoft.com/office/drawing/2014/main" id="{6D4C71D1-1888-4252-97C2-CA7A44AB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0677" y="8072654"/>
            <a:ext cx="935458" cy="31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(Factorial</a:t>
            </a:r>
          </a:p>
        </p:txBody>
      </p:sp>
      <p:sp>
        <p:nvSpPr>
          <p:cNvPr id="697" name="text-646 Compatibility">
            <a:extLst xmlns:a="http://schemas.openxmlformats.org/drawingml/2006/main">
              <a:ext uri="{FF2B5EF4-FFF2-40B4-BE49-F238E27FC236}">
                <a16:creationId xmlns:a16="http://schemas.microsoft.com/office/drawing/2014/main" id="{B41F0201-5E25-445E-A763-4D6E864B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6216" y="8073705"/>
            <a:ext cx="1302525" cy="317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4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Compatibility</a:t>
            </a:r>
          </a:p>
        </p:txBody>
      </p:sp>
      <p:sp>
        <p:nvSpPr>
          <p:cNvPr id="698" name="text-646 Replay,">
            <a:extLst xmlns:a="http://schemas.openxmlformats.org/drawingml/2006/main">
              <a:ext uri="{FF2B5EF4-FFF2-40B4-BE49-F238E27FC236}">
                <a16:creationId xmlns:a16="http://schemas.microsoft.com/office/drawing/2014/main" id="{5ED64F29-2B76-4258-9A56-4D289EA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9099" y="8069165"/>
            <a:ext cx="739099" cy="323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820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Replay,</a:t>
            </a:r>
          </a:p>
        </p:txBody>
      </p:sp>
      <p:sp>
        <p:nvSpPr>
          <p:cNvPr id="699" name="text-646 FCR)">
            <a:extLst xmlns:a="http://schemas.openxmlformats.org/drawingml/2006/main">
              <a:ext uri="{FF2B5EF4-FFF2-40B4-BE49-F238E27FC236}">
                <a16:creationId xmlns:a16="http://schemas.microsoft.com/office/drawing/2014/main" id="{D8AB0849-3B97-4065-A4C7-3DA65BC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7603" y="8073065"/>
            <a:ext cx="459766" cy="318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FCR)</a:t>
            </a:r>
          </a:p>
        </p:txBody>
      </p:sp>
      <p:sp>
        <p:nvSpPr>
          <p:cNvPr id="700" name="text-647 (§">
            <a:extLst xmlns:a="http://schemas.openxmlformats.org/drawingml/2006/main">
              <a:ext uri="{FF2B5EF4-FFF2-40B4-BE49-F238E27FC236}">
                <a16:creationId xmlns:a16="http://schemas.microsoft.com/office/drawing/2014/main" id="{E2A33741-AA0E-40CF-9806-DE5976A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732" y="8073805"/>
            <a:ext cx="223990" cy="317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(§</a:t>
            </a:r>
          </a:p>
        </p:txBody>
      </p:sp>
      <p:sp>
        <p:nvSpPr>
          <p:cNvPr id="701" name="text-648 3.2">
            <a:extLst xmlns:a="http://schemas.openxmlformats.org/drawingml/2006/main">
              <a:ext uri="{FF2B5EF4-FFF2-40B4-BE49-F238E27FC236}">
                <a16:creationId xmlns:a16="http://schemas.microsoft.com/office/drawing/2014/main" id="{E8108D01-6964-4753-8F0F-485CA8F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0297" y="8073835"/>
            <a:ext cx="330609" cy="316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defRPr>
            </a:pPr>
            <a:r>
              <a:rPr sz="1783" b="1" i="1">
                <a:solidFill>
                  <a:srgbClr val="A51D2D"/>
                </a:solidFill>
                <a:latin typeface="Calibri"/>
                <a:ea typeface="Calibri"/>
                <a:cs typeface="Calibri"/>
              </a:rPr>
              <a:t>3.2</a:t>
            </a:r>
          </a:p>
        </p:txBody>
      </p:sp>
      <p:sp>
        <p:nvSpPr>
          <p:cNvPr id="702" name="text-649 )">
            <a:extLst xmlns:a="http://schemas.openxmlformats.org/drawingml/2006/main">
              <a:ext uri="{FF2B5EF4-FFF2-40B4-BE49-F238E27FC236}">
                <a16:creationId xmlns:a16="http://schemas.microsoft.com/office/drawing/2014/main" id="{65DC4AD0-7609-4D7B-BD0B-AF5CFF3C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0361" y="8073551"/>
            <a:ext cx="111358" cy="317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8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03" name="text-650 Task‐construction">
            <a:extLst xmlns:a="http://schemas.openxmlformats.org/drawingml/2006/main">
              <a:ext uri="{FF2B5EF4-FFF2-40B4-BE49-F238E27FC236}">
                <a16:creationId xmlns:a16="http://schemas.microsoft.com/office/drawing/2014/main" id="{92B44ABD-2A4F-46C6-908C-ED07A28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3801" y="1597576"/>
            <a:ext cx="1469113" cy="27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Task‐construction</a:t>
            </a:r>
          </a:p>
        </p:txBody>
      </p:sp>
      <p:sp>
        <p:nvSpPr>
          <p:cNvPr id="704" name="text-651 profile">
            <a:extLst xmlns:a="http://schemas.openxmlformats.org/drawingml/2006/main">
              <a:ext uri="{FF2B5EF4-FFF2-40B4-BE49-F238E27FC236}">
                <a16:creationId xmlns:a16="http://schemas.microsoft.com/office/drawing/2014/main" id="{6A0A0D94-2F7F-4D83-A4BF-C7CF6D83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6959" y="1866880"/>
            <a:ext cx="563001" cy="27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4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705" name="path-652">
            <a:extLst xmlns:a="http://schemas.openxmlformats.org/drawingml/2006/main">
              <a:ext uri="{FF2B5EF4-FFF2-40B4-BE49-F238E27FC236}">
                <a16:creationId xmlns:a16="http://schemas.microsoft.com/office/drawing/2014/main" id="{1D0BF8C6-2DA5-463B-B9E3-4FF29026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698" y="1668511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6" name="text-653 Skill">
            <a:extLst xmlns:a="http://schemas.openxmlformats.org/drawingml/2006/main">
              <a:ext uri="{FF2B5EF4-FFF2-40B4-BE49-F238E27FC236}">
                <a16:creationId xmlns:a16="http://schemas.microsoft.com/office/drawing/2014/main" id="{EA955F99-A66D-40B5-8414-AEB6F24F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8042" y="1616672"/>
            <a:ext cx="332378" cy="2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707" name="text-653 Complexity">
            <a:extLst xmlns:a="http://schemas.openxmlformats.org/drawingml/2006/main">
              <a:ext uri="{FF2B5EF4-FFF2-40B4-BE49-F238E27FC236}">
                <a16:creationId xmlns:a16="http://schemas.microsoft.com/office/drawing/2014/main" id="{AAAB06CF-5C7B-450B-9FDA-7F4789BB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8975" y="1615767"/>
            <a:ext cx="875292" cy="263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Complexity</a:t>
            </a:r>
          </a:p>
        </p:txBody>
      </p:sp>
      <p:sp>
        <p:nvSpPr>
          <p:cNvPr id="708" name="path-654">
            <a:extLst xmlns:a="http://schemas.openxmlformats.org/drawingml/2006/main">
              <a:ext uri="{FF2B5EF4-FFF2-40B4-BE49-F238E27FC236}">
                <a16:creationId xmlns:a16="http://schemas.microsoft.com/office/drawing/2014/main" id="{564E09C3-0EAA-49F5-8891-E8FA0E0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698" y="1904672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text-655 WorkEnv">
            <a:extLst xmlns:a="http://schemas.openxmlformats.org/drawingml/2006/main">
              <a:ext uri="{FF2B5EF4-FFF2-40B4-BE49-F238E27FC236}">
                <a16:creationId xmlns:a16="http://schemas.microsoft.com/office/drawing/2014/main" id="{B8673622-2551-474B-9523-96361F22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8042" y="1849230"/>
            <a:ext cx="717877" cy="26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WorkEnv</a:t>
            </a:r>
          </a:p>
        </p:txBody>
      </p:sp>
      <p:sp>
        <p:nvSpPr>
          <p:cNvPr id="710" name="text-655 Noise">
            <a:extLst xmlns:a="http://schemas.openxmlformats.org/drawingml/2006/main">
              <a:ext uri="{FF2B5EF4-FFF2-40B4-BE49-F238E27FC236}">
                <a16:creationId xmlns:a16="http://schemas.microsoft.com/office/drawing/2014/main" id="{0F139006-D9CA-4517-855F-812946DF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3767" y="1852754"/>
            <a:ext cx="455918" cy="262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Noise</a:t>
            </a:r>
          </a:p>
        </p:txBody>
      </p:sp>
      <p:sp>
        <p:nvSpPr>
          <p:cNvPr id="711" name="text-655 Ratio">
            <a:extLst xmlns:a="http://schemas.openxmlformats.org/drawingml/2006/main">
              <a:ext uri="{FF2B5EF4-FFF2-40B4-BE49-F238E27FC236}">
                <a16:creationId xmlns:a16="http://schemas.microsoft.com/office/drawing/2014/main" id="{455CB662-D4B5-49E2-957C-CACDF2D3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8217" y="1852214"/>
            <a:ext cx="433455" cy="263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Ratio</a:t>
            </a:r>
          </a:p>
        </p:txBody>
      </p:sp>
      <p:sp>
        <p:nvSpPr>
          <p:cNvPr id="712" name="path-656">
            <a:extLst xmlns:a="http://schemas.openxmlformats.org/drawingml/2006/main">
              <a:ext uri="{FF2B5EF4-FFF2-40B4-BE49-F238E27FC236}">
                <a16:creationId xmlns:a16="http://schemas.microsoft.com/office/drawing/2014/main" id="{BD71FEF1-E23A-4038-B970-F20D1059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152" y="1786592"/>
            <a:ext cx="117326" cy="135447"/>
          </a:xfrm>
          <a:custGeom xmlns:a="http://schemas.openxmlformats.org/drawingml/2006/main">
            <a:pathLst>
              <a:path w="117326" h="135447">
                <a:moveTo>
                  <a:pt x="0" y="135447"/>
                </a:moveTo>
                <a:lnTo>
                  <a:pt x="117326" y="67723"/>
                </a:lnTo>
                <a:lnTo>
                  <a:pt x="0" y="0"/>
                </a:lnTo>
                <a:lnTo>
                  <a:pt x="39170" y="67723"/>
                </a:lnTo>
                <a:lnTo>
                  <a:pt x="0" y="135447"/>
                </a:lnTo>
                <a:moveTo>
                  <a:pt x="108357" y="67723"/>
                </a:moveTo>
                <a:lnTo>
                  <a:pt x="44386" y="67723"/>
                </a:lnTo>
                <a:lnTo>
                  <a:pt x="12355" y="12263"/>
                </a:lnTo>
                <a:lnTo>
                  <a:pt x="108357" y="67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text-657 Cross‐Env">
            <a:extLst xmlns:a="http://schemas.openxmlformats.org/drawingml/2006/main">
              <a:ext uri="{FF2B5EF4-FFF2-40B4-BE49-F238E27FC236}">
                <a16:creationId xmlns:a16="http://schemas.microsoft.com/office/drawing/2014/main" id="{7EC8F5A6-9DB2-4C5B-B4C4-30BB44A0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1497" y="1733418"/>
            <a:ext cx="766575" cy="26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8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Cross‐Env</a:t>
            </a:r>
          </a:p>
        </p:txBody>
      </p:sp>
      <p:sp>
        <p:nvSpPr>
          <p:cNvPr id="714" name="text-657 Dependency">
            <a:extLst xmlns:a="http://schemas.openxmlformats.org/drawingml/2006/main">
              <a:ext uri="{FF2B5EF4-FFF2-40B4-BE49-F238E27FC236}">
                <a16:creationId xmlns:a16="http://schemas.microsoft.com/office/drawing/2014/main" id="{4B963238-C3F4-43EA-9748-7EA0006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6330" y="1734658"/>
            <a:ext cx="964365" cy="26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Dependency</a:t>
            </a:r>
          </a:p>
        </p:txBody>
      </p:sp>
      <p:sp>
        <p:nvSpPr>
          <p:cNvPr id="715" name="text-658 App">
            <a:extLst xmlns:a="http://schemas.openxmlformats.org/drawingml/2006/main">
              <a:ext uri="{FF2B5EF4-FFF2-40B4-BE49-F238E27FC236}">
                <a16:creationId xmlns:a16="http://schemas.microsoft.com/office/drawing/2014/main" id="{9ED5320B-438D-4DBD-A232-4A9F4F5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1923" y="4525590"/>
            <a:ext cx="344809" cy="26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716" name="text-658 skills">
            <a:extLst xmlns:a="http://schemas.openxmlformats.org/drawingml/2006/main">
              <a:ext uri="{FF2B5EF4-FFF2-40B4-BE49-F238E27FC236}">
                <a16:creationId xmlns:a16="http://schemas.microsoft.com/office/drawing/2014/main" id="{419E486E-8442-4EFB-B607-84D6960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227" y="4525639"/>
            <a:ext cx="408939" cy="262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17" name="text-658 (">
            <a:extLst xmlns:a="http://schemas.openxmlformats.org/drawingml/2006/main">
              <a:ext uri="{FF2B5EF4-FFF2-40B4-BE49-F238E27FC236}">
                <a16:creationId xmlns:a16="http://schemas.microsoft.com/office/drawing/2014/main" id="{DC592057-EB73-4E64-AEAB-01385FF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818" y="4525427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18" name="text-659 21k+">
            <a:extLst xmlns:a="http://schemas.openxmlformats.org/drawingml/2006/main">
              <a:ext uri="{FF2B5EF4-FFF2-40B4-BE49-F238E27FC236}">
                <a16:creationId xmlns:a16="http://schemas.microsoft.com/office/drawing/2014/main" id="{1A90DE45-2DF9-41EC-88B6-45D270A9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2266" y="4525620"/>
            <a:ext cx="406506" cy="262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21k+</a:t>
            </a:r>
          </a:p>
        </p:txBody>
      </p:sp>
      <p:sp>
        <p:nvSpPr>
          <p:cNvPr id="719" name="text-660 )">
            <a:extLst xmlns:a="http://schemas.openxmlformats.org/drawingml/2006/main">
              <a:ext uri="{FF2B5EF4-FFF2-40B4-BE49-F238E27FC236}">
                <a16:creationId xmlns:a16="http://schemas.microsoft.com/office/drawing/2014/main" id="{E557D644-AE53-4AD6-A2F9-DAB9E22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5568" y="4525427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20" name="text-661 File">
            <a:extLst xmlns:a="http://schemas.openxmlformats.org/drawingml/2006/main">
              <a:ext uri="{FF2B5EF4-FFF2-40B4-BE49-F238E27FC236}">
                <a16:creationId xmlns:a16="http://schemas.microsoft.com/office/drawing/2014/main" id="{054A00A2-6ECE-4CF1-BBC3-2E189043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0057" y="5432845"/>
            <a:ext cx="303440" cy="262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21" name="text-661 skills">
            <a:extLst xmlns:a="http://schemas.openxmlformats.org/drawingml/2006/main">
              <a:ext uri="{FF2B5EF4-FFF2-40B4-BE49-F238E27FC236}">
                <a16:creationId xmlns:a16="http://schemas.microsoft.com/office/drawing/2014/main" id="{1F203821-148F-4999-9F29-3F4454F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127" y="5432794"/>
            <a:ext cx="408940" cy="262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22" name="text-661 (">
            <a:extLst xmlns:a="http://schemas.openxmlformats.org/drawingml/2006/main">
              <a:ext uri="{FF2B5EF4-FFF2-40B4-BE49-F238E27FC236}">
                <a16:creationId xmlns:a16="http://schemas.microsoft.com/office/drawing/2014/main" id="{86673AA9-5EB6-4D47-B519-96476BAF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9719" y="5432583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23" name="text-662 5k+">
            <a:extLst xmlns:a="http://schemas.openxmlformats.org/drawingml/2006/main">
              <a:ext uri="{FF2B5EF4-FFF2-40B4-BE49-F238E27FC236}">
                <a16:creationId xmlns:a16="http://schemas.microsoft.com/office/drawing/2014/main" id="{F8BE3ABF-347E-411E-904E-837F352C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126" y="5432757"/>
            <a:ext cx="311672" cy="262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5k+</a:t>
            </a:r>
          </a:p>
        </p:txBody>
      </p:sp>
      <p:sp>
        <p:nvSpPr>
          <p:cNvPr id="724" name="text-663 )">
            <a:extLst xmlns:a="http://schemas.openxmlformats.org/drawingml/2006/main">
              <a:ext uri="{FF2B5EF4-FFF2-40B4-BE49-F238E27FC236}">
                <a16:creationId xmlns:a16="http://schemas.microsoft.com/office/drawing/2014/main" id="{24800ADB-33B5-42AA-8297-C2DCA0D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432" y="5432583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725" name="text-664 Job">
            <a:extLst xmlns:a="http://schemas.openxmlformats.org/drawingml/2006/main">
              <a:ext uri="{FF2B5EF4-FFF2-40B4-BE49-F238E27FC236}">
                <a16:creationId xmlns:a16="http://schemas.microsoft.com/office/drawing/2014/main" id="{52888EBC-87E8-4BBA-A8BD-27907C29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731" y="3640763"/>
            <a:ext cx="293482" cy="26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726" name="text-664 skills">
            <a:extLst xmlns:a="http://schemas.openxmlformats.org/drawingml/2006/main">
              <a:ext uri="{FF2B5EF4-FFF2-40B4-BE49-F238E27FC236}">
                <a16:creationId xmlns:a16="http://schemas.microsoft.com/office/drawing/2014/main" id="{EA74BF7C-873F-4285-B38C-8EB681B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9679" y="3640974"/>
            <a:ext cx="408940" cy="262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727" name="text-664 (">
            <a:extLst xmlns:a="http://schemas.openxmlformats.org/drawingml/2006/main">
              <a:ext uri="{FF2B5EF4-FFF2-40B4-BE49-F238E27FC236}">
                <a16:creationId xmlns:a16="http://schemas.microsoft.com/office/drawing/2014/main" id="{3B10FBBF-6E33-467D-9CCE-51CD6C38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7271" y="3640761"/>
            <a:ext cx="92126" cy="262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</a:p>
        </p:txBody>
      </p:sp>
      <p:sp>
        <p:nvSpPr>
          <p:cNvPr id="728" name="text-665 36k+">
            <a:extLst xmlns:a="http://schemas.openxmlformats.org/drawingml/2006/main">
              <a:ext uri="{FF2B5EF4-FFF2-40B4-BE49-F238E27FC236}">
                <a16:creationId xmlns:a16="http://schemas.microsoft.com/office/drawing/2014/main" id="{7F592A31-23E8-480B-9B0F-BDAF3EC2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6458" y="3640956"/>
            <a:ext cx="406506" cy="262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defRPr>
            </a:pPr>
            <a:r>
              <a:rPr sz="1474" b="1" i="1">
                <a:solidFill>
                  <a:srgbClr val="2AA371"/>
                </a:solidFill>
                <a:latin typeface="Calibri"/>
                <a:ea typeface="Calibri"/>
                <a:cs typeface="Calibri"/>
              </a:rPr>
              <a:t>36k+</a:t>
            </a:r>
          </a:p>
        </p:txBody>
      </p:sp>
      <p:sp>
        <p:nvSpPr>
          <p:cNvPr id="729" name="text-666 )">
            <a:extLst xmlns:a="http://schemas.openxmlformats.org/drawingml/2006/main">
              <a:ext uri="{FF2B5EF4-FFF2-40B4-BE49-F238E27FC236}">
                <a16:creationId xmlns:a16="http://schemas.microsoft.com/office/drawing/2014/main" id="{04D842E3-EAC4-4F05-AAA2-403C3400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9759" y="3640763"/>
            <a:ext cx="92125" cy="2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7092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path-1">
            <a:extLst xmlns:a="http://schemas.openxmlformats.org/drawingml/2006/main">
              <a:ext uri="{FF2B5EF4-FFF2-40B4-BE49-F238E27FC236}">
                <a16:creationId xmlns:a16="http://schemas.microsoft.com/office/drawing/2014/main" id="{1AF3695F-2184-480A-AC62-7EBE837E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5502"/>
            <a:ext cx="15240000" cy="6253996"/>
          </a:xfrm>
          <a:custGeom xmlns:a="http://schemas.openxmlformats.org/drawingml/2006/main">
            <a:pathLst>
              <a:path w="15240000" h="6253996">
                <a:moveTo>
                  <a:pt x="15240000" y="6253996"/>
                </a:moveTo>
                <a:lnTo>
                  <a:pt x="15240000" y="0"/>
                </a:lnTo>
                <a:lnTo>
                  <a:pt x="0" y="0"/>
                </a:lnTo>
                <a:lnTo>
                  <a:pt x="0" y="6253996"/>
                </a:lnTo>
                <a:lnTo>
                  <a:pt x="15240000" y="6253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622E4DC7-2A17-4A85-9900-2EEEC762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35502"/>
            <a:ext cx="15240000" cy="6253996"/>
          </a:xfrm>
          <a:custGeom xmlns:a="http://schemas.openxmlformats.org/drawingml/2006/main">
            <a:pathLst>
              <a:path w="15240000" h="6253996">
                <a:moveTo>
                  <a:pt x="0" y="6253996"/>
                </a:moveTo>
                <a:lnTo>
                  <a:pt x="15240000" y="6253996"/>
                </a:lnTo>
                <a:lnTo>
                  <a:pt x="15240000" y="0"/>
                </a:lnTo>
                <a:lnTo>
                  <a:pt x="0" y="0"/>
                </a:lnTo>
                <a:lnTo>
                  <a:pt x="0" y="6253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5D1ADD16-1110-40FF-8D6E-1482D3EB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50" y="1745843"/>
            <a:ext cx="5551903" cy="3677561"/>
          </a:xfrm>
          <a:custGeom xmlns:a="http://schemas.openxmlformats.org/drawingml/2006/main">
            <a:pathLst>
              <a:path w="5551903" h="3677561">
                <a:moveTo>
                  <a:pt x="0" y="205538"/>
                </a:moveTo>
                <a:cubicBezTo>
                  <a:pt x="0" y="92022"/>
                  <a:pt x="92024" y="0"/>
                  <a:pt x="205538" y="0"/>
                </a:cubicBezTo>
                <a:lnTo>
                  <a:pt x="5346366" y="0"/>
                </a:lnTo>
                <a:cubicBezTo>
                  <a:pt x="5459882" y="0"/>
                  <a:pt x="5551903" y="92022"/>
                  <a:pt x="5551903" y="205538"/>
                </a:cubicBezTo>
                <a:lnTo>
                  <a:pt x="5551903" y="3472024"/>
                </a:lnTo>
                <a:cubicBezTo>
                  <a:pt x="5551903" y="3585538"/>
                  <a:pt x="5459882" y="3677561"/>
                  <a:pt x="5346366" y="3677561"/>
                </a:cubicBezTo>
                <a:lnTo>
                  <a:pt x="205538" y="3677561"/>
                </a:lnTo>
                <a:cubicBezTo>
                  <a:pt x="92024" y="3677561"/>
                  <a:pt x="0" y="3585538"/>
                  <a:pt x="0" y="3472024"/>
                </a:cubicBezTo>
                <a:lnTo>
                  <a:pt x="0" y="205538"/>
                </a:lnTo>
              </a:path>
            </a:pathLst>
          </a:custGeom>
          <a:solidFill xmlns:a="http://schemas.openxmlformats.org/drawingml/2006/main">
            <a:srgbClr val="FFF1E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D5FA871-E1F4-450F-94F2-C644E95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50" y="1745843"/>
            <a:ext cx="5551903" cy="3677560"/>
          </a:xfrm>
          <a:custGeom xmlns:a="http://schemas.openxmlformats.org/drawingml/2006/main">
            <a:pathLst>
              <a:path w="5551903" h="3677560">
                <a:moveTo>
                  <a:pt x="0" y="205537"/>
                </a:moveTo>
                <a:cubicBezTo>
                  <a:pt x="0" y="92022"/>
                  <a:pt x="92022" y="0"/>
                  <a:pt x="205537" y="0"/>
                </a:cubicBezTo>
                <a:lnTo>
                  <a:pt x="5346366" y="0"/>
                </a:lnTo>
                <a:cubicBezTo>
                  <a:pt x="5459882" y="0"/>
                  <a:pt x="5551903" y="92022"/>
                  <a:pt x="5551903" y="205537"/>
                </a:cubicBezTo>
                <a:lnTo>
                  <a:pt x="5551903" y="3472024"/>
                </a:lnTo>
                <a:cubicBezTo>
                  <a:pt x="5551903" y="3585539"/>
                  <a:pt x="5459882" y="3677560"/>
                  <a:pt x="5346366" y="3677560"/>
                </a:cubicBezTo>
                <a:lnTo>
                  <a:pt x="205537" y="3677560"/>
                </a:lnTo>
                <a:cubicBezTo>
                  <a:pt x="92022" y="3677560"/>
                  <a:pt x="0" y="3585539"/>
                  <a:pt x="0" y="3472024"/>
                </a:cubicBezTo>
                <a:lnTo>
                  <a:pt x="0" y="205537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FB6611"/>
            </a:solidFill>
            <a:prstDash val="dash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3147EA9-02D9-4CD9-AF07-7E99A55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45" y="1736382"/>
            <a:ext cx="4638412" cy="3677560"/>
          </a:xfrm>
          <a:custGeom xmlns:a="http://schemas.openxmlformats.org/drawingml/2006/main">
            <a:pathLst>
              <a:path w="4638412" h="3677560">
                <a:moveTo>
                  <a:pt x="0" y="195534"/>
                </a:moveTo>
                <a:cubicBezTo>
                  <a:pt x="0" y="87544"/>
                  <a:pt x="87544" y="0"/>
                  <a:pt x="195534" y="0"/>
                </a:cubicBezTo>
                <a:lnTo>
                  <a:pt x="4442877" y="0"/>
                </a:lnTo>
                <a:cubicBezTo>
                  <a:pt x="4550868" y="0"/>
                  <a:pt x="4638412" y="87544"/>
                  <a:pt x="4638412" y="195534"/>
                </a:cubicBezTo>
                <a:lnTo>
                  <a:pt x="4638412" y="3482026"/>
                </a:lnTo>
                <a:cubicBezTo>
                  <a:pt x="4638412" y="3590016"/>
                  <a:pt x="4550868" y="3677560"/>
                  <a:pt x="4442877" y="3677560"/>
                </a:cubicBezTo>
                <a:lnTo>
                  <a:pt x="195534" y="3677560"/>
                </a:lnTo>
                <a:cubicBezTo>
                  <a:pt x="87544" y="3677560"/>
                  <a:pt x="0" y="3590016"/>
                  <a:pt x="0" y="3482026"/>
                </a:cubicBezTo>
                <a:lnTo>
                  <a:pt x="0" y="195534"/>
                </a:lnTo>
              </a:path>
            </a:pathLst>
          </a:custGeom>
          <a:solidFill xmlns:a="http://schemas.openxmlformats.org/drawingml/2006/main">
            <a:srgbClr val="FFF0F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E4310C86-A35D-434E-92A6-721BD50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45" y="1736382"/>
            <a:ext cx="4638412" cy="3677561"/>
          </a:xfrm>
          <a:custGeom xmlns:a="http://schemas.openxmlformats.org/drawingml/2006/main">
            <a:pathLst>
              <a:path w="4638412" h="3677561">
                <a:moveTo>
                  <a:pt x="0" y="195535"/>
                </a:moveTo>
                <a:cubicBezTo>
                  <a:pt x="0" y="87544"/>
                  <a:pt x="87544" y="0"/>
                  <a:pt x="195535" y="0"/>
                </a:cubicBezTo>
                <a:lnTo>
                  <a:pt x="4442878" y="0"/>
                </a:lnTo>
                <a:cubicBezTo>
                  <a:pt x="4550868" y="0"/>
                  <a:pt x="4638412" y="87544"/>
                  <a:pt x="4638412" y="195535"/>
                </a:cubicBezTo>
                <a:lnTo>
                  <a:pt x="4638412" y="3482027"/>
                </a:lnTo>
                <a:cubicBezTo>
                  <a:pt x="4638412" y="3590017"/>
                  <a:pt x="4550868" y="3677561"/>
                  <a:pt x="4442878" y="3677561"/>
                </a:cubicBezTo>
                <a:lnTo>
                  <a:pt x="195535" y="3677561"/>
                </a:lnTo>
                <a:cubicBezTo>
                  <a:pt x="87544" y="3677561"/>
                  <a:pt x="0" y="3590017"/>
                  <a:pt x="0" y="3482027"/>
                </a:cubicBezTo>
                <a:lnTo>
                  <a:pt x="0" y="195535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F4007A"/>
            </a:solidFill>
            <a:prstDash val="dash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717200E1-2D4F-4B25-9B77-663A8D96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4" y="1745843"/>
            <a:ext cx="4638414" cy="3677561"/>
          </a:xfrm>
          <a:custGeom xmlns:a="http://schemas.openxmlformats.org/drawingml/2006/main">
            <a:pathLst>
              <a:path w="4638414" h="3677561">
                <a:moveTo>
                  <a:pt x="0" y="190533"/>
                </a:moveTo>
                <a:cubicBezTo>
                  <a:pt x="0" y="85304"/>
                  <a:pt x="85304" y="0"/>
                  <a:pt x="190533" y="0"/>
                </a:cubicBezTo>
                <a:lnTo>
                  <a:pt x="4447881" y="0"/>
                </a:lnTo>
                <a:cubicBezTo>
                  <a:pt x="4553109" y="0"/>
                  <a:pt x="4638414" y="85304"/>
                  <a:pt x="4638414" y="190533"/>
                </a:cubicBezTo>
                <a:lnTo>
                  <a:pt x="4638414" y="3487027"/>
                </a:lnTo>
                <a:cubicBezTo>
                  <a:pt x="4638414" y="3592257"/>
                  <a:pt x="4553109" y="3677561"/>
                  <a:pt x="4447881" y="3677561"/>
                </a:cubicBezTo>
                <a:lnTo>
                  <a:pt x="190533" y="3677561"/>
                </a:lnTo>
                <a:cubicBezTo>
                  <a:pt x="85304" y="3677561"/>
                  <a:pt x="0" y="3592257"/>
                  <a:pt x="0" y="3487027"/>
                </a:cubicBezTo>
                <a:lnTo>
                  <a:pt x="0" y="190533"/>
                </a:lnTo>
              </a:path>
            </a:pathLst>
          </a:custGeom>
          <a:solidFill xmlns:a="http://schemas.openxmlformats.org/drawingml/2006/main">
            <a:srgbClr val="EAF4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731A02BC-5C24-482F-98FB-A541366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4" y="1745843"/>
            <a:ext cx="4638413" cy="3677560"/>
          </a:xfrm>
          <a:custGeom xmlns:a="http://schemas.openxmlformats.org/drawingml/2006/main">
            <a:pathLst>
              <a:path w="4638413" h="3677560">
                <a:moveTo>
                  <a:pt x="0" y="190533"/>
                </a:moveTo>
                <a:cubicBezTo>
                  <a:pt x="0" y="85304"/>
                  <a:pt x="85304" y="0"/>
                  <a:pt x="190533" y="0"/>
                </a:cubicBezTo>
                <a:lnTo>
                  <a:pt x="4447881" y="0"/>
                </a:lnTo>
                <a:cubicBezTo>
                  <a:pt x="4553108" y="0"/>
                  <a:pt x="4638413" y="85304"/>
                  <a:pt x="4638413" y="190533"/>
                </a:cubicBezTo>
                <a:lnTo>
                  <a:pt x="4638413" y="3487028"/>
                </a:lnTo>
                <a:cubicBezTo>
                  <a:pt x="4638413" y="3592255"/>
                  <a:pt x="4553108" y="3677560"/>
                  <a:pt x="4447881" y="3677560"/>
                </a:cubicBezTo>
                <a:lnTo>
                  <a:pt x="190533" y="3677560"/>
                </a:lnTo>
                <a:cubicBezTo>
                  <a:pt x="85304" y="3677560"/>
                  <a:pt x="0" y="3592255"/>
                  <a:pt x="0" y="3487028"/>
                </a:cubicBezTo>
                <a:lnTo>
                  <a:pt x="0" y="190533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0079F5"/>
            </a:solidFill>
            <a:prstDash val="dash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2174BABE-4EAE-4E00-8147-9AF2DEF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" y="5511710"/>
            <a:ext cx="15017511" cy="2275059"/>
          </a:xfrm>
          <a:custGeom xmlns:a="http://schemas.openxmlformats.org/drawingml/2006/main">
            <a:pathLst>
              <a:path w="15017511" h="2275059">
                <a:moveTo>
                  <a:pt x="0" y="152542"/>
                </a:moveTo>
                <a:cubicBezTo>
                  <a:pt x="0" y="68296"/>
                  <a:pt x="68295" y="0"/>
                  <a:pt x="152540" y="0"/>
                </a:cubicBezTo>
                <a:lnTo>
                  <a:pt x="14864973" y="0"/>
                </a:lnTo>
                <a:cubicBezTo>
                  <a:pt x="14949215" y="0"/>
                  <a:pt x="15017511" y="68296"/>
                  <a:pt x="15017511" y="152542"/>
                </a:cubicBezTo>
                <a:lnTo>
                  <a:pt x="15017511" y="2122518"/>
                </a:lnTo>
                <a:cubicBezTo>
                  <a:pt x="15017511" y="2206765"/>
                  <a:pt x="14949215" y="2275059"/>
                  <a:pt x="14864973" y="2275059"/>
                </a:cubicBezTo>
                <a:lnTo>
                  <a:pt x="152540" y="2275059"/>
                </a:lnTo>
                <a:cubicBezTo>
                  <a:pt x="68295" y="2275059"/>
                  <a:pt x="0" y="2206765"/>
                  <a:pt x="0" y="2122518"/>
                </a:cubicBezTo>
                <a:lnTo>
                  <a:pt x="0" y="152542"/>
                </a:lnTo>
              </a:path>
            </a:pathLst>
          </a:custGeom>
          <a:solidFill xmlns:a="http://schemas.openxmlformats.org/drawingml/2006/main">
            <a:srgbClr val="F3EAFB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DCCEEE0A-69E3-4070-8647-4FFB20B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" y="5511710"/>
            <a:ext cx="15017513" cy="2275058"/>
          </a:xfrm>
          <a:custGeom xmlns:a="http://schemas.openxmlformats.org/drawingml/2006/main">
            <a:pathLst>
              <a:path w="15017513" h="2275058">
                <a:moveTo>
                  <a:pt x="0" y="152541"/>
                </a:moveTo>
                <a:cubicBezTo>
                  <a:pt x="0" y="68295"/>
                  <a:pt x="68295" y="0"/>
                  <a:pt x="152540" y="0"/>
                </a:cubicBezTo>
                <a:lnTo>
                  <a:pt x="14864973" y="0"/>
                </a:lnTo>
                <a:cubicBezTo>
                  <a:pt x="14949219" y="0"/>
                  <a:pt x="15017513" y="68295"/>
                  <a:pt x="15017513" y="152541"/>
                </a:cubicBezTo>
                <a:lnTo>
                  <a:pt x="15017513" y="2122518"/>
                </a:lnTo>
                <a:cubicBezTo>
                  <a:pt x="15017513" y="2206765"/>
                  <a:pt x="14949219" y="2275058"/>
                  <a:pt x="14864973" y="2275058"/>
                </a:cubicBezTo>
                <a:lnTo>
                  <a:pt x="152540" y="2275058"/>
                </a:lnTo>
                <a:cubicBezTo>
                  <a:pt x="68295" y="2275058"/>
                  <a:pt x="0" y="2206765"/>
                  <a:pt x="0" y="2122518"/>
                </a:cubicBezTo>
                <a:lnTo>
                  <a:pt x="0" y="152541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7E3ABB"/>
            </a:solidFill>
            <a:prstDash val="dash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A70B4734-0D33-49F3-8458-6FCF7B8C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844" y="6177187"/>
            <a:ext cx="2888541" cy="1385735"/>
          </a:xfrm>
          <a:custGeom xmlns:a="http://schemas.openxmlformats.org/drawingml/2006/main">
            <a:pathLst>
              <a:path w="2888541" h="1385735">
                <a:moveTo>
                  <a:pt x="0" y="116790"/>
                </a:moveTo>
                <a:cubicBezTo>
                  <a:pt x="0" y="52289"/>
                  <a:pt x="52291" y="0"/>
                  <a:pt x="116790" y="0"/>
                </a:cubicBezTo>
                <a:lnTo>
                  <a:pt x="2771753" y="0"/>
                </a:lnTo>
                <a:cubicBezTo>
                  <a:pt x="2836251" y="0"/>
                  <a:pt x="2888541" y="52289"/>
                  <a:pt x="2888541" y="116790"/>
                </a:cubicBezTo>
                <a:lnTo>
                  <a:pt x="2888541" y="1268945"/>
                </a:lnTo>
                <a:cubicBezTo>
                  <a:pt x="2888541" y="1333446"/>
                  <a:pt x="2836251" y="1385735"/>
                  <a:pt x="2771753" y="1385735"/>
                </a:cubicBezTo>
                <a:lnTo>
                  <a:pt x="116790" y="1385735"/>
                </a:lnTo>
                <a:cubicBezTo>
                  <a:pt x="52291" y="1385735"/>
                  <a:pt x="0" y="1333446"/>
                  <a:pt x="0" y="1268945"/>
                </a:cubicBezTo>
                <a:lnTo>
                  <a:pt x="0" y="1167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8BEF1E34-5E5C-4E63-8B8D-5698EDC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844" y="6177187"/>
            <a:ext cx="2888539" cy="1385735"/>
          </a:xfrm>
          <a:custGeom xmlns:a="http://schemas.openxmlformats.org/drawingml/2006/main">
            <a:pathLst>
              <a:path w="2888539" h="1385735">
                <a:moveTo>
                  <a:pt x="0" y="116790"/>
                </a:moveTo>
                <a:cubicBezTo>
                  <a:pt x="0" y="52289"/>
                  <a:pt x="52289" y="0"/>
                  <a:pt x="116789" y="0"/>
                </a:cubicBezTo>
                <a:lnTo>
                  <a:pt x="2771751" y="0"/>
                </a:lnTo>
                <a:cubicBezTo>
                  <a:pt x="2836251" y="0"/>
                  <a:pt x="2888539" y="52289"/>
                  <a:pt x="2888539" y="116790"/>
                </a:cubicBezTo>
                <a:lnTo>
                  <a:pt x="2888539" y="1268945"/>
                </a:lnTo>
                <a:cubicBezTo>
                  <a:pt x="2888539" y="1333446"/>
                  <a:pt x="2836251" y="1385735"/>
                  <a:pt x="2771751" y="1385735"/>
                </a:cubicBezTo>
                <a:lnTo>
                  <a:pt x="116789" y="1385735"/>
                </a:lnTo>
                <a:cubicBezTo>
                  <a:pt x="52289" y="1385735"/>
                  <a:pt x="0" y="1333446"/>
                  <a:pt x="0" y="1268945"/>
                </a:cubicBezTo>
                <a:lnTo>
                  <a:pt x="0" y="116790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13" name="text-13 Rollout">
            <a:extLst xmlns:a="http://schemas.openxmlformats.org/drawingml/2006/main">
              <a:ext uri="{FF2B5EF4-FFF2-40B4-BE49-F238E27FC236}">
                <a16:creationId xmlns:a16="http://schemas.microsoft.com/office/drawing/2014/main" id="{861F33F8-3DA3-433C-A36F-C42E50F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22" y="1800093"/>
            <a:ext cx="1065498" cy="474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14" name="text-14 Sampling">
            <a:extLst xmlns:a="http://schemas.openxmlformats.org/drawingml/2006/main">
              <a:ext uri="{FF2B5EF4-FFF2-40B4-BE49-F238E27FC236}">
                <a16:creationId xmlns:a16="http://schemas.microsoft.com/office/drawing/2014/main" id="{2A64DEA5-FAE2-4634-BD56-48564BDE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898" y="1800106"/>
            <a:ext cx="1372075" cy="47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Sampling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58B3FEDC-C2C1-4EA0-B39E-B7C03D4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752" y="2804049"/>
            <a:ext cx="976681" cy="603310"/>
          </a:xfrm>
          <a:custGeom xmlns:a="http://schemas.openxmlformats.org/drawingml/2006/main">
            <a:pathLst>
              <a:path w="976681" h="603310">
                <a:moveTo>
                  <a:pt x="0" y="100554"/>
                </a:moveTo>
                <a:cubicBezTo>
                  <a:pt x="0" y="45019"/>
                  <a:pt x="45021" y="0"/>
                  <a:pt x="100554" y="0"/>
                </a:cubicBezTo>
                <a:lnTo>
                  <a:pt x="876127" y="0"/>
                </a:lnTo>
                <a:cubicBezTo>
                  <a:pt x="931661" y="0"/>
                  <a:pt x="976681" y="45019"/>
                  <a:pt x="976681" y="100554"/>
                </a:cubicBezTo>
                <a:lnTo>
                  <a:pt x="976681" y="502756"/>
                </a:lnTo>
                <a:cubicBezTo>
                  <a:pt x="976681" y="558292"/>
                  <a:pt x="931661" y="603310"/>
                  <a:pt x="876127" y="603310"/>
                </a:cubicBezTo>
                <a:lnTo>
                  <a:pt x="100554" y="603310"/>
                </a:lnTo>
                <a:cubicBezTo>
                  <a:pt x="45021" y="603310"/>
                  <a:pt x="0" y="558292"/>
                  <a:pt x="0" y="502756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3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29C8A3C7-CF5B-45C4-A854-6421B48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752" y="2804049"/>
            <a:ext cx="976680" cy="603312"/>
          </a:xfrm>
          <a:custGeom xmlns:a="http://schemas.openxmlformats.org/drawingml/2006/main">
            <a:pathLst>
              <a:path w="976680" h="603312">
                <a:moveTo>
                  <a:pt x="0" y="100554"/>
                </a:moveTo>
                <a:cubicBezTo>
                  <a:pt x="0" y="45020"/>
                  <a:pt x="45020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0" y="45020"/>
                  <a:pt x="976680" y="100554"/>
                </a:cubicBezTo>
                <a:lnTo>
                  <a:pt x="976680" y="502758"/>
                </a:lnTo>
                <a:cubicBezTo>
                  <a:pt x="976680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20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5F03A8"/>
            </a:solidFill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9E9F4A67-1DFC-40EA-9D1B-C4D17F2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5" y="2804049"/>
            <a:ext cx="1194045" cy="603310"/>
          </a:xfrm>
          <a:custGeom xmlns:a="http://schemas.openxmlformats.org/drawingml/2006/main">
            <a:pathLst>
              <a:path w="1194045" h="603310">
                <a:moveTo>
                  <a:pt x="0" y="100552"/>
                </a:moveTo>
                <a:cubicBezTo>
                  <a:pt x="0" y="45019"/>
                  <a:pt x="45020" y="0"/>
                  <a:pt x="100554" y="0"/>
                </a:cubicBezTo>
                <a:lnTo>
                  <a:pt x="1093491" y="0"/>
                </a:lnTo>
                <a:cubicBezTo>
                  <a:pt x="1149027" y="0"/>
                  <a:pt x="1194045" y="45019"/>
                  <a:pt x="1194045" y="100552"/>
                </a:cubicBezTo>
                <a:lnTo>
                  <a:pt x="1194045" y="502758"/>
                </a:lnTo>
                <a:cubicBezTo>
                  <a:pt x="1194045" y="558292"/>
                  <a:pt x="1149027" y="603310"/>
                  <a:pt x="1093491" y="603310"/>
                </a:cubicBezTo>
                <a:lnTo>
                  <a:pt x="100554" y="603310"/>
                </a:lnTo>
                <a:cubicBezTo>
                  <a:pt x="45020" y="603310"/>
                  <a:pt x="0" y="558292"/>
                  <a:pt x="0" y="502758"/>
                </a:cubicBezTo>
                <a:lnTo>
                  <a:pt x="0" y="100552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B6EE2559-9C5A-4A94-8B64-84788630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5" y="2804049"/>
            <a:ext cx="1194045" cy="603312"/>
          </a:xfrm>
          <a:custGeom xmlns:a="http://schemas.openxmlformats.org/drawingml/2006/main">
            <a:pathLst>
              <a:path w="1194045" h="603312">
                <a:moveTo>
                  <a:pt x="0" y="100554"/>
                </a:moveTo>
                <a:cubicBezTo>
                  <a:pt x="0" y="45019"/>
                  <a:pt x="45019" y="0"/>
                  <a:pt x="100554" y="0"/>
                </a:cubicBezTo>
                <a:lnTo>
                  <a:pt x="1093491" y="0"/>
                </a:lnTo>
                <a:cubicBezTo>
                  <a:pt x="1149026" y="0"/>
                  <a:pt x="1194045" y="45019"/>
                  <a:pt x="1194045" y="100554"/>
                </a:cubicBezTo>
                <a:lnTo>
                  <a:pt x="1194045" y="502758"/>
                </a:lnTo>
                <a:cubicBezTo>
                  <a:pt x="1194045" y="558292"/>
                  <a:pt x="1149026" y="603312"/>
                  <a:pt x="1093491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19" name="text-19 Terminal">
            <a:extLst xmlns:a="http://schemas.openxmlformats.org/drawingml/2006/main">
              <a:ext uri="{FF2B5EF4-FFF2-40B4-BE49-F238E27FC236}">
                <a16:creationId xmlns:a16="http://schemas.microsoft.com/office/drawing/2014/main" id="{9847DC2E-97F8-452C-A434-D08C4E5C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0264" y="1799723"/>
            <a:ext cx="1286139" cy="47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Terminal</a:t>
            </a:r>
          </a:p>
        </p:txBody>
      </p:sp>
      <p:sp>
        <p:nvSpPr>
          <p:cNvPr id="20" name="text-19 Evaluation">
            <a:extLst xmlns:a="http://schemas.openxmlformats.org/drawingml/2006/main">
              <a:ext uri="{FF2B5EF4-FFF2-40B4-BE49-F238E27FC236}">
                <a16:creationId xmlns:a16="http://schemas.microsoft.com/office/drawing/2014/main" id="{DA90DBAA-6DED-4E4D-AD11-00AF422E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961" y="1799582"/>
            <a:ext cx="1553722" cy="475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1" name="path-20">
            <a:extLst xmlns:a="http://schemas.openxmlformats.org/drawingml/2006/main">
              <a:ext uri="{FF2B5EF4-FFF2-40B4-BE49-F238E27FC236}">
                <a16:creationId xmlns:a16="http://schemas.microsoft.com/office/drawing/2014/main" id="{88A1F146-0F55-47A5-A2E8-99CBBDE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3774222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1">
            <a:extLst xmlns:a="http://schemas.openxmlformats.org/drawingml/2006/main">
              <a:ext uri="{FF2B5EF4-FFF2-40B4-BE49-F238E27FC236}">
                <a16:creationId xmlns:a16="http://schemas.microsoft.com/office/drawing/2014/main" id="{62917E78-A4A9-4206-9124-293D585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3871369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2">
            <a:extLst xmlns:a="http://schemas.openxmlformats.org/drawingml/2006/main">
              <a:ext uri="{FF2B5EF4-FFF2-40B4-BE49-F238E27FC236}">
                <a16:creationId xmlns:a16="http://schemas.microsoft.com/office/drawing/2014/main" id="{AD753890-85D6-4B6D-BE6A-AEBA056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3958425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F109E2EB-A80D-43B6-8E3B-3D9A4A9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3993366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4">
            <a:extLst xmlns:a="http://schemas.openxmlformats.org/drawingml/2006/main">
              <a:ext uri="{FF2B5EF4-FFF2-40B4-BE49-F238E27FC236}">
                <a16:creationId xmlns:a16="http://schemas.microsoft.com/office/drawing/2014/main" id="{99F684DB-7BE6-4F7D-B1E8-1E96CBC8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3942150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3CC3FCAE-E9EE-4650-BD0B-660E2CB4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3796819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D1822D12-70E9-471B-9F88-7F130D9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3892877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7">
            <a:extLst xmlns:a="http://schemas.openxmlformats.org/drawingml/2006/main">
              <a:ext uri="{FF2B5EF4-FFF2-40B4-BE49-F238E27FC236}">
                <a16:creationId xmlns:a16="http://schemas.microsoft.com/office/drawing/2014/main" id="{11795BFD-8753-4842-8C0D-D5A686EE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372281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6FF6F750-39D2-4733-903F-6002AA58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3796819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FF494AC9-8A64-4F65-888B-30766AC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3892877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E41D5E0B-31C3-47AB-B9CB-4C25CB4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3814898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59BC155C-6130-4B83-81C8-95E31FA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4022652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D3E33830-2890-4FDA-95E1-37B8659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372281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C9676F19-1431-4A13-9DBA-D0E515F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372281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5" name="path-34">
            <a:extLst xmlns:a="http://schemas.openxmlformats.org/drawingml/2006/main">
              <a:ext uri="{FF2B5EF4-FFF2-40B4-BE49-F238E27FC236}">
                <a16:creationId xmlns:a16="http://schemas.microsoft.com/office/drawing/2014/main" id="{585080F9-D9B3-4D93-99F5-6657DACF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372281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C71700D7-CB51-4317-B8B4-A61F90F5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8" y="3836737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A92016A8-534E-4565-A0EB-AF43A59F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8" y="3902442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D5C8D174-F6BA-4B4C-AA12-2C5FB83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5" y="4040983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160B94EE-9FA8-4596-937F-FB7FB27F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" y="3903637"/>
            <a:ext cx="110331" cy="165078"/>
          </a:xfrm>
          <a:custGeom xmlns:a="http://schemas.openxmlformats.org/drawingml/2006/main">
            <a:pathLst>
              <a:path w="110331" h="165078">
                <a:moveTo>
                  <a:pt x="76981" y="131728"/>
                </a:moveTo>
                <a:cubicBezTo>
                  <a:pt x="76981" y="136350"/>
                  <a:pt x="77240" y="139837"/>
                  <a:pt x="77758" y="142187"/>
                </a:cubicBezTo>
                <a:cubicBezTo>
                  <a:pt x="78276" y="144538"/>
                  <a:pt x="79192" y="146451"/>
                  <a:pt x="80507" y="147925"/>
                </a:cubicBezTo>
                <a:cubicBezTo>
                  <a:pt x="81822" y="149399"/>
                  <a:pt x="83715" y="150555"/>
                  <a:pt x="86185" y="151392"/>
                </a:cubicBezTo>
                <a:cubicBezTo>
                  <a:pt x="88655" y="152228"/>
                  <a:pt x="91763" y="152866"/>
                  <a:pt x="95509" y="153304"/>
                </a:cubicBezTo>
                <a:cubicBezTo>
                  <a:pt x="99254" y="153743"/>
                  <a:pt x="104195" y="154041"/>
                  <a:pt x="110331" y="154201"/>
                </a:cubicBezTo>
                <a:lnTo>
                  <a:pt x="110331" y="165078"/>
                </a:lnTo>
                <a:lnTo>
                  <a:pt x="7172" y="165078"/>
                </a:lnTo>
                <a:lnTo>
                  <a:pt x="7172" y="154201"/>
                </a:lnTo>
                <a:cubicBezTo>
                  <a:pt x="16018" y="153802"/>
                  <a:pt x="22333" y="153264"/>
                  <a:pt x="26119" y="152587"/>
                </a:cubicBezTo>
                <a:cubicBezTo>
                  <a:pt x="29904" y="151910"/>
                  <a:pt x="32793" y="150894"/>
                  <a:pt x="34785" y="149539"/>
                </a:cubicBezTo>
                <a:cubicBezTo>
                  <a:pt x="36777" y="148184"/>
                  <a:pt x="38231" y="146272"/>
                  <a:pt x="39148" y="143801"/>
                </a:cubicBezTo>
                <a:cubicBezTo>
                  <a:pt x="40064" y="141331"/>
                  <a:pt x="40523" y="137306"/>
                  <a:pt x="40523" y="131728"/>
                </a:cubicBezTo>
                <a:lnTo>
                  <a:pt x="40523" y="45304"/>
                </a:lnTo>
                <a:cubicBezTo>
                  <a:pt x="40523" y="42037"/>
                  <a:pt x="39905" y="39686"/>
                  <a:pt x="38670" y="38251"/>
                </a:cubicBezTo>
                <a:cubicBezTo>
                  <a:pt x="37435" y="36817"/>
                  <a:pt x="35741" y="36100"/>
                  <a:pt x="33589" y="36100"/>
                </a:cubicBezTo>
                <a:cubicBezTo>
                  <a:pt x="31597" y="36100"/>
                  <a:pt x="28788" y="37016"/>
                  <a:pt x="25162" y="38849"/>
                </a:cubicBezTo>
                <a:cubicBezTo>
                  <a:pt x="21536" y="40682"/>
                  <a:pt x="15579" y="44427"/>
                  <a:pt x="7292" y="50085"/>
                </a:cubicBezTo>
                <a:lnTo>
                  <a:pt x="0" y="37415"/>
                </a:lnTo>
                <a:lnTo>
                  <a:pt x="62398" y="0"/>
                </a:lnTo>
                <a:lnTo>
                  <a:pt x="77698" y="0"/>
                </a:lnTo>
                <a:cubicBezTo>
                  <a:pt x="77220" y="7650"/>
                  <a:pt x="76981" y="18249"/>
                  <a:pt x="76981" y="31796"/>
                </a:cubicBezTo>
                <a:lnTo>
                  <a:pt x="76981" y="13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D14E9E72-29A9-454A-9CE9-4E1B09A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45" y="4342925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2360FFDA-5195-4972-BF5F-6BCD6CC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24" y="4408631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9A1C7482-A976-4E37-9D0C-BA0A461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61" y="4547173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2BBC8C10-6131-441B-AE7C-8587987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28" y="4454413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FDF87FC1-D6EF-4FBB-9521-6FEDB30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4303008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944C348D-F92E-4147-B276-0A665749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4395637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3DDF772E-01AD-4BE8-9B66-99C1847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4487213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3972E5CE-DDC2-4FC9-B53C-47B3A71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4522154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7601D624-E17A-4598-AAC6-ABEAB77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4470937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B9447802-C091-471A-AABB-EABCC127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4325606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23DAC514-C2F1-4798-BCBE-2E313CAA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4417145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5DC09544-2295-4E42-A06A-44FFACA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425043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2" name="path-51">
            <a:extLst xmlns:a="http://schemas.openxmlformats.org/drawingml/2006/main">
              <a:ext uri="{FF2B5EF4-FFF2-40B4-BE49-F238E27FC236}">
                <a16:creationId xmlns:a16="http://schemas.microsoft.com/office/drawing/2014/main" id="{8EC96986-B19F-4016-A9B8-44FFBCD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4325606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EB43C677-E8AC-42D4-B5D7-CB1AD8E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4417145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5B9F4C33-193B-4194-A9D9-1C40BC5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4339165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3DF1E6CC-C004-46DF-8DAF-DDD8A14D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4551439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9444E35E-FE83-4E4E-86DB-C8A8D75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425043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49C69AEB-564A-410C-985E-0E142A5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425043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8" name="path-57">
            <a:extLst xmlns:a="http://schemas.openxmlformats.org/drawingml/2006/main">
              <a:ext uri="{FF2B5EF4-FFF2-40B4-BE49-F238E27FC236}">
                <a16:creationId xmlns:a16="http://schemas.microsoft.com/office/drawing/2014/main" id="{84CBA76D-AEDD-471F-B25C-75BA2C6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425043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030A2A25-06CE-4063-A445-AEECE49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90" y="4862673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E98623D4-5660-4C56-A4B6-A241866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69" y="4928379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A1704CB6-824F-41BD-9B6E-F608A8A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06" y="5066921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2A9B42EF-1A0F-46CA-8098-1A6547BB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9" y="4931487"/>
            <a:ext cx="210143" cy="163166"/>
          </a:xfrm>
          <a:custGeom xmlns:a="http://schemas.openxmlformats.org/drawingml/2006/main">
            <a:pathLst>
              <a:path w="210143" h="163166">
                <a:moveTo>
                  <a:pt x="88576" y="0"/>
                </a:moveTo>
                <a:lnTo>
                  <a:pt x="97900" y="99812"/>
                </a:lnTo>
                <a:lnTo>
                  <a:pt x="154559" y="0"/>
                </a:lnTo>
                <a:lnTo>
                  <a:pt x="210143" y="0"/>
                </a:lnTo>
                <a:lnTo>
                  <a:pt x="208470" y="7889"/>
                </a:lnTo>
                <a:cubicBezTo>
                  <a:pt x="203928" y="9164"/>
                  <a:pt x="200581" y="11396"/>
                  <a:pt x="198429" y="14583"/>
                </a:cubicBezTo>
                <a:cubicBezTo>
                  <a:pt x="196277" y="17771"/>
                  <a:pt x="194245" y="23668"/>
                  <a:pt x="192333" y="32275"/>
                </a:cubicBezTo>
                <a:lnTo>
                  <a:pt x="170577" y="130891"/>
                </a:lnTo>
                <a:cubicBezTo>
                  <a:pt x="170019" y="133441"/>
                  <a:pt x="169621" y="135653"/>
                  <a:pt x="169382" y="137526"/>
                </a:cubicBezTo>
                <a:cubicBezTo>
                  <a:pt x="169143" y="139398"/>
                  <a:pt x="169023" y="141849"/>
                  <a:pt x="169023" y="144877"/>
                </a:cubicBezTo>
                <a:cubicBezTo>
                  <a:pt x="169023" y="148224"/>
                  <a:pt x="169800" y="150674"/>
                  <a:pt x="171354" y="152228"/>
                </a:cubicBezTo>
                <a:cubicBezTo>
                  <a:pt x="172908" y="153782"/>
                  <a:pt x="175438" y="154798"/>
                  <a:pt x="178945" y="155277"/>
                </a:cubicBezTo>
                <a:lnTo>
                  <a:pt x="177271" y="163166"/>
                </a:lnTo>
                <a:lnTo>
                  <a:pt x="117145" y="163166"/>
                </a:lnTo>
                <a:lnTo>
                  <a:pt x="118818" y="155277"/>
                </a:lnTo>
                <a:cubicBezTo>
                  <a:pt x="123361" y="154002"/>
                  <a:pt x="126708" y="151770"/>
                  <a:pt x="128859" y="148583"/>
                </a:cubicBezTo>
                <a:cubicBezTo>
                  <a:pt x="131011" y="145395"/>
                  <a:pt x="133043" y="139498"/>
                  <a:pt x="134956" y="130891"/>
                </a:cubicBezTo>
                <a:lnTo>
                  <a:pt x="145953" y="80686"/>
                </a:lnTo>
                <a:cubicBezTo>
                  <a:pt x="149619" y="64111"/>
                  <a:pt x="153922" y="47416"/>
                  <a:pt x="158863" y="30601"/>
                </a:cubicBezTo>
                <a:lnTo>
                  <a:pt x="156472" y="30601"/>
                </a:lnTo>
                <a:cubicBezTo>
                  <a:pt x="152726" y="37454"/>
                  <a:pt x="148702" y="44587"/>
                  <a:pt x="144399" y="51998"/>
                </a:cubicBezTo>
                <a:lnTo>
                  <a:pt x="90608" y="145116"/>
                </a:lnTo>
                <a:lnTo>
                  <a:pt x="71243" y="145116"/>
                </a:lnTo>
                <a:lnTo>
                  <a:pt x="63354" y="73275"/>
                </a:lnTo>
                <a:cubicBezTo>
                  <a:pt x="61521" y="56222"/>
                  <a:pt x="60326" y="41598"/>
                  <a:pt x="59768" y="29406"/>
                </a:cubicBezTo>
                <a:lnTo>
                  <a:pt x="57855" y="29406"/>
                </a:lnTo>
                <a:cubicBezTo>
                  <a:pt x="54668" y="49089"/>
                  <a:pt x="51639" y="65426"/>
                  <a:pt x="48770" y="78415"/>
                </a:cubicBezTo>
                <a:lnTo>
                  <a:pt x="37176" y="130891"/>
                </a:lnTo>
                <a:cubicBezTo>
                  <a:pt x="36618" y="133441"/>
                  <a:pt x="36219" y="135653"/>
                  <a:pt x="35980" y="137526"/>
                </a:cubicBezTo>
                <a:cubicBezTo>
                  <a:pt x="35741" y="139398"/>
                  <a:pt x="35622" y="141849"/>
                  <a:pt x="35622" y="144877"/>
                </a:cubicBezTo>
                <a:cubicBezTo>
                  <a:pt x="35622" y="148224"/>
                  <a:pt x="36399" y="150674"/>
                  <a:pt x="37953" y="152228"/>
                </a:cubicBezTo>
                <a:cubicBezTo>
                  <a:pt x="39506" y="153782"/>
                  <a:pt x="42037" y="154798"/>
                  <a:pt x="45543" y="155277"/>
                </a:cubicBezTo>
                <a:lnTo>
                  <a:pt x="43870" y="163166"/>
                </a:lnTo>
                <a:lnTo>
                  <a:pt x="0" y="163166"/>
                </a:lnTo>
                <a:lnTo>
                  <a:pt x="1673" y="155277"/>
                </a:lnTo>
                <a:cubicBezTo>
                  <a:pt x="6216" y="154002"/>
                  <a:pt x="9563" y="151770"/>
                  <a:pt x="11714" y="148583"/>
                </a:cubicBezTo>
                <a:cubicBezTo>
                  <a:pt x="13866" y="145395"/>
                  <a:pt x="15898" y="139498"/>
                  <a:pt x="17811" y="130891"/>
                </a:cubicBezTo>
                <a:lnTo>
                  <a:pt x="39566" y="32275"/>
                </a:lnTo>
                <a:cubicBezTo>
                  <a:pt x="40602" y="27573"/>
                  <a:pt x="41120" y="22911"/>
                  <a:pt x="41120" y="18289"/>
                </a:cubicBezTo>
                <a:cubicBezTo>
                  <a:pt x="41120" y="14942"/>
                  <a:pt x="40343" y="12491"/>
                  <a:pt x="38789" y="10937"/>
                </a:cubicBezTo>
                <a:cubicBezTo>
                  <a:pt x="37235" y="9384"/>
                  <a:pt x="34705" y="8367"/>
                  <a:pt x="31199" y="7889"/>
                </a:cubicBezTo>
                <a:lnTo>
                  <a:pt x="32872" y="0"/>
                </a:lnTo>
                <a:lnTo>
                  <a:pt x="885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0020738B-97ED-4597-BF69-27B64E0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62" y="5003675"/>
            <a:ext cx="55630" cy="142312"/>
          </a:xfrm>
          <a:custGeom xmlns:a="http://schemas.openxmlformats.org/drawingml/2006/main">
            <a:pathLst>
              <a:path w="55630" h="142312">
                <a:moveTo>
                  <a:pt x="53000" y="0"/>
                </a:moveTo>
                <a:lnTo>
                  <a:pt x="47741" y="24781"/>
                </a:lnTo>
                <a:lnTo>
                  <a:pt x="21544" y="24781"/>
                </a:lnTo>
                <a:lnTo>
                  <a:pt x="27107" y="0"/>
                </a:lnTo>
                <a:lnTo>
                  <a:pt x="53000" y="0"/>
                </a:lnTo>
                <a:moveTo>
                  <a:pt x="29838" y="108832"/>
                </a:moveTo>
                <a:cubicBezTo>
                  <a:pt x="29164" y="111665"/>
                  <a:pt x="28708" y="113856"/>
                  <a:pt x="28472" y="115407"/>
                </a:cubicBezTo>
                <a:cubicBezTo>
                  <a:pt x="28236" y="116958"/>
                  <a:pt x="28118" y="118711"/>
                  <a:pt x="28118" y="120666"/>
                </a:cubicBezTo>
                <a:cubicBezTo>
                  <a:pt x="28118" y="123296"/>
                  <a:pt x="28557" y="125117"/>
                  <a:pt x="29433" y="126128"/>
                </a:cubicBezTo>
                <a:cubicBezTo>
                  <a:pt x="30310" y="127140"/>
                  <a:pt x="31557" y="127646"/>
                  <a:pt x="33176" y="127646"/>
                </a:cubicBezTo>
                <a:cubicBezTo>
                  <a:pt x="35131" y="127646"/>
                  <a:pt x="37323" y="126718"/>
                  <a:pt x="39750" y="124864"/>
                </a:cubicBezTo>
                <a:cubicBezTo>
                  <a:pt x="42178" y="123010"/>
                  <a:pt x="45043" y="120194"/>
                  <a:pt x="48348" y="116418"/>
                </a:cubicBezTo>
                <a:lnTo>
                  <a:pt x="55630" y="123701"/>
                </a:lnTo>
                <a:cubicBezTo>
                  <a:pt x="49022" y="130444"/>
                  <a:pt x="43105" y="135231"/>
                  <a:pt x="37879" y="138063"/>
                </a:cubicBezTo>
                <a:cubicBezTo>
                  <a:pt x="32653" y="140896"/>
                  <a:pt x="26905" y="142312"/>
                  <a:pt x="20634" y="142312"/>
                </a:cubicBezTo>
                <a:cubicBezTo>
                  <a:pt x="13486" y="142312"/>
                  <a:pt x="8260" y="140558"/>
                  <a:pt x="4956" y="137052"/>
                </a:cubicBezTo>
                <a:cubicBezTo>
                  <a:pt x="1652" y="133546"/>
                  <a:pt x="0" y="128252"/>
                  <a:pt x="0" y="121172"/>
                </a:cubicBezTo>
                <a:cubicBezTo>
                  <a:pt x="0" y="116654"/>
                  <a:pt x="742" y="111361"/>
                  <a:pt x="2225" y="105292"/>
                </a:cubicBezTo>
                <a:lnTo>
                  <a:pt x="10721" y="70094"/>
                </a:lnTo>
                <a:cubicBezTo>
                  <a:pt x="12272" y="63688"/>
                  <a:pt x="13048" y="58631"/>
                  <a:pt x="13048" y="54922"/>
                </a:cubicBezTo>
                <a:cubicBezTo>
                  <a:pt x="13048" y="52292"/>
                  <a:pt x="12424" y="50421"/>
                  <a:pt x="11177" y="49308"/>
                </a:cubicBezTo>
                <a:cubicBezTo>
                  <a:pt x="9929" y="48196"/>
                  <a:pt x="7316" y="47437"/>
                  <a:pt x="3338" y="47033"/>
                </a:cubicBezTo>
                <a:lnTo>
                  <a:pt x="4855" y="40357"/>
                </a:lnTo>
                <a:lnTo>
                  <a:pt x="34491" y="39244"/>
                </a:lnTo>
                <a:lnTo>
                  <a:pt x="46021" y="39244"/>
                </a:lnTo>
                <a:lnTo>
                  <a:pt x="29838" y="108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3">
            <a:extLst xmlns:a="http://schemas.openxmlformats.org/drawingml/2006/main">
              <a:ext uri="{FF2B5EF4-FFF2-40B4-BE49-F238E27FC236}">
                <a16:creationId xmlns:a16="http://schemas.microsoft.com/office/drawing/2014/main" id="{BA4D1BAE-15E3-4283-9412-999E917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4827275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0C663032-E018-4C29-A607-E085254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4924424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53BC0A1C-CEC5-4C27-BA84-5D8C8FB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5015999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BFE9F8F3-E783-4C3F-982E-B3C0077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5050940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2634BBF1-033B-4D14-92F2-81DF91ED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4999723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576E9F7D-B3E3-44EC-BDEC-F96857B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484987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9">
            <a:extLst xmlns:a="http://schemas.openxmlformats.org/drawingml/2006/main">
              <a:ext uri="{FF2B5EF4-FFF2-40B4-BE49-F238E27FC236}">
                <a16:creationId xmlns:a16="http://schemas.microsoft.com/office/drawing/2014/main" id="{92BF6D61-D504-4A69-94D2-CA45E5DC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4945932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8FA948C8-3B75-475F-8224-5A640347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4778056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34E47676-249E-4549-A3AE-5BC9411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484987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2">
            <a:extLst xmlns:a="http://schemas.openxmlformats.org/drawingml/2006/main">
              <a:ext uri="{FF2B5EF4-FFF2-40B4-BE49-F238E27FC236}">
                <a16:creationId xmlns:a16="http://schemas.microsoft.com/office/drawing/2014/main" id="{09139130-4BD3-4EFC-936F-EBA284F5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4945932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3">
            <a:extLst xmlns:a="http://schemas.openxmlformats.org/drawingml/2006/main">
              <a:ext uri="{FF2B5EF4-FFF2-40B4-BE49-F238E27FC236}">
                <a16:creationId xmlns:a16="http://schemas.microsoft.com/office/drawing/2014/main" id="{4C477579-4AE9-481B-BD1A-3B885E0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4867952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25DDC373-1E09-447A-A733-6F6A42BB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5080226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5">
            <a:extLst xmlns:a="http://schemas.openxmlformats.org/drawingml/2006/main">
              <a:ext uri="{FF2B5EF4-FFF2-40B4-BE49-F238E27FC236}">
                <a16:creationId xmlns:a16="http://schemas.microsoft.com/office/drawing/2014/main" id="{B03F7DAD-14D3-4BAA-9E91-B35BDD2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4778056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7" name="path-76">
            <a:extLst xmlns:a="http://schemas.openxmlformats.org/drawingml/2006/main">
              <a:ext uri="{FF2B5EF4-FFF2-40B4-BE49-F238E27FC236}">
                <a16:creationId xmlns:a16="http://schemas.microsoft.com/office/drawing/2014/main" id="{73123FB9-67BB-41F3-BFDC-A88011C9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4778056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EEAAF923-32A1-418D-A46F-1BE1241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4778056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9" name="path-78">
            <a:extLst xmlns:a="http://schemas.openxmlformats.org/drawingml/2006/main">
              <a:ext uri="{FF2B5EF4-FFF2-40B4-BE49-F238E27FC236}">
                <a16:creationId xmlns:a16="http://schemas.microsoft.com/office/drawing/2014/main" id="{1108CC17-878F-47AE-8C6A-57FD5648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4" y="2961800"/>
            <a:ext cx="104603" cy="313974"/>
          </a:xfrm>
          <a:custGeom xmlns:a="http://schemas.openxmlformats.org/drawingml/2006/main">
            <a:pathLst>
              <a:path w="104603" h="313974">
                <a:moveTo>
                  <a:pt x="28633" y="155415"/>
                </a:moveTo>
                <a:cubicBezTo>
                  <a:pt x="28633" y="194034"/>
                  <a:pt x="34840" y="225867"/>
                  <a:pt x="47253" y="250914"/>
                </a:cubicBezTo>
                <a:cubicBezTo>
                  <a:pt x="59667" y="275961"/>
                  <a:pt x="78618" y="292733"/>
                  <a:pt x="104106" y="301229"/>
                </a:cubicBezTo>
                <a:lnTo>
                  <a:pt x="100134" y="313974"/>
                </a:lnTo>
                <a:cubicBezTo>
                  <a:pt x="67804" y="305478"/>
                  <a:pt x="43033" y="287189"/>
                  <a:pt x="25820" y="259107"/>
                </a:cubicBezTo>
                <a:cubicBezTo>
                  <a:pt x="8607" y="231025"/>
                  <a:pt x="0" y="197013"/>
                  <a:pt x="0" y="157070"/>
                </a:cubicBezTo>
                <a:cubicBezTo>
                  <a:pt x="0" y="117237"/>
                  <a:pt x="8634" y="83224"/>
                  <a:pt x="25902" y="55032"/>
                </a:cubicBezTo>
                <a:cubicBezTo>
                  <a:pt x="43171" y="26840"/>
                  <a:pt x="67915" y="8496"/>
                  <a:pt x="100134" y="0"/>
                </a:cubicBezTo>
                <a:lnTo>
                  <a:pt x="104603" y="12744"/>
                </a:lnTo>
                <a:cubicBezTo>
                  <a:pt x="78783" y="21241"/>
                  <a:pt x="59667" y="37819"/>
                  <a:pt x="47253" y="62480"/>
                </a:cubicBezTo>
                <a:cubicBezTo>
                  <a:pt x="34840" y="87141"/>
                  <a:pt x="28633" y="118119"/>
                  <a:pt x="28633" y="155415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725525E8-899D-4110-AFE2-A762A15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44" y="2975041"/>
            <a:ext cx="194806" cy="225922"/>
          </a:xfrm>
          <a:custGeom xmlns:a="http://schemas.openxmlformats.org/drawingml/2006/main">
            <a:pathLst>
              <a:path w="194806" h="225922">
                <a:moveTo>
                  <a:pt x="194806" y="0"/>
                </a:moveTo>
                <a:lnTo>
                  <a:pt x="181731" y="59915"/>
                </a:lnTo>
                <a:lnTo>
                  <a:pt x="160545" y="59915"/>
                </a:lnTo>
                <a:cubicBezTo>
                  <a:pt x="160435" y="47667"/>
                  <a:pt x="159718" y="39088"/>
                  <a:pt x="158394" y="34178"/>
                </a:cubicBezTo>
                <a:cubicBezTo>
                  <a:pt x="157070" y="29268"/>
                  <a:pt x="154946" y="25571"/>
                  <a:pt x="152022" y="23089"/>
                </a:cubicBezTo>
                <a:cubicBezTo>
                  <a:pt x="149098" y="20606"/>
                  <a:pt x="144987" y="19365"/>
                  <a:pt x="139691" y="19365"/>
                </a:cubicBezTo>
                <a:lnTo>
                  <a:pt x="124961" y="19365"/>
                </a:lnTo>
                <a:lnTo>
                  <a:pt x="89376" y="181234"/>
                </a:lnTo>
                <a:cubicBezTo>
                  <a:pt x="88603" y="184875"/>
                  <a:pt x="88052" y="187965"/>
                  <a:pt x="87721" y="190503"/>
                </a:cubicBezTo>
                <a:cubicBezTo>
                  <a:pt x="87390" y="193041"/>
                  <a:pt x="87224" y="196406"/>
                  <a:pt x="87224" y="200599"/>
                </a:cubicBezTo>
                <a:cubicBezTo>
                  <a:pt x="87224" y="205675"/>
                  <a:pt x="88521" y="209261"/>
                  <a:pt x="91114" y="211357"/>
                </a:cubicBezTo>
                <a:cubicBezTo>
                  <a:pt x="93707" y="213454"/>
                  <a:pt x="97762" y="214667"/>
                  <a:pt x="103279" y="214998"/>
                </a:cubicBezTo>
                <a:lnTo>
                  <a:pt x="100962" y="225922"/>
                </a:lnTo>
                <a:lnTo>
                  <a:pt x="13075" y="225922"/>
                </a:lnTo>
                <a:lnTo>
                  <a:pt x="15392" y="214998"/>
                </a:lnTo>
                <a:cubicBezTo>
                  <a:pt x="20247" y="214336"/>
                  <a:pt x="24109" y="212902"/>
                  <a:pt x="26978" y="210695"/>
                </a:cubicBezTo>
                <a:cubicBezTo>
                  <a:pt x="29847" y="208488"/>
                  <a:pt x="32247" y="205206"/>
                  <a:pt x="34178" y="200847"/>
                </a:cubicBezTo>
                <a:cubicBezTo>
                  <a:pt x="36109" y="196489"/>
                  <a:pt x="38067" y="189951"/>
                  <a:pt x="40054" y="181234"/>
                </a:cubicBezTo>
                <a:lnTo>
                  <a:pt x="75638" y="19365"/>
                </a:lnTo>
                <a:lnTo>
                  <a:pt x="62398" y="19365"/>
                </a:lnTo>
                <a:cubicBezTo>
                  <a:pt x="56329" y="19365"/>
                  <a:pt x="51419" y="20275"/>
                  <a:pt x="47667" y="22096"/>
                </a:cubicBezTo>
                <a:cubicBezTo>
                  <a:pt x="43916" y="23916"/>
                  <a:pt x="39723" y="27723"/>
                  <a:pt x="35088" y="33516"/>
                </a:cubicBezTo>
                <a:cubicBezTo>
                  <a:pt x="30454" y="39309"/>
                  <a:pt x="25985" y="46950"/>
                  <a:pt x="21682" y="56439"/>
                </a:cubicBezTo>
                <a:lnTo>
                  <a:pt x="0" y="56439"/>
                </a:lnTo>
                <a:lnTo>
                  <a:pt x="12413" y="0"/>
                </a:lnTo>
                <a:lnTo>
                  <a:pt x="194806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C6C0B049-60ED-43B5-807F-EA6B4D3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047" y="3102482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468F33F6-BA81-450A-AA7A-78948697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7" y="3162564"/>
            <a:ext cx="49488" cy="84079"/>
          </a:xfrm>
          <a:custGeom xmlns:a="http://schemas.openxmlformats.org/drawingml/2006/main">
            <a:pathLst>
              <a:path w="49488" h="84079">
                <a:moveTo>
                  <a:pt x="47171" y="0"/>
                </a:moveTo>
                <a:cubicBezTo>
                  <a:pt x="48715" y="7724"/>
                  <a:pt x="49488" y="15337"/>
                  <a:pt x="49488" y="22840"/>
                </a:cubicBezTo>
                <a:cubicBezTo>
                  <a:pt x="49488" y="30564"/>
                  <a:pt x="48164" y="37626"/>
                  <a:pt x="45515" y="44026"/>
                </a:cubicBezTo>
                <a:cubicBezTo>
                  <a:pt x="42867" y="50426"/>
                  <a:pt x="38647" y="56798"/>
                  <a:pt x="32854" y="63142"/>
                </a:cubicBezTo>
                <a:cubicBezTo>
                  <a:pt x="27061" y="69487"/>
                  <a:pt x="19089" y="76466"/>
                  <a:pt x="8938" y="84079"/>
                </a:cubicBezTo>
                <a:lnTo>
                  <a:pt x="0" y="73983"/>
                </a:lnTo>
                <a:cubicBezTo>
                  <a:pt x="5627" y="68687"/>
                  <a:pt x="9710" y="63915"/>
                  <a:pt x="12248" y="59667"/>
                </a:cubicBezTo>
                <a:cubicBezTo>
                  <a:pt x="14786" y="55418"/>
                  <a:pt x="16606" y="50591"/>
                  <a:pt x="17710" y="45184"/>
                </a:cubicBezTo>
                <a:cubicBezTo>
                  <a:pt x="18813" y="39778"/>
                  <a:pt x="19365" y="32992"/>
                  <a:pt x="19365" y="24827"/>
                </a:cubicBezTo>
                <a:cubicBezTo>
                  <a:pt x="19365" y="16441"/>
                  <a:pt x="18979" y="8165"/>
                  <a:pt x="18206" y="0"/>
                </a:cubicBezTo>
                <a:lnTo>
                  <a:pt x="471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B3843E44-27FE-48AB-BF1E-995A6F8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22" y="3034128"/>
            <a:ext cx="185537" cy="169483"/>
          </a:xfrm>
          <a:custGeom xmlns:a="http://schemas.openxmlformats.org/drawingml/2006/main">
            <a:pathLst>
              <a:path w="185537" h="169483">
                <a:moveTo>
                  <a:pt x="115692" y="73321"/>
                </a:moveTo>
                <a:cubicBezTo>
                  <a:pt x="119554" y="96603"/>
                  <a:pt x="122726" y="113292"/>
                  <a:pt x="125209" y="123388"/>
                </a:cubicBezTo>
                <a:cubicBezTo>
                  <a:pt x="127691" y="133484"/>
                  <a:pt x="130257" y="140022"/>
                  <a:pt x="132905" y="143001"/>
                </a:cubicBezTo>
                <a:cubicBezTo>
                  <a:pt x="134450" y="144656"/>
                  <a:pt x="136326" y="145484"/>
                  <a:pt x="138532" y="145484"/>
                </a:cubicBezTo>
                <a:cubicBezTo>
                  <a:pt x="141291" y="145484"/>
                  <a:pt x="143856" y="144408"/>
                  <a:pt x="146229" y="142256"/>
                </a:cubicBezTo>
                <a:cubicBezTo>
                  <a:pt x="148601" y="140105"/>
                  <a:pt x="151663" y="135277"/>
                  <a:pt x="155415" y="127774"/>
                </a:cubicBezTo>
                <a:lnTo>
                  <a:pt x="170476" y="134726"/>
                </a:lnTo>
                <a:cubicBezTo>
                  <a:pt x="164076" y="146422"/>
                  <a:pt x="156821" y="155139"/>
                  <a:pt x="148711" y="160876"/>
                </a:cubicBezTo>
                <a:cubicBezTo>
                  <a:pt x="140601" y="166614"/>
                  <a:pt x="131084" y="169483"/>
                  <a:pt x="120161" y="169483"/>
                </a:cubicBezTo>
                <a:cubicBezTo>
                  <a:pt x="113430" y="169483"/>
                  <a:pt x="108051" y="168628"/>
                  <a:pt x="104023" y="166918"/>
                </a:cubicBezTo>
                <a:cubicBezTo>
                  <a:pt x="99996" y="165207"/>
                  <a:pt x="96575" y="162366"/>
                  <a:pt x="93762" y="158394"/>
                </a:cubicBezTo>
                <a:cubicBezTo>
                  <a:pt x="90948" y="154421"/>
                  <a:pt x="88465" y="148822"/>
                  <a:pt x="86314" y="141594"/>
                </a:cubicBezTo>
                <a:cubicBezTo>
                  <a:pt x="84162" y="134367"/>
                  <a:pt x="82148" y="124905"/>
                  <a:pt x="80273" y="113209"/>
                </a:cubicBezTo>
                <a:lnTo>
                  <a:pt x="78618" y="113209"/>
                </a:lnTo>
                <a:cubicBezTo>
                  <a:pt x="69239" y="126671"/>
                  <a:pt x="61735" y="136933"/>
                  <a:pt x="56108" y="143994"/>
                </a:cubicBezTo>
                <a:cubicBezTo>
                  <a:pt x="50481" y="151056"/>
                  <a:pt x="45653" y="156352"/>
                  <a:pt x="41626" y="159883"/>
                </a:cubicBezTo>
                <a:cubicBezTo>
                  <a:pt x="37599" y="163414"/>
                  <a:pt x="33737" y="165897"/>
                  <a:pt x="30040" y="167331"/>
                </a:cubicBezTo>
                <a:cubicBezTo>
                  <a:pt x="26344" y="168766"/>
                  <a:pt x="21903" y="169483"/>
                  <a:pt x="16717" y="169483"/>
                </a:cubicBezTo>
                <a:cubicBezTo>
                  <a:pt x="14289" y="169483"/>
                  <a:pt x="11337" y="169180"/>
                  <a:pt x="7862" y="168573"/>
                </a:cubicBezTo>
                <a:cubicBezTo>
                  <a:pt x="4386" y="167966"/>
                  <a:pt x="1765" y="167331"/>
                  <a:pt x="0" y="166669"/>
                </a:cubicBezTo>
                <a:lnTo>
                  <a:pt x="7779" y="130753"/>
                </a:lnTo>
                <a:lnTo>
                  <a:pt x="22675" y="130753"/>
                </a:lnTo>
                <a:cubicBezTo>
                  <a:pt x="22785" y="133071"/>
                  <a:pt x="23365" y="134808"/>
                  <a:pt x="24413" y="135967"/>
                </a:cubicBezTo>
                <a:cubicBezTo>
                  <a:pt x="25461" y="137126"/>
                  <a:pt x="26813" y="137705"/>
                  <a:pt x="28468" y="137705"/>
                </a:cubicBezTo>
                <a:cubicBezTo>
                  <a:pt x="30454" y="137705"/>
                  <a:pt x="32302" y="137291"/>
                  <a:pt x="34012" y="136464"/>
                </a:cubicBezTo>
                <a:cubicBezTo>
                  <a:pt x="35723" y="135636"/>
                  <a:pt x="38095" y="133788"/>
                  <a:pt x="41129" y="130919"/>
                </a:cubicBezTo>
                <a:cubicBezTo>
                  <a:pt x="44164" y="128050"/>
                  <a:pt x="47998" y="123830"/>
                  <a:pt x="52632" y="118257"/>
                </a:cubicBezTo>
                <a:cubicBezTo>
                  <a:pt x="57267" y="112685"/>
                  <a:pt x="65101" y="102892"/>
                  <a:pt x="76135" y="88879"/>
                </a:cubicBezTo>
                <a:cubicBezTo>
                  <a:pt x="73818" y="75859"/>
                  <a:pt x="71639" y="64632"/>
                  <a:pt x="69597" y="55198"/>
                </a:cubicBezTo>
                <a:cubicBezTo>
                  <a:pt x="67556" y="45764"/>
                  <a:pt x="65708" y="38923"/>
                  <a:pt x="64053" y="34674"/>
                </a:cubicBezTo>
                <a:cubicBezTo>
                  <a:pt x="62398" y="30426"/>
                  <a:pt x="60825" y="27585"/>
                  <a:pt x="59336" y="26151"/>
                </a:cubicBezTo>
                <a:cubicBezTo>
                  <a:pt x="57846" y="24716"/>
                  <a:pt x="56163" y="23999"/>
                  <a:pt x="54288" y="23999"/>
                </a:cubicBezTo>
                <a:cubicBezTo>
                  <a:pt x="52081" y="23999"/>
                  <a:pt x="50150" y="24578"/>
                  <a:pt x="48495" y="25737"/>
                </a:cubicBezTo>
                <a:cubicBezTo>
                  <a:pt x="46840" y="26895"/>
                  <a:pt x="45102" y="28771"/>
                  <a:pt x="43281" y="31364"/>
                </a:cubicBezTo>
                <a:cubicBezTo>
                  <a:pt x="41460" y="33957"/>
                  <a:pt x="39502" y="37405"/>
                  <a:pt x="37405" y="41709"/>
                </a:cubicBezTo>
                <a:lnTo>
                  <a:pt x="22344" y="34757"/>
                </a:lnTo>
                <a:cubicBezTo>
                  <a:pt x="28744" y="23061"/>
                  <a:pt x="35943" y="14344"/>
                  <a:pt x="43943" y="8607"/>
                </a:cubicBezTo>
                <a:cubicBezTo>
                  <a:pt x="51943" y="2869"/>
                  <a:pt x="61073" y="0"/>
                  <a:pt x="71335" y="0"/>
                </a:cubicBezTo>
                <a:cubicBezTo>
                  <a:pt x="80162" y="0"/>
                  <a:pt x="86893" y="1324"/>
                  <a:pt x="91527" y="3972"/>
                </a:cubicBezTo>
                <a:cubicBezTo>
                  <a:pt x="96162" y="6620"/>
                  <a:pt x="99968" y="11227"/>
                  <a:pt x="102948" y="17792"/>
                </a:cubicBezTo>
                <a:cubicBezTo>
                  <a:pt x="105927" y="24358"/>
                  <a:pt x="108741" y="34868"/>
                  <a:pt x="111389" y="49322"/>
                </a:cubicBezTo>
                <a:lnTo>
                  <a:pt x="113044" y="49322"/>
                </a:lnTo>
                <a:cubicBezTo>
                  <a:pt x="121209" y="37847"/>
                  <a:pt x="127554" y="29213"/>
                  <a:pt x="132078" y="23420"/>
                </a:cubicBezTo>
                <a:cubicBezTo>
                  <a:pt x="136601" y="17627"/>
                  <a:pt x="140794" y="12993"/>
                  <a:pt x="144656" y="9517"/>
                </a:cubicBezTo>
                <a:cubicBezTo>
                  <a:pt x="148518" y="6041"/>
                  <a:pt x="152270" y="3586"/>
                  <a:pt x="155911" y="2152"/>
                </a:cubicBezTo>
                <a:cubicBezTo>
                  <a:pt x="159552" y="717"/>
                  <a:pt x="163856" y="0"/>
                  <a:pt x="168821" y="0"/>
                </a:cubicBezTo>
                <a:cubicBezTo>
                  <a:pt x="174338" y="0"/>
                  <a:pt x="179910" y="993"/>
                  <a:pt x="185537" y="2979"/>
                </a:cubicBezTo>
                <a:lnTo>
                  <a:pt x="177758" y="38729"/>
                </a:lnTo>
                <a:lnTo>
                  <a:pt x="162863" y="38729"/>
                </a:lnTo>
                <a:cubicBezTo>
                  <a:pt x="162311" y="34095"/>
                  <a:pt x="160270" y="31778"/>
                  <a:pt x="156739" y="31778"/>
                </a:cubicBezTo>
                <a:cubicBezTo>
                  <a:pt x="155194" y="31778"/>
                  <a:pt x="153566" y="32164"/>
                  <a:pt x="151856" y="32937"/>
                </a:cubicBezTo>
                <a:cubicBezTo>
                  <a:pt x="150146" y="33709"/>
                  <a:pt x="147884" y="35447"/>
                  <a:pt x="145070" y="38150"/>
                </a:cubicBezTo>
                <a:cubicBezTo>
                  <a:pt x="142256" y="40854"/>
                  <a:pt x="138753" y="44771"/>
                  <a:pt x="134560" y="49901"/>
                </a:cubicBezTo>
                <a:cubicBezTo>
                  <a:pt x="130367" y="55032"/>
                  <a:pt x="124078" y="62839"/>
                  <a:pt x="115692" y="7332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3">
            <a:extLst xmlns:a="http://schemas.openxmlformats.org/drawingml/2006/main">
              <a:ext uri="{FF2B5EF4-FFF2-40B4-BE49-F238E27FC236}">
                <a16:creationId xmlns:a16="http://schemas.microsoft.com/office/drawing/2014/main" id="{2FC78B30-869A-463C-8B60-79A24DA8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77" y="3148264"/>
            <a:ext cx="137346" cy="122404"/>
          </a:xfrm>
          <a:custGeom xmlns:a="http://schemas.openxmlformats.org/drawingml/2006/main">
            <a:pathLst>
              <a:path w="137346" h="122404">
                <a:moveTo>
                  <a:pt x="43630" y="122404"/>
                </a:moveTo>
                <a:cubicBezTo>
                  <a:pt x="39407" y="122404"/>
                  <a:pt x="35940" y="121827"/>
                  <a:pt x="33231" y="120671"/>
                </a:cubicBezTo>
                <a:cubicBezTo>
                  <a:pt x="30521" y="119516"/>
                  <a:pt x="28549" y="117882"/>
                  <a:pt x="27314" y="115770"/>
                </a:cubicBezTo>
                <a:cubicBezTo>
                  <a:pt x="26079" y="113658"/>
                  <a:pt x="25262" y="111188"/>
                  <a:pt x="24863" y="108359"/>
                </a:cubicBezTo>
                <a:cubicBezTo>
                  <a:pt x="24465" y="105530"/>
                  <a:pt x="24266" y="102442"/>
                  <a:pt x="24266" y="99095"/>
                </a:cubicBezTo>
                <a:cubicBezTo>
                  <a:pt x="24266" y="94473"/>
                  <a:pt x="24545" y="89592"/>
                  <a:pt x="25102" y="84452"/>
                </a:cubicBezTo>
                <a:cubicBezTo>
                  <a:pt x="25660" y="79312"/>
                  <a:pt x="26377" y="74152"/>
                  <a:pt x="27254" y="68972"/>
                </a:cubicBezTo>
                <a:lnTo>
                  <a:pt x="34546" y="35143"/>
                </a:lnTo>
                <a:cubicBezTo>
                  <a:pt x="35024" y="33071"/>
                  <a:pt x="35422" y="31179"/>
                  <a:pt x="35741" y="29465"/>
                </a:cubicBezTo>
                <a:cubicBezTo>
                  <a:pt x="36060" y="27752"/>
                  <a:pt x="36219" y="26377"/>
                  <a:pt x="36219" y="25342"/>
                </a:cubicBezTo>
                <a:cubicBezTo>
                  <a:pt x="36219" y="22951"/>
                  <a:pt x="35721" y="21058"/>
                  <a:pt x="34725" y="19664"/>
                </a:cubicBezTo>
                <a:cubicBezTo>
                  <a:pt x="33729" y="18269"/>
                  <a:pt x="31677" y="17572"/>
                  <a:pt x="28569" y="17572"/>
                </a:cubicBezTo>
                <a:cubicBezTo>
                  <a:pt x="23628" y="17572"/>
                  <a:pt x="16576" y="21755"/>
                  <a:pt x="7411" y="30123"/>
                </a:cubicBezTo>
                <a:lnTo>
                  <a:pt x="0" y="21755"/>
                </a:lnTo>
                <a:cubicBezTo>
                  <a:pt x="3745" y="17054"/>
                  <a:pt x="9344" y="12252"/>
                  <a:pt x="16795" y="7351"/>
                </a:cubicBezTo>
                <a:cubicBezTo>
                  <a:pt x="24246" y="2450"/>
                  <a:pt x="32514" y="0"/>
                  <a:pt x="41598" y="0"/>
                </a:cubicBezTo>
                <a:cubicBezTo>
                  <a:pt x="49408" y="0"/>
                  <a:pt x="55445" y="2152"/>
                  <a:pt x="59708" y="6455"/>
                </a:cubicBezTo>
                <a:cubicBezTo>
                  <a:pt x="63971" y="10758"/>
                  <a:pt x="66103" y="16177"/>
                  <a:pt x="66103" y="22712"/>
                </a:cubicBezTo>
                <a:cubicBezTo>
                  <a:pt x="66103" y="26696"/>
                  <a:pt x="65665" y="30840"/>
                  <a:pt x="64788" y="35143"/>
                </a:cubicBezTo>
                <a:lnTo>
                  <a:pt x="57018" y="71602"/>
                </a:lnTo>
                <a:cubicBezTo>
                  <a:pt x="56301" y="75825"/>
                  <a:pt x="55704" y="79929"/>
                  <a:pt x="55225" y="83914"/>
                </a:cubicBezTo>
                <a:cubicBezTo>
                  <a:pt x="54747" y="87898"/>
                  <a:pt x="54508" y="91445"/>
                  <a:pt x="54508" y="94553"/>
                </a:cubicBezTo>
                <a:cubicBezTo>
                  <a:pt x="54508" y="97581"/>
                  <a:pt x="54707" y="100051"/>
                  <a:pt x="55106" y="101964"/>
                </a:cubicBezTo>
                <a:cubicBezTo>
                  <a:pt x="55504" y="103876"/>
                  <a:pt x="56022" y="104833"/>
                  <a:pt x="56660" y="104833"/>
                </a:cubicBezTo>
                <a:cubicBezTo>
                  <a:pt x="58891" y="104833"/>
                  <a:pt x="61780" y="103797"/>
                  <a:pt x="65326" y="101725"/>
                </a:cubicBezTo>
                <a:cubicBezTo>
                  <a:pt x="68872" y="99653"/>
                  <a:pt x="72698" y="96784"/>
                  <a:pt x="76802" y="93118"/>
                </a:cubicBezTo>
                <a:cubicBezTo>
                  <a:pt x="80906" y="89452"/>
                  <a:pt x="85010" y="85149"/>
                  <a:pt x="89114" y="80208"/>
                </a:cubicBezTo>
                <a:cubicBezTo>
                  <a:pt x="93218" y="75268"/>
                  <a:pt x="96923" y="69928"/>
                  <a:pt x="100230" y="64191"/>
                </a:cubicBezTo>
                <a:cubicBezTo>
                  <a:pt x="103538" y="58453"/>
                  <a:pt x="106207" y="52376"/>
                  <a:pt x="108239" y="45961"/>
                </a:cubicBezTo>
                <a:cubicBezTo>
                  <a:pt x="110271" y="39546"/>
                  <a:pt x="111288" y="33071"/>
                  <a:pt x="111288" y="26537"/>
                </a:cubicBezTo>
                <a:cubicBezTo>
                  <a:pt x="111288" y="23349"/>
                  <a:pt x="110670" y="20879"/>
                  <a:pt x="109435" y="19126"/>
                </a:cubicBezTo>
                <a:cubicBezTo>
                  <a:pt x="108200" y="17372"/>
                  <a:pt x="106267" y="16496"/>
                  <a:pt x="103637" y="16496"/>
                </a:cubicBezTo>
                <a:cubicBezTo>
                  <a:pt x="100689" y="16496"/>
                  <a:pt x="97959" y="17592"/>
                  <a:pt x="95449" y="19783"/>
                </a:cubicBezTo>
                <a:cubicBezTo>
                  <a:pt x="92939" y="21975"/>
                  <a:pt x="90369" y="24903"/>
                  <a:pt x="87739" y="28569"/>
                </a:cubicBezTo>
                <a:lnTo>
                  <a:pt x="79372" y="21875"/>
                </a:lnTo>
                <a:cubicBezTo>
                  <a:pt x="84392" y="14942"/>
                  <a:pt x="89990" y="9563"/>
                  <a:pt x="96166" y="5738"/>
                </a:cubicBezTo>
                <a:cubicBezTo>
                  <a:pt x="102342" y="1913"/>
                  <a:pt x="109216" y="0"/>
                  <a:pt x="116786" y="0"/>
                </a:cubicBezTo>
                <a:cubicBezTo>
                  <a:pt x="124277" y="0"/>
                  <a:pt x="129576" y="1932"/>
                  <a:pt x="132684" y="5797"/>
                </a:cubicBezTo>
                <a:cubicBezTo>
                  <a:pt x="135792" y="9662"/>
                  <a:pt x="137346" y="14822"/>
                  <a:pt x="137346" y="21277"/>
                </a:cubicBezTo>
                <a:cubicBezTo>
                  <a:pt x="137346" y="25023"/>
                  <a:pt x="136629" y="29346"/>
                  <a:pt x="135195" y="34247"/>
                </a:cubicBezTo>
                <a:cubicBezTo>
                  <a:pt x="133760" y="39148"/>
                  <a:pt x="131688" y="44308"/>
                  <a:pt x="128979" y="49727"/>
                </a:cubicBezTo>
                <a:cubicBezTo>
                  <a:pt x="126269" y="55146"/>
                  <a:pt x="123082" y="60724"/>
                  <a:pt x="119416" y="66462"/>
                </a:cubicBezTo>
                <a:cubicBezTo>
                  <a:pt x="115750" y="72199"/>
                  <a:pt x="111686" y="77758"/>
                  <a:pt x="107223" y="83137"/>
                </a:cubicBezTo>
                <a:cubicBezTo>
                  <a:pt x="102761" y="88516"/>
                  <a:pt x="97999" y="93596"/>
                  <a:pt x="92939" y="98378"/>
                </a:cubicBezTo>
                <a:cubicBezTo>
                  <a:pt x="87879" y="103159"/>
                  <a:pt x="82619" y="107323"/>
                  <a:pt x="77160" y="110869"/>
                </a:cubicBezTo>
                <a:cubicBezTo>
                  <a:pt x="71701" y="114415"/>
                  <a:pt x="66163" y="117224"/>
                  <a:pt x="60545" y="119296"/>
                </a:cubicBezTo>
                <a:cubicBezTo>
                  <a:pt x="54927" y="121368"/>
                  <a:pt x="49288" y="122404"/>
                  <a:pt x="43630" y="122404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4">
            <a:extLst xmlns:a="http://schemas.openxmlformats.org/drawingml/2006/main">
              <a:ext uri="{FF2B5EF4-FFF2-40B4-BE49-F238E27FC236}">
                <a16:creationId xmlns:a16="http://schemas.microsoft.com/office/drawing/2014/main" id="{F586B06E-9D19-422D-9399-EB4AEEB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90" y="3182298"/>
            <a:ext cx="55630" cy="142312"/>
          </a:xfrm>
          <a:custGeom xmlns:a="http://schemas.openxmlformats.org/drawingml/2006/main">
            <a:pathLst>
              <a:path w="55630" h="142312">
                <a:moveTo>
                  <a:pt x="53000" y="0"/>
                </a:moveTo>
                <a:lnTo>
                  <a:pt x="47741" y="24781"/>
                </a:lnTo>
                <a:lnTo>
                  <a:pt x="21544" y="24781"/>
                </a:lnTo>
                <a:lnTo>
                  <a:pt x="27107" y="0"/>
                </a:lnTo>
                <a:lnTo>
                  <a:pt x="53000" y="0"/>
                </a:lnTo>
                <a:moveTo>
                  <a:pt x="29838" y="108832"/>
                </a:moveTo>
                <a:cubicBezTo>
                  <a:pt x="29164" y="111665"/>
                  <a:pt x="28708" y="113856"/>
                  <a:pt x="28472" y="115407"/>
                </a:cubicBezTo>
                <a:cubicBezTo>
                  <a:pt x="28236" y="116958"/>
                  <a:pt x="28118" y="118711"/>
                  <a:pt x="28118" y="120666"/>
                </a:cubicBezTo>
                <a:cubicBezTo>
                  <a:pt x="28118" y="123296"/>
                  <a:pt x="28557" y="125117"/>
                  <a:pt x="29433" y="126128"/>
                </a:cubicBezTo>
                <a:cubicBezTo>
                  <a:pt x="30310" y="127140"/>
                  <a:pt x="31557" y="127646"/>
                  <a:pt x="33176" y="127646"/>
                </a:cubicBezTo>
                <a:cubicBezTo>
                  <a:pt x="35131" y="127646"/>
                  <a:pt x="37323" y="126718"/>
                  <a:pt x="39750" y="124864"/>
                </a:cubicBezTo>
                <a:cubicBezTo>
                  <a:pt x="42178" y="123010"/>
                  <a:pt x="45043" y="120194"/>
                  <a:pt x="48348" y="116418"/>
                </a:cubicBezTo>
                <a:lnTo>
                  <a:pt x="55630" y="123701"/>
                </a:lnTo>
                <a:cubicBezTo>
                  <a:pt x="49022" y="130444"/>
                  <a:pt x="43105" y="135231"/>
                  <a:pt x="37879" y="138063"/>
                </a:cubicBezTo>
                <a:cubicBezTo>
                  <a:pt x="32653" y="140896"/>
                  <a:pt x="26905" y="142312"/>
                  <a:pt x="20634" y="142312"/>
                </a:cubicBezTo>
                <a:cubicBezTo>
                  <a:pt x="13486" y="142312"/>
                  <a:pt x="8260" y="140558"/>
                  <a:pt x="4956" y="137052"/>
                </a:cubicBezTo>
                <a:cubicBezTo>
                  <a:pt x="1652" y="133546"/>
                  <a:pt x="0" y="128252"/>
                  <a:pt x="0" y="121172"/>
                </a:cubicBezTo>
                <a:cubicBezTo>
                  <a:pt x="0" y="116654"/>
                  <a:pt x="742" y="111361"/>
                  <a:pt x="2225" y="105292"/>
                </a:cubicBezTo>
                <a:lnTo>
                  <a:pt x="10721" y="70094"/>
                </a:lnTo>
                <a:cubicBezTo>
                  <a:pt x="12272" y="63688"/>
                  <a:pt x="13048" y="58631"/>
                  <a:pt x="13048" y="54922"/>
                </a:cubicBezTo>
                <a:cubicBezTo>
                  <a:pt x="13048" y="52292"/>
                  <a:pt x="12424" y="50421"/>
                  <a:pt x="11177" y="49308"/>
                </a:cubicBezTo>
                <a:cubicBezTo>
                  <a:pt x="9929" y="48196"/>
                  <a:pt x="7316" y="47437"/>
                  <a:pt x="3338" y="47033"/>
                </a:cubicBezTo>
                <a:lnTo>
                  <a:pt x="4855" y="40357"/>
                </a:lnTo>
                <a:lnTo>
                  <a:pt x="34491" y="39244"/>
                </a:lnTo>
                <a:lnTo>
                  <a:pt x="46021" y="39244"/>
                </a:lnTo>
                <a:lnTo>
                  <a:pt x="29838" y="108832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94358736-A50D-4BAD-B32A-BB887965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837" y="2961800"/>
            <a:ext cx="104603" cy="313974"/>
          </a:xfrm>
          <a:custGeom xmlns:a="http://schemas.openxmlformats.org/drawingml/2006/main">
            <a:pathLst>
              <a:path w="104603" h="313974">
                <a:moveTo>
                  <a:pt x="75969" y="155415"/>
                </a:moveTo>
                <a:cubicBezTo>
                  <a:pt x="75969" y="118119"/>
                  <a:pt x="69790" y="87141"/>
                  <a:pt x="57432" y="62480"/>
                </a:cubicBezTo>
                <a:cubicBezTo>
                  <a:pt x="45074" y="37819"/>
                  <a:pt x="25930" y="21241"/>
                  <a:pt x="0" y="12744"/>
                </a:cubicBezTo>
                <a:lnTo>
                  <a:pt x="4469" y="0"/>
                </a:lnTo>
                <a:cubicBezTo>
                  <a:pt x="36688" y="8496"/>
                  <a:pt x="61432" y="26840"/>
                  <a:pt x="78700" y="55032"/>
                </a:cubicBezTo>
                <a:cubicBezTo>
                  <a:pt x="95969" y="83224"/>
                  <a:pt x="104603" y="117237"/>
                  <a:pt x="104603" y="157070"/>
                </a:cubicBezTo>
                <a:cubicBezTo>
                  <a:pt x="104603" y="197013"/>
                  <a:pt x="95996" y="231025"/>
                  <a:pt x="78783" y="259107"/>
                </a:cubicBezTo>
                <a:cubicBezTo>
                  <a:pt x="61570" y="287189"/>
                  <a:pt x="36799" y="305478"/>
                  <a:pt x="4469" y="313974"/>
                </a:cubicBezTo>
                <a:lnTo>
                  <a:pt x="497" y="301229"/>
                </a:lnTo>
                <a:cubicBezTo>
                  <a:pt x="25985" y="292733"/>
                  <a:pt x="44936" y="275961"/>
                  <a:pt x="57349" y="250914"/>
                </a:cubicBezTo>
                <a:cubicBezTo>
                  <a:pt x="69763" y="225867"/>
                  <a:pt x="75969" y="194034"/>
                  <a:pt x="75969" y="155415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ACB75C2F-E044-477C-8270-AB2342AB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84" y="3004663"/>
            <a:ext cx="258638" cy="200820"/>
          </a:xfrm>
          <a:custGeom xmlns:a="http://schemas.openxmlformats.org/drawingml/2006/main">
            <a:pathLst>
              <a:path w="258638" h="200820">
                <a:moveTo>
                  <a:pt x="109016" y="0"/>
                </a:moveTo>
                <a:lnTo>
                  <a:pt x="120492" y="122846"/>
                </a:lnTo>
                <a:lnTo>
                  <a:pt x="190227" y="0"/>
                </a:lnTo>
                <a:lnTo>
                  <a:pt x="258638" y="0"/>
                </a:lnTo>
                <a:lnTo>
                  <a:pt x="256578" y="9710"/>
                </a:lnTo>
                <a:cubicBezTo>
                  <a:pt x="250988" y="11279"/>
                  <a:pt x="246868" y="14026"/>
                  <a:pt x="244220" y="17949"/>
                </a:cubicBezTo>
                <a:cubicBezTo>
                  <a:pt x="241572" y="21872"/>
                  <a:pt x="239071" y="29130"/>
                  <a:pt x="236717" y="39723"/>
                </a:cubicBezTo>
                <a:lnTo>
                  <a:pt x="209941" y="161097"/>
                </a:lnTo>
                <a:cubicBezTo>
                  <a:pt x="209255" y="164236"/>
                  <a:pt x="208764" y="166957"/>
                  <a:pt x="208470" y="169262"/>
                </a:cubicBezTo>
                <a:cubicBezTo>
                  <a:pt x="208176" y="171567"/>
                  <a:pt x="208029" y="174583"/>
                  <a:pt x="208029" y="178310"/>
                </a:cubicBezTo>
                <a:cubicBezTo>
                  <a:pt x="208029" y="182430"/>
                  <a:pt x="208985" y="185445"/>
                  <a:pt x="210897" y="187358"/>
                </a:cubicBezTo>
                <a:cubicBezTo>
                  <a:pt x="212810" y="189271"/>
                  <a:pt x="215924" y="190521"/>
                  <a:pt x="220240" y="191110"/>
                </a:cubicBezTo>
                <a:lnTo>
                  <a:pt x="218180" y="200820"/>
                </a:lnTo>
                <a:lnTo>
                  <a:pt x="144178" y="200820"/>
                </a:lnTo>
                <a:lnTo>
                  <a:pt x="146238" y="191110"/>
                </a:lnTo>
                <a:cubicBezTo>
                  <a:pt x="151828" y="189540"/>
                  <a:pt x="155948" y="186794"/>
                  <a:pt x="158596" y="182871"/>
                </a:cubicBezTo>
                <a:cubicBezTo>
                  <a:pt x="161244" y="178948"/>
                  <a:pt x="163745" y="171690"/>
                  <a:pt x="166099" y="161097"/>
                </a:cubicBezTo>
                <a:lnTo>
                  <a:pt x="179634" y="99306"/>
                </a:lnTo>
                <a:cubicBezTo>
                  <a:pt x="184146" y="78906"/>
                  <a:pt x="189442" y="58358"/>
                  <a:pt x="195523" y="37663"/>
                </a:cubicBezTo>
                <a:lnTo>
                  <a:pt x="192581" y="37663"/>
                </a:lnTo>
                <a:cubicBezTo>
                  <a:pt x="187971" y="46098"/>
                  <a:pt x="183018" y="54876"/>
                  <a:pt x="177722" y="63997"/>
                </a:cubicBezTo>
                <a:lnTo>
                  <a:pt x="111517" y="178604"/>
                </a:lnTo>
                <a:lnTo>
                  <a:pt x="87684" y="178604"/>
                </a:lnTo>
                <a:lnTo>
                  <a:pt x="77974" y="90185"/>
                </a:lnTo>
                <a:cubicBezTo>
                  <a:pt x="75718" y="69196"/>
                  <a:pt x="74247" y="51198"/>
                  <a:pt x="73560" y="36192"/>
                </a:cubicBezTo>
                <a:lnTo>
                  <a:pt x="71206" y="36192"/>
                </a:lnTo>
                <a:cubicBezTo>
                  <a:pt x="67283" y="60418"/>
                  <a:pt x="63556" y="80524"/>
                  <a:pt x="60025" y="96511"/>
                </a:cubicBezTo>
                <a:lnTo>
                  <a:pt x="45755" y="161097"/>
                </a:lnTo>
                <a:cubicBezTo>
                  <a:pt x="45068" y="164236"/>
                  <a:pt x="44578" y="166957"/>
                  <a:pt x="44283" y="169262"/>
                </a:cubicBezTo>
                <a:cubicBezTo>
                  <a:pt x="43989" y="171567"/>
                  <a:pt x="43842" y="174583"/>
                  <a:pt x="43842" y="178310"/>
                </a:cubicBezTo>
                <a:cubicBezTo>
                  <a:pt x="43842" y="182430"/>
                  <a:pt x="44798" y="185445"/>
                  <a:pt x="46711" y="187358"/>
                </a:cubicBezTo>
                <a:cubicBezTo>
                  <a:pt x="48623" y="189271"/>
                  <a:pt x="51737" y="190521"/>
                  <a:pt x="56053" y="191110"/>
                </a:cubicBezTo>
                <a:lnTo>
                  <a:pt x="53993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090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60B2DFCD-50D6-475D-9E5E-E7B52B83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850" y="3115273"/>
            <a:ext cx="60687" cy="155249"/>
          </a:xfrm>
          <a:custGeom xmlns:a="http://schemas.openxmlformats.org/drawingml/2006/main">
            <a:pathLst>
              <a:path w="60687" h="155249">
                <a:moveTo>
                  <a:pt x="57818" y="0"/>
                </a:moveTo>
                <a:lnTo>
                  <a:pt x="52081" y="27033"/>
                </a:lnTo>
                <a:lnTo>
                  <a:pt x="23503" y="27033"/>
                </a:lnTo>
                <a:lnTo>
                  <a:pt x="29571" y="0"/>
                </a:lnTo>
                <a:lnTo>
                  <a:pt x="57818" y="0"/>
                </a:lnTo>
                <a:moveTo>
                  <a:pt x="32550" y="118726"/>
                </a:moveTo>
                <a:cubicBezTo>
                  <a:pt x="31815" y="121816"/>
                  <a:pt x="31318" y="124207"/>
                  <a:pt x="31061" y="125898"/>
                </a:cubicBezTo>
                <a:cubicBezTo>
                  <a:pt x="30803" y="127590"/>
                  <a:pt x="30675" y="129503"/>
                  <a:pt x="30675" y="131636"/>
                </a:cubicBezTo>
                <a:cubicBezTo>
                  <a:pt x="30675" y="134505"/>
                  <a:pt x="31153" y="136491"/>
                  <a:pt x="32109" y="137595"/>
                </a:cubicBezTo>
                <a:cubicBezTo>
                  <a:pt x="33065" y="138698"/>
                  <a:pt x="34426" y="139250"/>
                  <a:pt x="36192" y="139250"/>
                </a:cubicBezTo>
                <a:cubicBezTo>
                  <a:pt x="38325" y="139250"/>
                  <a:pt x="40716" y="138238"/>
                  <a:pt x="43364" y="136215"/>
                </a:cubicBezTo>
                <a:cubicBezTo>
                  <a:pt x="46012" y="134192"/>
                  <a:pt x="49138" y="131121"/>
                  <a:pt x="52743" y="127002"/>
                </a:cubicBezTo>
                <a:lnTo>
                  <a:pt x="60687" y="134946"/>
                </a:lnTo>
                <a:cubicBezTo>
                  <a:pt x="53478" y="142302"/>
                  <a:pt x="47023" y="147525"/>
                  <a:pt x="41323" y="150615"/>
                </a:cubicBezTo>
                <a:cubicBezTo>
                  <a:pt x="35622" y="153704"/>
                  <a:pt x="29351" y="155249"/>
                  <a:pt x="22509" y="155249"/>
                </a:cubicBezTo>
                <a:cubicBezTo>
                  <a:pt x="14712" y="155249"/>
                  <a:pt x="9011" y="153336"/>
                  <a:pt x="5407" y="149511"/>
                </a:cubicBezTo>
                <a:cubicBezTo>
                  <a:pt x="1802" y="145686"/>
                  <a:pt x="0" y="139912"/>
                  <a:pt x="0" y="132188"/>
                </a:cubicBezTo>
                <a:cubicBezTo>
                  <a:pt x="0" y="127259"/>
                  <a:pt x="809" y="121485"/>
                  <a:pt x="2427" y="114864"/>
                </a:cubicBezTo>
                <a:lnTo>
                  <a:pt x="11696" y="76466"/>
                </a:lnTo>
                <a:cubicBezTo>
                  <a:pt x="13388" y="69478"/>
                  <a:pt x="14234" y="63961"/>
                  <a:pt x="14234" y="59915"/>
                </a:cubicBezTo>
                <a:cubicBezTo>
                  <a:pt x="14234" y="57046"/>
                  <a:pt x="13553" y="55005"/>
                  <a:pt x="12193" y="53791"/>
                </a:cubicBezTo>
                <a:cubicBezTo>
                  <a:pt x="10832" y="52577"/>
                  <a:pt x="7981" y="51750"/>
                  <a:pt x="3641" y="51308"/>
                </a:cubicBezTo>
                <a:lnTo>
                  <a:pt x="5296" y="44026"/>
                </a:lnTo>
                <a:lnTo>
                  <a:pt x="37626" y="42812"/>
                </a:lnTo>
                <a:lnTo>
                  <a:pt x="50205" y="42812"/>
                </a:lnTo>
                <a:lnTo>
                  <a:pt x="32550" y="118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8">
            <a:extLst xmlns:a="http://schemas.openxmlformats.org/drawingml/2006/main">
              <a:ext uri="{FF2B5EF4-FFF2-40B4-BE49-F238E27FC236}">
                <a16:creationId xmlns:a16="http://schemas.microsoft.com/office/drawing/2014/main" id="{661FBFD8-C998-4D61-8F63-33F9A152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940" y="3017168"/>
            <a:ext cx="181841" cy="204498"/>
          </a:xfrm>
          <a:custGeom xmlns:a="http://schemas.openxmlformats.org/drawingml/2006/main">
            <a:pathLst>
              <a:path w="181841" h="204498">
                <a:moveTo>
                  <a:pt x="0" y="162127"/>
                </a:moveTo>
                <a:lnTo>
                  <a:pt x="0" y="140059"/>
                </a:lnTo>
                <a:lnTo>
                  <a:pt x="157566" y="81063"/>
                </a:lnTo>
                <a:lnTo>
                  <a:pt x="0" y="22068"/>
                </a:lnTo>
                <a:lnTo>
                  <a:pt x="0" y="0"/>
                </a:lnTo>
                <a:lnTo>
                  <a:pt x="181841" y="70765"/>
                </a:lnTo>
                <a:lnTo>
                  <a:pt x="181841" y="91362"/>
                </a:lnTo>
                <a:lnTo>
                  <a:pt x="0" y="162127"/>
                </a:lnTo>
                <a:moveTo>
                  <a:pt x="0" y="204498"/>
                </a:moveTo>
                <a:lnTo>
                  <a:pt x="0" y="184931"/>
                </a:lnTo>
                <a:lnTo>
                  <a:pt x="181253" y="184931"/>
                </a:lnTo>
                <a:lnTo>
                  <a:pt x="181253" y="204498"/>
                </a:lnTo>
                <a:lnTo>
                  <a:pt x="0" y="204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89">
            <a:extLst xmlns:a="http://schemas.openxmlformats.org/drawingml/2006/main">
              <a:ext uri="{FF2B5EF4-FFF2-40B4-BE49-F238E27FC236}">
                <a16:creationId xmlns:a16="http://schemas.microsoft.com/office/drawing/2014/main" id="{FC1C5EE7-A0CD-4C59-A576-0DFAC38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473" y="3002309"/>
            <a:ext cx="138146" cy="203174"/>
          </a:xfrm>
          <a:custGeom xmlns:a="http://schemas.openxmlformats.org/drawingml/2006/main">
            <a:pathLst>
              <a:path w="138146" h="203174">
                <a:moveTo>
                  <a:pt x="95040" y="167129"/>
                </a:moveTo>
                <a:cubicBezTo>
                  <a:pt x="101415" y="167129"/>
                  <a:pt x="106172" y="166663"/>
                  <a:pt x="109311" y="165731"/>
                </a:cubicBezTo>
                <a:cubicBezTo>
                  <a:pt x="112449" y="164800"/>
                  <a:pt x="114926" y="163181"/>
                  <a:pt x="116740" y="160876"/>
                </a:cubicBezTo>
                <a:cubicBezTo>
                  <a:pt x="118555" y="158571"/>
                  <a:pt x="120050" y="155114"/>
                  <a:pt x="121227" y="150504"/>
                </a:cubicBezTo>
                <a:lnTo>
                  <a:pt x="138146" y="150504"/>
                </a:lnTo>
                <a:lnTo>
                  <a:pt x="134762" y="203174"/>
                </a:lnTo>
                <a:lnTo>
                  <a:pt x="0" y="203174"/>
                </a:lnTo>
                <a:lnTo>
                  <a:pt x="0" y="193464"/>
                </a:lnTo>
                <a:cubicBezTo>
                  <a:pt x="7552" y="176103"/>
                  <a:pt x="23000" y="153741"/>
                  <a:pt x="46343" y="126377"/>
                </a:cubicBezTo>
                <a:cubicBezTo>
                  <a:pt x="56936" y="113920"/>
                  <a:pt x="65003" y="103671"/>
                  <a:pt x="70544" y="95628"/>
                </a:cubicBezTo>
                <a:cubicBezTo>
                  <a:pt x="76086" y="87586"/>
                  <a:pt x="80230" y="79985"/>
                  <a:pt x="82976" y="72825"/>
                </a:cubicBezTo>
                <a:cubicBezTo>
                  <a:pt x="85722" y="65665"/>
                  <a:pt x="87095" y="58260"/>
                  <a:pt x="87095" y="50609"/>
                </a:cubicBezTo>
                <a:cubicBezTo>
                  <a:pt x="87095" y="39821"/>
                  <a:pt x="84692" y="31361"/>
                  <a:pt x="79886" y="25231"/>
                </a:cubicBezTo>
                <a:cubicBezTo>
                  <a:pt x="75081" y="19101"/>
                  <a:pt x="68509" y="16036"/>
                  <a:pt x="60172" y="16036"/>
                </a:cubicBezTo>
                <a:cubicBezTo>
                  <a:pt x="44185" y="16036"/>
                  <a:pt x="33936" y="27561"/>
                  <a:pt x="29424" y="50609"/>
                </a:cubicBezTo>
                <a:lnTo>
                  <a:pt x="2942" y="50609"/>
                </a:lnTo>
                <a:lnTo>
                  <a:pt x="2942" y="15889"/>
                </a:lnTo>
                <a:cubicBezTo>
                  <a:pt x="18930" y="9416"/>
                  <a:pt x="31827" y="5149"/>
                  <a:pt x="41635" y="3090"/>
                </a:cubicBezTo>
                <a:cubicBezTo>
                  <a:pt x="51443" y="1030"/>
                  <a:pt x="61791" y="0"/>
                  <a:pt x="72678" y="0"/>
                </a:cubicBezTo>
                <a:cubicBezTo>
                  <a:pt x="87095" y="0"/>
                  <a:pt x="98865" y="1937"/>
                  <a:pt x="107987" y="5811"/>
                </a:cubicBezTo>
                <a:cubicBezTo>
                  <a:pt x="117108" y="9685"/>
                  <a:pt x="123704" y="14933"/>
                  <a:pt x="127774" y="21553"/>
                </a:cubicBezTo>
                <a:cubicBezTo>
                  <a:pt x="131845" y="28174"/>
                  <a:pt x="133880" y="35897"/>
                  <a:pt x="133880" y="44725"/>
                </a:cubicBezTo>
                <a:cubicBezTo>
                  <a:pt x="133880" y="52473"/>
                  <a:pt x="132433" y="59682"/>
                  <a:pt x="129540" y="66351"/>
                </a:cubicBezTo>
                <a:cubicBezTo>
                  <a:pt x="126646" y="73021"/>
                  <a:pt x="121644" y="80622"/>
                  <a:pt x="114533" y="89155"/>
                </a:cubicBezTo>
                <a:cubicBezTo>
                  <a:pt x="107423" y="97688"/>
                  <a:pt x="95432" y="109899"/>
                  <a:pt x="78562" y="125788"/>
                </a:cubicBezTo>
                <a:cubicBezTo>
                  <a:pt x="73364" y="130692"/>
                  <a:pt x="67161" y="137141"/>
                  <a:pt x="59952" y="145134"/>
                </a:cubicBezTo>
                <a:cubicBezTo>
                  <a:pt x="52743" y="153128"/>
                  <a:pt x="47030" y="159969"/>
                  <a:pt x="42812" y="165658"/>
                </a:cubicBezTo>
                <a:lnTo>
                  <a:pt x="42812" y="167129"/>
                </a:lnTo>
                <a:lnTo>
                  <a:pt x="95040" y="167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ext-90 Agent">
            <a:extLst xmlns:a="http://schemas.openxmlformats.org/drawingml/2006/main">
              <a:ext uri="{FF2B5EF4-FFF2-40B4-BE49-F238E27FC236}">
                <a16:creationId xmlns:a16="http://schemas.microsoft.com/office/drawing/2014/main" id="{AAB583E9-6555-49F9-988D-81DDCE37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6970" y="2670690"/>
            <a:ext cx="703672" cy="36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92" name="text-91 Turn">
            <a:extLst xmlns:a="http://schemas.openxmlformats.org/drawingml/2006/main">
              <a:ext uri="{FF2B5EF4-FFF2-40B4-BE49-F238E27FC236}">
                <a16:creationId xmlns:a16="http://schemas.microsoft.com/office/drawing/2014/main" id="{10382A70-131F-4928-8C47-662706A7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2472" y="2671832"/>
            <a:ext cx="537233" cy="367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93" name="text-92 Trajectory">
            <a:extLst xmlns:a="http://schemas.openxmlformats.org/drawingml/2006/main">
              <a:ext uri="{FF2B5EF4-FFF2-40B4-BE49-F238E27FC236}">
                <a16:creationId xmlns:a16="http://schemas.microsoft.com/office/drawing/2014/main" id="{AFC6A2C5-548A-4882-AC1B-C43C7E0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505" y="3073456"/>
            <a:ext cx="1149587" cy="36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94" name="text-93 advantage">
            <a:extLst xmlns:a="http://schemas.openxmlformats.org/drawingml/2006/main">
              <a:ext uri="{FF2B5EF4-FFF2-40B4-BE49-F238E27FC236}">
                <a16:creationId xmlns:a16="http://schemas.microsoft.com/office/drawing/2014/main" id="{50271CF5-05CA-4636-A8D3-1DE1291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2195" y="3393727"/>
            <a:ext cx="1221355" cy="369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95" name="path-94">
            <a:extLst xmlns:a="http://schemas.openxmlformats.org/drawingml/2006/main">
              <a:ext uri="{FF2B5EF4-FFF2-40B4-BE49-F238E27FC236}">
                <a16:creationId xmlns:a16="http://schemas.microsoft.com/office/drawing/2014/main" id="{9FB0FD4B-50D1-41BD-A1F6-71AABB20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773" y="3009824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5">
            <a:extLst xmlns:a="http://schemas.openxmlformats.org/drawingml/2006/main">
              <a:ext uri="{FF2B5EF4-FFF2-40B4-BE49-F238E27FC236}">
                <a16:creationId xmlns:a16="http://schemas.microsoft.com/office/drawing/2014/main" id="{A442B9D3-E126-47A1-9DD5-03A8469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59" y="3064344"/>
            <a:ext cx="115637" cy="156463"/>
          </a:xfrm>
          <a:custGeom xmlns:a="http://schemas.openxmlformats.org/drawingml/2006/main">
            <a:pathLst>
              <a:path w="115637" h="156463">
                <a:moveTo>
                  <a:pt x="115637" y="46564"/>
                </a:moveTo>
                <a:cubicBezTo>
                  <a:pt x="115637" y="57451"/>
                  <a:pt x="113853" y="70268"/>
                  <a:pt x="110285" y="85017"/>
                </a:cubicBezTo>
                <a:cubicBezTo>
                  <a:pt x="106718" y="99766"/>
                  <a:pt x="101679" y="112566"/>
                  <a:pt x="95169" y="123416"/>
                </a:cubicBezTo>
                <a:cubicBezTo>
                  <a:pt x="88659" y="134266"/>
                  <a:pt x="80806" y="142486"/>
                  <a:pt x="71611" y="148077"/>
                </a:cubicBezTo>
                <a:cubicBezTo>
                  <a:pt x="62416" y="153667"/>
                  <a:pt x="52044" y="156463"/>
                  <a:pt x="40495" y="156463"/>
                </a:cubicBezTo>
                <a:cubicBezTo>
                  <a:pt x="27033" y="156463"/>
                  <a:pt x="16919" y="152601"/>
                  <a:pt x="10151" y="144877"/>
                </a:cubicBezTo>
                <a:cubicBezTo>
                  <a:pt x="3384" y="137153"/>
                  <a:pt x="0" y="125862"/>
                  <a:pt x="0" y="111003"/>
                </a:cubicBezTo>
                <a:cubicBezTo>
                  <a:pt x="0" y="100116"/>
                  <a:pt x="1747" y="87243"/>
                  <a:pt x="5241" y="72383"/>
                </a:cubicBezTo>
                <a:cubicBezTo>
                  <a:pt x="8735" y="57524"/>
                  <a:pt x="13719" y="44614"/>
                  <a:pt x="20192" y="33654"/>
                </a:cubicBezTo>
                <a:cubicBezTo>
                  <a:pt x="26666" y="22693"/>
                  <a:pt x="34500" y="14344"/>
                  <a:pt x="43695" y="8607"/>
                </a:cubicBezTo>
                <a:cubicBezTo>
                  <a:pt x="52890" y="2869"/>
                  <a:pt x="63409" y="0"/>
                  <a:pt x="75252" y="0"/>
                </a:cubicBezTo>
                <a:cubicBezTo>
                  <a:pt x="88787" y="0"/>
                  <a:pt x="98902" y="3880"/>
                  <a:pt x="105596" y="11641"/>
                </a:cubicBezTo>
                <a:cubicBezTo>
                  <a:pt x="112290" y="19402"/>
                  <a:pt x="115637" y="31042"/>
                  <a:pt x="115637" y="46564"/>
                </a:cubicBezTo>
                <a:moveTo>
                  <a:pt x="37295" y="70728"/>
                </a:moveTo>
                <a:lnTo>
                  <a:pt x="81542" y="70728"/>
                </a:lnTo>
                <a:cubicBezTo>
                  <a:pt x="83160" y="63299"/>
                  <a:pt x="84429" y="56458"/>
                  <a:pt x="85348" y="50205"/>
                </a:cubicBezTo>
                <a:cubicBezTo>
                  <a:pt x="86268" y="43952"/>
                  <a:pt x="86728" y="38141"/>
                  <a:pt x="86728" y="32771"/>
                </a:cubicBezTo>
                <a:cubicBezTo>
                  <a:pt x="86728" y="25121"/>
                  <a:pt x="85826" y="19659"/>
                  <a:pt x="84024" y="16386"/>
                </a:cubicBezTo>
                <a:cubicBezTo>
                  <a:pt x="82222" y="13112"/>
                  <a:pt x="79224" y="11475"/>
                  <a:pt x="75032" y="11475"/>
                </a:cubicBezTo>
                <a:cubicBezTo>
                  <a:pt x="67528" y="11475"/>
                  <a:pt x="60522" y="16478"/>
                  <a:pt x="54012" y="26482"/>
                </a:cubicBezTo>
                <a:cubicBezTo>
                  <a:pt x="47502" y="36486"/>
                  <a:pt x="41929" y="51235"/>
                  <a:pt x="37295" y="70728"/>
                </a:cubicBezTo>
                <a:moveTo>
                  <a:pt x="78562" y="84631"/>
                </a:moveTo>
                <a:lnTo>
                  <a:pt x="34316" y="84631"/>
                </a:lnTo>
                <a:cubicBezTo>
                  <a:pt x="32403" y="92502"/>
                  <a:pt x="31024" y="99968"/>
                  <a:pt x="30178" y="107030"/>
                </a:cubicBezTo>
                <a:cubicBezTo>
                  <a:pt x="29332" y="114092"/>
                  <a:pt x="28909" y="120345"/>
                  <a:pt x="28909" y="125788"/>
                </a:cubicBezTo>
                <a:cubicBezTo>
                  <a:pt x="28909" y="132261"/>
                  <a:pt x="29884" y="137080"/>
                  <a:pt x="31833" y="140243"/>
                </a:cubicBezTo>
                <a:cubicBezTo>
                  <a:pt x="33783" y="143406"/>
                  <a:pt x="36854" y="144987"/>
                  <a:pt x="41047" y="144987"/>
                </a:cubicBezTo>
                <a:cubicBezTo>
                  <a:pt x="48403" y="144987"/>
                  <a:pt x="55336" y="139801"/>
                  <a:pt x="61846" y="129429"/>
                </a:cubicBezTo>
                <a:cubicBezTo>
                  <a:pt x="68356" y="119057"/>
                  <a:pt x="73928" y="104125"/>
                  <a:pt x="78562" y="84631"/>
                </a:cubicBez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6">
            <a:extLst xmlns:a="http://schemas.openxmlformats.org/drawingml/2006/main">
              <a:ext uri="{FF2B5EF4-FFF2-40B4-BE49-F238E27FC236}">
                <a16:creationId xmlns:a16="http://schemas.microsoft.com/office/drawing/2014/main" id="{F8748178-62C3-49A5-A272-E202573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412" y="3167031"/>
            <a:ext cx="88364" cy="94157"/>
          </a:xfrm>
          <a:custGeom xmlns:a="http://schemas.openxmlformats.org/drawingml/2006/main">
            <a:pathLst>
              <a:path w="88364" h="94157">
                <a:moveTo>
                  <a:pt x="34206" y="94157"/>
                </a:moveTo>
                <a:cubicBezTo>
                  <a:pt x="27463" y="94157"/>
                  <a:pt x="21532" y="92947"/>
                  <a:pt x="16413" y="90525"/>
                </a:cubicBezTo>
                <a:cubicBezTo>
                  <a:pt x="11295" y="88104"/>
                  <a:pt x="7279" y="84426"/>
                  <a:pt x="4368" y="79491"/>
                </a:cubicBezTo>
                <a:cubicBezTo>
                  <a:pt x="1456" y="74556"/>
                  <a:pt x="0" y="68534"/>
                  <a:pt x="0" y="61423"/>
                </a:cubicBezTo>
                <a:cubicBezTo>
                  <a:pt x="0" y="54189"/>
                  <a:pt x="1134" y="46604"/>
                  <a:pt x="3402" y="38665"/>
                </a:cubicBezTo>
                <a:cubicBezTo>
                  <a:pt x="5670" y="30727"/>
                  <a:pt x="9195" y="23739"/>
                  <a:pt x="13976" y="17700"/>
                </a:cubicBezTo>
                <a:cubicBezTo>
                  <a:pt x="18758" y="11662"/>
                  <a:pt x="24535" y="7203"/>
                  <a:pt x="31309" y="4322"/>
                </a:cubicBezTo>
                <a:cubicBezTo>
                  <a:pt x="38083" y="1441"/>
                  <a:pt x="45669" y="0"/>
                  <a:pt x="54067" y="0"/>
                </a:cubicBezTo>
                <a:cubicBezTo>
                  <a:pt x="61668" y="0"/>
                  <a:pt x="68043" y="1395"/>
                  <a:pt x="73192" y="4184"/>
                </a:cubicBezTo>
                <a:cubicBezTo>
                  <a:pt x="78342" y="6973"/>
                  <a:pt x="82158" y="10850"/>
                  <a:pt x="84640" y="15815"/>
                </a:cubicBezTo>
                <a:cubicBezTo>
                  <a:pt x="87123" y="20781"/>
                  <a:pt x="88364" y="26543"/>
                  <a:pt x="88364" y="33102"/>
                </a:cubicBezTo>
                <a:cubicBezTo>
                  <a:pt x="88364" y="41194"/>
                  <a:pt x="87016" y="49316"/>
                  <a:pt x="84318" y="57469"/>
                </a:cubicBezTo>
                <a:cubicBezTo>
                  <a:pt x="81621" y="65622"/>
                  <a:pt x="77897" y="72457"/>
                  <a:pt x="73147" y="77974"/>
                </a:cubicBezTo>
                <a:cubicBezTo>
                  <a:pt x="68396" y="83491"/>
                  <a:pt x="62771" y="87567"/>
                  <a:pt x="56274" y="90203"/>
                </a:cubicBezTo>
                <a:cubicBezTo>
                  <a:pt x="49776" y="92839"/>
                  <a:pt x="42420" y="94157"/>
                  <a:pt x="34206" y="94157"/>
                </a:cubicBezTo>
                <a:moveTo>
                  <a:pt x="24735" y="67400"/>
                </a:moveTo>
                <a:cubicBezTo>
                  <a:pt x="24735" y="73162"/>
                  <a:pt x="25669" y="77468"/>
                  <a:pt x="27539" y="80319"/>
                </a:cubicBezTo>
                <a:cubicBezTo>
                  <a:pt x="29409" y="83169"/>
                  <a:pt x="32367" y="84594"/>
                  <a:pt x="36412" y="84594"/>
                </a:cubicBezTo>
                <a:cubicBezTo>
                  <a:pt x="41623" y="84594"/>
                  <a:pt x="46144" y="82066"/>
                  <a:pt x="49975" y="77008"/>
                </a:cubicBezTo>
                <a:cubicBezTo>
                  <a:pt x="53806" y="71951"/>
                  <a:pt x="57009" y="64304"/>
                  <a:pt x="59584" y="54067"/>
                </a:cubicBezTo>
                <a:cubicBezTo>
                  <a:pt x="62158" y="43830"/>
                  <a:pt x="63446" y="34941"/>
                  <a:pt x="63446" y="27401"/>
                </a:cubicBezTo>
                <a:cubicBezTo>
                  <a:pt x="63446" y="21271"/>
                  <a:pt x="62511" y="16766"/>
                  <a:pt x="60641" y="13885"/>
                </a:cubicBezTo>
                <a:cubicBezTo>
                  <a:pt x="58772" y="11003"/>
                  <a:pt x="55875" y="9563"/>
                  <a:pt x="51952" y="9563"/>
                </a:cubicBezTo>
                <a:cubicBezTo>
                  <a:pt x="46803" y="9563"/>
                  <a:pt x="42343" y="12061"/>
                  <a:pt x="38573" y="17057"/>
                </a:cubicBezTo>
                <a:cubicBezTo>
                  <a:pt x="34803" y="22053"/>
                  <a:pt x="31554" y="29777"/>
                  <a:pt x="28826" y="40228"/>
                </a:cubicBezTo>
                <a:cubicBezTo>
                  <a:pt x="26099" y="50680"/>
                  <a:pt x="24735" y="59737"/>
                  <a:pt x="24735" y="67400"/>
                </a:cubicBez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7">
            <a:extLst xmlns:a="http://schemas.openxmlformats.org/drawingml/2006/main">
              <a:ext uri="{FF2B5EF4-FFF2-40B4-BE49-F238E27FC236}">
                <a16:creationId xmlns:a16="http://schemas.microsoft.com/office/drawing/2014/main" id="{A0CCF830-05CE-4DCD-BE2C-A7520B8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59" y="3128044"/>
            <a:ext cx="50573" cy="133144"/>
          </a:xfrm>
          <a:custGeom xmlns:a="http://schemas.openxmlformats.org/drawingml/2006/main">
            <a:pathLst>
              <a:path w="50573" h="133144">
                <a:moveTo>
                  <a:pt x="18482" y="27769"/>
                </a:moveTo>
                <a:cubicBezTo>
                  <a:pt x="19831" y="21884"/>
                  <a:pt x="20505" y="17501"/>
                  <a:pt x="20505" y="14620"/>
                </a:cubicBezTo>
                <a:cubicBezTo>
                  <a:pt x="20505" y="13272"/>
                  <a:pt x="20367" y="12214"/>
                  <a:pt x="20091" y="11448"/>
                </a:cubicBezTo>
                <a:cubicBezTo>
                  <a:pt x="19815" y="10682"/>
                  <a:pt x="19402" y="10053"/>
                  <a:pt x="18850" y="9563"/>
                </a:cubicBezTo>
                <a:cubicBezTo>
                  <a:pt x="18298" y="9072"/>
                  <a:pt x="17563" y="8689"/>
                  <a:pt x="16643" y="8413"/>
                </a:cubicBezTo>
                <a:cubicBezTo>
                  <a:pt x="15724" y="8138"/>
                  <a:pt x="13915" y="7816"/>
                  <a:pt x="11218" y="7448"/>
                </a:cubicBezTo>
                <a:lnTo>
                  <a:pt x="12689" y="1471"/>
                </a:lnTo>
                <a:lnTo>
                  <a:pt x="40182" y="0"/>
                </a:lnTo>
                <a:lnTo>
                  <a:pt x="50573" y="0"/>
                </a:lnTo>
                <a:lnTo>
                  <a:pt x="27033" y="102709"/>
                </a:lnTo>
                <a:cubicBezTo>
                  <a:pt x="26053" y="107000"/>
                  <a:pt x="25562" y="110586"/>
                  <a:pt x="25562" y="113467"/>
                </a:cubicBezTo>
                <a:cubicBezTo>
                  <a:pt x="25562" y="115857"/>
                  <a:pt x="25961" y="117513"/>
                  <a:pt x="26758" y="118432"/>
                </a:cubicBezTo>
                <a:cubicBezTo>
                  <a:pt x="27554" y="119352"/>
                  <a:pt x="28689" y="119811"/>
                  <a:pt x="30160" y="119811"/>
                </a:cubicBezTo>
                <a:cubicBezTo>
                  <a:pt x="31937" y="119811"/>
                  <a:pt x="33930" y="118968"/>
                  <a:pt x="36136" y="117283"/>
                </a:cubicBezTo>
                <a:cubicBezTo>
                  <a:pt x="38343" y="115597"/>
                  <a:pt x="40949" y="113038"/>
                  <a:pt x="43952" y="109605"/>
                </a:cubicBezTo>
                <a:lnTo>
                  <a:pt x="50573" y="116225"/>
                </a:lnTo>
                <a:cubicBezTo>
                  <a:pt x="44565" y="122355"/>
                  <a:pt x="39186" y="126708"/>
                  <a:pt x="34435" y="129282"/>
                </a:cubicBezTo>
                <a:cubicBezTo>
                  <a:pt x="29685" y="131857"/>
                  <a:pt x="24459" y="133144"/>
                  <a:pt x="18758" y="133144"/>
                </a:cubicBezTo>
                <a:cubicBezTo>
                  <a:pt x="12260" y="133144"/>
                  <a:pt x="7509" y="131550"/>
                  <a:pt x="4506" y="128363"/>
                </a:cubicBezTo>
                <a:cubicBezTo>
                  <a:pt x="1502" y="125175"/>
                  <a:pt x="0" y="120363"/>
                  <a:pt x="0" y="113927"/>
                </a:cubicBezTo>
                <a:cubicBezTo>
                  <a:pt x="0" y="110310"/>
                  <a:pt x="674" y="105498"/>
                  <a:pt x="2023" y="99490"/>
                </a:cubicBezTo>
                <a:lnTo>
                  <a:pt x="18482" y="27769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8">
            <a:extLst xmlns:a="http://schemas.openxmlformats.org/drawingml/2006/main">
              <a:ext uri="{FF2B5EF4-FFF2-40B4-BE49-F238E27FC236}">
                <a16:creationId xmlns:a16="http://schemas.microsoft.com/office/drawing/2014/main" id="{148B036A-A402-4C38-B037-51DC8B42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5" y="3128044"/>
            <a:ext cx="105099" cy="133144"/>
          </a:xfrm>
          <a:custGeom xmlns:a="http://schemas.openxmlformats.org/drawingml/2006/main">
            <a:pathLst>
              <a:path w="105099" h="133144">
                <a:moveTo>
                  <a:pt x="98479" y="109605"/>
                </a:moveTo>
                <a:lnTo>
                  <a:pt x="105099" y="116225"/>
                </a:lnTo>
                <a:cubicBezTo>
                  <a:pt x="98663" y="122662"/>
                  <a:pt x="93115" y="127091"/>
                  <a:pt x="88456" y="129512"/>
                </a:cubicBezTo>
                <a:cubicBezTo>
                  <a:pt x="83797" y="131933"/>
                  <a:pt x="78893" y="133144"/>
                  <a:pt x="73744" y="133144"/>
                </a:cubicBezTo>
                <a:cubicBezTo>
                  <a:pt x="68595" y="133144"/>
                  <a:pt x="64519" y="131719"/>
                  <a:pt x="61515" y="128868"/>
                </a:cubicBezTo>
                <a:cubicBezTo>
                  <a:pt x="58511" y="126018"/>
                  <a:pt x="57009" y="122263"/>
                  <a:pt x="57009" y="117605"/>
                </a:cubicBezTo>
                <a:cubicBezTo>
                  <a:pt x="57009" y="116072"/>
                  <a:pt x="57193" y="114601"/>
                  <a:pt x="57561" y="113191"/>
                </a:cubicBezTo>
                <a:lnTo>
                  <a:pt x="56366" y="112915"/>
                </a:lnTo>
                <a:cubicBezTo>
                  <a:pt x="50542" y="119965"/>
                  <a:pt x="45102" y="125098"/>
                  <a:pt x="40044" y="128317"/>
                </a:cubicBezTo>
                <a:cubicBezTo>
                  <a:pt x="34987" y="131535"/>
                  <a:pt x="28934" y="133144"/>
                  <a:pt x="21884" y="133144"/>
                </a:cubicBezTo>
                <a:cubicBezTo>
                  <a:pt x="14957" y="133144"/>
                  <a:pt x="9578" y="130631"/>
                  <a:pt x="5747" y="125604"/>
                </a:cubicBezTo>
                <a:cubicBezTo>
                  <a:pt x="1916" y="120578"/>
                  <a:pt x="0" y="113314"/>
                  <a:pt x="0" y="103812"/>
                </a:cubicBezTo>
                <a:cubicBezTo>
                  <a:pt x="0" y="95536"/>
                  <a:pt x="1195" y="87322"/>
                  <a:pt x="3586" y="79169"/>
                </a:cubicBezTo>
                <a:cubicBezTo>
                  <a:pt x="5977" y="71016"/>
                  <a:pt x="9410" y="63982"/>
                  <a:pt x="13885" y="58067"/>
                </a:cubicBezTo>
                <a:cubicBezTo>
                  <a:pt x="18359" y="52151"/>
                  <a:pt x="23984" y="47492"/>
                  <a:pt x="30757" y="44090"/>
                </a:cubicBezTo>
                <a:cubicBezTo>
                  <a:pt x="37531" y="40688"/>
                  <a:pt x="45178" y="38987"/>
                  <a:pt x="53699" y="38987"/>
                </a:cubicBezTo>
                <a:cubicBezTo>
                  <a:pt x="59155" y="38987"/>
                  <a:pt x="64427" y="39937"/>
                  <a:pt x="69514" y="41837"/>
                </a:cubicBezTo>
                <a:lnTo>
                  <a:pt x="72641" y="27769"/>
                </a:lnTo>
                <a:cubicBezTo>
                  <a:pt x="73009" y="26237"/>
                  <a:pt x="73438" y="24030"/>
                  <a:pt x="73928" y="21149"/>
                </a:cubicBezTo>
                <a:cubicBezTo>
                  <a:pt x="74418" y="18267"/>
                  <a:pt x="74664" y="16091"/>
                  <a:pt x="74664" y="14620"/>
                </a:cubicBezTo>
                <a:cubicBezTo>
                  <a:pt x="74664" y="13272"/>
                  <a:pt x="74526" y="12214"/>
                  <a:pt x="74250" y="11448"/>
                </a:cubicBezTo>
                <a:cubicBezTo>
                  <a:pt x="73974" y="10682"/>
                  <a:pt x="73560" y="10053"/>
                  <a:pt x="73009" y="9563"/>
                </a:cubicBezTo>
                <a:cubicBezTo>
                  <a:pt x="72457" y="9072"/>
                  <a:pt x="71721" y="8689"/>
                  <a:pt x="70802" y="8413"/>
                </a:cubicBezTo>
                <a:cubicBezTo>
                  <a:pt x="69882" y="8138"/>
                  <a:pt x="68074" y="7816"/>
                  <a:pt x="65377" y="7448"/>
                </a:cubicBezTo>
                <a:lnTo>
                  <a:pt x="66848" y="1471"/>
                </a:lnTo>
                <a:lnTo>
                  <a:pt x="94341" y="0"/>
                </a:lnTo>
                <a:lnTo>
                  <a:pt x="104731" y="0"/>
                </a:lnTo>
                <a:lnTo>
                  <a:pt x="81468" y="102984"/>
                </a:lnTo>
                <a:cubicBezTo>
                  <a:pt x="80549" y="107030"/>
                  <a:pt x="80089" y="110524"/>
                  <a:pt x="80089" y="113467"/>
                </a:cubicBezTo>
                <a:cubicBezTo>
                  <a:pt x="80089" y="115490"/>
                  <a:pt x="80426" y="117053"/>
                  <a:pt x="81100" y="118156"/>
                </a:cubicBezTo>
                <a:cubicBezTo>
                  <a:pt x="81775" y="119260"/>
                  <a:pt x="82939" y="119811"/>
                  <a:pt x="84594" y="119811"/>
                </a:cubicBezTo>
                <a:cubicBezTo>
                  <a:pt x="86495" y="119811"/>
                  <a:pt x="88548" y="118953"/>
                  <a:pt x="90755" y="117237"/>
                </a:cubicBezTo>
                <a:cubicBezTo>
                  <a:pt x="92962" y="115520"/>
                  <a:pt x="95536" y="112976"/>
                  <a:pt x="98479" y="109605"/>
                </a:cubicBezTo>
                <a:moveTo>
                  <a:pt x="63262" y="74480"/>
                </a:moveTo>
                <a:cubicBezTo>
                  <a:pt x="64243" y="69944"/>
                  <a:pt x="64733" y="65438"/>
                  <a:pt x="64733" y="60963"/>
                </a:cubicBezTo>
                <a:cubicBezTo>
                  <a:pt x="64733" y="56856"/>
                  <a:pt x="63967" y="53760"/>
                  <a:pt x="62434" y="51676"/>
                </a:cubicBezTo>
                <a:cubicBezTo>
                  <a:pt x="60902" y="49592"/>
                  <a:pt x="58388" y="48550"/>
                  <a:pt x="54894" y="48550"/>
                </a:cubicBezTo>
                <a:cubicBezTo>
                  <a:pt x="49193" y="48550"/>
                  <a:pt x="44136" y="51416"/>
                  <a:pt x="39723" y="57147"/>
                </a:cubicBezTo>
                <a:cubicBezTo>
                  <a:pt x="35309" y="62879"/>
                  <a:pt x="31754" y="70587"/>
                  <a:pt x="29056" y="80273"/>
                </a:cubicBezTo>
                <a:cubicBezTo>
                  <a:pt x="26359" y="89958"/>
                  <a:pt x="25011" y="98632"/>
                  <a:pt x="25011" y="106295"/>
                </a:cubicBezTo>
                <a:cubicBezTo>
                  <a:pt x="25011" y="110770"/>
                  <a:pt x="25669" y="114110"/>
                  <a:pt x="26987" y="116317"/>
                </a:cubicBezTo>
                <a:cubicBezTo>
                  <a:pt x="28305" y="118524"/>
                  <a:pt x="30344" y="119627"/>
                  <a:pt x="33102" y="119627"/>
                </a:cubicBezTo>
                <a:cubicBezTo>
                  <a:pt x="37148" y="119627"/>
                  <a:pt x="41270" y="117651"/>
                  <a:pt x="45469" y="113697"/>
                </a:cubicBezTo>
                <a:cubicBezTo>
                  <a:pt x="49669" y="109743"/>
                  <a:pt x="53055" y="105099"/>
                  <a:pt x="55630" y="99766"/>
                </a:cubicBezTo>
                <a:cubicBezTo>
                  <a:pt x="58205" y="94433"/>
                  <a:pt x="60503" y="87138"/>
                  <a:pt x="62526" y="77882"/>
                </a:cubicBezTo>
                <a:lnTo>
                  <a:pt x="63262" y="74480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99">
            <a:extLst xmlns:a="http://schemas.openxmlformats.org/drawingml/2006/main">
              <a:ext uri="{FF2B5EF4-FFF2-40B4-BE49-F238E27FC236}">
                <a16:creationId xmlns:a16="http://schemas.microsoft.com/office/drawing/2014/main" id="{A5ACEA47-6F91-4653-9468-CCA483B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386" y="3090918"/>
            <a:ext cx="234090" cy="71500"/>
          </a:xfrm>
          <a:custGeom xmlns:a="http://schemas.openxmlformats.org/drawingml/2006/main">
            <a:pathLst>
              <a:path w="234090" h="71500">
                <a:moveTo>
                  <a:pt x="205" y="0"/>
                </a:moveTo>
                <a:lnTo>
                  <a:pt x="140038" y="1022"/>
                </a:lnTo>
                <a:lnTo>
                  <a:pt x="139833" y="29269"/>
                </a:lnTo>
                <a:lnTo>
                  <a:pt x="0" y="28247"/>
                </a:lnTo>
                <a:lnTo>
                  <a:pt x="205" y="0"/>
                </a:lnTo>
                <a:moveTo>
                  <a:pt x="121517" y="-41484"/>
                </a:moveTo>
                <a:lnTo>
                  <a:pt x="234090" y="15835"/>
                </a:lnTo>
                <a:lnTo>
                  <a:pt x="120690" y="71500"/>
                </a:lnTo>
                <a:lnTo>
                  <a:pt x="121517" y="-414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-100 Same">
            <a:extLst xmlns:a="http://schemas.openxmlformats.org/drawingml/2006/main">
              <a:ext uri="{FF2B5EF4-FFF2-40B4-BE49-F238E27FC236}">
                <a16:creationId xmlns:a16="http://schemas.microsoft.com/office/drawing/2014/main" id="{30ECC18F-7E75-4213-AAFD-96BB9E7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165" y="2212834"/>
            <a:ext cx="639767" cy="37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</a:t>
            </a:r>
          </a:p>
        </p:txBody>
      </p:sp>
      <p:sp>
        <p:nvSpPr>
          <p:cNvPr id="102" name="text-100 task">
            <a:extLst xmlns:a="http://schemas.openxmlformats.org/drawingml/2006/main">
              <a:ext uri="{FF2B5EF4-FFF2-40B4-BE49-F238E27FC236}">
                <a16:creationId xmlns:a16="http://schemas.microsoft.com/office/drawing/2014/main" id="{B14F0538-7707-4BC7-9FB2-16EE045F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037" y="2212172"/>
            <a:ext cx="493843" cy="37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3" name="text-100 +">
            <a:extLst xmlns:a="http://schemas.openxmlformats.org/drawingml/2006/main">
              <a:ext uri="{FF2B5EF4-FFF2-40B4-BE49-F238E27FC236}">
                <a16:creationId xmlns:a16="http://schemas.microsoft.com/office/drawing/2014/main" id="{28F9F91D-128E-4E50-8F32-DAEDAFD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0172" y="2214094"/>
            <a:ext cx="178778" cy="36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04" name="text-100 initial">
            <a:extLst xmlns:a="http://schemas.openxmlformats.org/drawingml/2006/main">
              <a:ext uri="{FF2B5EF4-FFF2-40B4-BE49-F238E27FC236}">
                <a16:creationId xmlns:a16="http://schemas.microsoft.com/office/drawing/2014/main" id="{8C205208-F640-427A-A5C2-7580317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0995" y="2210755"/>
            <a:ext cx="655209" cy="37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initial</a:t>
            </a:r>
          </a:p>
        </p:txBody>
      </p:sp>
      <p:sp>
        <p:nvSpPr>
          <p:cNvPr id="105" name="text-100 workspace">
            <a:extLst xmlns:a="http://schemas.openxmlformats.org/drawingml/2006/main">
              <a:ext uri="{FF2B5EF4-FFF2-40B4-BE49-F238E27FC236}">
                <a16:creationId xmlns:a16="http://schemas.microsoft.com/office/drawing/2014/main" id="{7F9C75C5-786E-4CD2-8DF6-F44988B8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7793" y="2213574"/>
            <a:ext cx="1189061" cy="369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106" name="text-100 state.">
            <a:extLst xmlns:a="http://schemas.openxmlformats.org/drawingml/2006/main">
              <a:ext uri="{FF2B5EF4-FFF2-40B4-BE49-F238E27FC236}">
                <a16:creationId xmlns:a16="http://schemas.microsoft.com/office/drawing/2014/main" id="{8CA399FB-82E2-4ED9-9531-5B91B1F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7092" y="2212758"/>
            <a:ext cx="648667" cy="37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state.</a:t>
            </a:r>
          </a:p>
        </p:txBody>
      </p:sp>
      <p:sp>
        <p:nvSpPr>
          <p:cNvPr id="107" name="text-101 One">
            <a:extLst xmlns:a="http://schemas.openxmlformats.org/drawingml/2006/main">
              <a:ext uri="{FF2B5EF4-FFF2-40B4-BE49-F238E27FC236}">
                <a16:creationId xmlns:a16="http://schemas.microsoft.com/office/drawing/2014/main" id="{A2C9425D-D684-4EA8-A064-136ED602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595" y="2213960"/>
            <a:ext cx="481750" cy="369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08" name="text-101 Verifier">
            <a:extLst xmlns:a="http://schemas.openxmlformats.org/drawingml/2006/main">
              <a:ext uri="{FF2B5EF4-FFF2-40B4-BE49-F238E27FC236}">
                <a16:creationId xmlns:a16="http://schemas.microsoft.com/office/drawing/2014/main" id="{972AD652-97F8-4165-A51B-FD0CF83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0336" y="2214190"/>
            <a:ext cx="816330" cy="36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09" name="text-101 pass">
            <a:extLst xmlns:a="http://schemas.openxmlformats.org/drawingml/2006/main">
              <a:ext uri="{FF2B5EF4-FFF2-40B4-BE49-F238E27FC236}">
                <a16:creationId xmlns:a16="http://schemas.microsoft.com/office/drawing/2014/main" id="{C3A98C20-B164-4CD5-A142-ADD2A095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901" y="2212519"/>
            <a:ext cx="526939" cy="37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10" name="text-101 per">
            <a:extLst xmlns:a="http://schemas.openxmlformats.org/drawingml/2006/main">
              <a:ext uri="{FF2B5EF4-FFF2-40B4-BE49-F238E27FC236}">
                <a16:creationId xmlns:a16="http://schemas.microsoft.com/office/drawing/2014/main" id="{92F71455-8C26-436C-BD18-98A668E7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781" y="2214366"/>
            <a:ext cx="398955" cy="368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</a:t>
            </a:r>
          </a:p>
        </p:txBody>
      </p:sp>
      <p:sp>
        <p:nvSpPr>
          <p:cNvPr id="111" name="text-101 trajectory.">
            <a:extLst xmlns:a="http://schemas.openxmlformats.org/drawingml/2006/main">
              <a:ext uri="{FF2B5EF4-FFF2-40B4-BE49-F238E27FC236}">
                <a16:creationId xmlns:a16="http://schemas.microsoft.com/office/drawing/2014/main" id="{E4CA6F78-58FF-457F-8CE0-A93B2C1B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5004" y="2214113"/>
            <a:ext cx="1144330" cy="36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trajectory.</a:t>
            </a:r>
          </a:p>
        </p:txBody>
      </p:sp>
      <p:sp>
        <p:nvSpPr>
          <p:cNvPr id="112" name="text-102 Verifier">
            <a:extLst xmlns:a="http://schemas.openxmlformats.org/drawingml/2006/main">
              <a:ext uri="{FF2B5EF4-FFF2-40B4-BE49-F238E27FC236}">
                <a16:creationId xmlns:a16="http://schemas.microsoft.com/office/drawing/2014/main" id="{D6E4EDDD-BBFC-4CA1-82C9-4AEAA7F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459" y="1798693"/>
            <a:ext cx="1090451" cy="476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3" name="text-103 -">
            <a:extLst xmlns:a="http://schemas.openxmlformats.org/drawingml/2006/main">
              <a:ext uri="{FF2B5EF4-FFF2-40B4-BE49-F238E27FC236}">
                <a16:creationId xmlns:a16="http://schemas.microsoft.com/office/drawing/2014/main" id="{2518B31E-15BE-4C06-A7E2-34847B7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4395" y="1799748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4" name="text-104 to">
            <a:extLst xmlns:a="http://schemas.openxmlformats.org/drawingml/2006/main">
              <a:ext uri="{FF2B5EF4-FFF2-40B4-BE49-F238E27FC236}">
                <a16:creationId xmlns:a16="http://schemas.microsoft.com/office/drawing/2014/main" id="{6149FD37-57C4-4881-8D4C-7508A605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7968" y="1799595"/>
            <a:ext cx="353849" cy="474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115" name="text-105 -">
            <a:extLst xmlns:a="http://schemas.openxmlformats.org/drawingml/2006/main">
              <a:ext uri="{FF2B5EF4-FFF2-40B4-BE49-F238E27FC236}">
                <a16:creationId xmlns:a16="http://schemas.microsoft.com/office/drawing/2014/main" id="{88525296-32E3-4274-9A22-BA9C6B59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0891" y="1799748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6" name="text-106 Turn">
            <a:extLst xmlns:a="http://schemas.openxmlformats.org/drawingml/2006/main">
              <a:ext uri="{FF2B5EF4-FFF2-40B4-BE49-F238E27FC236}">
                <a16:creationId xmlns:a16="http://schemas.microsoft.com/office/drawing/2014/main" id="{F392484C-10D2-4D0A-9578-D54567FD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464" y="1799623"/>
            <a:ext cx="694335" cy="474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117" name="text-106 Credit">
            <a:extLst xmlns:a="http://schemas.openxmlformats.org/drawingml/2006/main">
              <a:ext uri="{FF2B5EF4-FFF2-40B4-BE49-F238E27FC236}">
                <a16:creationId xmlns:a16="http://schemas.microsoft.com/office/drawing/2014/main" id="{BC3250E0-038C-4FDC-AAD9-8A6AACB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5785" y="1799093"/>
            <a:ext cx="904228" cy="4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118" name="text-106 Assignment">
            <a:extLst xmlns:a="http://schemas.openxmlformats.org/drawingml/2006/main">
              <a:ext uri="{FF2B5EF4-FFF2-40B4-BE49-F238E27FC236}">
                <a16:creationId xmlns:a16="http://schemas.microsoft.com/office/drawing/2014/main" id="{C6A88927-4820-41CF-92DB-31F864C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6788" y="1799401"/>
            <a:ext cx="1708607" cy="475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Assignment</a:t>
            </a:r>
          </a:p>
        </p:txBody>
      </p:sp>
      <p:sp>
        <p:nvSpPr>
          <p:cNvPr id="119" name="path-107">
            <a:extLst xmlns:a="http://schemas.openxmlformats.org/drawingml/2006/main">
              <a:ext uri="{FF2B5EF4-FFF2-40B4-BE49-F238E27FC236}">
                <a16:creationId xmlns:a16="http://schemas.microsoft.com/office/drawing/2014/main" id="{A8D319B3-7A74-4AA7-A06D-2AD99FC7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911" y="275732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08">
            <a:extLst xmlns:a="http://schemas.openxmlformats.org/drawingml/2006/main">
              <a:ext uri="{FF2B5EF4-FFF2-40B4-BE49-F238E27FC236}">
                <a16:creationId xmlns:a16="http://schemas.microsoft.com/office/drawing/2014/main" id="{CCB9C41D-6FFC-4A7F-9BDA-AF8B24E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293" y="2853382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9">
            <a:extLst xmlns:a="http://schemas.openxmlformats.org/drawingml/2006/main">
              <a:ext uri="{FF2B5EF4-FFF2-40B4-BE49-F238E27FC236}">
                <a16:creationId xmlns:a16="http://schemas.microsoft.com/office/drawing/2014/main" id="{B78C1CFB-3830-403E-9197-056BE43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2685151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2" name="path-110">
            <a:extLst xmlns:a="http://schemas.openxmlformats.org/drawingml/2006/main">
              <a:ext uri="{FF2B5EF4-FFF2-40B4-BE49-F238E27FC236}">
                <a16:creationId xmlns:a16="http://schemas.microsoft.com/office/drawing/2014/main" id="{BB67B54A-9297-49DC-BE09-742B2A6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400" y="275732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11">
            <a:extLst xmlns:a="http://schemas.openxmlformats.org/drawingml/2006/main">
              <a:ext uri="{FF2B5EF4-FFF2-40B4-BE49-F238E27FC236}">
                <a16:creationId xmlns:a16="http://schemas.microsoft.com/office/drawing/2014/main" id="{D1694DB1-4C43-4BDA-800A-3B34A05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740" y="2853382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12">
            <a:extLst xmlns:a="http://schemas.openxmlformats.org/drawingml/2006/main">
              <a:ext uri="{FF2B5EF4-FFF2-40B4-BE49-F238E27FC236}">
                <a16:creationId xmlns:a16="http://schemas.microsoft.com/office/drawing/2014/main" id="{D1723ADC-E5A4-4E28-9ED2-AF90572E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151" y="2685151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5" name="path-113">
            <a:extLst xmlns:a="http://schemas.openxmlformats.org/drawingml/2006/main">
              <a:ext uri="{FF2B5EF4-FFF2-40B4-BE49-F238E27FC236}">
                <a16:creationId xmlns:a16="http://schemas.microsoft.com/office/drawing/2014/main" id="{1B5972D3-DA1F-4EDB-B068-A8DA102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704" y="2779921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14">
            <a:extLst xmlns:a="http://schemas.openxmlformats.org/drawingml/2006/main">
              <a:ext uri="{FF2B5EF4-FFF2-40B4-BE49-F238E27FC236}">
                <a16:creationId xmlns:a16="http://schemas.microsoft.com/office/drawing/2014/main" id="{9CA93A0D-AE13-40A6-993A-C382C12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3089" y="2871460"/>
            <a:ext cx="84962" cy="139682"/>
          </a:xfrm>
          <a:custGeom xmlns:a="http://schemas.openxmlformats.org/drawingml/2006/main">
            <a:pathLst>
              <a:path w="84962" h="139682">
                <a:moveTo>
                  <a:pt x="57956" y="123499"/>
                </a:moveTo>
                <a:cubicBezTo>
                  <a:pt x="61260" y="123499"/>
                  <a:pt x="63924" y="123296"/>
                  <a:pt x="65947" y="122892"/>
                </a:cubicBezTo>
                <a:cubicBezTo>
                  <a:pt x="67970" y="122487"/>
                  <a:pt x="69588" y="121813"/>
                  <a:pt x="70802" y="120869"/>
                </a:cubicBezTo>
                <a:cubicBezTo>
                  <a:pt x="72016" y="119925"/>
                  <a:pt x="72976" y="118694"/>
                  <a:pt x="73684" y="117177"/>
                </a:cubicBezTo>
                <a:cubicBezTo>
                  <a:pt x="74392" y="115660"/>
                  <a:pt x="75286" y="113317"/>
                  <a:pt x="76365" y="110147"/>
                </a:cubicBezTo>
                <a:lnTo>
                  <a:pt x="84962" y="110147"/>
                </a:lnTo>
                <a:lnTo>
                  <a:pt x="83243" y="139682"/>
                </a:lnTo>
                <a:lnTo>
                  <a:pt x="0" y="139682"/>
                </a:lnTo>
                <a:lnTo>
                  <a:pt x="0" y="134827"/>
                </a:lnTo>
                <a:cubicBezTo>
                  <a:pt x="2900" y="127747"/>
                  <a:pt x="6810" y="120498"/>
                  <a:pt x="11733" y="113081"/>
                </a:cubicBezTo>
                <a:cubicBezTo>
                  <a:pt x="16655" y="105663"/>
                  <a:pt x="23634" y="96931"/>
                  <a:pt x="32670" y="86884"/>
                </a:cubicBezTo>
                <a:cubicBezTo>
                  <a:pt x="40492" y="78253"/>
                  <a:pt x="46122" y="71712"/>
                  <a:pt x="49561" y="67262"/>
                </a:cubicBezTo>
                <a:cubicBezTo>
                  <a:pt x="53337" y="62407"/>
                  <a:pt x="56153" y="58209"/>
                  <a:pt x="58007" y="54669"/>
                </a:cubicBezTo>
                <a:cubicBezTo>
                  <a:pt x="59861" y="51129"/>
                  <a:pt x="61193" y="47791"/>
                  <a:pt x="62002" y="44656"/>
                </a:cubicBezTo>
                <a:cubicBezTo>
                  <a:pt x="62811" y="41520"/>
                  <a:pt x="63216" y="38368"/>
                  <a:pt x="63216" y="35199"/>
                </a:cubicBezTo>
                <a:cubicBezTo>
                  <a:pt x="63216" y="30141"/>
                  <a:pt x="62407" y="25674"/>
                  <a:pt x="60788" y="21797"/>
                </a:cubicBezTo>
                <a:cubicBezTo>
                  <a:pt x="59170" y="17920"/>
                  <a:pt x="56692" y="14868"/>
                  <a:pt x="53354" y="12643"/>
                </a:cubicBezTo>
                <a:cubicBezTo>
                  <a:pt x="50016" y="10418"/>
                  <a:pt x="45819" y="9305"/>
                  <a:pt x="40762" y="9305"/>
                </a:cubicBezTo>
                <a:cubicBezTo>
                  <a:pt x="28152" y="9305"/>
                  <a:pt x="19656" y="16318"/>
                  <a:pt x="15273" y="30344"/>
                </a:cubicBezTo>
                <a:lnTo>
                  <a:pt x="3034" y="30344"/>
                </a:lnTo>
                <a:lnTo>
                  <a:pt x="3034" y="10924"/>
                </a:lnTo>
                <a:cubicBezTo>
                  <a:pt x="11193" y="7080"/>
                  <a:pt x="18830" y="4299"/>
                  <a:pt x="25944" y="2579"/>
                </a:cubicBezTo>
                <a:cubicBezTo>
                  <a:pt x="33058" y="860"/>
                  <a:pt x="39447" y="0"/>
                  <a:pt x="45111" y="0"/>
                </a:cubicBezTo>
                <a:cubicBezTo>
                  <a:pt x="57653" y="0"/>
                  <a:pt x="67127" y="2748"/>
                  <a:pt x="73533" y="8243"/>
                </a:cubicBezTo>
                <a:cubicBezTo>
                  <a:pt x="79939" y="13739"/>
                  <a:pt x="83142" y="21713"/>
                  <a:pt x="83142" y="32164"/>
                </a:cubicBezTo>
                <a:cubicBezTo>
                  <a:pt x="83142" y="35738"/>
                  <a:pt x="82788" y="39025"/>
                  <a:pt x="82080" y="42026"/>
                </a:cubicBezTo>
                <a:cubicBezTo>
                  <a:pt x="81371" y="45027"/>
                  <a:pt x="80259" y="47993"/>
                  <a:pt x="78742" y="50927"/>
                </a:cubicBezTo>
                <a:cubicBezTo>
                  <a:pt x="77225" y="53860"/>
                  <a:pt x="75185" y="57012"/>
                  <a:pt x="72622" y="60384"/>
                </a:cubicBezTo>
                <a:cubicBezTo>
                  <a:pt x="70060" y="63755"/>
                  <a:pt x="67228" y="67177"/>
                  <a:pt x="64126" y="70650"/>
                </a:cubicBezTo>
                <a:cubicBezTo>
                  <a:pt x="61024" y="74123"/>
                  <a:pt x="55664" y="79905"/>
                  <a:pt x="48044" y="87997"/>
                </a:cubicBezTo>
                <a:cubicBezTo>
                  <a:pt x="35232" y="101550"/>
                  <a:pt x="25826" y="113384"/>
                  <a:pt x="19824" y="123499"/>
                </a:cubicBezTo>
                <a:lnTo>
                  <a:pt x="57956" y="123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15">
            <a:extLst xmlns:a="http://schemas.openxmlformats.org/drawingml/2006/main">
              <a:ext uri="{FF2B5EF4-FFF2-40B4-BE49-F238E27FC236}">
                <a16:creationId xmlns:a16="http://schemas.microsoft.com/office/drawing/2014/main" id="{5C0C6275-5151-4F76-AEE3-38DC8762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268824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8" name="path-116">
            <a:extLst xmlns:a="http://schemas.openxmlformats.org/drawingml/2006/main">
              <a:ext uri="{FF2B5EF4-FFF2-40B4-BE49-F238E27FC236}">
                <a16:creationId xmlns:a16="http://schemas.microsoft.com/office/drawing/2014/main" id="{02B8438D-A3CD-4F86-9008-B727B95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3941" y="2734726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17">
            <a:extLst xmlns:a="http://schemas.openxmlformats.org/drawingml/2006/main">
              <a:ext uri="{FF2B5EF4-FFF2-40B4-BE49-F238E27FC236}">
                <a16:creationId xmlns:a16="http://schemas.microsoft.com/office/drawing/2014/main" id="{540D494C-79A7-4486-8047-135642AF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370" y="2827355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18">
            <a:extLst xmlns:a="http://schemas.openxmlformats.org/drawingml/2006/main">
              <a:ext uri="{FF2B5EF4-FFF2-40B4-BE49-F238E27FC236}">
                <a16:creationId xmlns:a16="http://schemas.microsoft.com/office/drawing/2014/main" id="{FDFCC460-284D-48AF-B1E5-74E41E81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31" y="2918930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19">
            <a:extLst xmlns:a="http://schemas.openxmlformats.org/drawingml/2006/main">
              <a:ext uri="{FF2B5EF4-FFF2-40B4-BE49-F238E27FC236}">
                <a16:creationId xmlns:a16="http://schemas.microsoft.com/office/drawing/2014/main" id="{44AFBE30-1CEA-4035-9E98-8F6D69D3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5299" y="2953871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20">
            <a:extLst xmlns:a="http://schemas.openxmlformats.org/drawingml/2006/main">
              <a:ext uri="{FF2B5EF4-FFF2-40B4-BE49-F238E27FC236}">
                <a16:creationId xmlns:a16="http://schemas.microsoft.com/office/drawing/2014/main" id="{A3C002EC-069E-4898-9F43-572E066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852" y="2902655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21">
            <a:extLst xmlns:a="http://schemas.openxmlformats.org/drawingml/2006/main">
              <a:ext uri="{FF2B5EF4-FFF2-40B4-BE49-F238E27FC236}">
                <a16:creationId xmlns:a16="http://schemas.microsoft.com/office/drawing/2014/main" id="{1379A461-D34D-46B2-9351-4756C6F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774" y="2682871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34" name="path-122">
            <a:extLst xmlns:a="http://schemas.openxmlformats.org/drawingml/2006/main">
              <a:ext uri="{FF2B5EF4-FFF2-40B4-BE49-F238E27FC236}">
                <a16:creationId xmlns:a16="http://schemas.microsoft.com/office/drawing/2014/main" id="{1C1A43DB-94AC-4FF6-B09B-1682A024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7032" y="2770883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23">
            <a:extLst xmlns:a="http://schemas.openxmlformats.org/drawingml/2006/main">
              <a:ext uri="{FF2B5EF4-FFF2-40B4-BE49-F238E27FC236}">
                <a16:creationId xmlns:a16="http://schemas.microsoft.com/office/drawing/2014/main" id="{BA1CA484-CF42-4595-A93C-C29DAE2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35" y="2866941"/>
            <a:ext cx="83546" cy="141300"/>
          </a:xfrm>
          <a:custGeom xmlns:a="http://schemas.openxmlformats.org/drawingml/2006/main">
            <a:pathLst>
              <a:path w="83546" h="141300">
                <a:moveTo>
                  <a:pt x="1517" y="30242"/>
                </a:moveTo>
                <a:lnTo>
                  <a:pt x="1517" y="11025"/>
                </a:lnTo>
                <a:cubicBezTo>
                  <a:pt x="9339" y="7316"/>
                  <a:pt x="16655" y="4552"/>
                  <a:pt x="23466" y="2731"/>
                </a:cubicBezTo>
                <a:cubicBezTo>
                  <a:pt x="30276" y="910"/>
                  <a:pt x="36851" y="0"/>
                  <a:pt x="43189" y="0"/>
                </a:cubicBezTo>
                <a:cubicBezTo>
                  <a:pt x="50809" y="0"/>
                  <a:pt x="57484" y="1180"/>
                  <a:pt x="63216" y="3540"/>
                </a:cubicBezTo>
                <a:cubicBezTo>
                  <a:pt x="68947" y="5900"/>
                  <a:pt x="73330" y="9289"/>
                  <a:pt x="76365" y="13705"/>
                </a:cubicBezTo>
                <a:cubicBezTo>
                  <a:pt x="79399" y="18122"/>
                  <a:pt x="80916" y="23398"/>
                  <a:pt x="80916" y="29534"/>
                </a:cubicBezTo>
                <a:cubicBezTo>
                  <a:pt x="80916" y="35266"/>
                  <a:pt x="79770" y="40306"/>
                  <a:pt x="77477" y="44656"/>
                </a:cubicBezTo>
                <a:cubicBezTo>
                  <a:pt x="75185" y="49005"/>
                  <a:pt x="71965" y="52798"/>
                  <a:pt x="67818" y="56035"/>
                </a:cubicBezTo>
                <a:cubicBezTo>
                  <a:pt x="63671" y="59271"/>
                  <a:pt x="58293" y="62440"/>
                  <a:pt x="51685" y="65542"/>
                </a:cubicBezTo>
                <a:lnTo>
                  <a:pt x="51685" y="66453"/>
                </a:lnTo>
                <a:cubicBezTo>
                  <a:pt x="55799" y="67194"/>
                  <a:pt x="59760" y="68459"/>
                  <a:pt x="63570" y="70245"/>
                </a:cubicBezTo>
                <a:cubicBezTo>
                  <a:pt x="67380" y="72032"/>
                  <a:pt x="70768" y="74342"/>
                  <a:pt x="73735" y="77174"/>
                </a:cubicBezTo>
                <a:cubicBezTo>
                  <a:pt x="76702" y="80006"/>
                  <a:pt x="79079" y="83394"/>
                  <a:pt x="80866" y="87339"/>
                </a:cubicBezTo>
                <a:cubicBezTo>
                  <a:pt x="82653" y="91284"/>
                  <a:pt x="83546" y="95785"/>
                  <a:pt x="83546" y="100842"/>
                </a:cubicBezTo>
                <a:cubicBezTo>
                  <a:pt x="83546" y="108664"/>
                  <a:pt x="81843" y="115609"/>
                  <a:pt x="78438" y="121678"/>
                </a:cubicBezTo>
                <a:cubicBezTo>
                  <a:pt x="75033" y="127747"/>
                  <a:pt x="69824" y="132534"/>
                  <a:pt x="62811" y="136041"/>
                </a:cubicBezTo>
                <a:cubicBezTo>
                  <a:pt x="55799" y="139547"/>
                  <a:pt x="47269" y="141300"/>
                  <a:pt x="37222" y="141300"/>
                </a:cubicBezTo>
                <a:cubicBezTo>
                  <a:pt x="31423" y="141300"/>
                  <a:pt x="25168" y="140643"/>
                  <a:pt x="18459" y="139328"/>
                </a:cubicBezTo>
                <a:cubicBezTo>
                  <a:pt x="11750" y="138013"/>
                  <a:pt x="5597" y="136277"/>
                  <a:pt x="0" y="134119"/>
                </a:cubicBezTo>
                <a:lnTo>
                  <a:pt x="0" y="112676"/>
                </a:lnTo>
                <a:lnTo>
                  <a:pt x="12137" y="112676"/>
                </a:lnTo>
                <a:cubicBezTo>
                  <a:pt x="14498" y="119689"/>
                  <a:pt x="17616" y="124780"/>
                  <a:pt x="21493" y="127949"/>
                </a:cubicBezTo>
                <a:cubicBezTo>
                  <a:pt x="25371" y="131118"/>
                  <a:pt x="30647" y="132703"/>
                  <a:pt x="37323" y="132703"/>
                </a:cubicBezTo>
                <a:cubicBezTo>
                  <a:pt x="46089" y="132703"/>
                  <a:pt x="52714" y="130309"/>
                  <a:pt x="57198" y="125521"/>
                </a:cubicBezTo>
                <a:cubicBezTo>
                  <a:pt x="61682" y="120734"/>
                  <a:pt x="63924" y="113654"/>
                  <a:pt x="63924" y="104281"/>
                </a:cubicBezTo>
                <a:cubicBezTo>
                  <a:pt x="63924" y="94436"/>
                  <a:pt x="60957" y="86918"/>
                  <a:pt x="55023" y="81725"/>
                </a:cubicBezTo>
                <a:cubicBezTo>
                  <a:pt x="49089" y="76533"/>
                  <a:pt x="40391" y="73937"/>
                  <a:pt x="28928" y="73937"/>
                </a:cubicBezTo>
                <a:lnTo>
                  <a:pt x="19825" y="73937"/>
                </a:lnTo>
                <a:lnTo>
                  <a:pt x="19825" y="65036"/>
                </a:lnTo>
                <a:cubicBezTo>
                  <a:pt x="28928" y="64497"/>
                  <a:pt x="36598" y="62744"/>
                  <a:pt x="42835" y="59777"/>
                </a:cubicBezTo>
                <a:cubicBezTo>
                  <a:pt x="49072" y="56810"/>
                  <a:pt x="53708" y="53000"/>
                  <a:pt x="56743" y="48348"/>
                </a:cubicBezTo>
                <a:cubicBezTo>
                  <a:pt x="59777" y="43695"/>
                  <a:pt x="61294" y="38469"/>
                  <a:pt x="61294" y="32670"/>
                </a:cubicBezTo>
                <a:cubicBezTo>
                  <a:pt x="61294" y="25185"/>
                  <a:pt x="59305" y="19420"/>
                  <a:pt x="55327" y="15374"/>
                </a:cubicBezTo>
                <a:cubicBezTo>
                  <a:pt x="51348" y="11328"/>
                  <a:pt x="45549" y="9305"/>
                  <a:pt x="37930" y="9305"/>
                </a:cubicBezTo>
                <a:cubicBezTo>
                  <a:pt x="31591" y="9305"/>
                  <a:pt x="26433" y="11025"/>
                  <a:pt x="22454" y="14464"/>
                </a:cubicBezTo>
                <a:cubicBezTo>
                  <a:pt x="18476" y="17903"/>
                  <a:pt x="15543" y="23162"/>
                  <a:pt x="13655" y="30242"/>
                </a:cubicBezTo>
                <a:lnTo>
                  <a:pt x="1517" y="3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24">
            <a:extLst xmlns:a="http://schemas.openxmlformats.org/drawingml/2006/main">
              <a:ext uri="{FF2B5EF4-FFF2-40B4-BE49-F238E27FC236}">
                <a16:creationId xmlns:a16="http://schemas.microsoft.com/office/drawing/2014/main" id="{392EF083-76EE-4E6D-B7B6-047510D6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128" y="268159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37" name="text-125 …">
            <a:extLst xmlns:a="http://schemas.openxmlformats.org/drawingml/2006/main">
              <a:ext uri="{FF2B5EF4-FFF2-40B4-BE49-F238E27FC236}">
                <a16:creationId xmlns:a16="http://schemas.microsoft.com/office/drawing/2014/main" id="{4456CBBF-7ADE-4E0D-BE0B-D4823B8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7850" y="2638928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138" name="text-126 Turn">
            <a:extLst xmlns:a="http://schemas.openxmlformats.org/drawingml/2006/main">
              <a:ext uri="{FF2B5EF4-FFF2-40B4-BE49-F238E27FC236}">
                <a16:creationId xmlns:a16="http://schemas.microsoft.com/office/drawing/2014/main" id="{FC9F75E8-8AE9-4A1D-AB06-F609E5B6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7439" y="4398299"/>
            <a:ext cx="537233" cy="367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139" name="text-127 -">
            <a:extLst xmlns:a="http://schemas.openxmlformats.org/drawingml/2006/main">
              <a:ext uri="{FF2B5EF4-FFF2-40B4-BE49-F238E27FC236}">
                <a16:creationId xmlns:a16="http://schemas.microsoft.com/office/drawing/2014/main" id="{C513296C-A97A-4062-8A92-475D64E3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337" y="4397013"/>
            <a:ext cx="128192" cy="3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40" name="text-128 level">
            <a:extLst xmlns:a="http://schemas.openxmlformats.org/drawingml/2006/main">
              <a:ext uri="{FF2B5EF4-FFF2-40B4-BE49-F238E27FC236}">
                <a16:creationId xmlns:a16="http://schemas.microsoft.com/office/drawing/2014/main" id="{045C97DA-99C4-4D7D-9D4A-C3A8C82B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7371" y="4395959"/>
            <a:ext cx="559816" cy="370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141" name="text-129 trace">
            <a:extLst xmlns:a="http://schemas.openxmlformats.org/drawingml/2006/main">
              <a:ext uri="{FF2B5EF4-FFF2-40B4-BE49-F238E27FC236}">
                <a16:creationId xmlns:a16="http://schemas.microsoft.com/office/drawing/2014/main" id="{E65DC656-558F-4973-B950-A67AF75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2032" y="4718455"/>
            <a:ext cx="605770" cy="36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142" name="text-130 cost">
            <a:extLst xmlns:a="http://schemas.openxmlformats.org/drawingml/2006/main">
              <a:ext uri="{FF2B5EF4-FFF2-40B4-BE49-F238E27FC236}">
                <a16:creationId xmlns:a16="http://schemas.microsoft.com/office/drawing/2014/main" id="{B77762AA-5C59-4659-B605-518CD69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9137" y="4718411"/>
            <a:ext cx="483941" cy="368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E85D682-EFF4-4F0D-9415-60F17C220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ce8518d6f4c0e"/>
          <a:stretch xmlns:a="http://schemas.openxmlformats.org/drawingml/2006/main"/>
        </p:blipFill>
        <p:spPr>
          <a:xfrm xmlns:a="http://schemas.openxmlformats.org/drawingml/2006/main">
            <a:off x="11085392" y="3911957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44" name="path-132">
            <a:extLst xmlns:a="http://schemas.openxmlformats.org/drawingml/2006/main">
              <a:ext uri="{FF2B5EF4-FFF2-40B4-BE49-F238E27FC236}">
                <a16:creationId xmlns:a16="http://schemas.microsoft.com/office/drawing/2014/main" id="{FEC2F1C2-7547-4E82-9816-C0F6C140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987" y="3917872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45" name="path-133">
            <a:extLst xmlns:a="http://schemas.openxmlformats.org/drawingml/2006/main">
              <a:ext uri="{FF2B5EF4-FFF2-40B4-BE49-F238E27FC236}">
                <a16:creationId xmlns:a16="http://schemas.microsoft.com/office/drawing/2014/main" id="{45EF9AF4-3A17-4BCE-A3EA-D0E6D3DB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798" y="3971846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34">
            <a:extLst xmlns:a="http://schemas.openxmlformats.org/drawingml/2006/main">
              <a:ext uri="{FF2B5EF4-FFF2-40B4-BE49-F238E27FC236}">
                <a16:creationId xmlns:a16="http://schemas.microsoft.com/office/drawing/2014/main" id="{3B83C1EC-1498-47DD-80BE-91B4AD9D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190" y="4077490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35">
            <a:extLst xmlns:a="http://schemas.openxmlformats.org/drawingml/2006/main">
              <a:ext uri="{FF2B5EF4-FFF2-40B4-BE49-F238E27FC236}">
                <a16:creationId xmlns:a16="http://schemas.microsoft.com/office/drawing/2014/main" id="{A52B9711-1D6C-4D3D-AE00-7761ED5A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211" y="4154152"/>
            <a:ext cx="90755" cy="128455"/>
          </a:xfrm>
          <a:custGeom xmlns:a="http://schemas.openxmlformats.org/drawingml/2006/main">
            <a:pathLst>
              <a:path w="90755" h="128455">
                <a:moveTo>
                  <a:pt x="44228" y="128455"/>
                </a:moveTo>
                <a:cubicBezTo>
                  <a:pt x="29148" y="128455"/>
                  <a:pt x="18007" y="123229"/>
                  <a:pt x="10804" y="112777"/>
                </a:cubicBezTo>
                <a:cubicBezTo>
                  <a:pt x="3601" y="102325"/>
                  <a:pt x="0" y="86525"/>
                  <a:pt x="0" y="65377"/>
                </a:cubicBezTo>
                <a:cubicBezTo>
                  <a:pt x="0" y="44167"/>
                  <a:pt x="4015" y="27968"/>
                  <a:pt x="12045" y="16781"/>
                </a:cubicBezTo>
                <a:cubicBezTo>
                  <a:pt x="20076" y="5594"/>
                  <a:pt x="31355" y="0"/>
                  <a:pt x="45883" y="0"/>
                </a:cubicBezTo>
                <a:cubicBezTo>
                  <a:pt x="60963" y="0"/>
                  <a:pt x="72212" y="5134"/>
                  <a:pt x="79629" y="15402"/>
                </a:cubicBezTo>
                <a:cubicBezTo>
                  <a:pt x="87046" y="25669"/>
                  <a:pt x="90755" y="41378"/>
                  <a:pt x="90755" y="62526"/>
                </a:cubicBezTo>
                <a:cubicBezTo>
                  <a:pt x="90755" y="84227"/>
                  <a:pt x="86816" y="100640"/>
                  <a:pt x="78939" y="111766"/>
                </a:cubicBezTo>
                <a:cubicBezTo>
                  <a:pt x="71062" y="122892"/>
                  <a:pt x="59492" y="128455"/>
                  <a:pt x="44228" y="128455"/>
                </a:cubicBezTo>
                <a:moveTo>
                  <a:pt x="27953" y="62710"/>
                </a:moveTo>
                <a:cubicBezTo>
                  <a:pt x="27953" y="76196"/>
                  <a:pt x="28551" y="86924"/>
                  <a:pt x="29746" y="94893"/>
                </a:cubicBezTo>
                <a:cubicBezTo>
                  <a:pt x="30941" y="102862"/>
                  <a:pt x="32826" y="108731"/>
                  <a:pt x="35401" y="112501"/>
                </a:cubicBezTo>
                <a:cubicBezTo>
                  <a:pt x="37976" y="116271"/>
                  <a:pt x="41408" y="118156"/>
                  <a:pt x="45699" y="118156"/>
                </a:cubicBezTo>
                <a:cubicBezTo>
                  <a:pt x="48029" y="118156"/>
                  <a:pt x="50067" y="117589"/>
                  <a:pt x="51814" y="116455"/>
                </a:cubicBezTo>
                <a:cubicBezTo>
                  <a:pt x="53561" y="115321"/>
                  <a:pt x="55124" y="113543"/>
                  <a:pt x="56504" y="111122"/>
                </a:cubicBezTo>
                <a:cubicBezTo>
                  <a:pt x="57883" y="108701"/>
                  <a:pt x="59063" y="105482"/>
                  <a:pt x="60044" y="101467"/>
                </a:cubicBezTo>
                <a:cubicBezTo>
                  <a:pt x="61024" y="97452"/>
                  <a:pt x="61729" y="92456"/>
                  <a:pt x="62158" y="86479"/>
                </a:cubicBezTo>
                <a:cubicBezTo>
                  <a:pt x="62588" y="80503"/>
                  <a:pt x="62802" y="73836"/>
                  <a:pt x="62802" y="66480"/>
                </a:cubicBezTo>
                <a:cubicBezTo>
                  <a:pt x="62802" y="55507"/>
                  <a:pt x="62388" y="46282"/>
                  <a:pt x="61561" y="38803"/>
                </a:cubicBezTo>
                <a:cubicBezTo>
                  <a:pt x="60733" y="31324"/>
                  <a:pt x="59553" y="25562"/>
                  <a:pt x="58021" y="21516"/>
                </a:cubicBezTo>
                <a:cubicBezTo>
                  <a:pt x="56488" y="17471"/>
                  <a:pt x="54680" y="14589"/>
                  <a:pt x="52596" y="12873"/>
                </a:cubicBezTo>
                <a:cubicBezTo>
                  <a:pt x="50511" y="11157"/>
                  <a:pt x="48090" y="10298"/>
                  <a:pt x="45332" y="10298"/>
                </a:cubicBezTo>
                <a:cubicBezTo>
                  <a:pt x="40979" y="10298"/>
                  <a:pt x="37546" y="12214"/>
                  <a:pt x="35033" y="16045"/>
                </a:cubicBezTo>
                <a:cubicBezTo>
                  <a:pt x="32520" y="19877"/>
                  <a:pt x="30711" y="25578"/>
                  <a:pt x="29608" y="33148"/>
                </a:cubicBezTo>
                <a:cubicBezTo>
                  <a:pt x="28505" y="40719"/>
                  <a:pt x="27953" y="50573"/>
                  <a:pt x="27953" y="62710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36">
            <a:extLst xmlns:a="http://schemas.openxmlformats.org/drawingml/2006/main">
              <a:ext uri="{FF2B5EF4-FFF2-40B4-BE49-F238E27FC236}">
                <a16:creationId xmlns:a16="http://schemas.microsoft.com/office/drawing/2014/main" id="{99701942-AAED-46EF-8140-EBAF0A5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231" y="3910697"/>
            <a:ext cx="640565" cy="395016"/>
          </a:xfrm>
          <a:custGeom xmlns:a="http://schemas.openxmlformats.org/drawingml/2006/main">
            <a:pathLst>
              <a:path w="640565" h="395016">
                <a:moveTo>
                  <a:pt x="0" y="65839"/>
                </a:moveTo>
                <a:cubicBezTo>
                  <a:pt x="0" y="29477"/>
                  <a:pt x="29475" y="0"/>
                  <a:pt x="65837" y="0"/>
                </a:cubicBezTo>
                <a:lnTo>
                  <a:pt x="574728" y="0"/>
                </a:lnTo>
                <a:cubicBezTo>
                  <a:pt x="611087" y="0"/>
                  <a:pt x="640565" y="29477"/>
                  <a:pt x="640565" y="65839"/>
                </a:cubicBezTo>
                <a:lnTo>
                  <a:pt x="640565" y="329180"/>
                </a:lnTo>
                <a:cubicBezTo>
                  <a:pt x="640565" y="365539"/>
                  <a:pt x="611087" y="395016"/>
                  <a:pt x="574728" y="395016"/>
                </a:cubicBezTo>
                <a:lnTo>
                  <a:pt x="65837" y="395016"/>
                </a:lnTo>
                <a:cubicBezTo>
                  <a:pt x="29475" y="395016"/>
                  <a:pt x="0" y="365539"/>
                  <a:pt x="0" y="329180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37">
            <a:extLst xmlns:a="http://schemas.openxmlformats.org/drawingml/2006/main">
              <a:ext uri="{FF2B5EF4-FFF2-40B4-BE49-F238E27FC236}">
                <a16:creationId xmlns:a16="http://schemas.microsoft.com/office/drawing/2014/main" id="{7DCFC023-68E2-404B-95A5-D0DA621F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231" y="3910697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150" name="path-138">
            <a:extLst xmlns:a="http://schemas.openxmlformats.org/drawingml/2006/main">
              <a:ext uri="{FF2B5EF4-FFF2-40B4-BE49-F238E27FC236}">
                <a16:creationId xmlns:a16="http://schemas.microsoft.com/office/drawing/2014/main" id="{3459A4FA-F78D-4190-823D-640C056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609" y="3962807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39">
            <a:extLst xmlns:a="http://schemas.openxmlformats.org/drawingml/2006/main">
              <a:ext uri="{FF2B5EF4-FFF2-40B4-BE49-F238E27FC236}">
                <a16:creationId xmlns:a16="http://schemas.microsoft.com/office/drawing/2014/main" id="{095681B9-62CF-40E2-A0FD-4BC9B5F7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4" y="4063931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40">
            <a:extLst xmlns:a="http://schemas.openxmlformats.org/drawingml/2006/main">
              <a:ext uri="{FF2B5EF4-FFF2-40B4-BE49-F238E27FC236}">
                <a16:creationId xmlns:a16="http://schemas.microsoft.com/office/drawing/2014/main" id="{3C98000F-B93B-462F-AE8F-3FD32AE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162" y="4140593"/>
            <a:ext cx="84870" cy="126983"/>
          </a:xfrm>
          <a:custGeom xmlns:a="http://schemas.openxmlformats.org/drawingml/2006/main">
            <a:pathLst>
              <a:path w="84870" h="126983">
                <a:moveTo>
                  <a:pt x="59216" y="101329"/>
                </a:moveTo>
                <a:cubicBezTo>
                  <a:pt x="59216" y="104885"/>
                  <a:pt x="59415" y="107567"/>
                  <a:pt x="59814" y="109375"/>
                </a:cubicBezTo>
                <a:cubicBezTo>
                  <a:pt x="60212" y="111183"/>
                  <a:pt x="60917" y="112655"/>
                  <a:pt x="61929" y="113789"/>
                </a:cubicBezTo>
                <a:cubicBezTo>
                  <a:pt x="62940" y="114923"/>
                  <a:pt x="64396" y="115811"/>
                  <a:pt x="66296" y="116455"/>
                </a:cubicBezTo>
                <a:cubicBezTo>
                  <a:pt x="68197" y="117099"/>
                  <a:pt x="70587" y="117589"/>
                  <a:pt x="73468" y="117926"/>
                </a:cubicBezTo>
                <a:cubicBezTo>
                  <a:pt x="76349" y="118264"/>
                  <a:pt x="80150" y="118493"/>
                  <a:pt x="84870" y="118616"/>
                </a:cubicBezTo>
                <a:lnTo>
                  <a:pt x="84870" y="126983"/>
                </a:lnTo>
                <a:lnTo>
                  <a:pt x="5517" y="126983"/>
                </a:lnTo>
                <a:lnTo>
                  <a:pt x="5517" y="118616"/>
                </a:lnTo>
                <a:cubicBezTo>
                  <a:pt x="12321" y="118309"/>
                  <a:pt x="17179" y="117896"/>
                  <a:pt x="20091" y="117375"/>
                </a:cubicBezTo>
                <a:cubicBezTo>
                  <a:pt x="23003" y="116854"/>
                  <a:pt x="25225" y="116072"/>
                  <a:pt x="26758" y="115030"/>
                </a:cubicBezTo>
                <a:cubicBezTo>
                  <a:pt x="28290" y="113988"/>
                  <a:pt x="29409" y="112517"/>
                  <a:pt x="30114" y="110616"/>
                </a:cubicBezTo>
                <a:cubicBezTo>
                  <a:pt x="30819" y="108716"/>
                  <a:pt x="31171" y="105620"/>
                  <a:pt x="31171" y="101329"/>
                </a:cubicBezTo>
                <a:lnTo>
                  <a:pt x="31171" y="34849"/>
                </a:lnTo>
                <a:cubicBezTo>
                  <a:pt x="31171" y="32336"/>
                  <a:pt x="30696" y="30528"/>
                  <a:pt x="29746" y="29424"/>
                </a:cubicBezTo>
                <a:cubicBezTo>
                  <a:pt x="28796" y="28321"/>
                  <a:pt x="27493" y="27769"/>
                  <a:pt x="25838" y="27769"/>
                </a:cubicBezTo>
                <a:cubicBezTo>
                  <a:pt x="24306" y="27769"/>
                  <a:pt x="22145" y="28474"/>
                  <a:pt x="19356" y="29884"/>
                </a:cubicBezTo>
                <a:cubicBezTo>
                  <a:pt x="16566" y="31294"/>
                  <a:pt x="11984" y="34175"/>
                  <a:pt x="5609" y="38527"/>
                </a:cubicBezTo>
                <a:lnTo>
                  <a:pt x="0" y="28780"/>
                </a:lnTo>
                <a:lnTo>
                  <a:pt x="47998" y="0"/>
                </a:lnTo>
                <a:lnTo>
                  <a:pt x="59768" y="0"/>
                </a:lnTo>
                <a:cubicBezTo>
                  <a:pt x="59400" y="5885"/>
                  <a:pt x="59216" y="14038"/>
                  <a:pt x="59216" y="24459"/>
                </a:cubicBezTo>
                <a:lnTo>
                  <a:pt x="59216" y="10132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2B621E6-0D94-49C5-8287-70D212BA4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c3314b12b4f8f"/>
          <a:stretch xmlns:a="http://schemas.openxmlformats.org/drawingml/2006/main"/>
        </p:blipFill>
        <p:spPr>
          <a:xfrm xmlns:a="http://schemas.openxmlformats.org/drawingml/2006/main">
            <a:off x="12618917" y="3911957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54" name="path-142">
            <a:extLst xmlns:a="http://schemas.openxmlformats.org/drawingml/2006/main">
              <a:ext uri="{FF2B5EF4-FFF2-40B4-BE49-F238E27FC236}">
                <a16:creationId xmlns:a16="http://schemas.microsoft.com/office/drawing/2014/main" id="{DD667A2B-CE37-473E-8583-05E7605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34" y="3917620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55" name="path-143">
            <a:extLst xmlns:a="http://schemas.openxmlformats.org/drawingml/2006/main">
              <a:ext uri="{FF2B5EF4-FFF2-40B4-BE49-F238E27FC236}">
                <a16:creationId xmlns:a16="http://schemas.microsoft.com/office/drawing/2014/main" id="{480EBE29-6D7B-46F9-9131-3BAEA04E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615" y="3967326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4">
            <a:extLst xmlns:a="http://schemas.openxmlformats.org/drawingml/2006/main">
              <a:ext uri="{FF2B5EF4-FFF2-40B4-BE49-F238E27FC236}">
                <a16:creationId xmlns:a16="http://schemas.microsoft.com/office/drawing/2014/main" id="{3D6562AF-5A96-4DDA-828E-9D109D2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1009" y="4068451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45">
            <a:extLst xmlns:a="http://schemas.openxmlformats.org/drawingml/2006/main">
              <a:ext uri="{FF2B5EF4-FFF2-40B4-BE49-F238E27FC236}">
                <a16:creationId xmlns:a16="http://schemas.microsoft.com/office/drawing/2014/main" id="{351C8DC3-7865-41D6-9C80-B868644C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570" y="4145112"/>
            <a:ext cx="86341" cy="126983"/>
          </a:xfrm>
          <a:custGeom xmlns:a="http://schemas.openxmlformats.org/drawingml/2006/main">
            <a:pathLst>
              <a:path w="86341" h="126983">
                <a:moveTo>
                  <a:pt x="59400" y="104456"/>
                </a:moveTo>
                <a:cubicBezTo>
                  <a:pt x="63384" y="104456"/>
                  <a:pt x="66358" y="104164"/>
                  <a:pt x="68319" y="103582"/>
                </a:cubicBezTo>
                <a:cubicBezTo>
                  <a:pt x="70281" y="103000"/>
                  <a:pt x="71829" y="101988"/>
                  <a:pt x="72963" y="100548"/>
                </a:cubicBezTo>
                <a:cubicBezTo>
                  <a:pt x="74097" y="99107"/>
                  <a:pt x="75032" y="96946"/>
                  <a:pt x="75767" y="94065"/>
                </a:cubicBezTo>
                <a:lnTo>
                  <a:pt x="86341" y="94065"/>
                </a:lnTo>
                <a:lnTo>
                  <a:pt x="84227" y="126983"/>
                </a:lnTo>
                <a:lnTo>
                  <a:pt x="0" y="126983"/>
                </a:lnTo>
                <a:lnTo>
                  <a:pt x="0" y="120915"/>
                </a:lnTo>
                <a:cubicBezTo>
                  <a:pt x="4720" y="110065"/>
                  <a:pt x="14375" y="96088"/>
                  <a:pt x="28964" y="78985"/>
                </a:cubicBezTo>
                <a:cubicBezTo>
                  <a:pt x="35585" y="71200"/>
                  <a:pt x="40627" y="64794"/>
                  <a:pt x="44090" y="59768"/>
                </a:cubicBezTo>
                <a:cubicBezTo>
                  <a:pt x="47554" y="54741"/>
                  <a:pt x="50144" y="49990"/>
                  <a:pt x="51860" y="45515"/>
                </a:cubicBezTo>
                <a:cubicBezTo>
                  <a:pt x="53576" y="41041"/>
                  <a:pt x="54435" y="36412"/>
                  <a:pt x="54435" y="31631"/>
                </a:cubicBezTo>
                <a:cubicBezTo>
                  <a:pt x="54435" y="24888"/>
                  <a:pt x="52933" y="19601"/>
                  <a:pt x="49929" y="15769"/>
                </a:cubicBezTo>
                <a:cubicBezTo>
                  <a:pt x="46925" y="11938"/>
                  <a:pt x="42818" y="10023"/>
                  <a:pt x="37608" y="10023"/>
                </a:cubicBezTo>
                <a:cubicBezTo>
                  <a:pt x="27616" y="10023"/>
                  <a:pt x="21210" y="17225"/>
                  <a:pt x="18390" y="31631"/>
                </a:cubicBezTo>
                <a:lnTo>
                  <a:pt x="1839" y="31631"/>
                </a:lnTo>
                <a:lnTo>
                  <a:pt x="1839" y="9931"/>
                </a:lnTo>
                <a:cubicBezTo>
                  <a:pt x="11831" y="5885"/>
                  <a:pt x="19892" y="3218"/>
                  <a:pt x="26022" y="1931"/>
                </a:cubicBezTo>
                <a:cubicBezTo>
                  <a:pt x="32152" y="644"/>
                  <a:pt x="38619" y="0"/>
                  <a:pt x="45423" y="0"/>
                </a:cubicBezTo>
                <a:cubicBezTo>
                  <a:pt x="54435" y="0"/>
                  <a:pt x="61791" y="1211"/>
                  <a:pt x="67492" y="3632"/>
                </a:cubicBezTo>
                <a:cubicBezTo>
                  <a:pt x="73192" y="6053"/>
                  <a:pt x="77315" y="9333"/>
                  <a:pt x="79859" y="13471"/>
                </a:cubicBezTo>
                <a:cubicBezTo>
                  <a:pt x="82403" y="17608"/>
                  <a:pt x="83675" y="22436"/>
                  <a:pt x="83675" y="27953"/>
                </a:cubicBezTo>
                <a:cubicBezTo>
                  <a:pt x="83675" y="32796"/>
                  <a:pt x="82771" y="37301"/>
                  <a:pt x="80962" y="41470"/>
                </a:cubicBezTo>
                <a:cubicBezTo>
                  <a:pt x="79154" y="45638"/>
                  <a:pt x="76028" y="50389"/>
                  <a:pt x="71583" y="55722"/>
                </a:cubicBezTo>
                <a:cubicBezTo>
                  <a:pt x="67139" y="61055"/>
                  <a:pt x="59645" y="68687"/>
                  <a:pt x="49101" y="78618"/>
                </a:cubicBezTo>
                <a:cubicBezTo>
                  <a:pt x="45853" y="81683"/>
                  <a:pt x="41975" y="85713"/>
                  <a:pt x="37470" y="90709"/>
                </a:cubicBezTo>
                <a:cubicBezTo>
                  <a:pt x="32964" y="95705"/>
                  <a:pt x="29393" y="99981"/>
                  <a:pt x="26758" y="103536"/>
                </a:cubicBezTo>
                <a:lnTo>
                  <a:pt x="26758" y="104456"/>
                </a:lnTo>
                <a:lnTo>
                  <a:pt x="59400" y="104456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46">
            <a:extLst xmlns:a="http://schemas.openxmlformats.org/drawingml/2006/main">
              <a:ext uri="{FF2B5EF4-FFF2-40B4-BE49-F238E27FC236}">
                <a16:creationId xmlns:a16="http://schemas.microsoft.com/office/drawing/2014/main" id="{A9C2E570-2738-43CA-B0C4-BD2580B5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78" y="3910447"/>
            <a:ext cx="640564" cy="395015"/>
          </a:xfrm>
          <a:custGeom xmlns:a="http://schemas.openxmlformats.org/drawingml/2006/main">
            <a:pathLst>
              <a:path w="640564" h="395015">
                <a:moveTo>
                  <a:pt x="0" y="65837"/>
                </a:moveTo>
                <a:cubicBezTo>
                  <a:pt x="0" y="29477"/>
                  <a:pt x="29474" y="0"/>
                  <a:pt x="65837" y="0"/>
                </a:cubicBezTo>
                <a:lnTo>
                  <a:pt x="574727" y="0"/>
                </a:lnTo>
                <a:cubicBezTo>
                  <a:pt x="611087" y="0"/>
                  <a:pt x="640564" y="29477"/>
                  <a:pt x="640564" y="65837"/>
                </a:cubicBezTo>
                <a:lnTo>
                  <a:pt x="640564" y="329177"/>
                </a:lnTo>
                <a:cubicBezTo>
                  <a:pt x="640564" y="365539"/>
                  <a:pt x="611087" y="395015"/>
                  <a:pt x="574727" y="395015"/>
                </a:cubicBezTo>
                <a:lnTo>
                  <a:pt x="65837" y="395015"/>
                </a:lnTo>
                <a:cubicBezTo>
                  <a:pt x="29474" y="395015"/>
                  <a:pt x="0" y="365539"/>
                  <a:pt x="0" y="329177"/>
                </a:cubicBezTo>
                <a:lnTo>
                  <a:pt x="0" y="65837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47">
            <a:extLst xmlns:a="http://schemas.openxmlformats.org/drawingml/2006/main">
              <a:ext uri="{FF2B5EF4-FFF2-40B4-BE49-F238E27FC236}">
                <a16:creationId xmlns:a16="http://schemas.microsoft.com/office/drawing/2014/main" id="{ADE0CFF9-8CA6-46A8-A41B-D3CB56F0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78" y="3910447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160" name="path-148">
            <a:extLst xmlns:a="http://schemas.openxmlformats.org/drawingml/2006/main">
              <a:ext uri="{FF2B5EF4-FFF2-40B4-BE49-F238E27FC236}">
                <a16:creationId xmlns:a16="http://schemas.microsoft.com/office/drawing/2014/main" id="{0679F222-DF9D-4AD4-9F8D-AED38A9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057" y="3958288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49">
            <a:extLst xmlns:a="http://schemas.openxmlformats.org/drawingml/2006/main">
              <a:ext uri="{FF2B5EF4-FFF2-40B4-BE49-F238E27FC236}">
                <a16:creationId xmlns:a16="http://schemas.microsoft.com/office/drawing/2014/main" id="{794C07F3-58DA-4015-A475-58DF26D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452" y="4063931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0">
            <a:extLst xmlns:a="http://schemas.openxmlformats.org/drawingml/2006/main">
              <a:ext uri="{FF2B5EF4-FFF2-40B4-BE49-F238E27FC236}">
                <a16:creationId xmlns:a16="http://schemas.microsoft.com/office/drawing/2014/main" id="{78242C0C-8FA7-46C3-BF94-D00709F0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759" y="4140593"/>
            <a:ext cx="84502" cy="128455"/>
          </a:xfrm>
          <a:custGeom xmlns:a="http://schemas.openxmlformats.org/drawingml/2006/main">
            <a:pathLst>
              <a:path w="84502" h="128455">
                <a:moveTo>
                  <a:pt x="1747" y="31723"/>
                </a:moveTo>
                <a:lnTo>
                  <a:pt x="1747" y="9931"/>
                </a:lnTo>
                <a:cubicBezTo>
                  <a:pt x="17256" y="3310"/>
                  <a:pt x="31324" y="0"/>
                  <a:pt x="43952" y="0"/>
                </a:cubicBezTo>
                <a:cubicBezTo>
                  <a:pt x="55538" y="0"/>
                  <a:pt x="64794" y="2360"/>
                  <a:pt x="71721" y="7080"/>
                </a:cubicBezTo>
                <a:cubicBezTo>
                  <a:pt x="78648" y="11800"/>
                  <a:pt x="82112" y="18390"/>
                  <a:pt x="82112" y="26850"/>
                </a:cubicBezTo>
                <a:cubicBezTo>
                  <a:pt x="82112" y="33960"/>
                  <a:pt x="80073" y="40090"/>
                  <a:pt x="75997" y="45240"/>
                </a:cubicBezTo>
                <a:cubicBezTo>
                  <a:pt x="71921" y="50389"/>
                  <a:pt x="65101" y="55170"/>
                  <a:pt x="55538" y="59584"/>
                </a:cubicBezTo>
                <a:lnTo>
                  <a:pt x="55538" y="60411"/>
                </a:lnTo>
                <a:cubicBezTo>
                  <a:pt x="64488" y="62066"/>
                  <a:pt x="71553" y="65653"/>
                  <a:pt x="76733" y="71170"/>
                </a:cubicBezTo>
                <a:cubicBezTo>
                  <a:pt x="81912" y="76687"/>
                  <a:pt x="84502" y="83522"/>
                  <a:pt x="84502" y="91675"/>
                </a:cubicBezTo>
                <a:cubicBezTo>
                  <a:pt x="84502" y="98785"/>
                  <a:pt x="82771" y="105115"/>
                  <a:pt x="79307" y="110662"/>
                </a:cubicBezTo>
                <a:cubicBezTo>
                  <a:pt x="75844" y="116210"/>
                  <a:pt x="70587" y="120562"/>
                  <a:pt x="63538" y="123719"/>
                </a:cubicBezTo>
                <a:cubicBezTo>
                  <a:pt x="56488" y="126876"/>
                  <a:pt x="47937" y="128455"/>
                  <a:pt x="37884" y="128455"/>
                </a:cubicBezTo>
                <a:cubicBezTo>
                  <a:pt x="30957" y="128455"/>
                  <a:pt x="24152" y="127826"/>
                  <a:pt x="17471" y="126570"/>
                </a:cubicBezTo>
                <a:cubicBezTo>
                  <a:pt x="10789" y="125313"/>
                  <a:pt x="4965" y="123551"/>
                  <a:pt x="0" y="121283"/>
                </a:cubicBezTo>
                <a:lnTo>
                  <a:pt x="0" y="98203"/>
                </a:lnTo>
                <a:lnTo>
                  <a:pt x="16551" y="98203"/>
                </a:lnTo>
                <a:cubicBezTo>
                  <a:pt x="18329" y="105191"/>
                  <a:pt x="20842" y="110264"/>
                  <a:pt x="24091" y="113421"/>
                </a:cubicBezTo>
                <a:cubicBezTo>
                  <a:pt x="27340" y="116578"/>
                  <a:pt x="31600" y="118156"/>
                  <a:pt x="36872" y="118156"/>
                </a:cubicBezTo>
                <a:cubicBezTo>
                  <a:pt x="49868" y="118156"/>
                  <a:pt x="56366" y="110126"/>
                  <a:pt x="56366" y="94065"/>
                </a:cubicBezTo>
                <a:cubicBezTo>
                  <a:pt x="56366" y="85422"/>
                  <a:pt x="54082" y="78985"/>
                  <a:pt x="49515" y="74756"/>
                </a:cubicBezTo>
                <a:cubicBezTo>
                  <a:pt x="44948" y="70526"/>
                  <a:pt x="38006" y="68411"/>
                  <a:pt x="28689" y="68411"/>
                </a:cubicBezTo>
                <a:lnTo>
                  <a:pt x="21424" y="68411"/>
                </a:lnTo>
                <a:lnTo>
                  <a:pt x="21424" y="57929"/>
                </a:lnTo>
                <a:cubicBezTo>
                  <a:pt x="32091" y="57500"/>
                  <a:pt x="40182" y="55002"/>
                  <a:pt x="45699" y="50435"/>
                </a:cubicBezTo>
                <a:cubicBezTo>
                  <a:pt x="51216" y="45868"/>
                  <a:pt x="53975" y="39263"/>
                  <a:pt x="53975" y="30619"/>
                </a:cubicBezTo>
                <a:cubicBezTo>
                  <a:pt x="53975" y="23815"/>
                  <a:pt x="52596" y="18681"/>
                  <a:pt x="49837" y="15218"/>
                </a:cubicBezTo>
                <a:cubicBezTo>
                  <a:pt x="47079" y="11754"/>
                  <a:pt x="43063" y="10023"/>
                  <a:pt x="37792" y="10023"/>
                </a:cubicBezTo>
                <a:cubicBezTo>
                  <a:pt x="32642" y="10023"/>
                  <a:pt x="28413" y="11862"/>
                  <a:pt x="25102" y="15540"/>
                </a:cubicBezTo>
                <a:cubicBezTo>
                  <a:pt x="21792" y="19218"/>
                  <a:pt x="19524" y="24612"/>
                  <a:pt x="18298" y="31723"/>
                </a:cubicBezTo>
                <a:lnTo>
                  <a:pt x="1747" y="31723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text-151 …">
            <a:extLst xmlns:a="http://schemas.openxmlformats.org/drawingml/2006/main">
              <a:ext uri="{FF2B5EF4-FFF2-40B4-BE49-F238E27FC236}">
                <a16:creationId xmlns:a16="http://schemas.microsoft.com/office/drawing/2014/main" id="{F63935E1-DE6C-44F9-A0F6-DD852ACB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0547" y="3850166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3CF53EF-6047-4A82-8DD5-6061F5F4C7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a8e0d85b54100"/>
          <a:stretch xmlns:a="http://schemas.openxmlformats.org/drawingml/2006/main"/>
        </p:blipFill>
        <p:spPr>
          <a:xfrm xmlns:a="http://schemas.openxmlformats.org/drawingml/2006/main">
            <a:off x="14342942" y="3902432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65" name="path-153">
            <a:extLst xmlns:a="http://schemas.openxmlformats.org/drawingml/2006/main">
              <a:ext uri="{FF2B5EF4-FFF2-40B4-BE49-F238E27FC236}">
                <a16:creationId xmlns:a16="http://schemas.microsoft.com/office/drawing/2014/main" id="{BED55838-70EB-41DA-878E-732FDF10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471" y="3911446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8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66" name="path-154">
            <a:extLst xmlns:a="http://schemas.openxmlformats.org/drawingml/2006/main">
              <a:ext uri="{FF2B5EF4-FFF2-40B4-BE49-F238E27FC236}">
                <a16:creationId xmlns:a16="http://schemas.microsoft.com/office/drawing/2014/main" id="{465C0A7C-04B9-4158-93B2-EBA6001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868" y="3955265"/>
            <a:ext cx="179303" cy="163166"/>
          </a:xfrm>
          <a:custGeom xmlns:a="http://schemas.openxmlformats.org/drawingml/2006/main">
            <a:pathLst>
              <a:path w="179303" h="163166">
                <a:moveTo>
                  <a:pt x="139737" y="130891"/>
                </a:moveTo>
                <a:cubicBezTo>
                  <a:pt x="139179" y="133441"/>
                  <a:pt x="138781" y="135653"/>
                  <a:pt x="138542" y="137526"/>
                </a:cubicBezTo>
                <a:cubicBezTo>
                  <a:pt x="138303" y="139398"/>
                  <a:pt x="138183" y="141849"/>
                  <a:pt x="138183" y="144877"/>
                </a:cubicBezTo>
                <a:cubicBezTo>
                  <a:pt x="138183" y="148224"/>
                  <a:pt x="138960" y="150674"/>
                  <a:pt x="140514" y="152228"/>
                </a:cubicBezTo>
                <a:cubicBezTo>
                  <a:pt x="142068" y="153782"/>
                  <a:pt x="144598" y="154798"/>
                  <a:pt x="148104" y="155277"/>
                </a:cubicBezTo>
                <a:lnTo>
                  <a:pt x="146431" y="163166"/>
                </a:lnTo>
                <a:lnTo>
                  <a:pt x="86305" y="163166"/>
                </a:lnTo>
                <a:lnTo>
                  <a:pt x="87978" y="155277"/>
                </a:lnTo>
                <a:cubicBezTo>
                  <a:pt x="92520" y="154002"/>
                  <a:pt x="95867" y="151770"/>
                  <a:pt x="98019" y="148583"/>
                </a:cubicBezTo>
                <a:cubicBezTo>
                  <a:pt x="100171" y="145395"/>
                  <a:pt x="102203" y="139498"/>
                  <a:pt x="104115" y="130891"/>
                </a:cubicBezTo>
                <a:lnTo>
                  <a:pt x="114156" y="85229"/>
                </a:lnTo>
                <a:lnTo>
                  <a:pt x="63473" y="85229"/>
                </a:lnTo>
                <a:lnTo>
                  <a:pt x="53432" y="130891"/>
                </a:lnTo>
                <a:cubicBezTo>
                  <a:pt x="52875" y="133521"/>
                  <a:pt x="52476" y="135752"/>
                  <a:pt x="52237" y="137585"/>
                </a:cubicBezTo>
                <a:cubicBezTo>
                  <a:pt x="51998" y="139418"/>
                  <a:pt x="51878" y="141849"/>
                  <a:pt x="51878" y="144877"/>
                </a:cubicBezTo>
                <a:cubicBezTo>
                  <a:pt x="51878" y="148224"/>
                  <a:pt x="52655" y="150674"/>
                  <a:pt x="54209" y="152228"/>
                </a:cubicBezTo>
                <a:cubicBezTo>
                  <a:pt x="55763" y="153782"/>
                  <a:pt x="58293" y="154798"/>
                  <a:pt x="61800" y="155277"/>
                </a:cubicBezTo>
                <a:lnTo>
                  <a:pt x="60126" y="163166"/>
                </a:lnTo>
                <a:lnTo>
                  <a:pt x="0" y="163166"/>
                </a:lnTo>
                <a:lnTo>
                  <a:pt x="1673" y="155277"/>
                </a:lnTo>
                <a:cubicBezTo>
                  <a:pt x="6216" y="154002"/>
                  <a:pt x="9563" y="151770"/>
                  <a:pt x="11714" y="148583"/>
                </a:cubicBezTo>
                <a:cubicBezTo>
                  <a:pt x="13866" y="145395"/>
                  <a:pt x="15898" y="139498"/>
                  <a:pt x="17811" y="130891"/>
                </a:cubicBezTo>
                <a:lnTo>
                  <a:pt x="39566" y="32275"/>
                </a:lnTo>
                <a:cubicBezTo>
                  <a:pt x="40602" y="27573"/>
                  <a:pt x="41120" y="22911"/>
                  <a:pt x="41120" y="18289"/>
                </a:cubicBezTo>
                <a:cubicBezTo>
                  <a:pt x="41120" y="14942"/>
                  <a:pt x="40343" y="12491"/>
                  <a:pt x="38789" y="10937"/>
                </a:cubicBezTo>
                <a:cubicBezTo>
                  <a:pt x="37235" y="9384"/>
                  <a:pt x="34705" y="8367"/>
                  <a:pt x="31199" y="7889"/>
                </a:cubicBezTo>
                <a:lnTo>
                  <a:pt x="32872" y="0"/>
                </a:lnTo>
                <a:lnTo>
                  <a:pt x="92999" y="0"/>
                </a:lnTo>
                <a:lnTo>
                  <a:pt x="91325" y="7889"/>
                </a:lnTo>
                <a:cubicBezTo>
                  <a:pt x="86783" y="9164"/>
                  <a:pt x="83436" y="11396"/>
                  <a:pt x="81284" y="14583"/>
                </a:cubicBezTo>
                <a:cubicBezTo>
                  <a:pt x="79132" y="17771"/>
                  <a:pt x="77100" y="23668"/>
                  <a:pt x="75188" y="32275"/>
                </a:cubicBezTo>
                <a:lnTo>
                  <a:pt x="66820" y="70167"/>
                </a:lnTo>
                <a:lnTo>
                  <a:pt x="117503" y="70167"/>
                </a:lnTo>
                <a:lnTo>
                  <a:pt x="125871" y="32275"/>
                </a:lnTo>
                <a:cubicBezTo>
                  <a:pt x="126907" y="27573"/>
                  <a:pt x="127425" y="22911"/>
                  <a:pt x="127425" y="18289"/>
                </a:cubicBezTo>
                <a:cubicBezTo>
                  <a:pt x="127425" y="14942"/>
                  <a:pt x="126648" y="12491"/>
                  <a:pt x="125094" y="10937"/>
                </a:cubicBezTo>
                <a:cubicBezTo>
                  <a:pt x="123540" y="9384"/>
                  <a:pt x="121010" y="8367"/>
                  <a:pt x="117503" y="7889"/>
                </a:cubicBezTo>
                <a:lnTo>
                  <a:pt x="119177" y="0"/>
                </a:lnTo>
                <a:lnTo>
                  <a:pt x="179303" y="0"/>
                </a:lnTo>
                <a:lnTo>
                  <a:pt x="177630" y="7889"/>
                </a:lnTo>
                <a:cubicBezTo>
                  <a:pt x="173087" y="9164"/>
                  <a:pt x="169740" y="11396"/>
                  <a:pt x="167589" y="14583"/>
                </a:cubicBezTo>
                <a:cubicBezTo>
                  <a:pt x="165437" y="17771"/>
                  <a:pt x="163405" y="23668"/>
                  <a:pt x="161492" y="32275"/>
                </a:cubicBezTo>
                <a:lnTo>
                  <a:pt x="139737" y="13089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55">
            <a:extLst xmlns:a="http://schemas.openxmlformats.org/drawingml/2006/main">
              <a:ext uri="{FF2B5EF4-FFF2-40B4-BE49-F238E27FC236}">
                <a16:creationId xmlns:a16="http://schemas.microsoft.com/office/drawing/2014/main" id="{3553C0D2-88C4-4FE1-865A-6E582A0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352" y="4049309"/>
            <a:ext cx="88796" cy="120161"/>
          </a:xfrm>
          <a:custGeom xmlns:a="http://schemas.openxmlformats.org/drawingml/2006/main">
            <a:pathLst>
              <a:path w="88796" h="120161">
                <a:moveTo>
                  <a:pt x="38481" y="42785"/>
                </a:moveTo>
                <a:cubicBezTo>
                  <a:pt x="34178" y="38095"/>
                  <a:pt x="31088" y="34095"/>
                  <a:pt x="29213" y="30785"/>
                </a:cubicBezTo>
                <a:cubicBezTo>
                  <a:pt x="27337" y="27475"/>
                  <a:pt x="26399" y="23696"/>
                  <a:pt x="26399" y="19448"/>
                </a:cubicBezTo>
                <a:cubicBezTo>
                  <a:pt x="26399" y="15696"/>
                  <a:pt x="27516" y="12344"/>
                  <a:pt x="29751" y="9393"/>
                </a:cubicBezTo>
                <a:cubicBezTo>
                  <a:pt x="31985" y="6441"/>
                  <a:pt x="35143" y="4138"/>
                  <a:pt x="39226" y="2483"/>
                </a:cubicBezTo>
                <a:cubicBezTo>
                  <a:pt x="43309" y="828"/>
                  <a:pt x="47971" y="0"/>
                  <a:pt x="53212" y="0"/>
                </a:cubicBezTo>
                <a:cubicBezTo>
                  <a:pt x="64797" y="0"/>
                  <a:pt x="76659" y="3669"/>
                  <a:pt x="88796" y="11006"/>
                </a:cubicBezTo>
                <a:lnTo>
                  <a:pt x="85155" y="26482"/>
                </a:lnTo>
                <a:lnTo>
                  <a:pt x="73901" y="26482"/>
                </a:lnTo>
                <a:cubicBezTo>
                  <a:pt x="71639" y="20468"/>
                  <a:pt x="68825" y="15986"/>
                  <a:pt x="65459" y="13034"/>
                </a:cubicBezTo>
                <a:cubicBezTo>
                  <a:pt x="62094" y="10082"/>
                  <a:pt x="58232" y="8607"/>
                  <a:pt x="53874" y="8607"/>
                </a:cubicBezTo>
                <a:cubicBezTo>
                  <a:pt x="51115" y="8607"/>
                  <a:pt x="48922" y="9269"/>
                  <a:pt x="47295" y="10593"/>
                </a:cubicBezTo>
                <a:cubicBezTo>
                  <a:pt x="45667" y="11917"/>
                  <a:pt x="44853" y="13765"/>
                  <a:pt x="44853" y="16137"/>
                </a:cubicBezTo>
                <a:cubicBezTo>
                  <a:pt x="44853" y="18013"/>
                  <a:pt x="45267" y="19875"/>
                  <a:pt x="46095" y="21723"/>
                </a:cubicBezTo>
                <a:cubicBezTo>
                  <a:pt x="46922" y="23571"/>
                  <a:pt x="48288" y="25696"/>
                  <a:pt x="50191" y="28095"/>
                </a:cubicBezTo>
                <a:cubicBezTo>
                  <a:pt x="52094" y="30495"/>
                  <a:pt x="55446" y="34261"/>
                  <a:pt x="60246" y="39392"/>
                </a:cubicBezTo>
                <a:cubicBezTo>
                  <a:pt x="64715" y="44191"/>
                  <a:pt x="68232" y="48439"/>
                  <a:pt x="70797" y="52136"/>
                </a:cubicBezTo>
                <a:cubicBezTo>
                  <a:pt x="73363" y="55832"/>
                  <a:pt x="75349" y="59791"/>
                  <a:pt x="76756" y="64011"/>
                </a:cubicBezTo>
                <a:cubicBezTo>
                  <a:pt x="78162" y="68232"/>
                  <a:pt x="78866" y="72852"/>
                  <a:pt x="78866" y="77873"/>
                </a:cubicBezTo>
                <a:cubicBezTo>
                  <a:pt x="78866" y="85872"/>
                  <a:pt x="76907" y="93141"/>
                  <a:pt x="72990" y="99679"/>
                </a:cubicBezTo>
                <a:cubicBezTo>
                  <a:pt x="69073" y="106216"/>
                  <a:pt x="63639" y="111265"/>
                  <a:pt x="56687" y="114823"/>
                </a:cubicBezTo>
                <a:cubicBezTo>
                  <a:pt x="49736" y="118382"/>
                  <a:pt x="41985" y="120161"/>
                  <a:pt x="33433" y="120161"/>
                </a:cubicBezTo>
                <a:cubicBezTo>
                  <a:pt x="26592" y="120161"/>
                  <a:pt x="20661" y="118975"/>
                  <a:pt x="15641" y="116602"/>
                </a:cubicBezTo>
                <a:cubicBezTo>
                  <a:pt x="10620" y="114230"/>
                  <a:pt x="6758" y="110768"/>
                  <a:pt x="4055" y="106216"/>
                </a:cubicBezTo>
                <a:cubicBezTo>
                  <a:pt x="1352" y="101665"/>
                  <a:pt x="0" y="96272"/>
                  <a:pt x="0" y="90038"/>
                </a:cubicBezTo>
                <a:cubicBezTo>
                  <a:pt x="0" y="80383"/>
                  <a:pt x="3365" y="71349"/>
                  <a:pt x="10096" y="62935"/>
                </a:cubicBezTo>
                <a:cubicBezTo>
                  <a:pt x="16827" y="54522"/>
                  <a:pt x="26289" y="47805"/>
                  <a:pt x="38481" y="42785"/>
                </a:cubicBezTo>
                <a:moveTo>
                  <a:pt x="46012" y="50398"/>
                </a:moveTo>
                <a:cubicBezTo>
                  <a:pt x="38730" y="55032"/>
                  <a:pt x="33061" y="61308"/>
                  <a:pt x="29006" y="69225"/>
                </a:cubicBezTo>
                <a:cubicBezTo>
                  <a:pt x="24951" y="77142"/>
                  <a:pt x="22923" y="85514"/>
                  <a:pt x="22923" y="94341"/>
                </a:cubicBezTo>
                <a:cubicBezTo>
                  <a:pt x="22923" y="100134"/>
                  <a:pt x="23916" y="104451"/>
                  <a:pt x="25902" y="107292"/>
                </a:cubicBezTo>
                <a:cubicBezTo>
                  <a:pt x="27889" y="110134"/>
                  <a:pt x="30950" y="111554"/>
                  <a:pt x="35088" y="111554"/>
                </a:cubicBezTo>
                <a:cubicBezTo>
                  <a:pt x="38619" y="111554"/>
                  <a:pt x="41943" y="110175"/>
                  <a:pt x="45060" y="107416"/>
                </a:cubicBezTo>
                <a:cubicBezTo>
                  <a:pt x="48177" y="104658"/>
                  <a:pt x="50660" y="100755"/>
                  <a:pt x="52508" y="95707"/>
                </a:cubicBezTo>
                <a:cubicBezTo>
                  <a:pt x="54356" y="90658"/>
                  <a:pt x="55281" y="84962"/>
                  <a:pt x="55281" y="78618"/>
                </a:cubicBezTo>
                <a:cubicBezTo>
                  <a:pt x="55281" y="72825"/>
                  <a:pt x="54494" y="67515"/>
                  <a:pt x="52922" y="62687"/>
                </a:cubicBezTo>
                <a:cubicBezTo>
                  <a:pt x="51350" y="57860"/>
                  <a:pt x="49046" y="53763"/>
                  <a:pt x="46012" y="50398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56">
            <a:extLst xmlns:a="http://schemas.openxmlformats.org/drawingml/2006/main">
              <a:ext uri="{FF2B5EF4-FFF2-40B4-BE49-F238E27FC236}">
                <a16:creationId xmlns:a16="http://schemas.microsoft.com/office/drawing/2014/main" id="{1553614B-7342-41DF-890B-9EA9F81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00" y="4103892"/>
            <a:ext cx="86580" cy="100410"/>
          </a:xfrm>
          <a:custGeom xmlns:a="http://schemas.openxmlformats.org/drawingml/2006/main">
            <a:pathLst>
              <a:path w="86580" h="100410">
                <a:moveTo>
                  <a:pt x="86580" y="0"/>
                </a:moveTo>
                <a:lnTo>
                  <a:pt x="80769" y="26629"/>
                </a:lnTo>
                <a:lnTo>
                  <a:pt x="71353" y="26629"/>
                </a:lnTo>
                <a:cubicBezTo>
                  <a:pt x="71304" y="21185"/>
                  <a:pt x="70986" y="17372"/>
                  <a:pt x="70397" y="15190"/>
                </a:cubicBezTo>
                <a:cubicBezTo>
                  <a:pt x="69809" y="13008"/>
                  <a:pt x="68865" y="11365"/>
                  <a:pt x="67565" y="10262"/>
                </a:cubicBezTo>
                <a:cubicBezTo>
                  <a:pt x="66266" y="9158"/>
                  <a:pt x="64439" y="8607"/>
                  <a:pt x="62085" y="8607"/>
                </a:cubicBezTo>
                <a:lnTo>
                  <a:pt x="55538" y="8607"/>
                </a:lnTo>
                <a:lnTo>
                  <a:pt x="39723" y="80549"/>
                </a:lnTo>
                <a:cubicBezTo>
                  <a:pt x="39379" y="82167"/>
                  <a:pt x="39134" y="83540"/>
                  <a:pt x="38987" y="84668"/>
                </a:cubicBezTo>
                <a:cubicBezTo>
                  <a:pt x="38840" y="85796"/>
                  <a:pt x="38766" y="87292"/>
                  <a:pt x="38766" y="89155"/>
                </a:cubicBezTo>
                <a:cubicBezTo>
                  <a:pt x="38766" y="91411"/>
                  <a:pt x="39342" y="93005"/>
                  <a:pt x="40495" y="93936"/>
                </a:cubicBezTo>
                <a:cubicBezTo>
                  <a:pt x="41647" y="94868"/>
                  <a:pt x="43450" y="95408"/>
                  <a:pt x="45902" y="95555"/>
                </a:cubicBezTo>
                <a:lnTo>
                  <a:pt x="44872" y="100410"/>
                </a:lnTo>
                <a:lnTo>
                  <a:pt x="5811" y="100410"/>
                </a:lnTo>
                <a:lnTo>
                  <a:pt x="6841" y="95555"/>
                </a:lnTo>
                <a:cubicBezTo>
                  <a:pt x="8999" y="95261"/>
                  <a:pt x="10715" y="94623"/>
                  <a:pt x="11990" y="93642"/>
                </a:cubicBezTo>
                <a:cubicBezTo>
                  <a:pt x="13265" y="92661"/>
                  <a:pt x="14332" y="91203"/>
                  <a:pt x="15190" y="89265"/>
                </a:cubicBezTo>
                <a:cubicBezTo>
                  <a:pt x="16048" y="87328"/>
                  <a:pt x="16919" y="84423"/>
                  <a:pt x="17802" y="80549"/>
                </a:cubicBezTo>
                <a:lnTo>
                  <a:pt x="33617" y="8607"/>
                </a:lnTo>
                <a:lnTo>
                  <a:pt x="27732" y="8607"/>
                </a:lnTo>
                <a:cubicBezTo>
                  <a:pt x="25035" y="8607"/>
                  <a:pt x="22853" y="9011"/>
                  <a:pt x="21185" y="9820"/>
                </a:cubicBezTo>
                <a:cubicBezTo>
                  <a:pt x="19518" y="10629"/>
                  <a:pt x="17654" y="12321"/>
                  <a:pt x="15595" y="14896"/>
                </a:cubicBezTo>
                <a:cubicBezTo>
                  <a:pt x="13535" y="17471"/>
                  <a:pt x="11549" y="20867"/>
                  <a:pt x="9636" y="25084"/>
                </a:cubicBezTo>
                <a:lnTo>
                  <a:pt x="0" y="25084"/>
                </a:lnTo>
                <a:lnTo>
                  <a:pt x="5517" y="0"/>
                </a:lnTo>
                <a:lnTo>
                  <a:pt x="86580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57">
            <a:extLst xmlns:a="http://schemas.openxmlformats.org/drawingml/2006/main">
              <a:ext uri="{FF2B5EF4-FFF2-40B4-BE49-F238E27FC236}">
                <a16:creationId xmlns:a16="http://schemas.microsoft.com/office/drawing/2014/main" id="{DC1C8CA1-AEFF-4B34-9F66-1FABE8E2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146" y="4175349"/>
            <a:ext cx="76503" cy="74149"/>
          </a:xfrm>
          <a:custGeom xmlns:a="http://schemas.openxmlformats.org/drawingml/2006/main">
            <a:pathLst>
              <a:path w="76503" h="74149">
                <a:moveTo>
                  <a:pt x="38251" y="17654"/>
                </a:moveTo>
                <a:cubicBezTo>
                  <a:pt x="42371" y="11868"/>
                  <a:pt x="46686" y="7479"/>
                  <a:pt x="51198" y="4487"/>
                </a:cubicBezTo>
                <a:cubicBezTo>
                  <a:pt x="55710" y="1496"/>
                  <a:pt x="60712" y="0"/>
                  <a:pt x="66204" y="0"/>
                </a:cubicBezTo>
                <a:cubicBezTo>
                  <a:pt x="69441" y="0"/>
                  <a:pt x="72874" y="466"/>
                  <a:pt x="76503" y="1398"/>
                </a:cubicBezTo>
                <a:lnTo>
                  <a:pt x="72163" y="21185"/>
                </a:lnTo>
                <a:lnTo>
                  <a:pt x="58995" y="21185"/>
                </a:lnTo>
                <a:cubicBezTo>
                  <a:pt x="58995" y="17900"/>
                  <a:pt x="58640" y="15619"/>
                  <a:pt x="57929" y="14344"/>
                </a:cubicBezTo>
                <a:cubicBezTo>
                  <a:pt x="57218" y="13069"/>
                  <a:pt x="56004" y="12432"/>
                  <a:pt x="54287" y="12432"/>
                </a:cubicBezTo>
                <a:cubicBezTo>
                  <a:pt x="52963" y="12432"/>
                  <a:pt x="51517" y="12898"/>
                  <a:pt x="49947" y="13829"/>
                </a:cubicBezTo>
                <a:cubicBezTo>
                  <a:pt x="48378" y="14761"/>
                  <a:pt x="46502" y="16576"/>
                  <a:pt x="44320" y="19273"/>
                </a:cubicBezTo>
                <a:cubicBezTo>
                  <a:pt x="42138" y="21970"/>
                  <a:pt x="40495" y="24545"/>
                  <a:pt x="39392" y="26997"/>
                </a:cubicBezTo>
                <a:cubicBezTo>
                  <a:pt x="38288" y="29449"/>
                  <a:pt x="37320" y="32587"/>
                  <a:pt x="36486" y="36412"/>
                </a:cubicBezTo>
                <a:lnTo>
                  <a:pt x="28174" y="74149"/>
                </a:lnTo>
                <a:lnTo>
                  <a:pt x="7062" y="74149"/>
                </a:lnTo>
                <a:lnTo>
                  <a:pt x="18905" y="23024"/>
                </a:lnTo>
                <a:cubicBezTo>
                  <a:pt x="19641" y="19837"/>
                  <a:pt x="20008" y="17409"/>
                  <a:pt x="20008" y="15742"/>
                </a:cubicBezTo>
                <a:cubicBezTo>
                  <a:pt x="20008" y="14124"/>
                  <a:pt x="19739" y="12873"/>
                  <a:pt x="19199" y="11990"/>
                </a:cubicBezTo>
                <a:cubicBezTo>
                  <a:pt x="18660" y="11108"/>
                  <a:pt x="17728" y="10666"/>
                  <a:pt x="16404" y="10666"/>
                </a:cubicBezTo>
                <a:cubicBezTo>
                  <a:pt x="14884" y="10666"/>
                  <a:pt x="13241" y="11353"/>
                  <a:pt x="11475" y="12726"/>
                </a:cubicBezTo>
                <a:cubicBezTo>
                  <a:pt x="9710" y="14099"/>
                  <a:pt x="7650" y="16134"/>
                  <a:pt x="5296" y="18831"/>
                </a:cubicBezTo>
                <a:lnTo>
                  <a:pt x="0" y="13535"/>
                </a:lnTo>
                <a:cubicBezTo>
                  <a:pt x="4904" y="8533"/>
                  <a:pt x="9256" y="5027"/>
                  <a:pt x="13057" y="3016"/>
                </a:cubicBezTo>
                <a:cubicBezTo>
                  <a:pt x="16858" y="1005"/>
                  <a:pt x="20867" y="0"/>
                  <a:pt x="25084" y="0"/>
                </a:cubicBezTo>
                <a:cubicBezTo>
                  <a:pt x="29154" y="0"/>
                  <a:pt x="32403" y="1140"/>
                  <a:pt x="34831" y="3421"/>
                </a:cubicBezTo>
                <a:cubicBezTo>
                  <a:pt x="37258" y="5701"/>
                  <a:pt x="38472" y="8705"/>
                  <a:pt x="38472" y="12432"/>
                </a:cubicBezTo>
                <a:cubicBezTo>
                  <a:pt x="38472" y="13756"/>
                  <a:pt x="38202" y="15423"/>
                  <a:pt x="37663" y="17434"/>
                </a:cubicBezTo>
                <a:lnTo>
                  <a:pt x="38251" y="17654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58">
            <a:extLst xmlns:a="http://schemas.openxmlformats.org/drawingml/2006/main">
              <a:ext uri="{FF2B5EF4-FFF2-40B4-BE49-F238E27FC236}">
                <a16:creationId xmlns:a16="http://schemas.microsoft.com/office/drawing/2014/main" id="{A117D465-880A-424C-B352-9CC472B1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5564" y="4200065"/>
            <a:ext cx="87684" cy="12726"/>
          </a:xfrm>
          <a:custGeom xmlns:a="http://schemas.openxmlformats.org/drawingml/2006/main">
            <a:pathLst>
              <a:path w="87684" h="12726">
                <a:moveTo>
                  <a:pt x="0" y="12726"/>
                </a:moveTo>
                <a:lnTo>
                  <a:pt x="0" y="0"/>
                </a:lnTo>
                <a:lnTo>
                  <a:pt x="87684" y="0"/>
                </a:lnTo>
                <a:lnTo>
                  <a:pt x="87684" y="12726"/>
                </a:lnTo>
                <a:lnTo>
                  <a:pt x="0" y="12726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59">
            <a:extLst xmlns:a="http://schemas.openxmlformats.org/drawingml/2006/main">
              <a:ext uri="{FF2B5EF4-FFF2-40B4-BE49-F238E27FC236}">
                <a16:creationId xmlns:a16="http://schemas.microsoft.com/office/drawing/2014/main" id="{2C5517F8-0FB5-45CC-996D-C1551F7C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832" y="4147911"/>
            <a:ext cx="67896" cy="101587"/>
          </a:xfrm>
          <a:custGeom xmlns:a="http://schemas.openxmlformats.org/drawingml/2006/main">
            <a:pathLst>
              <a:path w="67896" h="101587">
                <a:moveTo>
                  <a:pt x="47373" y="81063"/>
                </a:moveTo>
                <a:cubicBezTo>
                  <a:pt x="47373" y="83908"/>
                  <a:pt x="47532" y="86053"/>
                  <a:pt x="47851" y="87500"/>
                </a:cubicBezTo>
                <a:cubicBezTo>
                  <a:pt x="48170" y="88947"/>
                  <a:pt x="48734" y="90124"/>
                  <a:pt x="49543" y="91031"/>
                </a:cubicBezTo>
                <a:cubicBezTo>
                  <a:pt x="50352" y="91938"/>
                  <a:pt x="51517" y="92649"/>
                  <a:pt x="53037" y="93164"/>
                </a:cubicBezTo>
                <a:cubicBezTo>
                  <a:pt x="54557" y="93679"/>
                  <a:pt x="56470" y="94071"/>
                  <a:pt x="58775" y="94341"/>
                </a:cubicBezTo>
                <a:cubicBezTo>
                  <a:pt x="61080" y="94611"/>
                  <a:pt x="64120" y="94795"/>
                  <a:pt x="67896" y="94893"/>
                </a:cubicBezTo>
                <a:lnTo>
                  <a:pt x="67896" y="101587"/>
                </a:lnTo>
                <a:lnTo>
                  <a:pt x="4414" y="101587"/>
                </a:lnTo>
                <a:lnTo>
                  <a:pt x="4414" y="94893"/>
                </a:lnTo>
                <a:cubicBezTo>
                  <a:pt x="9857" y="94648"/>
                  <a:pt x="13744" y="94317"/>
                  <a:pt x="16073" y="93900"/>
                </a:cubicBezTo>
                <a:cubicBezTo>
                  <a:pt x="18402" y="93483"/>
                  <a:pt x="20180" y="92858"/>
                  <a:pt x="21406" y="92024"/>
                </a:cubicBezTo>
                <a:cubicBezTo>
                  <a:pt x="22632" y="91190"/>
                  <a:pt x="23527" y="90013"/>
                  <a:pt x="24091" y="88493"/>
                </a:cubicBezTo>
                <a:cubicBezTo>
                  <a:pt x="24655" y="86973"/>
                  <a:pt x="24937" y="84496"/>
                  <a:pt x="24937" y="81063"/>
                </a:cubicBezTo>
                <a:lnTo>
                  <a:pt x="24937" y="27879"/>
                </a:lnTo>
                <a:cubicBezTo>
                  <a:pt x="24937" y="25869"/>
                  <a:pt x="24557" y="24422"/>
                  <a:pt x="23797" y="23539"/>
                </a:cubicBezTo>
                <a:cubicBezTo>
                  <a:pt x="23037" y="22657"/>
                  <a:pt x="21995" y="22215"/>
                  <a:pt x="20670" y="22215"/>
                </a:cubicBezTo>
                <a:cubicBezTo>
                  <a:pt x="19444" y="22215"/>
                  <a:pt x="17716" y="22779"/>
                  <a:pt x="15484" y="23907"/>
                </a:cubicBezTo>
                <a:cubicBezTo>
                  <a:pt x="13253" y="25035"/>
                  <a:pt x="9587" y="27340"/>
                  <a:pt x="4487" y="30822"/>
                </a:cubicBezTo>
                <a:lnTo>
                  <a:pt x="0" y="23024"/>
                </a:lnTo>
                <a:lnTo>
                  <a:pt x="38398" y="0"/>
                </a:lnTo>
                <a:lnTo>
                  <a:pt x="47814" y="0"/>
                </a:lnTo>
                <a:cubicBezTo>
                  <a:pt x="47520" y="4708"/>
                  <a:pt x="47373" y="11230"/>
                  <a:pt x="47373" y="19567"/>
                </a:cubicBezTo>
                <a:lnTo>
                  <a:pt x="47373" y="81063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text-160 Progress">
            <a:extLst xmlns:a="http://schemas.openxmlformats.org/drawingml/2006/main">
              <a:ext uri="{FF2B5EF4-FFF2-40B4-BE49-F238E27FC236}">
                <a16:creationId xmlns:a16="http://schemas.microsoft.com/office/drawing/2014/main" id="{B4007646-770B-40F5-BE83-7FF60EE2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9470" y="3746908"/>
            <a:ext cx="986420" cy="36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73" name="text-161 Shaping">
            <a:extLst xmlns:a="http://schemas.openxmlformats.org/drawingml/2006/main">
              <a:ext uri="{FF2B5EF4-FFF2-40B4-BE49-F238E27FC236}">
                <a16:creationId xmlns:a16="http://schemas.microsoft.com/office/drawing/2014/main" id="{3DEE28AD-649E-4F23-96E8-9A2131D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7717" y="4067271"/>
            <a:ext cx="930014" cy="369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174" name="text-162 Trajectory">
            <a:extLst xmlns:a="http://schemas.openxmlformats.org/drawingml/2006/main">
              <a:ext uri="{FF2B5EF4-FFF2-40B4-BE49-F238E27FC236}">
                <a16:creationId xmlns:a16="http://schemas.microsoft.com/office/drawing/2014/main" id="{F7A81C3A-7164-440D-BCE0-542F97D2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026" y="2214024"/>
            <a:ext cx="1118410" cy="369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175" name="path-163">
            <a:extLst xmlns:a="http://schemas.openxmlformats.org/drawingml/2006/main">
              <a:ext uri="{FF2B5EF4-FFF2-40B4-BE49-F238E27FC236}">
                <a16:creationId xmlns:a16="http://schemas.microsoft.com/office/drawing/2014/main" id="{6F82AFCA-18C6-41F1-8160-890CDD7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0247" y="2352581"/>
            <a:ext cx="134347" cy="125255"/>
          </a:xfrm>
          <a:custGeom xmlns:a="http://schemas.openxmlformats.org/drawingml/2006/main">
            <a:pathLst>
              <a:path w="134347" h="125255">
                <a:moveTo>
                  <a:pt x="69190" y="23558"/>
                </a:moveTo>
                <a:lnTo>
                  <a:pt x="70861" y="23944"/>
                </a:lnTo>
                <a:cubicBezTo>
                  <a:pt x="77535" y="18194"/>
                  <a:pt x="83450" y="13667"/>
                  <a:pt x="88607" y="10363"/>
                </a:cubicBezTo>
                <a:cubicBezTo>
                  <a:pt x="93763" y="7059"/>
                  <a:pt x="98986" y="4506"/>
                  <a:pt x="104276" y="2703"/>
                </a:cubicBezTo>
                <a:cubicBezTo>
                  <a:pt x="109565" y="901"/>
                  <a:pt x="115171" y="0"/>
                  <a:pt x="121093" y="0"/>
                </a:cubicBezTo>
                <a:cubicBezTo>
                  <a:pt x="126070" y="0"/>
                  <a:pt x="130488" y="257"/>
                  <a:pt x="134347" y="772"/>
                </a:cubicBezTo>
                <a:lnTo>
                  <a:pt x="124285" y="30380"/>
                </a:lnTo>
                <a:lnTo>
                  <a:pt x="109738" y="30380"/>
                </a:lnTo>
                <a:cubicBezTo>
                  <a:pt x="109254" y="25746"/>
                  <a:pt x="108210" y="22378"/>
                  <a:pt x="106607" y="20275"/>
                </a:cubicBezTo>
                <a:cubicBezTo>
                  <a:pt x="105005" y="18172"/>
                  <a:pt x="102187" y="17121"/>
                  <a:pt x="98153" y="17121"/>
                </a:cubicBezTo>
                <a:cubicBezTo>
                  <a:pt x="95063" y="17121"/>
                  <a:pt x="91689" y="18022"/>
                  <a:pt x="88030" y="19825"/>
                </a:cubicBezTo>
                <a:cubicBezTo>
                  <a:pt x="84371" y="21627"/>
                  <a:pt x="80542" y="24244"/>
                  <a:pt x="76543" y="27677"/>
                </a:cubicBezTo>
                <a:cubicBezTo>
                  <a:pt x="72545" y="31110"/>
                  <a:pt x="69499" y="34328"/>
                  <a:pt x="67405" y="37332"/>
                </a:cubicBezTo>
                <a:cubicBezTo>
                  <a:pt x="65311" y="40336"/>
                  <a:pt x="63565" y="43897"/>
                  <a:pt x="62165" y="48016"/>
                </a:cubicBezTo>
                <a:lnTo>
                  <a:pt x="46853" y="93072"/>
                </a:lnTo>
                <a:cubicBezTo>
                  <a:pt x="44199" y="100882"/>
                  <a:pt x="42841" y="106267"/>
                  <a:pt x="42779" y="109228"/>
                </a:cubicBezTo>
                <a:cubicBezTo>
                  <a:pt x="42716" y="112189"/>
                  <a:pt x="43546" y="114356"/>
                  <a:pt x="45268" y="115729"/>
                </a:cubicBezTo>
                <a:cubicBezTo>
                  <a:pt x="46990" y="117102"/>
                  <a:pt x="49908" y="118175"/>
                  <a:pt x="54022" y="118947"/>
                </a:cubicBezTo>
                <a:lnTo>
                  <a:pt x="51878" y="125255"/>
                </a:lnTo>
                <a:lnTo>
                  <a:pt x="0" y="125255"/>
                </a:lnTo>
                <a:lnTo>
                  <a:pt x="2144" y="118947"/>
                </a:lnTo>
                <a:cubicBezTo>
                  <a:pt x="5755" y="117917"/>
                  <a:pt x="8400" y="117016"/>
                  <a:pt x="10078" y="116244"/>
                </a:cubicBezTo>
                <a:cubicBezTo>
                  <a:pt x="11757" y="115471"/>
                  <a:pt x="13344" y="114399"/>
                  <a:pt x="14841" y="113025"/>
                </a:cubicBezTo>
                <a:cubicBezTo>
                  <a:pt x="16337" y="111652"/>
                  <a:pt x="17824" y="109550"/>
                  <a:pt x="19302" y="106718"/>
                </a:cubicBezTo>
                <a:cubicBezTo>
                  <a:pt x="20779" y="103886"/>
                  <a:pt x="22538" y="99466"/>
                  <a:pt x="24580" y="93458"/>
                </a:cubicBezTo>
                <a:lnTo>
                  <a:pt x="43654" y="37332"/>
                </a:lnTo>
                <a:cubicBezTo>
                  <a:pt x="45521" y="31839"/>
                  <a:pt x="46937" y="27420"/>
                  <a:pt x="47903" y="24073"/>
                </a:cubicBezTo>
                <a:cubicBezTo>
                  <a:pt x="48869" y="20726"/>
                  <a:pt x="49179" y="18044"/>
                  <a:pt x="48835" y="16027"/>
                </a:cubicBezTo>
                <a:cubicBezTo>
                  <a:pt x="48490" y="14010"/>
                  <a:pt x="47435" y="12508"/>
                  <a:pt x="45667" y="11521"/>
                </a:cubicBezTo>
                <a:cubicBezTo>
                  <a:pt x="43900" y="10534"/>
                  <a:pt x="41202" y="9698"/>
                  <a:pt x="37574" y="9011"/>
                </a:cubicBezTo>
                <a:lnTo>
                  <a:pt x="39849" y="2317"/>
                </a:lnTo>
                <a:lnTo>
                  <a:pt x="70409" y="1030"/>
                </a:lnTo>
                <a:lnTo>
                  <a:pt x="78262" y="1030"/>
                </a:lnTo>
                <a:lnTo>
                  <a:pt x="69190" y="23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text-164 has">
            <a:extLst xmlns:a="http://schemas.openxmlformats.org/drawingml/2006/main">
              <a:ext uri="{FF2B5EF4-FFF2-40B4-BE49-F238E27FC236}">
                <a16:creationId xmlns:a16="http://schemas.microsoft.com/office/drawing/2014/main" id="{2989A773-3CAF-416A-8A8D-DAEF4AF0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3608" y="2212709"/>
            <a:ext cx="423399" cy="37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has</a:t>
            </a:r>
          </a:p>
        </p:txBody>
      </p:sp>
      <p:sp>
        <p:nvSpPr>
          <p:cNvPr id="177" name="path-165">
            <a:extLst xmlns:a="http://schemas.openxmlformats.org/drawingml/2006/main">
              <a:ext uri="{FF2B5EF4-FFF2-40B4-BE49-F238E27FC236}">
                <a16:creationId xmlns:a16="http://schemas.microsoft.com/office/drawing/2014/main" id="{5DBAB021-1A32-4C26-935F-A9A5308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746" y="2302119"/>
            <a:ext cx="158839" cy="175717"/>
          </a:xfrm>
          <a:custGeom xmlns:a="http://schemas.openxmlformats.org/drawingml/2006/main">
            <a:pathLst>
              <a:path w="158839" h="175717">
                <a:moveTo>
                  <a:pt x="19552" y="0"/>
                </a:moveTo>
                <a:lnTo>
                  <a:pt x="158839" y="0"/>
                </a:lnTo>
                <a:lnTo>
                  <a:pt x="143615" y="44798"/>
                </a:lnTo>
                <a:lnTo>
                  <a:pt x="130999" y="44798"/>
                </a:lnTo>
                <a:cubicBezTo>
                  <a:pt x="131619" y="37418"/>
                  <a:pt x="131736" y="31582"/>
                  <a:pt x="131349" y="27291"/>
                </a:cubicBezTo>
                <a:cubicBezTo>
                  <a:pt x="130962" y="23000"/>
                  <a:pt x="130118" y="19739"/>
                  <a:pt x="128817" y="17507"/>
                </a:cubicBezTo>
                <a:cubicBezTo>
                  <a:pt x="127515" y="15276"/>
                  <a:pt x="125845" y="13688"/>
                  <a:pt x="123806" y="12744"/>
                </a:cubicBezTo>
                <a:cubicBezTo>
                  <a:pt x="121766" y="11800"/>
                  <a:pt x="118387" y="11328"/>
                  <a:pt x="113667" y="11328"/>
                </a:cubicBezTo>
                <a:lnTo>
                  <a:pt x="97318" y="11328"/>
                </a:lnTo>
                <a:lnTo>
                  <a:pt x="52520" y="143148"/>
                </a:lnTo>
                <a:cubicBezTo>
                  <a:pt x="50799" y="148212"/>
                  <a:pt x="49707" y="152245"/>
                  <a:pt x="49244" y="155249"/>
                </a:cubicBezTo>
                <a:cubicBezTo>
                  <a:pt x="48781" y="158253"/>
                  <a:pt x="48830" y="160634"/>
                  <a:pt x="49391" y="162394"/>
                </a:cubicBezTo>
                <a:cubicBezTo>
                  <a:pt x="49951" y="164153"/>
                  <a:pt x="51051" y="165526"/>
                  <a:pt x="52689" y="166513"/>
                </a:cubicBezTo>
                <a:cubicBezTo>
                  <a:pt x="54328" y="167500"/>
                  <a:pt x="57089" y="168465"/>
                  <a:pt x="60974" y="169409"/>
                </a:cubicBezTo>
                <a:lnTo>
                  <a:pt x="58830" y="175717"/>
                </a:lnTo>
                <a:lnTo>
                  <a:pt x="0" y="175717"/>
                </a:lnTo>
                <a:lnTo>
                  <a:pt x="2144" y="169409"/>
                </a:lnTo>
                <a:cubicBezTo>
                  <a:pt x="4922" y="168809"/>
                  <a:pt x="7415" y="168165"/>
                  <a:pt x="9623" y="167478"/>
                </a:cubicBezTo>
                <a:cubicBezTo>
                  <a:pt x="11830" y="166792"/>
                  <a:pt x="13723" y="165955"/>
                  <a:pt x="15303" y="164968"/>
                </a:cubicBezTo>
                <a:cubicBezTo>
                  <a:pt x="16883" y="163981"/>
                  <a:pt x="18343" y="162715"/>
                  <a:pt x="19683" y="161171"/>
                </a:cubicBezTo>
                <a:cubicBezTo>
                  <a:pt x="21023" y="159626"/>
                  <a:pt x="22382" y="157523"/>
                  <a:pt x="23758" y="154863"/>
                </a:cubicBezTo>
                <a:cubicBezTo>
                  <a:pt x="25134" y="152202"/>
                  <a:pt x="26697" y="148298"/>
                  <a:pt x="28447" y="143148"/>
                </a:cubicBezTo>
                <a:lnTo>
                  <a:pt x="73245" y="11328"/>
                </a:lnTo>
                <a:lnTo>
                  <a:pt x="57025" y="11328"/>
                </a:lnTo>
                <a:cubicBezTo>
                  <a:pt x="52992" y="11328"/>
                  <a:pt x="49535" y="11714"/>
                  <a:pt x="46655" y="12487"/>
                </a:cubicBezTo>
                <a:cubicBezTo>
                  <a:pt x="43775" y="13259"/>
                  <a:pt x="40803" y="14868"/>
                  <a:pt x="37741" y="17314"/>
                </a:cubicBezTo>
                <a:cubicBezTo>
                  <a:pt x="34678" y="19760"/>
                  <a:pt x="31459" y="23236"/>
                  <a:pt x="28083" y="27741"/>
                </a:cubicBezTo>
                <a:cubicBezTo>
                  <a:pt x="24706" y="32247"/>
                  <a:pt x="21036" y="37933"/>
                  <a:pt x="17072" y="44798"/>
                </a:cubicBezTo>
                <a:lnTo>
                  <a:pt x="4328" y="44798"/>
                </a:lnTo>
                <a:lnTo>
                  <a:pt x="195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66">
            <a:extLst xmlns:a="http://schemas.openxmlformats.org/drawingml/2006/main">
              <a:ext uri="{FF2B5EF4-FFF2-40B4-BE49-F238E27FC236}">
                <a16:creationId xmlns:a16="http://schemas.microsoft.com/office/drawing/2014/main" id="{92BAA72F-CC26-4CB9-92E9-B5C44520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515" y="2456068"/>
            <a:ext cx="86366" cy="80521"/>
          </a:xfrm>
          <a:custGeom xmlns:a="http://schemas.openxmlformats.org/drawingml/2006/main">
            <a:pathLst>
              <a:path w="86366" h="80521">
                <a:moveTo>
                  <a:pt x="44479" y="15144"/>
                </a:moveTo>
                <a:lnTo>
                  <a:pt x="45553" y="15392"/>
                </a:lnTo>
                <a:cubicBezTo>
                  <a:pt x="49844" y="11696"/>
                  <a:pt x="53647" y="8786"/>
                  <a:pt x="56961" y="6662"/>
                </a:cubicBezTo>
                <a:cubicBezTo>
                  <a:pt x="60276" y="4538"/>
                  <a:pt x="63634" y="2896"/>
                  <a:pt x="67034" y="1738"/>
                </a:cubicBezTo>
                <a:cubicBezTo>
                  <a:pt x="70435" y="579"/>
                  <a:pt x="74039" y="0"/>
                  <a:pt x="77845" y="0"/>
                </a:cubicBezTo>
                <a:cubicBezTo>
                  <a:pt x="81045" y="0"/>
                  <a:pt x="83885" y="166"/>
                  <a:pt x="86366" y="497"/>
                </a:cubicBezTo>
                <a:lnTo>
                  <a:pt x="79897" y="19530"/>
                </a:lnTo>
                <a:lnTo>
                  <a:pt x="70546" y="19530"/>
                </a:lnTo>
                <a:cubicBezTo>
                  <a:pt x="70234" y="16551"/>
                  <a:pt x="69563" y="14386"/>
                  <a:pt x="68533" y="13034"/>
                </a:cubicBezTo>
                <a:cubicBezTo>
                  <a:pt x="67503" y="11682"/>
                  <a:pt x="65691" y="11006"/>
                  <a:pt x="63098" y="11006"/>
                </a:cubicBezTo>
                <a:cubicBezTo>
                  <a:pt x="61112" y="11006"/>
                  <a:pt x="58943" y="11586"/>
                  <a:pt x="56591" y="12744"/>
                </a:cubicBezTo>
                <a:cubicBezTo>
                  <a:pt x="54238" y="13903"/>
                  <a:pt x="51777" y="15586"/>
                  <a:pt x="49206" y="17792"/>
                </a:cubicBezTo>
                <a:cubicBezTo>
                  <a:pt x="46636" y="19999"/>
                  <a:pt x="44678" y="22068"/>
                  <a:pt x="43332" y="23999"/>
                </a:cubicBezTo>
                <a:cubicBezTo>
                  <a:pt x="41986" y="25930"/>
                  <a:pt x="40863" y="28220"/>
                  <a:pt x="39963" y="30868"/>
                </a:cubicBezTo>
                <a:lnTo>
                  <a:pt x="30120" y="59832"/>
                </a:lnTo>
                <a:cubicBezTo>
                  <a:pt x="28414" y="64853"/>
                  <a:pt x="27540" y="68315"/>
                  <a:pt x="27500" y="70218"/>
                </a:cubicBezTo>
                <a:cubicBezTo>
                  <a:pt x="27460" y="72121"/>
                  <a:pt x="27994" y="73514"/>
                  <a:pt x="29101" y="74397"/>
                </a:cubicBezTo>
                <a:cubicBezTo>
                  <a:pt x="30208" y="75280"/>
                  <a:pt x="32084" y="75969"/>
                  <a:pt x="34728" y="76466"/>
                </a:cubicBezTo>
                <a:lnTo>
                  <a:pt x="33350" y="80521"/>
                </a:lnTo>
                <a:lnTo>
                  <a:pt x="0" y="80521"/>
                </a:lnTo>
                <a:lnTo>
                  <a:pt x="1378" y="76466"/>
                </a:lnTo>
                <a:cubicBezTo>
                  <a:pt x="3700" y="75804"/>
                  <a:pt x="5400" y="75225"/>
                  <a:pt x="6479" y="74728"/>
                </a:cubicBezTo>
                <a:cubicBezTo>
                  <a:pt x="7558" y="74232"/>
                  <a:pt x="8578" y="73542"/>
                  <a:pt x="9540" y="72659"/>
                </a:cubicBezTo>
                <a:cubicBezTo>
                  <a:pt x="10502" y="71776"/>
                  <a:pt x="11458" y="70425"/>
                  <a:pt x="12408" y="68604"/>
                </a:cubicBezTo>
                <a:cubicBezTo>
                  <a:pt x="13358" y="66784"/>
                  <a:pt x="14489" y="63942"/>
                  <a:pt x="15801" y="60080"/>
                </a:cubicBezTo>
                <a:lnTo>
                  <a:pt x="28063" y="23999"/>
                </a:lnTo>
                <a:cubicBezTo>
                  <a:pt x="29263" y="20468"/>
                  <a:pt x="30174" y="17627"/>
                  <a:pt x="30795" y="15475"/>
                </a:cubicBezTo>
                <a:cubicBezTo>
                  <a:pt x="31416" y="13324"/>
                  <a:pt x="31615" y="11600"/>
                  <a:pt x="31394" y="10303"/>
                </a:cubicBezTo>
                <a:cubicBezTo>
                  <a:pt x="31172" y="9007"/>
                  <a:pt x="30494" y="8041"/>
                  <a:pt x="29358" y="7407"/>
                </a:cubicBezTo>
                <a:cubicBezTo>
                  <a:pt x="28222" y="6772"/>
                  <a:pt x="26487" y="6234"/>
                  <a:pt x="24155" y="5793"/>
                </a:cubicBezTo>
                <a:lnTo>
                  <a:pt x="25617" y="1490"/>
                </a:lnTo>
                <a:lnTo>
                  <a:pt x="45263" y="662"/>
                </a:lnTo>
                <a:lnTo>
                  <a:pt x="50311" y="662"/>
                </a:lnTo>
                <a:lnTo>
                  <a:pt x="44479" y="15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text-167 agent">
            <a:extLst xmlns:a="http://schemas.openxmlformats.org/drawingml/2006/main">
              <a:ext uri="{FF2B5EF4-FFF2-40B4-BE49-F238E27FC236}">
                <a16:creationId xmlns:a16="http://schemas.microsoft.com/office/drawing/2014/main" id="{04B329FB-773D-4F63-A420-5E898F7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4888" y="2213431"/>
            <a:ext cx="667559" cy="370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80" name="text-167 turns.">
            <a:extLst xmlns:a="http://schemas.openxmlformats.org/drawingml/2006/main">
              <a:ext uri="{FF2B5EF4-FFF2-40B4-BE49-F238E27FC236}">
                <a16:creationId xmlns:a16="http://schemas.microsoft.com/office/drawing/2014/main" id="{7C3021CA-4A6D-4650-BE99-76998680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4658" y="2212846"/>
            <a:ext cx="669610" cy="3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turns.</a:t>
            </a:r>
          </a:p>
        </p:txBody>
      </p:sp>
      <p:sp>
        <p:nvSpPr>
          <p:cNvPr id="181" name="path-168">
            <a:extLst xmlns:a="http://schemas.openxmlformats.org/drawingml/2006/main">
              <a:ext uri="{FF2B5EF4-FFF2-40B4-BE49-F238E27FC236}">
                <a16:creationId xmlns:a16="http://schemas.microsoft.com/office/drawing/2014/main" id="{E60B75F1-C5E6-49A7-8D35-FC0ABBB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26" y="4560808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9"/>
                </a:moveTo>
                <a:cubicBezTo>
                  <a:pt x="0" y="29476"/>
                  <a:pt x="29474" y="0"/>
                  <a:pt x="65837" y="0"/>
                </a:cubicBezTo>
                <a:lnTo>
                  <a:pt x="574728" y="0"/>
                </a:lnTo>
                <a:cubicBezTo>
                  <a:pt x="611087" y="0"/>
                  <a:pt x="640565" y="29476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87" y="395015"/>
                  <a:pt x="574728" y="395015"/>
                </a:cubicBezTo>
                <a:lnTo>
                  <a:pt x="65837" y="395015"/>
                </a:lnTo>
                <a:cubicBezTo>
                  <a:pt x="29474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69">
            <a:extLst xmlns:a="http://schemas.openxmlformats.org/drawingml/2006/main">
              <a:ext uri="{FF2B5EF4-FFF2-40B4-BE49-F238E27FC236}">
                <a16:creationId xmlns:a16="http://schemas.microsoft.com/office/drawing/2014/main" id="{9C052DA4-B590-482F-8D1F-1D0C73C7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26" y="456080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3" name="path-170">
            <a:extLst xmlns:a="http://schemas.openxmlformats.org/drawingml/2006/main">
              <a:ext uri="{FF2B5EF4-FFF2-40B4-BE49-F238E27FC236}">
                <a16:creationId xmlns:a16="http://schemas.microsoft.com/office/drawing/2014/main" id="{C00672A6-010E-41EA-BCED-44229083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260" y="4647424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71">
            <a:extLst xmlns:a="http://schemas.openxmlformats.org/drawingml/2006/main">
              <a:ext uri="{FF2B5EF4-FFF2-40B4-BE49-F238E27FC236}">
                <a16:creationId xmlns:a16="http://schemas.microsoft.com/office/drawing/2014/main" id="{EABC41AD-4BB6-4E62-B83E-844119C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63" y="4560808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7" y="0"/>
                  <a:pt x="65839" y="0"/>
                </a:cubicBezTo>
                <a:lnTo>
                  <a:pt x="574729" y="0"/>
                </a:lnTo>
                <a:cubicBezTo>
                  <a:pt x="611089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89" y="395015"/>
                  <a:pt x="574729" y="395015"/>
                </a:cubicBezTo>
                <a:lnTo>
                  <a:pt x="65839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2">
            <a:extLst xmlns:a="http://schemas.openxmlformats.org/drawingml/2006/main">
              <a:ext uri="{FF2B5EF4-FFF2-40B4-BE49-F238E27FC236}">
                <a16:creationId xmlns:a16="http://schemas.microsoft.com/office/drawing/2014/main" id="{1FD2AC66-13C1-46AB-908E-D3911170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63" y="456080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6" name="path-173">
            <a:extLst xmlns:a="http://schemas.openxmlformats.org/drawingml/2006/main">
              <a:ext uri="{FF2B5EF4-FFF2-40B4-BE49-F238E27FC236}">
                <a16:creationId xmlns:a16="http://schemas.microsoft.com/office/drawing/2014/main" id="{99B69930-1B11-4CC9-B85A-AD1A622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200" y="4647424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74">
            <a:extLst xmlns:a="http://schemas.openxmlformats.org/drawingml/2006/main">
              <a:ext uri="{FF2B5EF4-FFF2-40B4-BE49-F238E27FC236}">
                <a16:creationId xmlns:a16="http://schemas.microsoft.com/office/drawing/2014/main" id="{891969B3-474D-45A3-A235-4598D15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4560808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9"/>
                </a:moveTo>
                <a:cubicBezTo>
                  <a:pt x="0" y="29476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5" y="29476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90" y="395015"/>
                  <a:pt x="574728" y="395015"/>
                </a:cubicBezTo>
                <a:lnTo>
                  <a:pt x="65837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75">
            <a:extLst xmlns:a="http://schemas.openxmlformats.org/drawingml/2006/main">
              <a:ext uri="{FF2B5EF4-FFF2-40B4-BE49-F238E27FC236}">
                <a16:creationId xmlns:a16="http://schemas.microsoft.com/office/drawing/2014/main" id="{C646B90E-A3A8-43F9-975B-2ED2B2BC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456080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9" name="path-176">
            <a:extLst xmlns:a="http://schemas.openxmlformats.org/drawingml/2006/main">
              <a:ext uri="{FF2B5EF4-FFF2-40B4-BE49-F238E27FC236}">
                <a16:creationId xmlns:a16="http://schemas.microsoft.com/office/drawing/2014/main" id="{D6BC752C-E163-4973-B092-0F049E0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735" y="4560808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6" y="0"/>
                  <a:pt x="65839" y="0"/>
                </a:cubicBezTo>
                <a:lnTo>
                  <a:pt x="574728" y="0"/>
                </a:lnTo>
                <a:cubicBezTo>
                  <a:pt x="611089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89" y="395015"/>
                  <a:pt x="574728" y="395015"/>
                </a:cubicBezTo>
                <a:lnTo>
                  <a:pt x="65839" y="395015"/>
                </a:lnTo>
                <a:cubicBezTo>
                  <a:pt x="29476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77">
            <a:extLst xmlns:a="http://schemas.openxmlformats.org/drawingml/2006/main">
              <a:ext uri="{FF2B5EF4-FFF2-40B4-BE49-F238E27FC236}">
                <a16:creationId xmlns:a16="http://schemas.microsoft.com/office/drawing/2014/main" id="{6A912979-1989-48EE-BAE4-5ACBDFD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735" y="456080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91" name="path-178">
            <a:extLst xmlns:a="http://schemas.openxmlformats.org/drawingml/2006/main">
              <a:ext uri="{FF2B5EF4-FFF2-40B4-BE49-F238E27FC236}">
                <a16:creationId xmlns:a16="http://schemas.microsoft.com/office/drawing/2014/main" id="{1B172F28-07BB-412E-8258-E0588E2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472" y="4647424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79">
            <a:extLst xmlns:a="http://schemas.openxmlformats.org/drawingml/2006/main">
              <a:ext uri="{FF2B5EF4-FFF2-40B4-BE49-F238E27FC236}">
                <a16:creationId xmlns:a16="http://schemas.microsoft.com/office/drawing/2014/main" id="{189FAA4B-CD8C-4BB6-A9C2-182EE60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43" y="4560808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7" y="0"/>
                  <a:pt x="65837" y="0"/>
                </a:cubicBezTo>
                <a:lnTo>
                  <a:pt x="574729" y="0"/>
                </a:lnTo>
                <a:cubicBezTo>
                  <a:pt x="611090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5"/>
                  <a:pt x="574729" y="395015"/>
                </a:cubicBezTo>
                <a:lnTo>
                  <a:pt x="65837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0">
            <a:extLst xmlns:a="http://schemas.openxmlformats.org/drawingml/2006/main">
              <a:ext uri="{FF2B5EF4-FFF2-40B4-BE49-F238E27FC236}">
                <a16:creationId xmlns:a16="http://schemas.microsoft.com/office/drawing/2014/main" id="{C00F61DA-7BF8-46AF-AADD-0DD58F9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43" y="4560808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8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94" name="path-181">
            <a:extLst xmlns:a="http://schemas.openxmlformats.org/drawingml/2006/main">
              <a:ext uri="{FF2B5EF4-FFF2-40B4-BE49-F238E27FC236}">
                <a16:creationId xmlns:a16="http://schemas.microsoft.com/office/drawing/2014/main" id="{9B2DFDFC-8882-42AC-8EFD-9DADF080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579" y="4647424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2">
            <a:extLst xmlns:a="http://schemas.openxmlformats.org/drawingml/2006/main">
              <a:ext uri="{FF2B5EF4-FFF2-40B4-BE49-F238E27FC236}">
                <a16:creationId xmlns:a16="http://schemas.microsoft.com/office/drawing/2014/main" id="{388525FC-6F1B-4FAC-8E51-979B42F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7017" y="4675812"/>
            <a:ext cx="140514" cy="145502"/>
          </a:xfrm>
          <a:custGeom xmlns:a="http://schemas.openxmlformats.org/drawingml/2006/main">
            <a:pathLst>
              <a:path w="140514" h="145502">
                <a:moveTo>
                  <a:pt x="140514" y="5885"/>
                </a:moveTo>
                <a:lnTo>
                  <a:pt x="130064" y="36633"/>
                </a:lnTo>
                <a:lnTo>
                  <a:pt x="111380" y="36633"/>
                </a:lnTo>
                <a:cubicBezTo>
                  <a:pt x="111879" y="30258"/>
                  <a:pt x="111528" y="25231"/>
                  <a:pt x="110326" y="21553"/>
                </a:cubicBezTo>
                <a:cubicBezTo>
                  <a:pt x="109124" y="17875"/>
                  <a:pt x="107154" y="15301"/>
                  <a:pt x="104418" y="13829"/>
                </a:cubicBezTo>
                <a:cubicBezTo>
                  <a:pt x="101681" y="12358"/>
                  <a:pt x="97910" y="11623"/>
                  <a:pt x="93104" y="11623"/>
                </a:cubicBezTo>
                <a:cubicBezTo>
                  <a:pt x="86238" y="11623"/>
                  <a:pt x="79407" y="13829"/>
                  <a:pt x="72611" y="18243"/>
                </a:cubicBezTo>
                <a:cubicBezTo>
                  <a:pt x="65815" y="22657"/>
                  <a:pt x="59339" y="29375"/>
                  <a:pt x="53182" y="38398"/>
                </a:cubicBezTo>
                <a:cubicBezTo>
                  <a:pt x="47026" y="47422"/>
                  <a:pt x="41732" y="58456"/>
                  <a:pt x="37299" y="71501"/>
                </a:cubicBezTo>
                <a:cubicBezTo>
                  <a:pt x="34465" y="79837"/>
                  <a:pt x="32462" y="87463"/>
                  <a:pt x="31289" y="94378"/>
                </a:cubicBezTo>
                <a:cubicBezTo>
                  <a:pt x="30116" y="101293"/>
                  <a:pt x="30119" y="107202"/>
                  <a:pt x="31297" y="112106"/>
                </a:cubicBezTo>
                <a:cubicBezTo>
                  <a:pt x="32474" y="117010"/>
                  <a:pt x="34950" y="120835"/>
                  <a:pt x="38725" y="123581"/>
                </a:cubicBezTo>
                <a:cubicBezTo>
                  <a:pt x="42500" y="126328"/>
                  <a:pt x="47869" y="127701"/>
                  <a:pt x="54832" y="127701"/>
                </a:cubicBezTo>
                <a:cubicBezTo>
                  <a:pt x="61600" y="127701"/>
                  <a:pt x="68352" y="126377"/>
                  <a:pt x="75087" y="123728"/>
                </a:cubicBezTo>
                <a:cubicBezTo>
                  <a:pt x="81823" y="121080"/>
                  <a:pt x="89463" y="116421"/>
                  <a:pt x="98007" y="109752"/>
                </a:cubicBezTo>
                <a:lnTo>
                  <a:pt x="103093" y="119462"/>
                </a:lnTo>
                <a:cubicBezTo>
                  <a:pt x="96224" y="124954"/>
                  <a:pt x="90369" y="129196"/>
                  <a:pt x="85527" y="132188"/>
                </a:cubicBezTo>
                <a:cubicBezTo>
                  <a:pt x="80685" y="135179"/>
                  <a:pt x="75740" y="137680"/>
                  <a:pt x="70692" y="139691"/>
                </a:cubicBezTo>
                <a:cubicBezTo>
                  <a:pt x="65645" y="141702"/>
                  <a:pt x="60829" y="143173"/>
                  <a:pt x="56246" y="144105"/>
                </a:cubicBezTo>
                <a:cubicBezTo>
                  <a:pt x="51663" y="145036"/>
                  <a:pt x="46870" y="145502"/>
                  <a:pt x="41868" y="145502"/>
                </a:cubicBezTo>
                <a:cubicBezTo>
                  <a:pt x="23331" y="145502"/>
                  <a:pt x="11250" y="139348"/>
                  <a:pt x="5625" y="127039"/>
                </a:cubicBezTo>
                <a:cubicBezTo>
                  <a:pt x="0" y="114730"/>
                  <a:pt x="1137" y="96952"/>
                  <a:pt x="9037" y="73707"/>
                </a:cubicBezTo>
                <a:cubicBezTo>
                  <a:pt x="13970" y="59192"/>
                  <a:pt x="21091" y="46318"/>
                  <a:pt x="30400" y="35088"/>
                </a:cubicBezTo>
                <a:cubicBezTo>
                  <a:pt x="39709" y="23858"/>
                  <a:pt x="50350" y="15202"/>
                  <a:pt x="62323" y="9121"/>
                </a:cubicBezTo>
                <a:cubicBezTo>
                  <a:pt x="74296" y="3040"/>
                  <a:pt x="86755" y="0"/>
                  <a:pt x="99702" y="0"/>
                </a:cubicBezTo>
                <a:cubicBezTo>
                  <a:pt x="107744" y="0"/>
                  <a:pt x="115016" y="466"/>
                  <a:pt x="121516" y="1398"/>
                </a:cubicBezTo>
                <a:cubicBezTo>
                  <a:pt x="128016" y="2329"/>
                  <a:pt x="134348" y="3825"/>
                  <a:pt x="140514" y="5885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83">
            <a:extLst xmlns:a="http://schemas.openxmlformats.org/drawingml/2006/main">
              <a:ext uri="{FF2B5EF4-FFF2-40B4-BE49-F238E27FC236}">
                <a16:creationId xmlns:a16="http://schemas.microsoft.com/office/drawing/2014/main" id="{1BB3AEB6-BBF5-4C92-8E51-96BDED8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1874" y="4738033"/>
            <a:ext cx="84962" cy="139682"/>
          </a:xfrm>
          <a:custGeom xmlns:a="http://schemas.openxmlformats.org/drawingml/2006/main">
            <a:pathLst>
              <a:path w="84962" h="139682">
                <a:moveTo>
                  <a:pt x="57956" y="123499"/>
                </a:moveTo>
                <a:cubicBezTo>
                  <a:pt x="61260" y="123499"/>
                  <a:pt x="63924" y="123296"/>
                  <a:pt x="65947" y="122892"/>
                </a:cubicBezTo>
                <a:cubicBezTo>
                  <a:pt x="67970" y="122487"/>
                  <a:pt x="69588" y="121813"/>
                  <a:pt x="70802" y="120869"/>
                </a:cubicBezTo>
                <a:cubicBezTo>
                  <a:pt x="72016" y="119925"/>
                  <a:pt x="72976" y="118694"/>
                  <a:pt x="73684" y="117177"/>
                </a:cubicBezTo>
                <a:cubicBezTo>
                  <a:pt x="74392" y="115660"/>
                  <a:pt x="75286" y="113317"/>
                  <a:pt x="76365" y="110147"/>
                </a:cubicBezTo>
                <a:lnTo>
                  <a:pt x="84962" y="110147"/>
                </a:lnTo>
                <a:lnTo>
                  <a:pt x="83243" y="139682"/>
                </a:lnTo>
                <a:lnTo>
                  <a:pt x="0" y="139682"/>
                </a:lnTo>
                <a:lnTo>
                  <a:pt x="0" y="134827"/>
                </a:lnTo>
                <a:cubicBezTo>
                  <a:pt x="2900" y="127747"/>
                  <a:pt x="6810" y="120498"/>
                  <a:pt x="11733" y="113081"/>
                </a:cubicBezTo>
                <a:cubicBezTo>
                  <a:pt x="16655" y="105663"/>
                  <a:pt x="23634" y="96931"/>
                  <a:pt x="32670" y="86884"/>
                </a:cubicBezTo>
                <a:cubicBezTo>
                  <a:pt x="40492" y="78253"/>
                  <a:pt x="46122" y="71712"/>
                  <a:pt x="49561" y="67262"/>
                </a:cubicBezTo>
                <a:cubicBezTo>
                  <a:pt x="53337" y="62407"/>
                  <a:pt x="56153" y="58209"/>
                  <a:pt x="58007" y="54669"/>
                </a:cubicBezTo>
                <a:cubicBezTo>
                  <a:pt x="59861" y="51129"/>
                  <a:pt x="61193" y="47791"/>
                  <a:pt x="62002" y="44656"/>
                </a:cubicBezTo>
                <a:cubicBezTo>
                  <a:pt x="62811" y="41520"/>
                  <a:pt x="63216" y="38368"/>
                  <a:pt x="63216" y="35199"/>
                </a:cubicBezTo>
                <a:cubicBezTo>
                  <a:pt x="63216" y="30141"/>
                  <a:pt x="62407" y="25674"/>
                  <a:pt x="60788" y="21797"/>
                </a:cubicBezTo>
                <a:cubicBezTo>
                  <a:pt x="59170" y="17920"/>
                  <a:pt x="56692" y="14868"/>
                  <a:pt x="53354" y="12643"/>
                </a:cubicBezTo>
                <a:cubicBezTo>
                  <a:pt x="50016" y="10418"/>
                  <a:pt x="45819" y="9305"/>
                  <a:pt x="40762" y="9305"/>
                </a:cubicBezTo>
                <a:cubicBezTo>
                  <a:pt x="28152" y="9305"/>
                  <a:pt x="19656" y="16318"/>
                  <a:pt x="15273" y="30344"/>
                </a:cubicBezTo>
                <a:lnTo>
                  <a:pt x="3034" y="30344"/>
                </a:lnTo>
                <a:lnTo>
                  <a:pt x="3034" y="10924"/>
                </a:lnTo>
                <a:cubicBezTo>
                  <a:pt x="11193" y="7080"/>
                  <a:pt x="18830" y="4299"/>
                  <a:pt x="25944" y="2579"/>
                </a:cubicBezTo>
                <a:cubicBezTo>
                  <a:pt x="33058" y="860"/>
                  <a:pt x="39447" y="0"/>
                  <a:pt x="45111" y="0"/>
                </a:cubicBezTo>
                <a:cubicBezTo>
                  <a:pt x="57653" y="0"/>
                  <a:pt x="67127" y="2748"/>
                  <a:pt x="73533" y="8243"/>
                </a:cubicBezTo>
                <a:cubicBezTo>
                  <a:pt x="79939" y="13739"/>
                  <a:pt x="83142" y="21713"/>
                  <a:pt x="83142" y="32164"/>
                </a:cubicBezTo>
                <a:cubicBezTo>
                  <a:pt x="83142" y="35738"/>
                  <a:pt x="82788" y="39025"/>
                  <a:pt x="82080" y="42026"/>
                </a:cubicBezTo>
                <a:cubicBezTo>
                  <a:pt x="81371" y="45027"/>
                  <a:pt x="80259" y="47993"/>
                  <a:pt x="78742" y="50927"/>
                </a:cubicBezTo>
                <a:cubicBezTo>
                  <a:pt x="77225" y="53860"/>
                  <a:pt x="75185" y="57012"/>
                  <a:pt x="72622" y="60384"/>
                </a:cubicBezTo>
                <a:cubicBezTo>
                  <a:pt x="70060" y="63755"/>
                  <a:pt x="67228" y="67177"/>
                  <a:pt x="64126" y="70650"/>
                </a:cubicBezTo>
                <a:cubicBezTo>
                  <a:pt x="61024" y="74123"/>
                  <a:pt x="55664" y="79905"/>
                  <a:pt x="48044" y="87997"/>
                </a:cubicBezTo>
                <a:cubicBezTo>
                  <a:pt x="35232" y="101550"/>
                  <a:pt x="25826" y="113384"/>
                  <a:pt x="19824" y="123499"/>
                </a:cubicBezTo>
                <a:lnTo>
                  <a:pt x="57956" y="123499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text-184 …">
            <a:extLst xmlns:a="http://schemas.openxmlformats.org/drawingml/2006/main">
              <a:ext uri="{FF2B5EF4-FFF2-40B4-BE49-F238E27FC236}">
                <a16:creationId xmlns:a16="http://schemas.microsoft.com/office/drawing/2014/main" id="{6299514D-692A-472B-873A-EEECD4C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3763" y="4523578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198" name="path-185">
            <a:extLst xmlns:a="http://schemas.openxmlformats.org/drawingml/2006/main">
              <a:ext uri="{FF2B5EF4-FFF2-40B4-BE49-F238E27FC236}">
                <a16:creationId xmlns:a16="http://schemas.microsoft.com/office/drawing/2014/main" id="{11A23930-EA55-45F8-BD35-EBC15306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291" y="5122068"/>
            <a:ext cx="208259" cy="172272"/>
          </a:xfrm>
          <a:custGeom xmlns:a="http://schemas.openxmlformats.org/drawingml/2006/main">
            <a:pathLst>
              <a:path w="208259" h="172272">
                <a:moveTo>
                  <a:pt x="145503" y="140720"/>
                </a:moveTo>
                <a:cubicBezTo>
                  <a:pt x="143845" y="145600"/>
                  <a:pt x="142730" y="149260"/>
                  <a:pt x="142158" y="151700"/>
                </a:cubicBezTo>
                <a:cubicBezTo>
                  <a:pt x="141586" y="154140"/>
                  <a:pt x="141351" y="156096"/>
                  <a:pt x="141451" y="157569"/>
                </a:cubicBezTo>
                <a:cubicBezTo>
                  <a:pt x="141551" y="159041"/>
                  <a:pt x="141873" y="160240"/>
                  <a:pt x="142417" y="161166"/>
                </a:cubicBezTo>
                <a:cubicBezTo>
                  <a:pt x="142961" y="162091"/>
                  <a:pt x="143898" y="162932"/>
                  <a:pt x="145228" y="163690"/>
                </a:cubicBezTo>
                <a:cubicBezTo>
                  <a:pt x="146558" y="164447"/>
                  <a:pt x="148754" y="165246"/>
                  <a:pt x="151815" y="166088"/>
                </a:cubicBezTo>
                <a:lnTo>
                  <a:pt x="149714" y="172272"/>
                </a:lnTo>
                <a:lnTo>
                  <a:pt x="95776" y="172272"/>
                </a:lnTo>
                <a:lnTo>
                  <a:pt x="97877" y="166088"/>
                </a:lnTo>
                <a:cubicBezTo>
                  <a:pt x="102998" y="164910"/>
                  <a:pt x="106745" y="163606"/>
                  <a:pt x="109119" y="162175"/>
                </a:cubicBezTo>
                <a:cubicBezTo>
                  <a:pt x="111493" y="160745"/>
                  <a:pt x="113545" y="158557"/>
                  <a:pt x="115276" y="155612"/>
                </a:cubicBezTo>
                <a:cubicBezTo>
                  <a:pt x="117006" y="152668"/>
                  <a:pt x="119058" y="147704"/>
                  <a:pt x="121431" y="140720"/>
                </a:cubicBezTo>
                <a:lnTo>
                  <a:pt x="139402" y="87840"/>
                </a:lnTo>
                <a:lnTo>
                  <a:pt x="67828" y="87840"/>
                </a:lnTo>
                <a:lnTo>
                  <a:pt x="49857" y="140720"/>
                </a:lnTo>
                <a:cubicBezTo>
                  <a:pt x="47941" y="146357"/>
                  <a:pt x="46733" y="150480"/>
                  <a:pt x="46233" y="153088"/>
                </a:cubicBezTo>
                <a:cubicBezTo>
                  <a:pt x="45733" y="155697"/>
                  <a:pt x="45676" y="157758"/>
                  <a:pt x="46062" y="159272"/>
                </a:cubicBezTo>
                <a:cubicBezTo>
                  <a:pt x="46448" y="160787"/>
                  <a:pt x="47350" y="162049"/>
                  <a:pt x="48766" y="163059"/>
                </a:cubicBezTo>
                <a:cubicBezTo>
                  <a:pt x="50182" y="164068"/>
                  <a:pt x="52693" y="165078"/>
                  <a:pt x="56297" y="166088"/>
                </a:cubicBezTo>
                <a:lnTo>
                  <a:pt x="54196" y="172272"/>
                </a:lnTo>
                <a:lnTo>
                  <a:pt x="0" y="172272"/>
                </a:lnTo>
                <a:lnTo>
                  <a:pt x="2102" y="166088"/>
                </a:lnTo>
                <a:cubicBezTo>
                  <a:pt x="7880" y="164741"/>
                  <a:pt x="11949" y="163248"/>
                  <a:pt x="14309" y="161607"/>
                </a:cubicBezTo>
                <a:cubicBezTo>
                  <a:pt x="16669" y="159967"/>
                  <a:pt x="18642" y="157632"/>
                  <a:pt x="20229" y="154603"/>
                </a:cubicBezTo>
                <a:cubicBezTo>
                  <a:pt x="21817" y="151574"/>
                  <a:pt x="23668" y="146946"/>
                  <a:pt x="25784" y="140720"/>
                </a:cubicBezTo>
                <a:lnTo>
                  <a:pt x="62884" y="31552"/>
                </a:lnTo>
                <a:cubicBezTo>
                  <a:pt x="64857" y="25746"/>
                  <a:pt x="66080" y="21518"/>
                  <a:pt x="66551" y="18868"/>
                </a:cubicBezTo>
                <a:cubicBezTo>
                  <a:pt x="67023" y="16218"/>
                  <a:pt x="67015" y="14156"/>
                  <a:pt x="66529" y="12684"/>
                </a:cubicBezTo>
                <a:cubicBezTo>
                  <a:pt x="66042" y="11211"/>
                  <a:pt x="65134" y="10033"/>
                  <a:pt x="63803" y="9150"/>
                </a:cubicBezTo>
                <a:cubicBezTo>
                  <a:pt x="62473" y="8267"/>
                  <a:pt x="60020" y="7278"/>
                  <a:pt x="56444" y="6184"/>
                </a:cubicBezTo>
                <a:lnTo>
                  <a:pt x="58545" y="0"/>
                </a:lnTo>
                <a:lnTo>
                  <a:pt x="112741" y="0"/>
                </a:lnTo>
                <a:lnTo>
                  <a:pt x="110639" y="6184"/>
                </a:lnTo>
                <a:cubicBezTo>
                  <a:pt x="106549" y="7110"/>
                  <a:pt x="103509" y="8035"/>
                  <a:pt x="101521" y="8961"/>
                </a:cubicBezTo>
                <a:cubicBezTo>
                  <a:pt x="99533" y="9886"/>
                  <a:pt x="97810" y="11043"/>
                  <a:pt x="96351" y="12431"/>
                </a:cubicBezTo>
                <a:cubicBezTo>
                  <a:pt x="94893" y="13820"/>
                  <a:pt x="93455" y="15902"/>
                  <a:pt x="92040" y="18679"/>
                </a:cubicBezTo>
                <a:cubicBezTo>
                  <a:pt x="90624" y="21455"/>
                  <a:pt x="88930" y="25746"/>
                  <a:pt x="86957" y="31552"/>
                </a:cubicBezTo>
                <a:lnTo>
                  <a:pt x="71774" y="76229"/>
                </a:lnTo>
                <a:lnTo>
                  <a:pt x="143348" y="76229"/>
                </a:lnTo>
                <a:lnTo>
                  <a:pt x="158531" y="31552"/>
                </a:lnTo>
                <a:cubicBezTo>
                  <a:pt x="161019" y="24232"/>
                  <a:pt x="162355" y="19225"/>
                  <a:pt x="162541" y="16533"/>
                </a:cubicBezTo>
                <a:cubicBezTo>
                  <a:pt x="162726" y="13841"/>
                  <a:pt x="162204" y="11779"/>
                  <a:pt x="160974" y="10349"/>
                </a:cubicBezTo>
                <a:cubicBezTo>
                  <a:pt x="159743" y="8919"/>
                  <a:pt x="156825" y="7530"/>
                  <a:pt x="152219" y="6184"/>
                </a:cubicBezTo>
                <a:lnTo>
                  <a:pt x="154321" y="0"/>
                </a:lnTo>
                <a:lnTo>
                  <a:pt x="208259" y="0"/>
                </a:lnTo>
                <a:lnTo>
                  <a:pt x="206157" y="6184"/>
                </a:lnTo>
                <a:cubicBezTo>
                  <a:pt x="200951" y="7362"/>
                  <a:pt x="197154" y="8687"/>
                  <a:pt x="194765" y="10160"/>
                </a:cubicBezTo>
                <a:cubicBezTo>
                  <a:pt x="192377" y="11632"/>
                  <a:pt x="190339" y="13841"/>
                  <a:pt x="188652" y="16785"/>
                </a:cubicBezTo>
                <a:cubicBezTo>
                  <a:pt x="186964" y="19730"/>
                  <a:pt x="184948" y="24652"/>
                  <a:pt x="182604" y="31552"/>
                </a:cubicBezTo>
                <a:lnTo>
                  <a:pt x="145503" y="1407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86">
            <a:extLst xmlns:a="http://schemas.openxmlformats.org/drawingml/2006/main">
              <a:ext uri="{FF2B5EF4-FFF2-40B4-BE49-F238E27FC236}">
                <a16:creationId xmlns:a16="http://schemas.microsoft.com/office/drawing/2014/main" id="{539B68A8-5D4B-4AF8-8A5C-9F04CE6A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291" y="5122068"/>
            <a:ext cx="208259" cy="172272"/>
          </a:xfrm>
          <a:custGeom xmlns:a="http://schemas.openxmlformats.org/drawingml/2006/main">
            <a:pathLst>
              <a:path w="208259" h="172272">
                <a:moveTo>
                  <a:pt x="145503" y="140720"/>
                </a:moveTo>
                <a:cubicBezTo>
                  <a:pt x="143845" y="145600"/>
                  <a:pt x="142730" y="149260"/>
                  <a:pt x="142158" y="151700"/>
                </a:cubicBezTo>
                <a:cubicBezTo>
                  <a:pt x="141586" y="154140"/>
                  <a:pt x="141351" y="156096"/>
                  <a:pt x="141451" y="157569"/>
                </a:cubicBezTo>
                <a:cubicBezTo>
                  <a:pt x="141551" y="159041"/>
                  <a:pt x="141873" y="160240"/>
                  <a:pt x="142417" y="161166"/>
                </a:cubicBezTo>
                <a:cubicBezTo>
                  <a:pt x="142961" y="162091"/>
                  <a:pt x="143898" y="162932"/>
                  <a:pt x="145228" y="163690"/>
                </a:cubicBezTo>
                <a:cubicBezTo>
                  <a:pt x="146558" y="164447"/>
                  <a:pt x="148754" y="165246"/>
                  <a:pt x="151815" y="166088"/>
                </a:cubicBezTo>
                <a:lnTo>
                  <a:pt x="149714" y="172272"/>
                </a:lnTo>
                <a:lnTo>
                  <a:pt x="95776" y="172272"/>
                </a:lnTo>
                <a:lnTo>
                  <a:pt x="97877" y="166088"/>
                </a:lnTo>
                <a:cubicBezTo>
                  <a:pt x="102998" y="164910"/>
                  <a:pt x="106745" y="163606"/>
                  <a:pt x="109119" y="162175"/>
                </a:cubicBezTo>
                <a:cubicBezTo>
                  <a:pt x="111493" y="160745"/>
                  <a:pt x="113545" y="158557"/>
                  <a:pt x="115276" y="155612"/>
                </a:cubicBezTo>
                <a:cubicBezTo>
                  <a:pt x="117006" y="152668"/>
                  <a:pt x="119058" y="147704"/>
                  <a:pt x="121431" y="140720"/>
                </a:cubicBezTo>
                <a:lnTo>
                  <a:pt x="139402" y="87840"/>
                </a:lnTo>
                <a:lnTo>
                  <a:pt x="67828" y="87840"/>
                </a:lnTo>
                <a:lnTo>
                  <a:pt x="49857" y="140720"/>
                </a:lnTo>
                <a:cubicBezTo>
                  <a:pt x="47941" y="146357"/>
                  <a:pt x="46733" y="150480"/>
                  <a:pt x="46233" y="153088"/>
                </a:cubicBezTo>
                <a:cubicBezTo>
                  <a:pt x="45733" y="155697"/>
                  <a:pt x="45676" y="157758"/>
                  <a:pt x="46062" y="159272"/>
                </a:cubicBezTo>
                <a:cubicBezTo>
                  <a:pt x="46448" y="160787"/>
                  <a:pt x="47350" y="162049"/>
                  <a:pt x="48766" y="163059"/>
                </a:cubicBezTo>
                <a:cubicBezTo>
                  <a:pt x="50182" y="164068"/>
                  <a:pt x="52693" y="165078"/>
                  <a:pt x="56297" y="166088"/>
                </a:cubicBezTo>
                <a:lnTo>
                  <a:pt x="54196" y="172272"/>
                </a:lnTo>
                <a:lnTo>
                  <a:pt x="0" y="172272"/>
                </a:lnTo>
                <a:lnTo>
                  <a:pt x="2102" y="166088"/>
                </a:lnTo>
                <a:cubicBezTo>
                  <a:pt x="7880" y="164741"/>
                  <a:pt x="11949" y="163248"/>
                  <a:pt x="14309" y="161607"/>
                </a:cubicBezTo>
                <a:cubicBezTo>
                  <a:pt x="16669" y="159967"/>
                  <a:pt x="18642" y="157632"/>
                  <a:pt x="20229" y="154603"/>
                </a:cubicBezTo>
                <a:cubicBezTo>
                  <a:pt x="21817" y="151574"/>
                  <a:pt x="23668" y="146946"/>
                  <a:pt x="25784" y="140720"/>
                </a:cubicBezTo>
                <a:lnTo>
                  <a:pt x="62884" y="31552"/>
                </a:lnTo>
                <a:cubicBezTo>
                  <a:pt x="64857" y="25746"/>
                  <a:pt x="66080" y="21518"/>
                  <a:pt x="66551" y="18868"/>
                </a:cubicBezTo>
                <a:cubicBezTo>
                  <a:pt x="67023" y="16218"/>
                  <a:pt x="67015" y="14156"/>
                  <a:pt x="66529" y="12684"/>
                </a:cubicBezTo>
                <a:cubicBezTo>
                  <a:pt x="66042" y="11211"/>
                  <a:pt x="65134" y="10033"/>
                  <a:pt x="63803" y="9150"/>
                </a:cubicBezTo>
                <a:cubicBezTo>
                  <a:pt x="62473" y="8267"/>
                  <a:pt x="60020" y="7278"/>
                  <a:pt x="56444" y="6184"/>
                </a:cubicBezTo>
                <a:lnTo>
                  <a:pt x="58545" y="0"/>
                </a:lnTo>
                <a:lnTo>
                  <a:pt x="112741" y="0"/>
                </a:lnTo>
                <a:lnTo>
                  <a:pt x="110639" y="6184"/>
                </a:lnTo>
                <a:cubicBezTo>
                  <a:pt x="106549" y="7110"/>
                  <a:pt x="103509" y="8035"/>
                  <a:pt x="101521" y="8961"/>
                </a:cubicBezTo>
                <a:cubicBezTo>
                  <a:pt x="99533" y="9886"/>
                  <a:pt x="97810" y="11043"/>
                  <a:pt x="96351" y="12431"/>
                </a:cubicBezTo>
                <a:cubicBezTo>
                  <a:pt x="94893" y="13820"/>
                  <a:pt x="93455" y="15902"/>
                  <a:pt x="92040" y="18679"/>
                </a:cubicBezTo>
                <a:cubicBezTo>
                  <a:pt x="90624" y="21455"/>
                  <a:pt x="88930" y="25746"/>
                  <a:pt x="86957" y="31552"/>
                </a:cubicBezTo>
                <a:lnTo>
                  <a:pt x="71774" y="76229"/>
                </a:lnTo>
                <a:lnTo>
                  <a:pt x="143348" y="76229"/>
                </a:lnTo>
                <a:lnTo>
                  <a:pt x="158531" y="31552"/>
                </a:lnTo>
                <a:cubicBezTo>
                  <a:pt x="161019" y="24232"/>
                  <a:pt x="162355" y="19225"/>
                  <a:pt x="162541" y="16533"/>
                </a:cubicBezTo>
                <a:cubicBezTo>
                  <a:pt x="162726" y="13841"/>
                  <a:pt x="162204" y="11779"/>
                  <a:pt x="160974" y="10349"/>
                </a:cubicBezTo>
                <a:cubicBezTo>
                  <a:pt x="159743" y="8919"/>
                  <a:pt x="156825" y="7530"/>
                  <a:pt x="152219" y="6184"/>
                </a:cubicBezTo>
                <a:lnTo>
                  <a:pt x="154321" y="0"/>
                </a:lnTo>
                <a:lnTo>
                  <a:pt x="208259" y="0"/>
                </a:lnTo>
                <a:lnTo>
                  <a:pt x="206157" y="6184"/>
                </a:lnTo>
                <a:cubicBezTo>
                  <a:pt x="200951" y="7362"/>
                  <a:pt x="197154" y="8687"/>
                  <a:pt x="194765" y="10160"/>
                </a:cubicBezTo>
                <a:cubicBezTo>
                  <a:pt x="192377" y="11632"/>
                  <a:pt x="190339" y="13841"/>
                  <a:pt x="188652" y="16785"/>
                </a:cubicBezTo>
                <a:cubicBezTo>
                  <a:pt x="186964" y="19730"/>
                  <a:pt x="184948" y="24652"/>
                  <a:pt x="182604" y="31552"/>
                </a:cubicBezTo>
                <a:lnTo>
                  <a:pt x="145503" y="1407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87">
            <a:extLst xmlns:a="http://schemas.openxmlformats.org/drawingml/2006/main">
              <a:ext uri="{FF2B5EF4-FFF2-40B4-BE49-F238E27FC236}">
                <a16:creationId xmlns:a16="http://schemas.microsoft.com/office/drawing/2014/main" id="{3006FB58-F4A7-4B6A-8895-A07B4E0B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680" y="5185928"/>
            <a:ext cx="164003" cy="69161"/>
          </a:xfrm>
          <a:custGeom xmlns:a="http://schemas.openxmlformats.org/drawingml/2006/main">
            <a:pathLst>
              <a:path w="164003" h="69161">
                <a:moveTo>
                  <a:pt x="0" y="16785"/>
                </a:moveTo>
                <a:lnTo>
                  <a:pt x="0" y="0"/>
                </a:lnTo>
                <a:lnTo>
                  <a:pt x="158596" y="0"/>
                </a:lnTo>
                <a:lnTo>
                  <a:pt x="158596" y="16785"/>
                </a:lnTo>
                <a:lnTo>
                  <a:pt x="0" y="16785"/>
                </a:lnTo>
                <a:moveTo>
                  <a:pt x="0" y="69161"/>
                </a:moveTo>
                <a:lnTo>
                  <a:pt x="0" y="52376"/>
                </a:lnTo>
                <a:lnTo>
                  <a:pt x="158596" y="52376"/>
                </a:lnTo>
                <a:lnTo>
                  <a:pt x="158596" y="69161"/>
                </a:lnTo>
                <a:lnTo>
                  <a:pt x="0" y="69161"/>
                </a:lnTo>
                <a:moveTo>
                  <a:pt x="164003" y="34581"/>
                </a:moveTo>
                <a:lnTo>
                  <a:pt x="164003" y="3458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88">
            <a:extLst xmlns:a="http://schemas.openxmlformats.org/drawingml/2006/main">
              <a:ext uri="{FF2B5EF4-FFF2-40B4-BE49-F238E27FC236}">
                <a16:creationId xmlns:a16="http://schemas.microsoft.com/office/drawing/2014/main" id="{30DD6E9E-67B6-49E3-88BE-64DD108F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680" y="5185928"/>
            <a:ext cx="164003" cy="69161"/>
          </a:xfrm>
          <a:custGeom xmlns:a="http://schemas.openxmlformats.org/drawingml/2006/main">
            <a:pathLst>
              <a:path w="164003" h="69161">
                <a:moveTo>
                  <a:pt x="0" y="16785"/>
                </a:moveTo>
                <a:lnTo>
                  <a:pt x="0" y="0"/>
                </a:lnTo>
                <a:lnTo>
                  <a:pt x="158596" y="0"/>
                </a:lnTo>
                <a:lnTo>
                  <a:pt x="158596" y="16785"/>
                </a:lnTo>
                <a:lnTo>
                  <a:pt x="0" y="16785"/>
                </a:lnTo>
                <a:moveTo>
                  <a:pt x="0" y="69161"/>
                </a:moveTo>
                <a:lnTo>
                  <a:pt x="0" y="52376"/>
                </a:lnTo>
                <a:lnTo>
                  <a:pt x="158596" y="52376"/>
                </a:lnTo>
                <a:lnTo>
                  <a:pt x="158596" y="69161"/>
                </a:lnTo>
                <a:lnTo>
                  <a:pt x="0" y="69161"/>
                </a:lnTo>
                <a:moveTo>
                  <a:pt x="164003" y="34581"/>
                </a:moveTo>
                <a:lnTo>
                  <a:pt x="164003" y="3458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89">
            <a:extLst xmlns:a="http://schemas.openxmlformats.org/drawingml/2006/main">
              <a:ext uri="{FF2B5EF4-FFF2-40B4-BE49-F238E27FC236}">
                <a16:creationId xmlns:a16="http://schemas.microsoft.com/office/drawing/2014/main" id="{F425618B-8D27-41F1-9CDF-26BA0D8B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621" y="5120049"/>
            <a:ext cx="112768" cy="176310"/>
          </a:xfrm>
          <a:custGeom xmlns:a="http://schemas.openxmlformats.org/drawingml/2006/main">
            <a:pathLst>
              <a:path w="112768" h="176310">
                <a:moveTo>
                  <a:pt x="54968" y="176310"/>
                </a:moveTo>
                <a:cubicBezTo>
                  <a:pt x="36431" y="176310"/>
                  <a:pt x="22635" y="169159"/>
                  <a:pt x="13581" y="154855"/>
                </a:cubicBezTo>
                <a:cubicBezTo>
                  <a:pt x="4527" y="140552"/>
                  <a:pt x="0" y="118844"/>
                  <a:pt x="0" y="89733"/>
                </a:cubicBezTo>
                <a:cubicBezTo>
                  <a:pt x="0" y="74251"/>
                  <a:pt x="1395" y="60874"/>
                  <a:pt x="4184" y="49599"/>
                </a:cubicBezTo>
                <a:cubicBezTo>
                  <a:pt x="6973" y="38325"/>
                  <a:pt x="10878" y="29006"/>
                  <a:pt x="15898" y="21644"/>
                </a:cubicBezTo>
                <a:cubicBezTo>
                  <a:pt x="20919" y="14282"/>
                  <a:pt x="26948" y="8834"/>
                  <a:pt x="33985" y="5301"/>
                </a:cubicBezTo>
                <a:cubicBezTo>
                  <a:pt x="41022" y="1767"/>
                  <a:pt x="48703" y="0"/>
                  <a:pt x="57028" y="0"/>
                </a:cubicBezTo>
                <a:cubicBezTo>
                  <a:pt x="75822" y="0"/>
                  <a:pt x="89811" y="7110"/>
                  <a:pt x="98994" y="21329"/>
                </a:cubicBezTo>
                <a:cubicBezTo>
                  <a:pt x="108177" y="35548"/>
                  <a:pt x="112768" y="57045"/>
                  <a:pt x="112768" y="85820"/>
                </a:cubicBezTo>
                <a:cubicBezTo>
                  <a:pt x="112768" y="115605"/>
                  <a:pt x="107855" y="138133"/>
                  <a:pt x="98028" y="153404"/>
                </a:cubicBezTo>
                <a:cubicBezTo>
                  <a:pt x="88202" y="168675"/>
                  <a:pt x="73848" y="176310"/>
                  <a:pt x="54968" y="176310"/>
                </a:cubicBezTo>
                <a:moveTo>
                  <a:pt x="25102" y="85947"/>
                </a:moveTo>
                <a:cubicBezTo>
                  <a:pt x="25102" y="113375"/>
                  <a:pt x="27699" y="133505"/>
                  <a:pt x="32891" y="146336"/>
                </a:cubicBezTo>
                <a:cubicBezTo>
                  <a:pt x="38083" y="159167"/>
                  <a:pt x="46128" y="165583"/>
                  <a:pt x="57028" y="165583"/>
                </a:cubicBezTo>
                <a:cubicBezTo>
                  <a:pt x="67412" y="165583"/>
                  <a:pt x="75114" y="159546"/>
                  <a:pt x="80135" y="147472"/>
                </a:cubicBezTo>
                <a:cubicBezTo>
                  <a:pt x="85155" y="135398"/>
                  <a:pt x="87665" y="116699"/>
                  <a:pt x="87665" y="91373"/>
                </a:cubicBezTo>
                <a:cubicBezTo>
                  <a:pt x="87665" y="72022"/>
                  <a:pt x="86378" y="56351"/>
                  <a:pt x="83804" y="44362"/>
                </a:cubicBezTo>
                <a:cubicBezTo>
                  <a:pt x="81229" y="32372"/>
                  <a:pt x="77646" y="23769"/>
                  <a:pt x="73055" y="18552"/>
                </a:cubicBezTo>
                <a:cubicBezTo>
                  <a:pt x="68463" y="13336"/>
                  <a:pt x="62906" y="10728"/>
                  <a:pt x="56384" y="10728"/>
                </a:cubicBezTo>
                <a:cubicBezTo>
                  <a:pt x="50462" y="10728"/>
                  <a:pt x="45506" y="12452"/>
                  <a:pt x="41516" y="15902"/>
                </a:cubicBezTo>
                <a:cubicBezTo>
                  <a:pt x="37525" y="19352"/>
                  <a:pt x="34307" y="24316"/>
                  <a:pt x="31861" y="30794"/>
                </a:cubicBezTo>
                <a:cubicBezTo>
                  <a:pt x="29415" y="37273"/>
                  <a:pt x="27677" y="45161"/>
                  <a:pt x="26647" y="54458"/>
                </a:cubicBezTo>
                <a:cubicBezTo>
                  <a:pt x="25617" y="63755"/>
                  <a:pt x="25102" y="74251"/>
                  <a:pt x="25102" y="8594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90">
            <a:extLst xmlns:a="http://schemas.openxmlformats.org/drawingml/2006/main">
              <a:ext uri="{FF2B5EF4-FFF2-40B4-BE49-F238E27FC236}">
                <a16:creationId xmlns:a16="http://schemas.microsoft.com/office/drawing/2014/main" id="{EA0F998C-0430-45F5-899E-2B712A09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621" y="5120049"/>
            <a:ext cx="112768" cy="176310"/>
          </a:xfrm>
          <a:custGeom xmlns:a="http://schemas.openxmlformats.org/drawingml/2006/main">
            <a:pathLst>
              <a:path w="112768" h="176310">
                <a:moveTo>
                  <a:pt x="54968" y="176310"/>
                </a:moveTo>
                <a:cubicBezTo>
                  <a:pt x="36431" y="176310"/>
                  <a:pt x="22635" y="169159"/>
                  <a:pt x="13581" y="154855"/>
                </a:cubicBezTo>
                <a:cubicBezTo>
                  <a:pt x="4527" y="140552"/>
                  <a:pt x="0" y="118844"/>
                  <a:pt x="0" y="89733"/>
                </a:cubicBezTo>
                <a:cubicBezTo>
                  <a:pt x="0" y="74251"/>
                  <a:pt x="1395" y="60874"/>
                  <a:pt x="4184" y="49599"/>
                </a:cubicBezTo>
                <a:cubicBezTo>
                  <a:pt x="6973" y="38325"/>
                  <a:pt x="10878" y="29006"/>
                  <a:pt x="15898" y="21644"/>
                </a:cubicBezTo>
                <a:cubicBezTo>
                  <a:pt x="20919" y="14282"/>
                  <a:pt x="26948" y="8834"/>
                  <a:pt x="33985" y="5301"/>
                </a:cubicBezTo>
                <a:cubicBezTo>
                  <a:pt x="41022" y="1767"/>
                  <a:pt x="48703" y="0"/>
                  <a:pt x="57028" y="0"/>
                </a:cubicBezTo>
                <a:cubicBezTo>
                  <a:pt x="75822" y="0"/>
                  <a:pt x="89811" y="7110"/>
                  <a:pt x="98994" y="21329"/>
                </a:cubicBezTo>
                <a:cubicBezTo>
                  <a:pt x="108177" y="35548"/>
                  <a:pt x="112768" y="57045"/>
                  <a:pt x="112768" y="85820"/>
                </a:cubicBezTo>
                <a:cubicBezTo>
                  <a:pt x="112768" y="115605"/>
                  <a:pt x="107855" y="138133"/>
                  <a:pt x="98028" y="153404"/>
                </a:cubicBezTo>
                <a:cubicBezTo>
                  <a:pt x="88202" y="168675"/>
                  <a:pt x="73848" y="176310"/>
                  <a:pt x="54968" y="176310"/>
                </a:cubicBezTo>
                <a:moveTo>
                  <a:pt x="25102" y="85947"/>
                </a:moveTo>
                <a:cubicBezTo>
                  <a:pt x="25102" y="113375"/>
                  <a:pt x="27699" y="133505"/>
                  <a:pt x="32891" y="146336"/>
                </a:cubicBezTo>
                <a:cubicBezTo>
                  <a:pt x="38083" y="159167"/>
                  <a:pt x="46128" y="165583"/>
                  <a:pt x="57028" y="165583"/>
                </a:cubicBezTo>
                <a:cubicBezTo>
                  <a:pt x="67412" y="165583"/>
                  <a:pt x="75114" y="159546"/>
                  <a:pt x="80135" y="147472"/>
                </a:cubicBezTo>
                <a:cubicBezTo>
                  <a:pt x="85155" y="135398"/>
                  <a:pt x="87665" y="116699"/>
                  <a:pt x="87665" y="91373"/>
                </a:cubicBezTo>
                <a:cubicBezTo>
                  <a:pt x="87665" y="72022"/>
                  <a:pt x="86378" y="56351"/>
                  <a:pt x="83804" y="44362"/>
                </a:cubicBezTo>
                <a:cubicBezTo>
                  <a:pt x="81229" y="32372"/>
                  <a:pt x="77646" y="23769"/>
                  <a:pt x="73055" y="18552"/>
                </a:cubicBezTo>
                <a:cubicBezTo>
                  <a:pt x="68463" y="13336"/>
                  <a:pt x="62906" y="10728"/>
                  <a:pt x="56384" y="10728"/>
                </a:cubicBezTo>
                <a:cubicBezTo>
                  <a:pt x="50462" y="10728"/>
                  <a:pt x="45506" y="12452"/>
                  <a:pt x="41516" y="15902"/>
                </a:cubicBezTo>
                <a:cubicBezTo>
                  <a:pt x="37525" y="19352"/>
                  <a:pt x="34307" y="24316"/>
                  <a:pt x="31861" y="30794"/>
                </a:cubicBezTo>
                <a:cubicBezTo>
                  <a:pt x="29415" y="37273"/>
                  <a:pt x="27677" y="45161"/>
                  <a:pt x="26647" y="54458"/>
                </a:cubicBezTo>
                <a:cubicBezTo>
                  <a:pt x="25617" y="63755"/>
                  <a:pt x="25102" y="74251"/>
                  <a:pt x="25102" y="8594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91">
            <a:extLst xmlns:a="http://schemas.openxmlformats.org/drawingml/2006/main">
              <a:ext uri="{FF2B5EF4-FFF2-40B4-BE49-F238E27FC236}">
                <a16:creationId xmlns:a16="http://schemas.microsoft.com/office/drawing/2014/main" id="{AC60D7A9-90DC-471E-854D-BFE7437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490" y="5181789"/>
            <a:ext cx="25746" cy="116244"/>
          </a:xfrm>
          <a:custGeom xmlns:a="http://schemas.openxmlformats.org/drawingml/2006/main">
            <a:pathLst>
              <a:path w="25746" h="116244">
                <a:moveTo>
                  <a:pt x="25746" y="0"/>
                </a:moveTo>
                <a:lnTo>
                  <a:pt x="25746" y="30123"/>
                </a:lnTo>
                <a:lnTo>
                  <a:pt x="0" y="30123"/>
                </a:lnTo>
                <a:lnTo>
                  <a:pt x="0" y="0"/>
                </a:lnTo>
                <a:lnTo>
                  <a:pt x="25746" y="0"/>
                </a:lnTo>
                <a:moveTo>
                  <a:pt x="25746" y="86378"/>
                </a:moveTo>
                <a:lnTo>
                  <a:pt x="25746" y="116244"/>
                </a:lnTo>
                <a:lnTo>
                  <a:pt x="0" y="116244"/>
                </a:lnTo>
                <a:lnTo>
                  <a:pt x="0" y="86378"/>
                </a:lnTo>
                <a:lnTo>
                  <a:pt x="25746" y="8637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text-192 Progress">
            <a:extLst xmlns:a="http://schemas.openxmlformats.org/drawingml/2006/main">
              <a:ext uri="{FF2B5EF4-FFF2-40B4-BE49-F238E27FC236}">
                <a16:creationId xmlns:a16="http://schemas.microsoft.com/office/drawing/2014/main" id="{F6A8A3D9-054B-4052-B7AF-C179606A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9071" y="5034934"/>
            <a:ext cx="964156" cy="368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206" name="text-194 shaping">
            <a:extLst xmlns:a="http://schemas.openxmlformats.org/drawingml/2006/main">
              <a:ext uri="{FF2B5EF4-FFF2-40B4-BE49-F238E27FC236}">
                <a16:creationId xmlns:a16="http://schemas.microsoft.com/office/drawing/2014/main" id="{FBFB0676-25B7-4CE2-BE23-F6BD0B93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952" y="5032587"/>
            <a:ext cx="894213" cy="371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207" name="text-194 disabled">
            <a:extLst xmlns:a="http://schemas.openxmlformats.org/drawingml/2006/main">
              <a:ext uri="{FF2B5EF4-FFF2-40B4-BE49-F238E27FC236}">
                <a16:creationId xmlns:a16="http://schemas.microsoft.com/office/drawing/2014/main" id="{FAEC0853-3B90-46E2-AFAC-42B6D949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2136" y="5033160"/>
            <a:ext cx="943384" cy="370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disabled</a:t>
            </a:r>
          </a:p>
        </p:txBody>
      </p:sp>
      <p:sp>
        <p:nvSpPr>
          <p:cNvPr id="208" name="text-195 .">
            <a:extLst xmlns:a="http://schemas.openxmlformats.org/drawingml/2006/main">
              <a:ext uri="{FF2B5EF4-FFF2-40B4-BE49-F238E27FC236}">
                <a16:creationId xmlns:a16="http://schemas.microsoft.com/office/drawing/2014/main" id="{ED7073A4-36F5-4603-8D7E-AAF73769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9062" y="5034495"/>
            <a:ext cx="113990" cy="368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9" name="path-196">
            <a:extLst xmlns:a="http://schemas.openxmlformats.org/drawingml/2006/main">
              <a:ext uri="{FF2B5EF4-FFF2-40B4-BE49-F238E27FC236}">
                <a16:creationId xmlns:a16="http://schemas.microsoft.com/office/drawing/2014/main" id="{28BE8DAD-09DE-4363-82FE-E83CAC19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119" y="1856505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01482" y="174559"/>
                </a:moveTo>
                <a:cubicBezTo>
                  <a:pt x="208249" y="148960"/>
                  <a:pt x="222446" y="136160"/>
                  <a:pt x="244073" y="136160"/>
                </a:cubicBezTo>
                <a:cubicBezTo>
                  <a:pt x="257461" y="136160"/>
                  <a:pt x="267539" y="139654"/>
                  <a:pt x="274306" y="146642"/>
                </a:cubicBezTo>
                <a:cubicBezTo>
                  <a:pt x="281074" y="153631"/>
                  <a:pt x="284458" y="163819"/>
                  <a:pt x="284458" y="177207"/>
                </a:cubicBezTo>
                <a:cubicBezTo>
                  <a:pt x="284458" y="184857"/>
                  <a:pt x="282839" y="192029"/>
                  <a:pt x="279603" y="198723"/>
                </a:cubicBezTo>
                <a:cubicBezTo>
                  <a:pt x="276366" y="205417"/>
                  <a:pt x="271511" y="211339"/>
                  <a:pt x="265038" y="216488"/>
                </a:cubicBezTo>
                <a:cubicBezTo>
                  <a:pt x="258564" y="221637"/>
                  <a:pt x="250510" y="225830"/>
                  <a:pt x="240873" y="229067"/>
                </a:cubicBezTo>
                <a:cubicBezTo>
                  <a:pt x="231237" y="232303"/>
                  <a:pt x="219945" y="234290"/>
                  <a:pt x="206999" y="235025"/>
                </a:cubicBezTo>
                <a:lnTo>
                  <a:pt x="206999" y="254886"/>
                </a:lnTo>
                <a:lnTo>
                  <a:pt x="227301" y="254886"/>
                </a:lnTo>
                <a:cubicBezTo>
                  <a:pt x="247898" y="254886"/>
                  <a:pt x="263419" y="259410"/>
                  <a:pt x="273865" y="268458"/>
                </a:cubicBezTo>
                <a:cubicBezTo>
                  <a:pt x="284311" y="277506"/>
                  <a:pt x="289533" y="290857"/>
                  <a:pt x="289533" y="308512"/>
                </a:cubicBezTo>
                <a:cubicBezTo>
                  <a:pt x="289533" y="342203"/>
                  <a:pt x="274012" y="359048"/>
                  <a:pt x="242970" y="359048"/>
                </a:cubicBezTo>
                <a:cubicBezTo>
                  <a:pt x="231347" y="359048"/>
                  <a:pt x="222115" y="356142"/>
                  <a:pt x="215274" y="350331"/>
                </a:cubicBezTo>
                <a:cubicBezTo>
                  <a:pt x="208433" y="344520"/>
                  <a:pt x="202732" y="335141"/>
                  <a:pt x="198171" y="322194"/>
                </a:cubicBezTo>
                <a:lnTo>
                  <a:pt x="169924" y="322194"/>
                </a:lnTo>
                <a:lnTo>
                  <a:pt x="169924" y="364344"/>
                </a:lnTo>
                <a:cubicBezTo>
                  <a:pt x="181547" y="368611"/>
                  <a:pt x="193390" y="372031"/>
                  <a:pt x="205454" y="374606"/>
                </a:cubicBezTo>
                <a:cubicBezTo>
                  <a:pt x="217518" y="377180"/>
                  <a:pt x="230317" y="378468"/>
                  <a:pt x="243852" y="378468"/>
                </a:cubicBezTo>
                <a:cubicBezTo>
                  <a:pt x="258270" y="378468"/>
                  <a:pt x="270996" y="376555"/>
                  <a:pt x="282030" y="372730"/>
                </a:cubicBezTo>
                <a:cubicBezTo>
                  <a:pt x="293064" y="368905"/>
                  <a:pt x="302333" y="363645"/>
                  <a:pt x="309836" y="356951"/>
                </a:cubicBezTo>
                <a:cubicBezTo>
                  <a:pt x="317339" y="350257"/>
                  <a:pt x="323003" y="342350"/>
                  <a:pt x="326828" y="333228"/>
                </a:cubicBezTo>
                <a:cubicBezTo>
                  <a:pt x="330654" y="324107"/>
                  <a:pt x="332566" y="314176"/>
                  <a:pt x="332566" y="303436"/>
                </a:cubicBezTo>
                <a:cubicBezTo>
                  <a:pt x="332566" y="293873"/>
                  <a:pt x="330911" y="285377"/>
                  <a:pt x="327601" y="277948"/>
                </a:cubicBezTo>
                <a:cubicBezTo>
                  <a:pt x="324291" y="270518"/>
                  <a:pt x="319877" y="264118"/>
                  <a:pt x="314360" y="258748"/>
                </a:cubicBezTo>
                <a:cubicBezTo>
                  <a:pt x="308843" y="253378"/>
                  <a:pt x="302480" y="249002"/>
                  <a:pt x="295271" y="245618"/>
                </a:cubicBezTo>
                <a:cubicBezTo>
                  <a:pt x="288062" y="242234"/>
                  <a:pt x="280559" y="239807"/>
                  <a:pt x="272762" y="238335"/>
                </a:cubicBezTo>
                <a:lnTo>
                  <a:pt x="272762" y="237894"/>
                </a:lnTo>
                <a:cubicBezTo>
                  <a:pt x="291740" y="229949"/>
                  <a:pt x="305643" y="220571"/>
                  <a:pt x="314470" y="209757"/>
                </a:cubicBezTo>
                <a:cubicBezTo>
                  <a:pt x="323298" y="198944"/>
                  <a:pt x="327711" y="186181"/>
                  <a:pt x="327711" y="171469"/>
                </a:cubicBezTo>
                <a:cubicBezTo>
                  <a:pt x="327711" y="162789"/>
                  <a:pt x="326019" y="154992"/>
                  <a:pt x="322635" y="148077"/>
                </a:cubicBezTo>
                <a:cubicBezTo>
                  <a:pt x="319252" y="141162"/>
                  <a:pt x="314360" y="135314"/>
                  <a:pt x="307960" y="130533"/>
                </a:cubicBezTo>
                <a:cubicBezTo>
                  <a:pt x="301560" y="125751"/>
                  <a:pt x="293800" y="122073"/>
                  <a:pt x="284678" y="119499"/>
                </a:cubicBezTo>
                <a:cubicBezTo>
                  <a:pt x="275557" y="116924"/>
                  <a:pt x="265258" y="115637"/>
                  <a:pt x="253783" y="115637"/>
                </a:cubicBezTo>
                <a:cubicBezTo>
                  <a:pt x="241425" y="115637"/>
                  <a:pt x="228736" y="117329"/>
                  <a:pt x="215716" y="120712"/>
                </a:cubicBezTo>
                <a:cubicBezTo>
                  <a:pt x="202695" y="124096"/>
                  <a:pt x="188388" y="129393"/>
                  <a:pt x="172793" y="136601"/>
                </a:cubicBezTo>
                <a:lnTo>
                  <a:pt x="172793" y="174559"/>
                </a:lnTo>
                <a:lnTo>
                  <a:pt x="201482" y="174559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text-197 Shaped">
            <a:extLst xmlns:a="http://schemas.openxmlformats.org/drawingml/2006/main">
              <a:ext uri="{FF2B5EF4-FFF2-40B4-BE49-F238E27FC236}">
                <a16:creationId xmlns:a16="http://schemas.microsoft.com/office/drawing/2014/main" id="{579C3F7F-72A6-49F7-AB6F-1E5D2CA7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22" y="5627654"/>
            <a:ext cx="1101468" cy="47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Shaped</a:t>
            </a:r>
          </a:p>
        </p:txBody>
      </p:sp>
      <p:sp>
        <p:nvSpPr>
          <p:cNvPr id="211" name="text-198 Advantage">
            <a:extLst xmlns:a="http://schemas.openxmlformats.org/drawingml/2006/main">
              <a:ext uri="{FF2B5EF4-FFF2-40B4-BE49-F238E27FC236}">
                <a16:creationId xmlns:a16="http://schemas.microsoft.com/office/drawing/2014/main" id="{F835E14E-F300-439B-8AFA-1A641483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338" y="5627655"/>
            <a:ext cx="1597876" cy="474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212" name="text-199 and">
            <a:extLst xmlns:a="http://schemas.openxmlformats.org/drawingml/2006/main">
              <a:ext uri="{FF2B5EF4-FFF2-40B4-BE49-F238E27FC236}">
                <a16:creationId xmlns:a16="http://schemas.microsoft.com/office/drawing/2014/main" id="{5DB8FE83-12CB-4AB5-AD36-F39A2431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0133" y="5627781"/>
            <a:ext cx="597775" cy="47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13" name="text-200 Policy">
            <a:extLst xmlns:a="http://schemas.openxmlformats.org/drawingml/2006/main">
              <a:ext uri="{FF2B5EF4-FFF2-40B4-BE49-F238E27FC236}">
                <a16:creationId xmlns:a16="http://schemas.microsoft.com/office/drawing/2014/main" id="{8D242F9C-21F2-4DCA-8AEB-F2DF4D63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509" y="5628318"/>
            <a:ext cx="878947" cy="47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214" name="text-201 Update">
            <a:extLst xmlns:a="http://schemas.openxmlformats.org/drawingml/2006/main">
              <a:ext uri="{FF2B5EF4-FFF2-40B4-BE49-F238E27FC236}">
                <a16:creationId xmlns:a16="http://schemas.microsoft.com/office/drawing/2014/main" id="{719E8265-1602-4CD5-BB25-C4BD02A3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605" y="5627892"/>
            <a:ext cx="1100028" cy="47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215" name="text-202 Update">
            <a:extLst xmlns:a="http://schemas.openxmlformats.org/drawingml/2006/main">
              <a:ext uri="{FF2B5EF4-FFF2-40B4-BE49-F238E27FC236}">
                <a16:creationId xmlns:a16="http://schemas.microsoft.com/office/drawing/2014/main" id="{FA428307-54D3-41D2-B192-F82DF3BF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7494" y="6183796"/>
            <a:ext cx="1100027" cy="47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216" name="text-203 Policy">
            <a:extLst xmlns:a="http://schemas.openxmlformats.org/drawingml/2006/main">
              <a:ext uri="{FF2B5EF4-FFF2-40B4-BE49-F238E27FC236}">
                <a16:creationId xmlns:a16="http://schemas.microsoft.com/office/drawing/2014/main" id="{33CDEC60-0950-422F-B36C-1ADD5CC4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4952" y="6184222"/>
            <a:ext cx="878946" cy="47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217" name="path-204">
            <a:extLst xmlns:a="http://schemas.openxmlformats.org/drawingml/2006/main">
              <a:ext uri="{FF2B5EF4-FFF2-40B4-BE49-F238E27FC236}">
                <a16:creationId xmlns:a16="http://schemas.microsoft.com/office/drawing/2014/main" id="{7F341B3C-E43F-4CED-8589-4D57B50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59" y="6358808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5">
            <a:extLst xmlns:a="http://schemas.openxmlformats.org/drawingml/2006/main">
              <a:ext uri="{FF2B5EF4-FFF2-40B4-BE49-F238E27FC236}">
                <a16:creationId xmlns:a16="http://schemas.microsoft.com/office/drawing/2014/main" id="{CC742C6E-4DC1-48DC-904D-033D724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645" y="6413327"/>
            <a:ext cx="115637" cy="156463"/>
          </a:xfrm>
          <a:custGeom xmlns:a="http://schemas.openxmlformats.org/drawingml/2006/main">
            <a:pathLst>
              <a:path w="115637" h="156463">
                <a:moveTo>
                  <a:pt x="115637" y="46564"/>
                </a:moveTo>
                <a:cubicBezTo>
                  <a:pt x="115637" y="57451"/>
                  <a:pt x="113853" y="70268"/>
                  <a:pt x="110285" y="85017"/>
                </a:cubicBezTo>
                <a:cubicBezTo>
                  <a:pt x="106718" y="99766"/>
                  <a:pt x="101679" y="112566"/>
                  <a:pt x="95169" y="123416"/>
                </a:cubicBezTo>
                <a:cubicBezTo>
                  <a:pt x="88659" y="134266"/>
                  <a:pt x="80806" y="142486"/>
                  <a:pt x="71611" y="148077"/>
                </a:cubicBezTo>
                <a:cubicBezTo>
                  <a:pt x="62416" y="153667"/>
                  <a:pt x="52044" y="156463"/>
                  <a:pt x="40495" y="156463"/>
                </a:cubicBezTo>
                <a:cubicBezTo>
                  <a:pt x="27033" y="156463"/>
                  <a:pt x="16919" y="152601"/>
                  <a:pt x="10151" y="144877"/>
                </a:cubicBezTo>
                <a:cubicBezTo>
                  <a:pt x="3384" y="137153"/>
                  <a:pt x="0" y="125862"/>
                  <a:pt x="0" y="111003"/>
                </a:cubicBezTo>
                <a:cubicBezTo>
                  <a:pt x="0" y="100116"/>
                  <a:pt x="1747" y="87243"/>
                  <a:pt x="5241" y="72383"/>
                </a:cubicBezTo>
                <a:cubicBezTo>
                  <a:pt x="8735" y="57524"/>
                  <a:pt x="13719" y="44614"/>
                  <a:pt x="20192" y="33654"/>
                </a:cubicBezTo>
                <a:cubicBezTo>
                  <a:pt x="26666" y="22693"/>
                  <a:pt x="34500" y="14344"/>
                  <a:pt x="43695" y="8607"/>
                </a:cubicBezTo>
                <a:cubicBezTo>
                  <a:pt x="52890" y="2869"/>
                  <a:pt x="63409" y="0"/>
                  <a:pt x="75252" y="0"/>
                </a:cubicBezTo>
                <a:cubicBezTo>
                  <a:pt x="88787" y="0"/>
                  <a:pt x="98902" y="3880"/>
                  <a:pt x="105596" y="11641"/>
                </a:cubicBezTo>
                <a:cubicBezTo>
                  <a:pt x="112290" y="19402"/>
                  <a:pt x="115637" y="31042"/>
                  <a:pt x="115637" y="46564"/>
                </a:cubicBezTo>
                <a:moveTo>
                  <a:pt x="37295" y="70728"/>
                </a:moveTo>
                <a:lnTo>
                  <a:pt x="81542" y="70728"/>
                </a:lnTo>
                <a:cubicBezTo>
                  <a:pt x="83160" y="63299"/>
                  <a:pt x="84429" y="56458"/>
                  <a:pt x="85348" y="50205"/>
                </a:cubicBezTo>
                <a:cubicBezTo>
                  <a:pt x="86268" y="43952"/>
                  <a:pt x="86728" y="38141"/>
                  <a:pt x="86728" y="32771"/>
                </a:cubicBezTo>
                <a:cubicBezTo>
                  <a:pt x="86728" y="25121"/>
                  <a:pt x="85826" y="19659"/>
                  <a:pt x="84024" y="16386"/>
                </a:cubicBezTo>
                <a:cubicBezTo>
                  <a:pt x="82222" y="13112"/>
                  <a:pt x="79224" y="11475"/>
                  <a:pt x="75032" y="11475"/>
                </a:cubicBezTo>
                <a:cubicBezTo>
                  <a:pt x="67528" y="11475"/>
                  <a:pt x="60522" y="16478"/>
                  <a:pt x="54012" y="26482"/>
                </a:cubicBezTo>
                <a:cubicBezTo>
                  <a:pt x="47502" y="36486"/>
                  <a:pt x="41929" y="51235"/>
                  <a:pt x="37295" y="70728"/>
                </a:cubicBezTo>
                <a:moveTo>
                  <a:pt x="78562" y="84631"/>
                </a:moveTo>
                <a:lnTo>
                  <a:pt x="34316" y="84631"/>
                </a:lnTo>
                <a:cubicBezTo>
                  <a:pt x="32403" y="92502"/>
                  <a:pt x="31024" y="99968"/>
                  <a:pt x="30178" y="107030"/>
                </a:cubicBezTo>
                <a:cubicBezTo>
                  <a:pt x="29332" y="114092"/>
                  <a:pt x="28909" y="120345"/>
                  <a:pt x="28909" y="125788"/>
                </a:cubicBezTo>
                <a:cubicBezTo>
                  <a:pt x="28909" y="132261"/>
                  <a:pt x="29884" y="137080"/>
                  <a:pt x="31833" y="140243"/>
                </a:cubicBezTo>
                <a:cubicBezTo>
                  <a:pt x="33783" y="143406"/>
                  <a:pt x="36854" y="144987"/>
                  <a:pt x="41047" y="144987"/>
                </a:cubicBezTo>
                <a:cubicBezTo>
                  <a:pt x="48403" y="144987"/>
                  <a:pt x="55336" y="139801"/>
                  <a:pt x="61846" y="129429"/>
                </a:cubicBezTo>
                <a:cubicBezTo>
                  <a:pt x="68356" y="119057"/>
                  <a:pt x="73928" y="104125"/>
                  <a:pt x="78562" y="8463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06">
            <a:extLst xmlns:a="http://schemas.openxmlformats.org/drawingml/2006/main">
              <a:ext uri="{FF2B5EF4-FFF2-40B4-BE49-F238E27FC236}">
                <a16:creationId xmlns:a16="http://schemas.microsoft.com/office/drawing/2014/main" id="{0445E86D-9D5B-4ABB-A586-07274711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3277025"/>
            <a:ext cx="640567" cy="395016"/>
          </a:xfrm>
          <a:custGeom xmlns:a="http://schemas.openxmlformats.org/drawingml/2006/main">
            <a:pathLst>
              <a:path w="640567" h="395016">
                <a:moveTo>
                  <a:pt x="0" y="65839"/>
                </a:moveTo>
                <a:cubicBezTo>
                  <a:pt x="0" y="29477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7" y="29477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6"/>
                  <a:pt x="574728" y="395016"/>
                </a:cubicBezTo>
                <a:lnTo>
                  <a:pt x="65837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07">
            <a:extLst xmlns:a="http://schemas.openxmlformats.org/drawingml/2006/main">
              <a:ext uri="{FF2B5EF4-FFF2-40B4-BE49-F238E27FC236}">
                <a16:creationId xmlns:a16="http://schemas.microsoft.com/office/drawing/2014/main" id="{DBE62EBA-DFA4-429A-A02F-34370DF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327702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21" name="path-208">
            <a:extLst xmlns:a="http://schemas.openxmlformats.org/drawingml/2006/main">
              <a:ext uri="{FF2B5EF4-FFF2-40B4-BE49-F238E27FC236}">
                <a16:creationId xmlns:a16="http://schemas.microsoft.com/office/drawing/2014/main" id="{1F70BB74-55BA-498C-8102-959F9F1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179" y="3408506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09">
            <a:extLst xmlns:a="http://schemas.openxmlformats.org/drawingml/2006/main">
              <a:ext uri="{FF2B5EF4-FFF2-40B4-BE49-F238E27FC236}">
                <a16:creationId xmlns:a16="http://schemas.microsoft.com/office/drawing/2014/main" id="{3B1BA04C-87D4-4B0C-91B5-99BC50E7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801" y="3371492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10">
            <a:extLst xmlns:a="http://schemas.openxmlformats.org/drawingml/2006/main">
              <a:ext uri="{FF2B5EF4-FFF2-40B4-BE49-F238E27FC236}">
                <a16:creationId xmlns:a16="http://schemas.microsoft.com/office/drawing/2014/main" id="{801D55DD-29F4-4D87-8056-0D78FFE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191" y="3393008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11">
            <a:extLst xmlns:a="http://schemas.openxmlformats.org/drawingml/2006/main">
              <a:ext uri="{FF2B5EF4-FFF2-40B4-BE49-F238E27FC236}">
                <a16:creationId xmlns:a16="http://schemas.microsoft.com/office/drawing/2014/main" id="{7867A326-1BC7-401B-B143-6B29825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304" y="3393008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12">
            <a:extLst xmlns:a="http://schemas.openxmlformats.org/drawingml/2006/main">
              <a:ext uri="{FF2B5EF4-FFF2-40B4-BE49-F238E27FC236}">
                <a16:creationId xmlns:a16="http://schemas.microsoft.com/office/drawing/2014/main" id="{82362B95-D8F5-4194-927F-DA1F3C32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081" y="3357791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13">
            <a:extLst xmlns:a="http://schemas.openxmlformats.org/drawingml/2006/main">
              <a:ext uri="{FF2B5EF4-FFF2-40B4-BE49-F238E27FC236}">
                <a16:creationId xmlns:a16="http://schemas.microsoft.com/office/drawing/2014/main" id="{FF2E7EAA-AB8B-4880-A947-12591FD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44" y="3277025"/>
            <a:ext cx="640564" cy="395016"/>
          </a:xfrm>
          <a:custGeom xmlns:a="http://schemas.openxmlformats.org/drawingml/2006/main">
            <a:pathLst>
              <a:path w="640564" h="395016">
                <a:moveTo>
                  <a:pt x="0" y="65839"/>
                </a:moveTo>
                <a:cubicBezTo>
                  <a:pt x="0" y="29477"/>
                  <a:pt x="29476" y="0"/>
                  <a:pt x="65837" y="0"/>
                </a:cubicBezTo>
                <a:lnTo>
                  <a:pt x="574727" y="0"/>
                </a:lnTo>
                <a:cubicBezTo>
                  <a:pt x="611089" y="0"/>
                  <a:pt x="640564" y="29477"/>
                  <a:pt x="640564" y="65839"/>
                </a:cubicBezTo>
                <a:lnTo>
                  <a:pt x="640564" y="329179"/>
                </a:lnTo>
                <a:cubicBezTo>
                  <a:pt x="640564" y="365539"/>
                  <a:pt x="611089" y="395016"/>
                  <a:pt x="574727" y="395016"/>
                </a:cubicBezTo>
                <a:lnTo>
                  <a:pt x="65837" y="395016"/>
                </a:lnTo>
                <a:cubicBezTo>
                  <a:pt x="29476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14">
            <a:extLst xmlns:a="http://schemas.openxmlformats.org/drawingml/2006/main">
              <a:ext uri="{FF2B5EF4-FFF2-40B4-BE49-F238E27FC236}">
                <a16:creationId xmlns:a16="http://schemas.microsoft.com/office/drawing/2014/main" id="{9E276567-9EFA-4D4D-97F9-142AF2E3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44" y="327702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28" name="path-215">
            <a:extLst xmlns:a="http://schemas.openxmlformats.org/drawingml/2006/main">
              <a:ext uri="{FF2B5EF4-FFF2-40B4-BE49-F238E27FC236}">
                <a16:creationId xmlns:a16="http://schemas.microsoft.com/office/drawing/2014/main" id="{81F26839-5EDC-4236-9D44-EC49F10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3277025"/>
            <a:ext cx="640565" cy="395016"/>
          </a:xfrm>
          <a:custGeom xmlns:a="http://schemas.openxmlformats.org/drawingml/2006/main">
            <a:pathLst>
              <a:path w="640565" h="395016">
                <a:moveTo>
                  <a:pt x="0" y="65839"/>
                </a:moveTo>
                <a:cubicBezTo>
                  <a:pt x="0" y="29477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5" y="29477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90" y="395016"/>
                  <a:pt x="574728" y="395016"/>
                </a:cubicBezTo>
                <a:lnTo>
                  <a:pt x="65837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16">
            <a:extLst xmlns:a="http://schemas.openxmlformats.org/drawingml/2006/main">
              <a:ext uri="{FF2B5EF4-FFF2-40B4-BE49-F238E27FC236}">
                <a16:creationId xmlns:a16="http://schemas.microsoft.com/office/drawing/2014/main" id="{EAAA0BDB-4622-46F5-941D-A4D575C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327702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0" name="path-217">
            <a:extLst xmlns:a="http://schemas.openxmlformats.org/drawingml/2006/main">
              <a:ext uri="{FF2B5EF4-FFF2-40B4-BE49-F238E27FC236}">
                <a16:creationId xmlns:a16="http://schemas.microsoft.com/office/drawing/2014/main" id="{EE0E2610-DE60-434A-8DFF-41F0D201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557" y="3277025"/>
            <a:ext cx="640566" cy="395016"/>
          </a:xfrm>
          <a:custGeom xmlns:a="http://schemas.openxmlformats.org/drawingml/2006/main">
            <a:pathLst>
              <a:path w="640566" h="395016">
                <a:moveTo>
                  <a:pt x="0" y="65839"/>
                </a:moveTo>
                <a:cubicBezTo>
                  <a:pt x="0" y="29477"/>
                  <a:pt x="29476" y="0"/>
                  <a:pt x="65837" y="0"/>
                </a:cubicBezTo>
                <a:lnTo>
                  <a:pt x="574729" y="0"/>
                </a:lnTo>
                <a:cubicBezTo>
                  <a:pt x="611089" y="0"/>
                  <a:pt x="640566" y="29477"/>
                  <a:pt x="640566" y="65839"/>
                </a:cubicBezTo>
                <a:lnTo>
                  <a:pt x="640566" y="329179"/>
                </a:lnTo>
                <a:cubicBezTo>
                  <a:pt x="640566" y="365539"/>
                  <a:pt x="611089" y="395016"/>
                  <a:pt x="574729" y="395016"/>
                </a:cubicBezTo>
                <a:lnTo>
                  <a:pt x="65837" y="395016"/>
                </a:lnTo>
                <a:cubicBezTo>
                  <a:pt x="29476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18">
            <a:extLst xmlns:a="http://schemas.openxmlformats.org/drawingml/2006/main">
              <a:ext uri="{FF2B5EF4-FFF2-40B4-BE49-F238E27FC236}">
                <a16:creationId xmlns:a16="http://schemas.microsoft.com/office/drawing/2014/main" id="{F1CC1AD1-6818-41E0-822B-F055A47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557" y="327702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2" name="path-219">
            <a:extLst xmlns:a="http://schemas.openxmlformats.org/drawingml/2006/main">
              <a:ext uri="{FF2B5EF4-FFF2-40B4-BE49-F238E27FC236}">
                <a16:creationId xmlns:a16="http://schemas.microsoft.com/office/drawing/2014/main" id="{4E10086A-10AA-4387-A925-3EC7413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25" y="3277025"/>
            <a:ext cx="640567" cy="395016"/>
          </a:xfrm>
          <a:custGeom xmlns:a="http://schemas.openxmlformats.org/drawingml/2006/main">
            <a:pathLst>
              <a:path w="640567" h="395016">
                <a:moveTo>
                  <a:pt x="0" y="65839"/>
                </a:moveTo>
                <a:cubicBezTo>
                  <a:pt x="0" y="29477"/>
                  <a:pt x="29477" y="0"/>
                  <a:pt x="65839" y="0"/>
                </a:cubicBezTo>
                <a:lnTo>
                  <a:pt x="574727" y="0"/>
                </a:lnTo>
                <a:cubicBezTo>
                  <a:pt x="611090" y="0"/>
                  <a:pt x="640567" y="29477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6"/>
                  <a:pt x="574727" y="395016"/>
                </a:cubicBezTo>
                <a:lnTo>
                  <a:pt x="65839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20">
            <a:extLst xmlns:a="http://schemas.openxmlformats.org/drawingml/2006/main">
              <a:ext uri="{FF2B5EF4-FFF2-40B4-BE49-F238E27FC236}">
                <a16:creationId xmlns:a16="http://schemas.microsoft.com/office/drawing/2014/main" id="{E3FE84C9-F98F-4B88-8BF0-B082E238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25" y="3277025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7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7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4" name="text-221 …">
            <a:extLst xmlns:a="http://schemas.openxmlformats.org/drawingml/2006/main">
              <a:ext uri="{FF2B5EF4-FFF2-40B4-BE49-F238E27FC236}">
                <a16:creationId xmlns:a16="http://schemas.microsoft.com/office/drawing/2014/main" id="{4012FD6B-5380-481C-BBD8-A98A699D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2691" y="3240027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235" name="path-222">
            <a:extLst xmlns:a="http://schemas.openxmlformats.org/drawingml/2006/main">
              <a:ext uri="{FF2B5EF4-FFF2-40B4-BE49-F238E27FC236}">
                <a16:creationId xmlns:a16="http://schemas.microsoft.com/office/drawing/2014/main" id="{08FF3EC7-D0D8-4AAF-B9A6-FCF13F0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050" y="3408506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23">
            <a:extLst xmlns:a="http://schemas.openxmlformats.org/drawingml/2006/main">
              <a:ext uri="{FF2B5EF4-FFF2-40B4-BE49-F238E27FC236}">
                <a16:creationId xmlns:a16="http://schemas.microsoft.com/office/drawing/2014/main" id="{4C562557-BAF4-4454-B4BE-C8F4428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672" y="3376012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24">
            <a:extLst xmlns:a="http://schemas.openxmlformats.org/drawingml/2006/main">
              <a:ext uri="{FF2B5EF4-FFF2-40B4-BE49-F238E27FC236}">
                <a16:creationId xmlns:a16="http://schemas.microsoft.com/office/drawing/2014/main" id="{3A6781B5-B3B1-4A34-BA6C-D910877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063" y="3397528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25">
            <a:extLst xmlns:a="http://schemas.openxmlformats.org/drawingml/2006/main">
              <a:ext uri="{FF2B5EF4-FFF2-40B4-BE49-F238E27FC236}">
                <a16:creationId xmlns:a16="http://schemas.microsoft.com/office/drawing/2014/main" id="{EC4E9417-10E7-4617-99A3-139DBCE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175" y="3397528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26">
            <a:extLst xmlns:a="http://schemas.openxmlformats.org/drawingml/2006/main">
              <a:ext uri="{FF2B5EF4-FFF2-40B4-BE49-F238E27FC236}">
                <a16:creationId xmlns:a16="http://schemas.microsoft.com/office/drawing/2014/main" id="{A4D58912-1E68-412D-9F41-321D2CD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953" y="3362311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27">
            <a:extLst xmlns:a="http://schemas.openxmlformats.org/drawingml/2006/main">
              <a:ext uri="{FF2B5EF4-FFF2-40B4-BE49-F238E27FC236}">
                <a16:creationId xmlns:a16="http://schemas.microsoft.com/office/drawing/2014/main" id="{CBA7DBFA-297D-4AC2-8EAF-64915EF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915" y="3403987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28">
            <a:extLst xmlns:a="http://schemas.openxmlformats.org/drawingml/2006/main">
              <a:ext uri="{FF2B5EF4-FFF2-40B4-BE49-F238E27FC236}">
                <a16:creationId xmlns:a16="http://schemas.microsoft.com/office/drawing/2014/main" id="{DC37EFFC-48DC-4043-95FB-2D0C3FB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4534" y="3371492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29">
            <a:extLst xmlns:a="http://schemas.openxmlformats.org/drawingml/2006/main">
              <a:ext uri="{FF2B5EF4-FFF2-40B4-BE49-F238E27FC236}">
                <a16:creationId xmlns:a16="http://schemas.microsoft.com/office/drawing/2014/main" id="{9990B435-ED63-4A9A-ACE2-0026B349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924" y="3393008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30">
            <a:extLst xmlns:a="http://schemas.openxmlformats.org/drawingml/2006/main">
              <a:ext uri="{FF2B5EF4-FFF2-40B4-BE49-F238E27FC236}">
                <a16:creationId xmlns:a16="http://schemas.microsoft.com/office/drawing/2014/main" id="{CB420083-0683-4C6C-BDB3-F277F89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037" y="3393008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31">
            <a:extLst xmlns:a="http://schemas.openxmlformats.org/drawingml/2006/main">
              <a:ext uri="{FF2B5EF4-FFF2-40B4-BE49-F238E27FC236}">
                <a16:creationId xmlns:a16="http://schemas.microsoft.com/office/drawing/2014/main" id="{9D8823B7-7453-4A61-86DC-595C4DA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815" y="3357791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32">
            <a:extLst xmlns:a="http://schemas.openxmlformats.org/drawingml/2006/main">
              <a:ext uri="{FF2B5EF4-FFF2-40B4-BE49-F238E27FC236}">
                <a16:creationId xmlns:a16="http://schemas.microsoft.com/office/drawing/2014/main" id="{9AC77999-8D04-425E-8011-4D103CF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563" y="3413025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33">
            <a:extLst xmlns:a="http://schemas.openxmlformats.org/drawingml/2006/main">
              <a:ext uri="{FF2B5EF4-FFF2-40B4-BE49-F238E27FC236}">
                <a16:creationId xmlns:a16="http://schemas.microsoft.com/office/drawing/2014/main" id="{7CE3F486-D683-4D04-9D3D-74EB24BB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186" y="3380531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34">
            <a:extLst xmlns:a="http://schemas.openxmlformats.org/drawingml/2006/main">
              <a:ext uri="{FF2B5EF4-FFF2-40B4-BE49-F238E27FC236}">
                <a16:creationId xmlns:a16="http://schemas.microsoft.com/office/drawing/2014/main" id="{C789A92E-5546-4E35-85F0-E4FDD7A7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576" y="3402048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35">
            <a:extLst xmlns:a="http://schemas.openxmlformats.org/drawingml/2006/main">
              <a:ext uri="{FF2B5EF4-FFF2-40B4-BE49-F238E27FC236}">
                <a16:creationId xmlns:a16="http://schemas.microsoft.com/office/drawing/2014/main" id="{2DE60990-0E6E-4278-8CCD-1CF0D61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6689" y="3402048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36">
            <a:extLst xmlns:a="http://schemas.openxmlformats.org/drawingml/2006/main">
              <a:ext uri="{FF2B5EF4-FFF2-40B4-BE49-F238E27FC236}">
                <a16:creationId xmlns:a16="http://schemas.microsoft.com/office/drawing/2014/main" id="{B78FE26C-3C9C-4B74-A044-12E14F9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467" y="3366831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37">
            <a:extLst xmlns:a="http://schemas.openxmlformats.org/drawingml/2006/main">
              <a:ext uri="{FF2B5EF4-FFF2-40B4-BE49-F238E27FC236}">
                <a16:creationId xmlns:a16="http://schemas.microsoft.com/office/drawing/2014/main" id="{C1894107-474F-4B9B-81ED-BECBBC8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5231" y="3413025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38">
            <a:extLst xmlns:a="http://schemas.openxmlformats.org/drawingml/2006/main">
              <a:ext uri="{FF2B5EF4-FFF2-40B4-BE49-F238E27FC236}">
                <a16:creationId xmlns:a16="http://schemas.microsoft.com/office/drawing/2014/main" id="{D72444D3-CBE7-4EA1-ABA8-75D07C94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853" y="3376012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39">
            <a:extLst xmlns:a="http://schemas.openxmlformats.org/drawingml/2006/main">
              <a:ext uri="{FF2B5EF4-FFF2-40B4-BE49-F238E27FC236}">
                <a16:creationId xmlns:a16="http://schemas.microsoft.com/office/drawing/2014/main" id="{E9F386D3-2BC3-4F2A-A2D3-88D9AED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3242" y="3397528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0">
            <a:extLst xmlns:a="http://schemas.openxmlformats.org/drawingml/2006/main">
              <a:ext uri="{FF2B5EF4-FFF2-40B4-BE49-F238E27FC236}">
                <a16:creationId xmlns:a16="http://schemas.microsoft.com/office/drawing/2014/main" id="{6DA91B0B-82BF-4E64-8DDA-5B919952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4354" y="3397528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1">
            <a:extLst xmlns:a="http://schemas.openxmlformats.org/drawingml/2006/main">
              <a:ext uri="{FF2B5EF4-FFF2-40B4-BE49-F238E27FC236}">
                <a16:creationId xmlns:a16="http://schemas.microsoft.com/office/drawing/2014/main" id="{101CE954-4619-4B37-8172-17290C9E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0133" y="3362311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42">
            <a:extLst xmlns:a="http://schemas.openxmlformats.org/drawingml/2006/main">
              <a:ext uri="{FF2B5EF4-FFF2-40B4-BE49-F238E27FC236}">
                <a16:creationId xmlns:a16="http://schemas.microsoft.com/office/drawing/2014/main" id="{1948C64E-0043-4E79-9D1C-B6C5E46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8" y="1874583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69893" y="166614"/>
                </a:moveTo>
                <a:cubicBezTo>
                  <a:pt x="269893" y="156021"/>
                  <a:pt x="270077" y="146348"/>
                  <a:pt x="270444" y="137595"/>
                </a:cubicBezTo>
                <a:cubicBezTo>
                  <a:pt x="270812" y="128841"/>
                  <a:pt x="271143" y="121522"/>
                  <a:pt x="271438" y="115637"/>
                </a:cubicBezTo>
                <a:lnTo>
                  <a:pt x="256431" y="115637"/>
                </a:lnTo>
                <a:lnTo>
                  <a:pt x="179414" y="160214"/>
                </a:lnTo>
                <a:lnTo>
                  <a:pt x="190006" y="177207"/>
                </a:lnTo>
                <a:cubicBezTo>
                  <a:pt x="197362" y="172352"/>
                  <a:pt x="203725" y="168453"/>
                  <a:pt x="209095" y="165511"/>
                </a:cubicBezTo>
                <a:cubicBezTo>
                  <a:pt x="214465" y="162568"/>
                  <a:pt x="218842" y="161097"/>
                  <a:pt x="222226" y="161097"/>
                </a:cubicBezTo>
                <a:cubicBezTo>
                  <a:pt x="227081" y="161097"/>
                  <a:pt x="229508" y="165216"/>
                  <a:pt x="229508" y="173455"/>
                </a:cubicBezTo>
                <a:lnTo>
                  <a:pt x="229508" y="327049"/>
                </a:lnTo>
                <a:cubicBezTo>
                  <a:pt x="229508" y="333522"/>
                  <a:pt x="229177" y="338708"/>
                  <a:pt x="228515" y="342607"/>
                </a:cubicBezTo>
                <a:cubicBezTo>
                  <a:pt x="227853" y="346506"/>
                  <a:pt x="226308" y="349669"/>
                  <a:pt x="223881" y="352096"/>
                </a:cubicBezTo>
                <a:cubicBezTo>
                  <a:pt x="221453" y="354524"/>
                  <a:pt x="217849" y="356326"/>
                  <a:pt x="213067" y="357503"/>
                </a:cubicBezTo>
                <a:cubicBezTo>
                  <a:pt x="208286" y="358680"/>
                  <a:pt x="201849" y="359710"/>
                  <a:pt x="193758" y="360593"/>
                </a:cubicBezTo>
                <a:lnTo>
                  <a:pt x="193758" y="375378"/>
                </a:lnTo>
                <a:lnTo>
                  <a:pt x="305864" y="375378"/>
                </a:lnTo>
                <a:lnTo>
                  <a:pt x="305864" y="360593"/>
                </a:lnTo>
                <a:cubicBezTo>
                  <a:pt x="300567" y="360151"/>
                  <a:pt x="296117" y="359600"/>
                  <a:pt x="292513" y="358937"/>
                </a:cubicBezTo>
                <a:cubicBezTo>
                  <a:pt x="288908" y="358275"/>
                  <a:pt x="285855" y="357503"/>
                  <a:pt x="283354" y="356620"/>
                </a:cubicBezTo>
                <a:cubicBezTo>
                  <a:pt x="280853" y="355738"/>
                  <a:pt x="278830" y="354634"/>
                  <a:pt x="277286" y="353310"/>
                </a:cubicBezTo>
                <a:cubicBezTo>
                  <a:pt x="275741" y="351986"/>
                  <a:pt x="274306" y="350441"/>
                  <a:pt x="272982" y="348676"/>
                </a:cubicBezTo>
                <a:cubicBezTo>
                  <a:pt x="272100" y="346616"/>
                  <a:pt x="271364" y="344005"/>
                  <a:pt x="270775" y="340842"/>
                </a:cubicBezTo>
                <a:cubicBezTo>
                  <a:pt x="270187" y="337679"/>
                  <a:pt x="269893" y="333081"/>
                  <a:pt x="269893" y="327049"/>
                </a:cubicBezTo>
                <a:lnTo>
                  <a:pt x="269893" y="166614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43">
            <a:extLst xmlns:a="http://schemas.openxmlformats.org/drawingml/2006/main">
              <a:ext uri="{FF2B5EF4-FFF2-40B4-BE49-F238E27FC236}">
                <a16:creationId xmlns:a16="http://schemas.microsoft.com/office/drawing/2014/main" id="{A209CCC7-FE79-40E9-A575-75E21CE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3920326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7" name="path-244">
            <a:extLst xmlns:a="http://schemas.openxmlformats.org/drawingml/2006/main">
              <a:ext uri="{FF2B5EF4-FFF2-40B4-BE49-F238E27FC236}">
                <a16:creationId xmlns:a16="http://schemas.microsoft.com/office/drawing/2014/main" id="{05857B88-3615-456F-B13B-24E3E92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3920326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8" name="path-245">
            <a:extLst xmlns:a="http://schemas.openxmlformats.org/drawingml/2006/main">
              <a:ext uri="{FF2B5EF4-FFF2-40B4-BE49-F238E27FC236}">
                <a16:creationId xmlns:a16="http://schemas.microsoft.com/office/drawing/2014/main" id="{0D947E90-9369-4960-958E-3B7F5D4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3920326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9" name="path-246">
            <a:extLst xmlns:a="http://schemas.openxmlformats.org/drawingml/2006/main">
              <a:ext uri="{FF2B5EF4-FFF2-40B4-BE49-F238E27FC236}">
                <a16:creationId xmlns:a16="http://schemas.microsoft.com/office/drawing/2014/main" id="{C7BB353B-3DF1-4942-8AA8-1E5E8C0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4447943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0" name="path-247">
            <a:extLst xmlns:a="http://schemas.openxmlformats.org/drawingml/2006/main">
              <a:ext uri="{FF2B5EF4-FFF2-40B4-BE49-F238E27FC236}">
                <a16:creationId xmlns:a16="http://schemas.microsoft.com/office/drawing/2014/main" id="{43162E4C-9918-4B1C-B65B-6B1B7731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4975564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1" name="path-248">
            <a:extLst xmlns:a="http://schemas.openxmlformats.org/drawingml/2006/main">
              <a:ext uri="{FF2B5EF4-FFF2-40B4-BE49-F238E27FC236}">
                <a16:creationId xmlns:a16="http://schemas.microsoft.com/office/drawing/2014/main" id="{FB966DD6-98FE-4522-A329-84856D2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4447943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2" name="path-249">
            <a:extLst xmlns:a="http://schemas.openxmlformats.org/drawingml/2006/main">
              <a:ext uri="{FF2B5EF4-FFF2-40B4-BE49-F238E27FC236}">
                <a16:creationId xmlns:a16="http://schemas.microsoft.com/office/drawing/2014/main" id="{1E1AAD28-52E2-4188-8424-B856834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4975564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3" name="path-250">
            <a:extLst xmlns:a="http://schemas.openxmlformats.org/drawingml/2006/main">
              <a:ext uri="{FF2B5EF4-FFF2-40B4-BE49-F238E27FC236}">
                <a16:creationId xmlns:a16="http://schemas.microsoft.com/office/drawing/2014/main" id="{A0047980-B4CB-489B-8E4C-BD083A13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4975564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4" name="path-251">
            <a:extLst xmlns:a="http://schemas.openxmlformats.org/drawingml/2006/main">
              <a:ext uri="{FF2B5EF4-FFF2-40B4-BE49-F238E27FC236}">
                <a16:creationId xmlns:a16="http://schemas.microsoft.com/office/drawing/2014/main" id="{194A59C0-4D68-4350-8A35-F27FE26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4447943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5" name="path-252">
            <a:extLst xmlns:a="http://schemas.openxmlformats.org/drawingml/2006/main">
              <a:ext uri="{FF2B5EF4-FFF2-40B4-BE49-F238E27FC236}">
                <a16:creationId xmlns:a16="http://schemas.microsoft.com/office/drawing/2014/main" id="{E738BA2C-579B-4B83-A5E7-2463B711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974" y="1838427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05895" y="342055"/>
                </a:moveTo>
                <a:cubicBezTo>
                  <a:pt x="211486" y="332787"/>
                  <a:pt x="218511" y="323077"/>
                  <a:pt x="226970" y="312926"/>
                </a:cubicBezTo>
                <a:cubicBezTo>
                  <a:pt x="235430" y="302774"/>
                  <a:pt x="245324" y="291740"/>
                  <a:pt x="256652" y="279823"/>
                </a:cubicBezTo>
                <a:lnTo>
                  <a:pt x="286665" y="248266"/>
                </a:lnTo>
                <a:cubicBezTo>
                  <a:pt x="293432" y="241057"/>
                  <a:pt x="299170" y="234473"/>
                  <a:pt x="303878" y="228515"/>
                </a:cubicBezTo>
                <a:cubicBezTo>
                  <a:pt x="308585" y="222557"/>
                  <a:pt x="312374" y="216782"/>
                  <a:pt x="315243" y="211192"/>
                </a:cubicBezTo>
                <a:cubicBezTo>
                  <a:pt x="318112" y="205601"/>
                  <a:pt x="320171" y="200010"/>
                  <a:pt x="321422" y="194420"/>
                </a:cubicBezTo>
                <a:cubicBezTo>
                  <a:pt x="322672" y="188829"/>
                  <a:pt x="323298" y="182797"/>
                  <a:pt x="323298" y="176324"/>
                </a:cubicBezTo>
                <a:cubicBezTo>
                  <a:pt x="323298" y="156316"/>
                  <a:pt x="317082" y="141199"/>
                  <a:pt x="304650" y="130974"/>
                </a:cubicBezTo>
                <a:cubicBezTo>
                  <a:pt x="292218" y="120749"/>
                  <a:pt x="273644" y="115637"/>
                  <a:pt x="248928" y="115637"/>
                </a:cubicBezTo>
                <a:cubicBezTo>
                  <a:pt x="237894" y="115637"/>
                  <a:pt x="225536" y="117255"/>
                  <a:pt x="211854" y="120492"/>
                </a:cubicBezTo>
                <a:cubicBezTo>
                  <a:pt x="198171" y="123728"/>
                  <a:pt x="183239" y="129098"/>
                  <a:pt x="167055" y="136601"/>
                </a:cubicBezTo>
                <a:lnTo>
                  <a:pt x="167055" y="174779"/>
                </a:lnTo>
                <a:lnTo>
                  <a:pt x="195744" y="174779"/>
                </a:lnTo>
                <a:cubicBezTo>
                  <a:pt x="203688" y="149033"/>
                  <a:pt x="218695" y="136160"/>
                  <a:pt x="240763" y="136160"/>
                </a:cubicBezTo>
                <a:cubicBezTo>
                  <a:pt x="247383" y="136160"/>
                  <a:pt x="253121" y="137300"/>
                  <a:pt x="257976" y="139581"/>
                </a:cubicBezTo>
                <a:cubicBezTo>
                  <a:pt x="262831" y="141861"/>
                  <a:pt x="266877" y="145024"/>
                  <a:pt x="270113" y="149070"/>
                </a:cubicBezTo>
                <a:cubicBezTo>
                  <a:pt x="273350" y="153116"/>
                  <a:pt x="275741" y="157934"/>
                  <a:pt x="277286" y="163525"/>
                </a:cubicBezTo>
                <a:cubicBezTo>
                  <a:pt x="278830" y="169115"/>
                  <a:pt x="279603" y="175221"/>
                  <a:pt x="279603" y="181841"/>
                </a:cubicBezTo>
                <a:cubicBezTo>
                  <a:pt x="279603" y="187432"/>
                  <a:pt x="278941" y="192985"/>
                  <a:pt x="277617" y="198502"/>
                </a:cubicBezTo>
                <a:cubicBezTo>
                  <a:pt x="276293" y="204019"/>
                  <a:pt x="273644" y="210272"/>
                  <a:pt x="269672" y="217260"/>
                </a:cubicBezTo>
                <a:cubicBezTo>
                  <a:pt x="265700" y="224249"/>
                  <a:pt x="259999" y="232414"/>
                  <a:pt x="252569" y="241756"/>
                </a:cubicBezTo>
                <a:cubicBezTo>
                  <a:pt x="245140" y="251098"/>
                  <a:pt x="235393" y="262390"/>
                  <a:pt x="223329" y="275630"/>
                </a:cubicBezTo>
                <a:cubicBezTo>
                  <a:pt x="214502" y="285193"/>
                  <a:pt x="206815" y="293947"/>
                  <a:pt x="200268" y="301891"/>
                </a:cubicBezTo>
                <a:cubicBezTo>
                  <a:pt x="193721" y="309836"/>
                  <a:pt x="188020" y="317302"/>
                  <a:pt x="183165" y="324291"/>
                </a:cubicBezTo>
                <a:cubicBezTo>
                  <a:pt x="178310" y="331279"/>
                  <a:pt x="174154" y="338046"/>
                  <a:pt x="170697" y="344593"/>
                </a:cubicBezTo>
                <a:cubicBezTo>
                  <a:pt x="167239" y="351140"/>
                  <a:pt x="164113" y="357797"/>
                  <a:pt x="161318" y="364565"/>
                </a:cubicBezTo>
                <a:lnTo>
                  <a:pt x="161318" y="375378"/>
                </a:lnTo>
                <a:lnTo>
                  <a:pt x="323298" y="375378"/>
                </a:lnTo>
                <a:lnTo>
                  <a:pt x="326608" y="317560"/>
                </a:lnTo>
                <a:lnTo>
                  <a:pt x="304981" y="317560"/>
                </a:lnTo>
                <a:cubicBezTo>
                  <a:pt x="304687" y="318443"/>
                  <a:pt x="304393" y="319178"/>
                  <a:pt x="304098" y="319767"/>
                </a:cubicBezTo>
                <a:cubicBezTo>
                  <a:pt x="302480" y="324916"/>
                  <a:pt x="301046" y="328962"/>
                  <a:pt x="299795" y="331904"/>
                </a:cubicBezTo>
                <a:cubicBezTo>
                  <a:pt x="298545" y="334846"/>
                  <a:pt x="297110" y="336906"/>
                  <a:pt x="295492" y="338083"/>
                </a:cubicBezTo>
                <a:cubicBezTo>
                  <a:pt x="293432" y="339701"/>
                  <a:pt x="290563" y="340768"/>
                  <a:pt x="286885" y="341283"/>
                </a:cubicBezTo>
                <a:cubicBezTo>
                  <a:pt x="283207" y="341798"/>
                  <a:pt x="278499" y="342055"/>
                  <a:pt x="272762" y="342055"/>
                </a:cubicBezTo>
                <a:lnTo>
                  <a:pt x="205895" y="342055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3">
            <a:extLst xmlns:a="http://schemas.openxmlformats.org/drawingml/2006/main">
              <a:ext uri="{FF2B5EF4-FFF2-40B4-BE49-F238E27FC236}">
                <a16:creationId xmlns:a16="http://schemas.microsoft.com/office/drawing/2014/main" id="{FD0E6196-8734-4E05-B43B-288A6D0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224" y="3139911"/>
            <a:ext cx="976679" cy="603312"/>
          </a:xfrm>
          <a:custGeom xmlns:a="http://schemas.openxmlformats.org/drawingml/2006/main">
            <a:pathLst>
              <a:path w="976679" h="603312">
                <a:moveTo>
                  <a:pt x="0" y="100554"/>
                </a:moveTo>
                <a:cubicBezTo>
                  <a:pt x="0" y="45021"/>
                  <a:pt x="45018" y="0"/>
                  <a:pt x="100551" y="0"/>
                </a:cubicBezTo>
                <a:lnTo>
                  <a:pt x="876125" y="0"/>
                </a:lnTo>
                <a:cubicBezTo>
                  <a:pt x="931658" y="0"/>
                  <a:pt x="976679" y="45021"/>
                  <a:pt x="976679" y="100554"/>
                </a:cubicBezTo>
                <a:lnTo>
                  <a:pt x="976679" y="502758"/>
                </a:lnTo>
                <a:cubicBezTo>
                  <a:pt x="976679" y="558292"/>
                  <a:pt x="931658" y="603312"/>
                  <a:pt x="876125" y="603312"/>
                </a:cubicBezTo>
                <a:lnTo>
                  <a:pt x="100551" y="603312"/>
                </a:lnTo>
                <a:cubicBezTo>
                  <a:pt x="45018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54">
            <a:extLst xmlns:a="http://schemas.openxmlformats.org/drawingml/2006/main">
              <a:ext uri="{FF2B5EF4-FFF2-40B4-BE49-F238E27FC236}">
                <a16:creationId xmlns:a16="http://schemas.microsoft.com/office/drawing/2014/main" id="{BC33C14C-0CE9-4F88-A0B7-B9AABE7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224" y="3139911"/>
            <a:ext cx="976681" cy="603312"/>
          </a:xfrm>
          <a:custGeom xmlns:a="http://schemas.openxmlformats.org/drawingml/2006/main">
            <a:pathLst>
              <a:path w="976681" h="603312">
                <a:moveTo>
                  <a:pt x="0" y="100554"/>
                </a:moveTo>
                <a:cubicBezTo>
                  <a:pt x="0" y="45020"/>
                  <a:pt x="45019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1" y="45020"/>
                  <a:pt x="976681" y="100554"/>
                </a:cubicBezTo>
                <a:lnTo>
                  <a:pt x="976681" y="502758"/>
                </a:lnTo>
                <a:cubicBezTo>
                  <a:pt x="976681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268" name="path-255">
            <a:extLst xmlns:a="http://schemas.openxmlformats.org/drawingml/2006/main">
              <a:ext uri="{FF2B5EF4-FFF2-40B4-BE49-F238E27FC236}">
                <a16:creationId xmlns:a16="http://schemas.microsoft.com/office/drawing/2014/main" id="{1C271681-02BA-4550-B50F-27272663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007" y="3289395"/>
            <a:ext cx="179340" cy="201849"/>
          </a:xfrm>
          <a:custGeom xmlns:a="http://schemas.openxmlformats.org/drawingml/2006/main">
            <a:pathLst>
              <a:path w="179340" h="201849">
                <a:moveTo>
                  <a:pt x="110340" y="64292"/>
                </a:moveTo>
                <a:cubicBezTo>
                  <a:pt x="117991" y="49972"/>
                  <a:pt x="122674" y="40336"/>
                  <a:pt x="124390" y="35382"/>
                </a:cubicBezTo>
                <a:cubicBezTo>
                  <a:pt x="126107" y="30429"/>
                  <a:pt x="126965" y="25942"/>
                  <a:pt x="126965" y="21921"/>
                </a:cubicBezTo>
                <a:cubicBezTo>
                  <a:pt x="126965" y="14859"/>
                  <a:pt x="122797" y="10789"/>
                  <a:pt x="114460" y="9710"/>
                </a:cubicBezTo>
                <a:lnTo>
                  <a:pt x="116667" y="0"/>
                </a:lnTo>
                <a:lnTo>
                  <a:pt x="179340" y="0"/>
                </a:lnTo>
                <a:lnTo>
                  <a:pt x="177133" y="9710"/>
                </a:lnTo>
                <a:cubicBezTo>
                  <a:pt x="173602" y="10495"/>
                  <a:pt x="170537" y="11843"/>
                  <a:pt x="167938" y="13756"/>
                </a:cubicBezTo>
                <a:cubicBezTo>
                  <a:pt x="165339" y="15668"/>
                  <a:pt x="162912" y="18169"/>
                  <a:pt x="160656" y="21259"/>
                </a:cubicBezTo>
                <a:cubicBezTo>
                  <a:pt x="158400" y="24348"/>
                  <a:pt x="155065" y="29816"/>
                  <a:pt x="150651" y="37663"/>
                </a:cubicBezTo>
                <a:lnTo>
                  <a:pt x="59290" y="201849"/>
                </a:lnTo>
                <a:lnTo>
                  <a:pt x="22362" y="201849"/>
                </a:lnTo>
                <a:lnTo>
                  <a:pt x="16036" y="44578"/>
                </a:lnTo>
                <a:cubicBezTo>
                  <a:pt x="15840" y="38987"/>
                  <a:pt x="15448" y="33960"/>
                  <a:pt x="14859" y="29498"/>
                </a:cubicBezTo>
                <a:cubicBezTo>
                  <a:pt x="14271" y="25035"/>
                  <a:pt x="13339" y="21382"/>
                  <a:pt x="12064" y="18537"/>
                </a:cubicBezTo>
                <a:cubicBezTo>
                  <a:pt x="10789" y="15693"/>
                  <a:pt x="9195" y="13609"/>
                  <a:pt x="7282" y="12285"/>
                </a:cubicBezTo>
                <a:cubicBezTo>
                  <a:pt x="5370" y="10960"/>
                  <a:pt x="2942" y="10102"/>
                  <a:pt x="0" y="9710"/>
                </a:cubicBezTo>
                <a:lnTo>
                  <a:pt x="2207" y="0"/>
                </a:lnTo>
                <a:lnTo>
                  <a:pt x="78268" y="0"/>
                </a:lnTo>
                <a:lnTo>
                  <a:pt x="76061" y="9710"/>
                </a:lnTo>
                <a:cubicBezTo>
                  <a:pt x="71746" y="10004"/>
                  <a:pt x="68387" y="11083"/>
                  <a:pt x="65984" y="12947"/>
                </a:cubicBezTo>
                <a:cubicBezTo>
                  <a:pt x="63581" y="14810"/>
                  <a:pt x="61864" y="17311"/>
                  <a:pt x="60834" y="20450"/>
                </a:cubicBezTo>
                <a:cubicBezTo>
                  <a:pt x="59805" y="23588"/>
                  <a:pt x="59290" y="28296"/>
                  <a:pt x="59290" y="34573"/>
                </a:cubicBezTo>
                <a:lnTo>
                  <a:pt x="59290" y="40900"/>
                </a:lnTo>
                <a:cubicBezTo>
                  <a:pt x="59290" y="43057"/>
                  <a:pt x="59339" y="45362"/>
                  <a:pt x="59437" y="47814"/>
                </a:cubicBezTo>
                <a:lnTo>
                  <a:pt x="60467" y="99454"/>
                </a:lnTo>
                <a:cubicBezTo>
                  <a:pt x="60859" y="119168"/>
                  <a:pt x="61055" y="137165"/>
                  <a:pt x="61055" y="153447"/>
                </a:cubicBezTo>
                <a:lnTo>
                  <a:pt x="62820" y="153447"/>
                </a:lnTo>
                <a:lnTo>
                  <a:pt x="110340" y="64292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56">
            <a:extLst xmlns:a="http://schemas.openxmlformats.org/drawingml/2006/main">
              <a:ext uri="{FF2B5EF4-FFF2-40B4-BE49-F238E27FC236}">
                <a16:creationId xmlns:a16="http://schemas.microsoft.com/office/drawing/2014/main" id="{C3632A3E-CAFE-4D1B-BB79-C81CFE6B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53" y="3400004"/>
            <a:ext cx="60687" cy="155249"/>
          </a:xfrm>
          <a:custGeom xmlns:a="http://schemas.openxmlformats.org/drawingml/2006/main">
            <a:pathLst>
              <a:path w="60687" h="155249">
                <a:moveTo>
                  <a:pt x="57818" y="0"/>
                </a:moveTo>
                <a:lnTo>
                  <a:pt x="52081" y="27033"/>
                </a:lnTo>
                <a:lnTo>
                  <a:pt x="23503" y="27033"/>
                </a:lnTo>
                <a:lnTo>
                  <a:pt x="29571" y="0"/>
                </a:lnTo>
                <a:lnTo>
                  <a:pt x="57818" y="0"/>
                </a:lnTo>
                <a:moveTo>
                  <a:pt x="32550" y="118726"/>
                </a:moveTo>
                <a:cubicBezTo>
                  <a:pt x="31815" y="121816"/>
                  <a:pt x="31318" y="124207"/>
                  <a:pt x="31061" y="125898"/>
                </a:cubicBezTo>
                <a:cubicBezTo>
                  <a:pt x="30803" y="127590"/>
                  <a:pt x="30675" y="129503"/>
                  <a:pt x="30675" y="131636"/>
                </a:cubicBezTo>
                <a:cubicBezTo>
                  <a:pt x="30675" y="134505"/>
                  <a:pt x="31153" y="136491"/>
                  <a:pt x="32109" y="137595"/>
                </a:cubicBezTo>
                <a:cubicBezTo>
                  <a:pt x="33065" y="138698"/>
                  <a:pt x="34426" y="139250"/>
                  <a:pt x="36192" y="139250"/>
                </a:cubicBezTo>
                <a:cubicBezTo>
                  <a:pt x="38325" y="139250"/>
                  <a:pt x="40716" y="138238"/>
                  <a:pt x="43364" y="136215"/>
                </a:cubicBezTo>
                <a:cubicBezTo>
                  <a:pt x="46012" y="134192"/>
                  <a:pt x="49138" y="131121"/>
                  <a:pt x="52743" y="127002"/>
                </a:cubicBezTo>
                <a:lnTo>
                  <a:pt x="60687" y="134946"/>
                </a:lnTo>
                <a:cubicBezTo>
                  <a:pt x="53478" y="142302"/>
                  <a:pt x="47023" y="147525"/>
                  <a:pt x="41323" y="150615"/>
                </a:cubicBezTo>
                <a:cubicBezTo>
                  <a:pt x="35622" y="153704"/>
                  <a:pt x="29351" y="155249"/>
                  <a:pt x="22509" y="155249"/>
                </a:cubicBezTo>
                <a:cubicBezTo>
                  <a:pt x="14712" y="155249"/>
                  <a:pt x="9011" y="153336"/>
                  <a:pt x="5407" y="149511"/>
                </a:cubicBezTo>
                <a:cubicBezTo>
                  <a:pt x="1802" y="145686"/>
                  <a:pt x="0" y="139912"/>
                  <a:pt x="0" y="132188"/>
                </a:cubicBezTo>
                <a:cubicBezTo>
                  <a:pt x="0" y="127259"/>
                  <a:pt x="809" y="121485"/>
                  <a:pt x="2427" y="114864"/>
                </a:cubicBezTo>
                <a:lnTo>
                  <a:pt x="11696" y="76466"/>
                </a:lnTo>
                <a:cubicBezTo>
                  <a:pt x="13388" y="69478"/>
                  <a:pt x="14234" y="63961"/>
                  <a:pt x="14234" y="59915"/>
                </a:cubicBezTo>
                <a:cubicBezTo>
                  <a:pt x="14234" y="57046"/>
                  <a:pt x="13553" y="55005"/>
                  <a:pt x="12193" y="53791"/>
                </a:cubicBezTo>
                <a:cubicBezTo>
                  <a:pt x="10832" y="52577"/>
                  <a:pt x="7981" y="51750"/>
                  <a:pt x="3641" y="51308"/>
                </a:cubicBezTo>
                <a:lnTo>
                  <a:pt x="5296" y="44026"/>
                </a:lnTo>
                <a:lnTo>
                  <a:pt x="37626" y="42812"/>
                </a:lnTo>
                <a:lnTo>
                  <a:pt x="50205" y="42812"/>
                </a:lnTo>
                <a:lnTo>
                  <a:pt x="32550" y="118726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57">
            <a:extLst xmlns:a="http://schemas.openxmlformats.org/drawingml/2006/main">
              <a:ext uri="{FF2B5EF4-FFF2-40B4-BE49-F238E27FC236}">
                <a16:creationId xmlns:a16="http://schemas.microsoft.com/office/drawing/2014/main" id="{9200E630-B110-4BA4-BA6F-E9A6CDD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445" y="2634432"/>
            <a:ext cx="1525018" cy="314722"/>
          </a:xfrm>
          <a:custGeom xmlns:a="http://schemas.openxmlformats.org/drawingml/2006/main">
            <a:pathLst>
              <a:path w="1525018" h="314722">
                <a:moveTo>
                  <a:pt x="0" y="52456"/>
                </a:moveTo>
                <a:cubicBezTo>
                  <a:pt x="0" y="23486"/>
                  <a:pt x="23483" y="0"/>
                  <a:pt x="52453" y="0"/>
                </a:cubicBezTo>
                <a:lnTo>
                  <a:pt x="1472563" y="0"/>
                </a:lnTo>
                <a:cubicBezTo>
                  <a:pt x="1501534" y="0"/>
                  <a:pt x="1525018" y="23486"/>
                  <a:pt x="1525018" y="52456"/>
                </a:cubicBezTo>
                <a:lnTo>
                  <a:pt x="1525018" y="262267"/>
                </a:lnTo>
                <a:cubicBezTo>
                  <a:pt x="1525018" y="291237"/>
                  <a:pt x="1501534" y="314722"/>
                  <a:pt x="1472563" y="314722"/>
                </a:cubicBezTo>
                <a:lnTo>
                  <a:pt x="52453" y="314722"/>
                </a:lnTo>
                <a:cubicBezTo>
                  <a:pt x="23483" y="314722"/>
                  <a:pt x="0" y="291237"/>
                  <a:pt x="0" y="262267"/>
                </a:cubicBezTo>
                <a:lnTo>
                  <a:pt x="0" y="52456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58">
            <a:extLst xmlns:a="http://schemas.openxmlformats.org/drawingml/2006/main">
              <a:ext uri="{FF2B5EF4-FFF2-40B4-BE49-F238E27FC236}">
                <a16:creationId xmlns:a16="http://schemas.microsoft.com/office/drawing/2014/main" id="{A58DA954-6781-4F0E-B8B2-A38CDAF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445" y="2634432"/>
            <a:ext cx="1525020" cy="314721"/>
          </a:xfrm>
          <a:custGeom xmlns:a="http://schemas.openxmlformats.org/drawingml/2006/main">
            <a:pathLst>
              <a:path w="1525020" h="314721">
                <a:moveTo>
                  <a:pt x="0" y="52455"/>
                </a:moveTo>
                <a:cubicBezTo>
                  <a:pt x="0" y="23485"/>
                  <a:pt x="23485" y="0"/>
                  <a:pt x="52455" y="0"/>
                </a:cubicBezTo>
                <a:lnTo>
                  <a:pt x="1472566" y="0"/>
                </a:lnTo>
                <a:cubicBezTo>
                  <a:pt x="1501536" y="0"/>
                  <a:pt x="1525020" y="23485"/>
                  <a:pt x="1525020" y="52455"/>
                </a:cubicBezTo>
                <a:lnTo>
                  <a:pt x="1525020" y="262266"/>
                </a:lnTo>
                <a:cubicBezTo>
                  <a:pt x="1525020" y="291236"/>
                  <a:pt x="1501536" y="314721"/>
                  <a:pt x="1472566" y="314721"/>
                </a:cubicBezTo>
                <a:lnTo>
                  <a:pt x="52455" y="314721"/>
                </a:lnTo>
                <a:cubicBezTo>
                  <a:pt x="23485" y="314721"/>
                  <a:pt x="0" y="291236"/>
                  <a:pt x="0" y="262266"/>
                </a:cubicBezTo>
                <a:lnTo>
                  <a:pt x="0" y="52455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272" name="text-259 Gate">
            <a:extLst xmlns:a="http://schemas.openxmlformats.org/drawingml/2006/main">
              <a:ext uri="{FF2B5EF4-FFF2-40B4-BE49-F238E27FC236}">
                <a16:creationId xmlns:a16="http://schemas.microsoft.com/office/drawing/2014/main" id="{09123AF9-9027-4FCD-8785-485203F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7971" y="2618030"/>
            <a:ext cx="480353" cy="31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73" name="path-260">
            <a:extLst xmlns:a="http://schemas.openxmlformats.org/drawingml/2006/main">
              <a:ext uri="{FF2B5EF4-FFF2-40B4-BE49-F238E27FC236}">
                <a16:creationId xmlns:a16="http://schemas.microsoft.com/office/drawing/2014/main" id="{50D53B44-7D36-401F-9862-66329EF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37" y="2691539"/>
            <a:ext cx="127774" cy="154146"/>
          </a:xfrm>
          <a:custGeom xmlns:a="http://schemas.openxmlformats.org/drawingml/2006/main">
            <a:pathLst>
              <a:path w="127774" h="154146">
                <a:moveTo>
                  <a:pt x="75583" y="111444"/>
                </a:moveTo>
                <a:cubicBezTo>
                  <a:pt x="76172" y="108722"/>
                  <a:pt x="76540" y="106460"/>
                  <a:pt x="76687" y="104658"/>
                </a:cubicBezTo>
                <a:cubicBezTo>
                  <a:pt x="76834" y="102856"/>
                  <a:pt x="76907" y="101219"/>
                  <a:pt x="76907" y="99748"/>
                </a:cubicBezTo>
                <a:cubicBezTo>
                  <a:pt x="76907" y="96732"/>
                  <a:pt x="76208" y="94470"/>
                  <a:pt x="74811" y="92962"/>
                </a:cubicBezTo>
                <a:cubicBezTo>
                  <a:pt x="73413" y="91454"/>
                  <a:pt x="71022" y="90479"/>
                  <a:pt x="67639" y="90038"/>
                </a:cubicBezTo>
                <a:lnTo>
                  <a:pt x="69183" y="82755"/>
                </a:lnTo>
                <a:lnTo>
                  <a:pt x="123030" y="82755"/>
                </a:lnTo>
                <a:lnTo>
                  <a:pt x="121485" y="90038"/>
                </a:lnTo>
                <a:cubicBezTo>
                  <a:pt x="118616" y="90994"/>
                  <a:pt x="116483" y="92153"/>
                  <a:pt x="115085" y="93514"/>
                </a:cubicBezTo>
                <a:cubicBezTo>
                  <a:pt x="113687" y="94874"/>
                  <a:pt x="112437" y="96861"/>
                  <a:pt x="111334" y="99472"/>
                </a:cubicBezTo>
                <a:cubicBezTo>
                  <a:pt x="110230" y="102083"/>
                  <a:pt x="109016" y="106442"/>
                  <a:pt x="107692" y="112547"/>
                </a:cubicBezTo>
                <a:lnTo>
                  <a:pt x="99196" y="150615"/>
                </a:lnTo>
                <a:lnTo>
                  <a:pt x="83969" y="154146"/>
                </a:lnTo>
                <a:lnTo>
                  <a:pt x="78121" y="146311"/>
                </a:lnTo>
                <a:cubicBezTo>
                  <a:pt x="68485" y="151534"/>
                  <a:pt x="58444" y="154146"/>
                  <a:pt x="47998" y="154146"/>
                </a:cubicBezTo>
                <a:cubicBezTo>
                  <a:pt x="32550" y="154146"/>
                  <a:pt x="20689" y="149806"/>
                  <a:pt x="12413" y="141125"/>
                </a:cubicBezTo>
                <a:cubicBezTo>
                  <a:pt x="4138" y="132445"/>
                  <a:pt x="0" y="119903"/>
                  <a:pt x="0" y="103499"/>
                </a:cubicBezTo>
                <a:cubicBezTo>
                  <a:pt x="0" y="93348"/>
                  <a:pt x="1729" y="81744"/>
                  <a:pt x="5186" y="68687"/>
                </a:cubicBezTo>
                <a:cubicBezTo>
                  <a:pt x="8643" y="55630"/>
                  <a:pt x="13995" y="43860"/>
                  <a:pt x="21241" y="33378"/>
                </a:cubicBezTo>
                <a:cubicBezTo>
                  <a:pt x="28486" y="22896"/>
                  <a:pt x="37589" y="14712"/>
                  <a:pt x="48550" y="8827"/>
                </a:cubicBezTo>
                <a:cubicBezTo>
                  <a:pt x="59510" y="2942"/>
                  <a:pt x="71942" y="0"/>
                  <a:pt x="85845" y="0"/>
                </a:cubicBezTo>
                <a:cubicBezTo>
                  <a:pt x="101440" y="0"/>
                  <a:pt x="115416" y="2096"/>
                  <a:pt x="127774" y="6289"/>
                </a:cubicBezTo>
                <a:lnTo>
                  <a:pt x="121043" y="37847"/>
                </a:lnTo>
                <a:lnTo>
                  <a:pt x="106589" y="37847"/>
                </a:lnTo>
                <a:cubicBezTo>
                  <a:pt x="106589" y="31447"/>
                  <a:pt x="105908" y="26463"/>
                  <a:pt x="104548" y="22896"/>
                </a:cubicBezTo>
                <a:cubicBezTo>
                  <a:pt x="103187" y="19328"/>
                  <a:pt x="101109" y="16772"/>
                  <a:pt x="98313" y="15227"/>
                </a:cubicBezTo>
                <a:cubicBezTo>
                  <a:pt x="95518" y="13682"/>
                  <a:pt x="91766" y="12910"/>
                  <a:pt x="87059" y="12910"/>
                </a:cubicBezTo>
                <a:cubicBezTo>
                  <a:pt x="77275" y="12910"/>
                  <a:pt x="68485" y="17415"/>
                  <a:pt x="60687" y="26427"/>
                </a:cubicBezTo>
                <a:cubicBezTo>
                  <a:pt x="52890" y="35438"/>
                  <a:pt x="46269" y="48679"/>
                  <a:pt x="40826" y="66149"/>
                </a:cubicBezTo>
                <a:cubicBezTo>
                  <a:pt x="35383" y="83620"/>
                  <a:pt x="32661" y="99343"/>
                  <a:pt x="32661" y="113320"/>
                </a:cubicBezTo>
                <a:cubicBezTo>
                  <a:pt x="32661" y="131930"/>
                  <a:pt x="38803" y="141236"/>
                  <a:pt x="51088" y="141236"/>
                </a:cubicBezTo>
                <a:cubicBezTo>
                  <a:pt x="56972" y="141236"/>
                  <a:pt x="61827" y="139378"/>
                  <a:pt x="65653" y="135664"/>
                </a:cubicBezTo>
                <a:cubicBezTo>
                  <a:pt x="69478" y="131949"/>
                  <a:pt x="72273" y="126193"/>
                  <a:pt x="74038" y="118395"/>
                </a:cubicBezTo>
                <a:lnTo>
                  <a:pt x="75583" y="111444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1">
            <a:extLst xmlns:a="http://schemas.openxmlformats.org/drawingml/2006/main">
              <a:ext uri="{FF2B5EF4-FFF2-40B4-BE49-F238E27FC236}">
                <a16:creationId xmlns:a16="http://schemas.microsoft.com/office/drawing/2014/main" id="{C2F08F05-7BDB-40B1-93DA-EBF3174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695" y="2810217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2">
            <a:extLst xmlns:a="http://schemas.openxmlformats.org/drawingml/2006/main">
              <a:ext uri="{FF2B5EF4-FFF2-40B4-BE49-F238E27FC236}">
                <a16:creationId xmlns:a16="http://schemas.microsoft.com/office/drawing/2014/main" id="{8CD59132-D824-47EC-B8E9-396E5C33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6" y="3020486"/>
            <a:ext cx="1544378" cy="587189"/>
          </a:xfrm>
          <a:custGeom xmlns:a="http://schemas.openxmlformats.org/drawingml/2006/main">
            <a:pathLst>
              <a:path w="1544378" h="587189">
                <a:moveTo>
                  <a:pt x="0" y="97867"/>
                </a:moveTo>
                <a:cubicBezTo>
                  <a:pt x="0" y="43817"/>
                  <a:pt x="43817" y="0"/>
                  <a:pt x="97867" y="0"/>
                </a:cubicBezTo>
                <a:lnTo>
                  <a:pt x="1446513" y="0"/>
                </a:lnTo>
                <a:cubicBezTo>
                  <a:pt x="1500562" y="0"/>
                  <a:pt x="1544378" y="43817"/>
                  <a:pt x="1544378" y="97867"/>
                </a:cubicBezTo>
                <a:lnTo>
                  <a:pt x="1544378" y="489322"/>
                </a:lnTo>
                <a:cubicBezTo>
                  <a:pt x="1544378" y="543372"/>
                  <a:pt x="1500562" y="587189"/>
                  <a:pt x="1446513" y="587189"/>
                </a:cubicBezTo>
                <a:lnTo>
                  <a:pt x="97867" y="587189"/>
                </a:lnTo>
                <a:cubicBezTo>
                  <a:pt x="43817" y="587189"/>
                  <a:pt x="0" y="543372"/>
                  <a:pt x="0" y="489322"/>
                </a:cubicBezTo>
                <a:lnTo>
                  <a:pt x="0" y="97867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3">
            <a:extLst xmlns:a="http://schemas.openxmlformats.org/drawingml/2006/main">
              <a:ext uri="{FF2B5EF4-FFF2-40B4-BE49-F238E27FC236}">
                <a16:creationId xmlns:a16="http://schemas.microsoft.com/office/drawing/2014/main" id="{26791978-2D0E-4B3B-93B5-1EE260F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6" y="3020486"/>
            <a:ext cx="1544378" cy="587188"/>
          </a:xfrm>
          <a:custGeom xmlns:a="http://schemas.openxmlformats.org/drawingml/2006/main">
            <a:pathLst>
              <a:path w="1544378" h="587188">
                <a:moveTo>
                  <a:pt x="0" y="97866"/>
                </a:moveTo>
                <a:cubicBezTo>
                  <a:pt x="0" y="43816"/>
                  <a:pt x="43817" y="0"/>
                  <a:pt x="97866" y="0"/>
                </a:cubicBezTo>
                <a:lnTo>
                  <a:pt x="1446512" y="0"/>
                </a:lnTo>
                <a:cubicBezTo>
                  <a:pt x="1500561" y="0"/>
                  <a:pt x="1544378" y="43816"/>
                  <a:pt x="1544378" y="97866"/>
                </a:cubicBezTo>
                <a:lnTo>
                  <a:pt x="1544378" y="489322"/>
                </a:lnTo>
                <a:cubicBezTo>
                  <a:pt x="1544378" y="543372"/>
                  <a:pt x="1500561" y="587188"/>
                  <a:pt x="1446512" y="587188"/>
                </a:cubicBezTo>
                <a:lnTo>
                  <a:pt x="97866" y="587188"/>
                </a:lnTo>
                <a:cubicBezTo>
                  <a:pt x="43817" y="587188"/>
                  <a:pt x="0" y="543372"/>
                  <a:pt x="0" y="489322"/>
                </a:cubicBezTo>
                <a:lnTo>
                  <a:pt x="0" y="97866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77" name="text-264 Process">
            <a:extLst xmlns:a="http://schemas.openxmlformats.org/drawingml/2006/main">
              <a:ext uri="{FF2B5EF4-FFF2-40B4-BE49-F238E27FC236}">
                <a16:creationId xmlns:a16="http://schemas.microsoft.com/office/drawing/2014/main" id="{A9FCFCC5-4E4A-4B31-AB27-2646725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0286" y="2992869"/>
            <a:ext cx="727673" cy="3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Process</a:t>
            </a:r>
          </a:p>
        </p:txBody>
      </p:sp>
      <p:sp>
        <p:nvSpPr>
          <p:cNvPr id="278" name="text-265 Score">
            <a:extLst xmlns:a="http://schemas.openxmlformats.org/drawingml/2006/main">
              <a:ext uri="{FF2B5EF4-FFF2-40B4-BE49-F238E27FC236}">
                <a16:creationId xmlns:a16="http://schemas.microsoft.com/office/drawing/2014/main" id="{C744B4A2-0A9E-45D8-BF10-71EA1083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8008" y="2993632"/>
            <a:ext cx="534817" cy="31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Score</a:t>
            </a:r>
          </a:p>
        </p:txBody>
      </p:sp>
      <p:sp>
        <p:nvSpPr>
          <p:cNvPr id="279" name="path-266">
            <a:extLst xmlns:a="http://schemas.openxmlformats.org/drawingml/2006/main">
              <a:ext uri="{FF2B5EF4-FFF2-40B4-BE49-F238E27FC236}">
                <a16:creationId xmlns:a16="http://schemas.microsoft.com/office/drawing/2014/main" id="{DBB80DBF-CE4D-440A-9F32-9354738A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594" y="3351392"/>
            <a:ext cx="123250" cy="154146"/>
          </a:xfrm>
          <a:custGeom xmlns:a="http://schemas.openxmlformats.org/drawingml/2006/main">
            <a:pathLst>
              <a:path w="123250" h="154146">
                <a:moveTo>
                  <a:pt x="21296" y="115637"/>
                </a:moveTo>
                <a:cubicBezTo>
                  <a:pt x="21516" y="122110"/>
                  <a:pt x="22509" y="127204"/>
                  <a:pt x="24275" y="130919"/>
                </a:cubicBezTo>
                <a:cubicBezTo>
                  <a:pt x="26040" y="134634"/>
                  <a:pt x="28541" y="137282"/>
                  <a:pt x="31778" y="138863"/>
                </a:cubicBezTo>
                <a:cubicBezTo>
                  <a:pt x="35015" y="140445"/>
                  <a:pt x="39281" y="141236"/>
                  <a:pt x="44578" y="141236"/>
                </a:cubicBezTo>
                <a:cubicBezTo>
                  <a:pt x="52596" y="141236"/>
                  <a:pt x="58922" y="138937"/>
                  <a:pt x="63556" y="134340"/>
                </a:cubicBezTo>
                <a:cubicBezTo>
                  <a:pt x="68190" y="129742"/>
                  <a:pt x="70508" y="123324"/>
                  <a:pt x="70508" y="115085"/>
                </a:cubicBezTo>
                <a:cubicBezTo>
                  <a:pt x="70508" y="110819"/>
                  <a:pt x="69772" y="107049"/>
                  <a:pt x="68301" y="103775"/>
                </a:cubicBezTo>
                <a:cubicBezTo>
                  <a:pt x="66830" y="100502"/>
                  <a:pt x="64568" y="97320"/>
                  <a:pt x="61515" y="94231"/>
                </a:cubicBezTo>
                <a:cubicBezTo>
                  <a:pt x="58462" y="91141"/>
                  <a:pt x="53184" y="86838"/>
                  <a:pt x="45681" y="81321"/>
                </a:cubicBezTo>
                <a:cubicBezTo>
                  <a:pt x="38693" y="76172"/>
                  <a:pt x="33415" y="70471"/>
                  <a:pt x="29847" y="64218"/>
                </a:cubicBezTo>
                <a:cubicBezTo>
                  <a:pt x="26279" y="57966"/>
                  <a:pt x="24496" y="51419"/>
                  <a:pt x="24496" y="44578"/>
                </a:cubicBezTo>
                <a:cubicBezTo>
                  <a:pt x="24496" y="38766"/>
                  <a:pt x="25746" y="33065"/>
                  <a:pt x="28247" y="27475"/>
                </a:cubicBezTo>
                <a:cubicBezTo>
                  <a:pt x="30748" y="21884"/>
                  <a:pt x="34445" y="17011"/>
                  <a:pt x="39336" y="12855"/>
                </a:cubicBezTo>
                <a:cubicBezTo>
                  <a:pt x="44228" y="8699"/>
                  <a:pt x="50389" y="5517"/>
                  <a:pt x="57818" y="3310"/>
                </a:cubicBezTo>
                <a:cubicBezTo>
                  <a:pt x="65248" y="1103"/>
                  <a:pt x="73928" y="0"/>
                  <a:pt x="83859" y="0"/>
                </a:cubicBezTo>
                <a:cubicBezTo>
                  <a:pt x="91215" y="0"/>
                  <a:pt x="97982" y="386"/>
                  <a:pt x="104161" y="1159"/>
                </a:cubicBezTo>
                <a:cubicBezTo>
                  <a:pt x="110340" y="1931"/>
                  <a:pt x="116703" y="3310"/>
                  <a:pt x="123250" y="5296"/>
                </a:cubicBezTo>
                <a:lnTo>
                  <a:pt x="116520" y="36743"/>
                </a:lnTo>
                <a:lnTo>
                  <a:pt x="102065" y="36743"/>
                </a:lnTo>
                <a:cubicBezTo>
                  <a:pt x="101991" y="28505"/>
                  <a:pt x="100373" y="22473"/>
                  <a:pt x="97210" y="18648"/>
                </a:cubicBezTo>
                <a:cubicBezTo>
                  <a:pt x="94047" y="14822"/>
                  <a:pt x="88934" y="12910"/>
                  <a:pt x="81873" y="12910"/>
                </a:cubicBezTo>
                <a:cubicBezTo>
                  <a:pt x="74149" y="12910"/>
                  <a:pt x="68043" y="14988"/>
                  <a:pt x="63556" y="19144"/>
                </a:cubicBezTo>
                <a:cubicBezTo>
                  <a:pt x="59069" y="23300"/>
                  <a:pt x="56825" y="29020"/>
                  <a:pt x="56825" y="36302"/>
                </a:cubicBezTo>
                <a:cubicBezTo>
                  <a:pt x="56825" y="41451"/>
                  <a:pt x="58609" y="46325"/>
                  <a:pt x="62177" y="50922"/>
                </a:cubicBezTo>
                <a:cubicBezTo>
                  <a:pt x="65745" y="55520"/>
                  <a:pt x="71133" y="60430"/>
                  <a:pt x="78342" y="65653"/>
                </a:cubicBezTo>
                <a:cubicBezTo>
                  <a:pt x="84889" y="70508"/>
                  <a:pt x="89927" y="74866"/>
                  <a:pt x="93458" y="78728"/>
                </a:cubicBezTo>
                <a:cubicBezTo>
                  <a:pt x="96989" y="82590"/>
                  <a:pt x="99637" y="86691"/>
                  <a:pt x="101403" y="91031"/>
                </a:cubicBezTo>
                <a:cubicBezTo>
                  <a:pt x="103168" y="95371"/>
                  <a:pt x="104051" y="100336"/>
                  <a:pt x="104051" y="105927"/>
                </a:cubicBezTo>
                <a:cubicBezTo>
                  <a:pt x="104051" y="112621"/>
                  <a:pt x="102580" y="119076"/>
                  <a:pt x="99637" y="125292"/>
                </a:cubicBezTo>
                <a:cubicBezTo>
                  <a:pt x="96695" y="131507"/>
                  <a:pt x="92557" y="136785"/>
                  <a:pt x="87224" y="141125"/>
                </a:cubicBezTo>
                <a:cubicBezTo>
                  <a:pt x="81891" y="145466"/>
                  <a:pt x="75877" y="148721"/>
                  <a:pt x="69183" y="150891"/>
                </a:cubicBezTo>
                <a:cubicBezTo>
                  <a:pt x="62489" y="153061"/>
                  <a:pt x="53625" y="154146"/>
                  <a:pt x="42591" y="154146"/>
                </a:cubicBezTo>
                <a:cubicBezTo>
                  <a:pt x="35824" y="154146"/>
                  <a:pt x="28744" y="153557"/>
                  <a:pt x="21351" y="152380"/>
                </a:cubicBezTo>
                <a:cubicBezTo>
                  <a:pt x="13958" y="151203"/>
                  <a:pt x="6841" y="149548"/>
                  <a:pt x="0" y="147415"/>
                </a:cubicBezTo>
                <a:lnTo>
                  <a:pt x="6841" y="115637"/>
                </a:lnTo>
                <a:lnTo>
                  <a:pt x="21296" y="11563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67">
            <a:extLst xmlns:a="http://schemas.openxmlformats.org/drawingml/2006/main">
              <a:ext uri="{FF2B5EF4-FFF2-40B4-BE49-F238E27FC236}">
                <a16:creationId xmlns:a16="http://schemas.microsoft.com/office/drawing/2014/main" id="{51AFC228-BCE5-45AC-A1C7-E9524E28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975" y="3435428"/>
            <a:ext cx="103941" cy="113540"/>
          </a:xfrm>
          <a:custGeom xmlns:a="http://schemas.openxmlformats.org/drawingml/2006/main">
            <a:pathLst>
              <a:path w="103941" h="113540">
                <a:moveTo>
                  <a:pt x="70342" y="78535"/>
                </a:moveTo>
                <a:lnTo>
                  <a:pt x="37985" y="78535"/>
                </a:lnTo>
                <a:lnTo>
                  <a:pt x="36826" y="80604"/>
                </a:lnTo>
                <a:cubicBezTo>
                  <a:pt x="33737" y="86176"/>
                  <a:pt x="31682" y="90396"/>
                  <a:pt x="30661" y="93265"/>
                </a:cubicBezTo>
                <a:cubicBezTo>
                  <a:pt x="29640" y="96134"/>
                  <a:pt x="29130" y="98782"/>
                  <a:pt x="29130" y="101210"/>
                </a:cubicBezTo>
                <a:cubicBezTo>
                  <a:pt x="29130" y="105182"/>
                  <a:pt x="31475" y="107472"/>
                  <a:pt x="36164" y="108078"/>
                </a:cubicBezTo>
                <a:lnTo>
                  <a:pt x="34923" y="113540"/>
                </a:lnTo>
                <a:lnTo>
                  <a:pt x="0" y="113540"/>
                </a:lnTo>
                <a:lnTo>
                  <a:pt x="1241" y="108078"/>
                </a:lnTo>
                <a:cubicBezTo>
                  <a:pt x="3172" y="107637"/>
                  <a:pt x="4869" y="106892"/>
                  <a:pt x="6331" y="105844"/>
                </a:cubicBezTo>
                <a:cubicBezTo>
                  <a:pt x="7793" y="104796"/>
                  <a:pt x="9186" y="103375"/>
                  <a:pt x="10510" y="101582"/>
                </a:cubicBezTo>
                <a:cubicBezTo>
                  <a:pt x="11834" y="99789"/>
                  <a:pt x="13710" y="96713"/>
                  <a:pt x="16137" y="92355"/>
                </a:cubicBezTo>
                <a:lnTo>
                  <a:pt x="67528" y="0"/>
                </a:lnTo>
                <a:lnTo>
                  <a:pt x="91362" y="0"/>
                </a:lnTo>
                <a:lnTo>
                  <a:pt x="94920" y="88465"/>
                </a:lnTo>
                <a:cubicBezTo>
                  <a:pt x="95031" y="91610"/>
                  <a:pt x="95251" y="94438"/>
                  <a:pt x="95582" y="96948"/>
                </a:cubicBezTo>
                <a:cubicBezTo>
                  <a:pt x="95913" y="99458"/>
                  <a:pt x="96438" y="101513"/>
                  <a:pt x="97155" y="103113"/>
                </a:cubicBezTo>
                <a:cubicBezTo>
                  <a:pt x="97872" y="104713"/>
                  <a:pt x="98769" y="105885"/>
                  <a:pt x="99844" y="106630"/>
                </a:cubicBezTo>
                <a:cubicBezTo>
                  <a:pt x="100920" y="107375"/>
                  <a:pt x="102286" y="107858"/>
                  <a:pt x="103941" y="108078"/>
                </a:cubicBezTo>
                <a:lnTo>
                  <a:pt x="102699" y="113540"/>
                </a:lnTo>
                <a:lnTo>
                  <a:pt x="59915" y="113540"/>
                </a:lnTo>
                <a:lnTo>
                  <a:pt x="61156" y="108078"/>
                </a:lnTo>
                <a:cubicBezTo>
                  <a:pt x="63584" y="107913"/>
                  <a:pt x="65501" y="107292"/>
                  <a:pt x="66908" y="106216"/>
                </a:cubicBezTo>
                <a:cubicBezTo>
                  <a:pt x="68315" y="105141"/>
                  <a:pt x="69294" y="103679"/>
                  <a:pt x="69846" y="101830"/>
                </a:cubicBezTo>
                <a:cubicBezTo>
                  <a:pt x="70397" y="99982"/>
                  <a:pt x="70673" y="97403"/>
                  <a:pt x="70673" y="94093"/>
                </a:cubicBezTo>
                <a:cubicBezTo>
                  <a:pt x="70673" y="91721"/>
                  <a:pt x="70618" y="89238"/>
                  <a:pt x="70508" y="86645"/>
                </a:cubicBezTo>
                <a:lnTo>
                  <a:pt x="70342" y="78535"/>
                </a:lnTo>
                <a:moveTo>
                  <a:pt x="43116" y="68852"/>
                </a:moveTo>
                <a:lnTo>
                  <a:pt x="70094" y="68852"/>
                </a:lnTo>
                <a:lnTo>
                  <a:pt x="69763" y="48991"/>
                </a:lnTo>
                <a:cubicBezTo>
                  <a:pt x="69652" y="41929"/>
                  <a:pt x="69597" y="36081"/>
                  <a:pt x="69597" y="31447"/>
                </a:cubicBezTo>
                <a:cubicBezTo>
                  <a:pt x="69597" y="27916"/>
                  <a:pt x="69625" y="24302"/>
                  <a:pt x="69680" y="20606"/>
                </a:cubicBezTo>
                <a:lnTo>
                  <a:pt x="68687" y="20606"/>
                </a:lnTo>
                <a:lnTo>
                  <a:pt x="43116" y="68852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8">
            <a:extLst xmlns:a="http://schemas.openxmlformats.org/drawingml/2006/main">
              <a:ext uri="{FF2B5EF4-FFF2-40B4-BE49-F238E27FC236}">
                <a16:creationId xmlns:a16="http://schemas.microsoft.com/office/drawing/2014/main" id="{EA714994-CB79-4258-92B9-B94B450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317" y="3529769"/>
            <a:ext cx="24744" cy="42040"/>
          </a:xfrm>
          <a:custGeom xmlns:a="http://schemas.openxmlformats.org/drawingml/2006/main">
            <a:pathLst>
              <a:path w="24744" h="42040">
                <a:moveTo>
                  <a:pt x="23585" y="0"/>
                </a:moveTo>
                <a:cubicBezTo>
                  <a:pt x="24358" y="3862"/>
                  <a:pt x="24744" y="7669"/>
                  <a:pt x="24744" y="11420"/>
                </a:cubicBezTo>
                <a:cubicBezTo>
                  <a:pt x="24744" y="15282"/>
                  <a:pt x="24082" y="18813"/>
                  <a:pt x="22758" y="22013"/>
                </a:cubicBezTo>
                <a:cubicBezTo>
                  <a:pt x="21434" y="25213"/>
                  <a:pt x="19323" y="28399"/>
                  <a:pt x="16427" y="31571"/>
                </a:cubicBezTo>
                <a:cubicBezTo>
                  <a:pt x="13530" y="34743"/>
                  <a:pt x="9544" y="38233"/>
                  <a:pt x="4469" y="42040"/>
                </a:cubicBezTo>
                <a:lnTo>
                  <a:pt x="0" y="36992"/>
                </a:lnTo>
                <a:cubicBezTo>
                  <a:pt x="2814" y="34343"/>
                  <a:pt x="4855" y="31957"/>
                  <a:pt x="6124" y="29833"/>
                </a:cubicBezTo>
                <a:cubicBezTo>
                  <a:pt x="7393" y="27709"/>
                  <a:pt x="8303" y="25296"/>
                  <a:pt x="8855" y="22592"/>
                </a:cubicBezTo>
                <a:cubicBezTo>
                  <a:pt x="9407" y="19889"/>
                  <a:pt x="9682" y="16496"/>
                  <a:pt x="9682" y="12413"/>
                </a:cubicBezTo>
                <a:cubicBezTo>
                  <a:pt x="9682" y="8220"/>
                  <a:pt x="9489" y="4083"/>
                  <a:pt x="9103" y="0"/>
                </a:cubicBezTo>
                <a:lnTo>
                  <a:pt x="23585" y="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69">
            <a:extLst xmlns:a="http://schemas.openxmlformats.org/drawingml/2006/main">
              <a:ext uri="{FF2B5EF4-FFF2-40B4-BE49-F238E27FC236}">
                <a16:creationId xmlns:a16="http://schemas.microsoft.com/office/drawing/2014/main" id="{FCE89AB7-B5CC-4DBF-8D33-5992002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190" y="3465551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70">
            <a:extLst xmlns:a="http://schemas.openxmlformats.org/drawingml/2006/main">
              <a:ext uri="{FF2B5EF4-FFF2-40B4-BE49-F238E27FC236}">
                <a16:creationId xmlns:a16="http://schemas.microsoft.com/office/drawing/2014/main" id="{FB111F25-4F38-4480-8A8C-5DD4F8C0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4" y="3692388"/>
            <a:ext cx="1544380" cy="559392"/>
          </a:xfrm>
          <a:custGeom xmlns:a="http://schemas.openxmlformats.org/drawingml/2006/main">
            <a:pathLst>
              <a:path w="1544380" h="559392">
                <a:moveTo>
                  <a:pt x="0" y="93233"/>
                </a:moveTo>
                <a:cubicBezTo>
                  <a:pt x="0" y="41742"/>
                  <a:pt x="41742" y="0"/>
                  <a:pt x="93235" y="0"/>
                </a:cubicBezTo>
                <a:lnTo>
                  <a:pt x="1451146" y="0"/>
                </a:lnTo>
                <a:cubicBezTo>
                  <a:pt x="1502636" y="0"/>
                  <a:pt x="1544380" y="41742"/>
                  <a:pt x="1544380" y="93233"/>
                </a:cubicBezTo>
                <a:lnTo>
                  <a:pt x="1544380" y="466157"/>
                </a:lnTo>
                <a:cubicBezTo>
                  <a:pt x="1544380" y="517650"/>
                  <a:pt x="1502636" y="559392"/>
                  <a:pt x="1451146" y="559392"/>
                </a:cubicBezTo>
                <a:lnTo>
                  <a:pt x="93235" y="559392"/>
                </a:lnTo>
                <a:cubicBezTo>
                  <a:pt x="41742" y="559392"/>
                  <a:pt x="0" y="517650"/>
                  <a:pt x="0" y="466157"/>
                </a:cubicBezTo>
                <a:lnTo>
                  <a:pt x="0" y="93233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1">
            <a:extLst xmlns:a="http://schemas.openxmlformats.org/drawingml/2006/main">
              <a:ext uri="{FF2B5EF4-FFF2-40B4-BE49-F238E27FC236}">
                <a16:creationId xmlns:a16="http://schemas.microsoft.com/office/drawing/2014/main" id="{B43BE2D0-2392-4241-8F86-67D6397E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4" y="3692388"/>
            <a:ext cx="1544378" cy="559392"/>
          </a:xfrm>
          <a:custGeom xmlns:a="http://schemas.openxmlformats.org/drawingml/2006/main">
            <a:pathLst>
              <a:path w="1544378" h="559392">
                <a:moveTo>
                  <a:pt x="0" y="93234"/>
                </a:moveTo>
                <a:cubicBezTo>
                  <a:pt x="0" y="41742"/>
                  <a:pt x="41742" y="0"/>
                  <a:pt x="93234" y="0"/>
                </a:cubicBezTo>
                <a:lnTo>
                  <a:pt x="1451145" y="0"/>
                </a:lnTo>
                <a:cubicBezTo>
                  <a:pt x="1502636" y="0"/>
                  <a:pt x="1544378" y="41742"/>
                  <a:pt x="1544378" y="93234"/>
                </a:cubicBezTo>
                <a:lnTo>
                  <a:pt x="1544378" y="466158"/>
                </a:lnTo>
                <a:cubicBezTo>
                  <a:pt x="1544378" y="517650"/>
                  <a:pt x="1502636" y="559392"/>
                  <a:pt x="1451145" y="559392"/>
                </a:cubicBezTo>
                <a:lnTo>
                  <a:pt x="93234" y="559392"/>
                </a:lnTo>
                <a:cubicBezTo>
                  <a:pt x="41742" y="559392"/>
                  <a:pt x="0" y="517650"/>
                  <a:pt x="0" y="466158"/>
                </a:cubicBezTo>
                <a:lnTo>
                  <a:pt x="0" y="9323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285" name="text-272 Criterion">
            <a:extLst xmlns:a="http://schemas.openxmlformats.org/drawingml/2006/main">
              <a:ext uri="{FF2B5EF4-FFF2-40B4-BE49-F238E27FC236}">
                <a16:creationId xmlns:a16="http://schemas.microsoft.com/office/drawing/2014/main" id="{0036F14C-DEAC-48E9-8DBD-4C4228F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762" y="3648562"/>
            <a:ext cx="829885" cy="31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Criterion</a:t>
            </a:r>
          </a:p>
        </p:txBody>
      </p:sp>
      <p:sp>
        <p:nvSpPr>
          <p:cNvPr id="286" name="text-272 Scores">
            <a:extLst xmlns:a="http://schemas.openxmlformats.org/drawingml/2006/main">
              <a:ext uri="{FF2B5EF4-FFF2-40B4-BE49-F238E27FC236}">
                <a16:creationId xmlns:a16="http://schemas.microsoft.com/office/drawing/2014/main" id="{9108844B-56A6-4337-8856-1938476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5946" y="3648708"/>
            <a:ext cx="623226" cy="315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Scores</a:t>
            </a:r>
          </a:p>
        </p:txBody>
      </p:sp>
      <p:sp>
        <p:nvSpPr>
          <p:cNvPr id="287" name="path-273">
            <a:extLst xmlns:a="http://schemas.openxmlformats.org/drawingml/2006/main">
              <a:ext uri="{FF2B5EF4-FFF2-40B4-BE49-F238E27FC236}">
                <a16:creationId xmlns:a16="http://schemas.microsoft.com/office/drawing/2014/main" id="{7FC24966-9CD7-4AE9-B81A-CED371A4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396" y="4043364"/>
            <a:ext cx="126009" cy="158670"/>
          </a:xfrm>
          <a:custGeom xmlns:a="http://schemas.openxmlformats.org/drawingml/2006/main">
            <a:pathLst>
              <a:path w="126009" h="158670">
                <a:moveTo>
                  <a:pt x="58149" y="24827"/>
                </a:moveTo>
                <a:cubicBezTo>
                  <a:pt x="64917" y="16220"/>
                  <a:pt x="71464" y="9931"/>
                  <a:pt x="77790" y="5958"/>
                </a:cubicBezTo>
                <a:cubicBezTo>
                  <a:pt x="84116" y="1986"/>
                  <a:pt x="91435" y="0"/>
                  <a:pt x="99748" y="0"/>
                </a:cubicBezTo>
                <a:cubicBezTo>
                  <a:pt x="108060" y="0"/>
                  <a:pt x="114515" y="3016"/>
                  <a:pt x="119113" y="9048"/>
                </a:cubicBezTo>
                <a:cubicBezTo>
                  <a:pt x="123710" y="15080"/>
                  <a:pt x="126009" y="23797"/>
                  <a:pt x="126009" y="35199"/>
                </a:cubicBezTo>
                <a:cubicBezTo>
                  <a:pt x="126009" y="45129"/>
                  <a:pt x="124574" y="54986"/>
                  <a:pt x="121706" y="64770"/>
                </a:cubicBezTo>
                <a:cubicBezTo>
                  <a:pt x="118837" y="74553"/>
                  <a:pt x="114717" y="82994"/>
                  <a:pt x="109347" y="90093"/>
                </a:cubicBezTo>
                <a:cubicBezTo>
                  <a:pt x="103977" y="97192"/>
                  <a:pt x="97228" y="102782"/>
                  <a:pt x="89100" y="106865"/>
                </a:cubicBezTo>
                <a:cubicBezTo>
                  <a:pt x="80972" y="110947"/>
                  <a:pt x="71795" y="112989"/>
                  <a:pt x="61570" y="112989"/>
                </a:cubicBezTo>
                <a:cubicBezTo>
                  <a:pt x="55023" y="112989"/>
                  <a:pt x="48697" y="111848"/>
                  <a:pt x="42591" y="109568"/>
                </a:cubicBezTo>
                <a:lnTo>
                  <a:pt x="38398" y="129209"/>
                </a:lnTo>
                <a:cubicBezTo>
                  <a:pt x="37736" y="132445"/>
                  <a:pt x="37258" y="134965"/>
                  <a:pt x="36964" y="136767"/>
                </a:cubicBezTo>
                <a:cubicBezTo>
                  <a:pt x="36670" y="138569"/>
                  <a:pt x="36523" y="140243"/>
                  <a:pt x="36523" y="141787"/>
                </a:cubicBezTo>
                <a:cubicBezTo>
                  <a:pt x="36523" y="144951"/>
                  <a:pt x="37350" y="147231"/>
                  <a:pt x="39005" y="148629"/>
                </a:cubicBezTo>
                <a:cubicBezTo>
                  <a:pt x="40660" y="150026"/>
                  <a:pt x="43511" y="150946"/>
                  <a:pt x="47557" y="151387"/>
                </a:cubicBezTo>
                <a:lnTo>
                  <a:pt x="46343" y="158670"/>
                </a:lnTo>
                <a:lnTo>
                  <a:pt x="441" y="158670"/>
                </a:lnTo>
                <a:lnTo>
                  <a:pt x="28357" y="34537"/>
                </a:lnTo>
                <a:cubicBezTo>
                  <a:pt x="29461" y="29608"/>
                  <a:pt x="30013" y="25967"/>
                  <a:pt x="30013" y="23613"/>
                </a:cubicBezTo>
                <a:cubicBezTo>
                  <a:pt x="30013" y="21185"/>
                  <a:pt x="29608" y="19310"/>
                  <a:pt x="28799" y="17985"/>
                </a:cubicBezTo>
                <a:cubicBezTo>
                  <a:pt x="27990" y="16661"/>
                  <a:pt x="26592" y="15999"/>
                  <a:pt x="24606" y="15999"/>
                </a:cubicBezTo>
                <a:cubicBezTo>
                  <a:pt x="22326" y="15999"/>
                  <a:pt x="19861" y="17029"/>
                  <a:pt x="17213" y="19089"/>
                </a:cubicBezTo>
                <a:cubicBezTo>
                  <a:pt x="14565" y="21149"/>
                  <a:pt x="11475" y="24201"/>
                  <a:pt x="7945" y="28247"/>
                </a:cubicBezTo>
                <a:lnTo>
                  <a:pt x="0" y="20303"/>
                </a:lnTo>
                <a:cubicBezTo>
                  <a:pt x="7356" y="12799"/>
                  <a:pt x="13885" y="7540"/>
                  <a:pt x="19585" y="4524"/>
                </a:cubicBezTo>
                <a:cubicBezTo>
                  <a:pt x="25286" y="1508"/>
                  <a:pt x="31300" y="0"/>
                  <a:pt x="37626" y="0"/>
                </a:cubicBezTo>
                <a:cubicBezTo>
                  <a:pt x="43732" y="0"/>
                  <a:pt x="48605" y="1710"/>
                  <a:pt x="52246" y="5131"/>
                </a:cubicBezTo>
                <a:cubicBezTo>
                  <a:pt x="55887" y="8551"/>
                  <a:pt x="57708" y="13057"/>
                  <a:pt x="57708" y="18648"/>
                </a:cubicBezTo>
                <a:cubicBezTo>
                  <a:pt x="57708" y="20487"/>
                  <a:pt x="57487" y="22252"/>
                  <a:pt x="57046" y="23944"/>
                </a:cubicBezTo>
                <a:lnTo>
                  <a:pt x="58149" y="24827"/>
                </a:lnTo>
                <a:moveTo>
                  <a:pt x="50205" y="70397"/>
                </a:moveTo>
                <a:cubicBezTo>
                  <a:pt x="49028" y="75841"/>
                  <a:pt x="48439" y="81174"/>
                  <a:pt x="48439" y="86397"/>
                </a:cubicBezTo>
                <a:cubicBezTo>
                  <a:pt x="48439" y="91766"/>
                  <a:pt x="49341" y="95628"/>
                  <a:pt x="51143" y="97982"/>
                </a:cubicBezTo>
                <a:cubicBezTo>
                  <a:pt x="52945" y="100336"/>
                  <a:pt x="55979" y="101513"/>
                  <a:pt x="60246" y="101513"/>
                </a:cubicBezTo>
                <a:cubicBezTo>
                  <a:pt x="63924" y="101513"/>
                  <a:pt x="67271" y="100686"/>
                  <a:pt x="70287" y="99031"/>
                </a:cubicBezTo>
                <a:cubicBezTo>
                  <a:pt x="73303" y="97375"/>
                  <a:pt x="76153" y="94672"/>
                  <a:pt x="78838" y="90921"/>
                </a:cubicBezTo>
                <a:cubicBezTo>
                  <a:pt x="81523" y="87169"/>
                  <a:pt x="84135" y="82332"/>
                  <a:pt x="86672" y="76411"/>
                </a:cubicBezTo>
                <a:cubicBezTo>
                  <a:pt x="89210" y="70489"/>
                  <a:pt x="91399" y="63409"/>
                  <a:pt x="93238" y="55170"/>
                </a:cubicBezTo>
                <a:cubicBezTo>
                  <a:pt x="95077" y="46931"/>
                  <a:pt x="95996" y="39281"/>
                  <a:pt x="95996" y="32219"/>
                </a:cubicBezTo>
                <a:cubicBezTo>
                  <a:pt x="95996" y="26776"/>
                  <a:pt x="95205" y="22749"/>
                  <a:pt x="93624" y="20137"/>
                </a:cubicBezTo>
                <a:cubicBezTo>
                  <a:pt x="92042" y="17526"/>
                  <a:pt x="89596" y="16220"/>
                  <a:pt x="86286" y="16220"/>
                </a:cubicBezTo>
                <a:cubicBezTo>
                  <a:pt x="81431" y="16220"/>
                  <a:pt x="76484" y="18592"/>
                  <a:pt x="71445" y="23337"/>
                </a:cubicBezTo>
                <a:cubicBezTo>
                  <a:pt x="66407" y="28082"/>
                  <a:pt x="62379" y="33580"/>
                  <a:pt x="59363" y="39833"/>
                </a:cubicBezTo>
                <a:cubicBezTo>
                  <a:pt x="56347" y="46086"/>
                  <a:pt x="53589" y="54913"/>
                  <a:pt x="51088" y="66315"/>
                </a:cubicBezTo>
                <a:lnTo>
                  <a:pt x="50205" y="703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74">
            <a:extLst xmlns:a="http://schemas.openxmlformats.org/drawingml/2006/main">
              <a:ext uri="{FF2B5EF4-FFF2-40B4-BE49-F238E27FC236}">
                <a16:creationId xmlns:a16="http://schemas.microsoft.com/office/drawing/2014/main" id="{1A981611-D849-4B8E-B454-4BA33FE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887" y="4116366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75">
            <a:extLst xmlns:a="http://schemas.openxmlformats.org/drawingml/2006/main">
              <a:ext uri="{FF2B5EF4-FFF2-40B4-BE49-F238E27FC236}">
                <a16:creationId xmlns:a16="http://schemas.microsoft.com/office/drawing/2014/main" id="{04170E85-9736-41B3-93E3-C6A34FB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19" y="4180584"/>
            <a:ext cx="24744" cy="42040"/>
          </a:xfrm>
          <a:custGeom xmlns:a="http://schemas.openxmlformats.org/drawingml/2006/main">
            <a:pathLst>
              <a:path w="24744" h="42040">
                <a:moveTo>
                  <a:pt x="23585" y="0"/>
                </a:moveTo>
                <a:cubicBezTo>
                  <a:pt x="24358" y="3862"/>
                  <a:pt x="24744" y="7669"/>
                  <a:pt x="24744" y="11420"/>
                </a:cubicBezTo>
                <a:cubicBezTo>
                  <a:pt x="24744" y="15282"/>
                  <a:pt x="24082" y="18813"/>
                  <a:pt x="22758" y="22013"/>
                </a:cubicBezTo>
                <a:cubicBezTo>
                  <a:pt x="21434" y="25213"/>
                  <a:pt x="19323" y="28399"/>
                  <a:pt x="16427" y="31571"/>
                </a:cubicBezTo>
                <a:cubicBezTo>
                  <a:pt x="13530" y="34743"/>
                  <a:pt x="9544" y="38233"/>
                  <a:pt x="4469" y="42040"/>
                </a:cubicBezTo>
                <a:lnTo>
                  <a:pt x="0" y="36992"/>
                </a:lnTo>
                <a:cubicBezTo>
                  <a:pt x="2814" y="34343"/>
                  <a:pt x="4855" y="31957"/>
                  <a:pt x="6124" y="29833"/>
                </a:cubicBezTo>
                <a:cubicBezTo>
                  <a:pt x="7393" y="27709"/>
                  <a:pt x="8303" y="25296"/>
                  <a:pt x="8855" y="22592"/>
                </a:cubicBezTo>
                <a:cubicBezTo>
                  <a:pt x="9407" y="19889"/>
                  <a:pt x="9682" y="16496"/>
                  <a:pt x="9682" y="12413"/>
                </a:cubicBezTo>
                <a:cubicBezTo>
                  <a:pt x="9682" y="8220"/>
                  <a:pt x="9489" y="4083"/>
                  <a:pt x="9103" y="0"/>
                </a:cubicBezTo>
                <a:lnTo>
                  <a:pt x="23585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76">
            <a:extLst xmlns:a="http://schemas.openxmlformats.org/drawingml/2006/main">
              <a:ext uri="{FF2B5EF4-FFF2-40B4-BE49-F238E27FC236}">
                <a16:creationId xmlns:a16="http://schemas.microsoft.com/office/drawing/2014/main" id="{E6267208-046F-487C-99E6-9361D0A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001" y="4081277"/>
            <a:ext cx="91527" cy="119830"/>
          </a:xfrm>
          <a:custGeom xmlns:a="http://schemas.openxmlformats.org/drawingml/2006/main">
            <a:pathLst>
              <a:path w="91527" h="119830">
                <a:moveTo>
                  <a:pt x="34426" y="69680"/>
                </a:moveTo>
                <a:lnTo>
                  <a:pt x="36081" y="69680"/>
                </a:lnTo>
                <a:cubicBezTo>
                  <a:pt x="38067" y="69680"/>
                  <a:pt x="39943" y="69321"/>
                  <a:pt x="41709" y="68604"/>
                </a:cubicBezTo>
                <a:cubicBezTo>
                  <a:pt x="43860" y="67721"/>
                  <a:pt x="46509" y="66149"/>
                  <a:pt x="49653" y="63887"/>
                </a:cubicBezTo>
                <a:cubicBezTo>
                  <a:pt x="53901" y="60742"/>
                  <a:pt x="56908" y="58287"/>
                  <a:pt x="58674" y="56522"/>
                </a:cubicBezTo>
                <a:cubicBezTo>
                  <a:pt x="60439" y="54756"/>
                  <a:pt x="61667" y="53088"/>
                  <a:pt x="62356" y="51515"/>
                </a:cubicBezTo>
                <a:cubicBezTo>
                  <a:pt x="63046" y="49943"/>
                  <a:pt x="63391" y="48329"/>
                  <a:pt x="63391" y="46674"/>
                </a:cubicBezTo>
                <a:cubicBezTo>
                  <a:pt x="63391" y="45405"/>
                  <a:pt x="63046" y="44329"/>
                  <a:pt x="62356" y="43447"/>
                </a:cubicBezTo>
                <a:cubicBezTo>
                  <a:pt x="61667" y="42564"/>
                  <a:pt x="60439" y="42040"/>
                  <a:pt x="58674" y="41874"/>
                </a:cubicBezTo>
                <a:lnTo>
                  <a:pt x="59998" y="36412"/>
                </a:lnTo>
                <a:lnTo>
                  <a:pt x="89459" y="36412"/>
                </a:lnTo>
                <a:lnTo>
                  <a:pt x="91527" y="41791"/>
                </a:lnTo>
                <a:cubicBezTo>
                  <a:pt x="88107" y="45543"/>
                  <a:pt x="83500" y="49626"/>
                  <a:pt x="77707" y="54039"/>
                </a:cubicBezTo>
                <a:lnTo>
                  <a:pt x="59087" y="68025"/>
                </a:lnTo>
                <a:lnTo>
                  <a:pt x="67611" y="98231"/>
                </a:lnTo>
                <a:cubicBezTo>
                  <a:pt x="68604" y="101817"/>
                  <a:pt x="69528" y="104244"/>
                  <a:pt x="70383" y="105513"/>
                </a:cubicBezTo>
                <a:cubicBezTo>
                  <a:pt x="71239" y="106782"/>
                  <a:pt x="72439" y="107416"/>
                  <a:pt x="73983" y="107416"/>
                </a:cubicBezTo>
                <a:cubicBezTo>
                  <a:pt x="75418" y="107416"/>
                  <a:pt x="77045" y="106685"/>
                  <a:pt x="78866" y="105223"/>
                </a:cubicBezTo>
                <a:cubicBezTo>
                  <a:pt x="80686" y="103761"/>
                  <a:pt x="82838" y="101568"/>
                  <a:pt x="85321" y="98644"/>
                </a:cubicBezTo>
                <a:lnTo>
                  <a:pt x="91279" y="104603"/>
                </a:lnTo>
                <a:cubicBezTo>
                  <a:pt x="86148" y="110120"/>
                  <a:pt x="81514" y="114037"/>
                  <a:pt x="77376" y="116354"/>
                </a:cubicBezTo>
                <a:cubicBezTo>
                  <a:pt x="73238" y="118671"/>
                  <a:pt x="68990" y="119830"/>
                  <a:pt x="64632" y="119830"/>
                </a:cubicBezTo>
                <a:cubicBezTo>
                  <a:pt x="59170" y="119830"/>
                  <a:pt x="54922" y="118533"/>
                  <a:pt x="51888" y="115940"/>
                </a:cubicBezTo>
                <a:cubicBezTo>
                  <a:pt x="48853" y="113347"/>
                  <a:pt x="46646" y="108906"/>
                  <a:pt x="45267" y="102617"/>
                </a:cubicBezTo>
                <a:lnTo>
                  <a:pt x="40881" y="82755"/>
                </a:lnTo>
                <a:cubicBezTo>
                  <a:pt x="40605" y="81431"/>
                  <a:pt x="40247" y="80383"/>
                  <a:pt x="39805" y="79611"/>
                </a:cubicBezTo>
                <a:cubicBezTo>
                  <a:pt x="39364" y="78838"/>
                  <a:pt x="38785" y="78287"/>
                  <a:pt x="38067" y="77956"/>
                </a:cubicBezTo>
                <a:cubicBezTo>
                  <a:pt x="37350" y="77625"/>
                  <a:pt x="36274" y="77459"/>
                  <a:pt x="34840" y="77459"/>
                </a:cubicBezTo>
                <a:lnTo>
                  <a:pt x="32771" y="77459"/>
                </a:lnTo>
                <a:lnTo>
                  <a:pt x="23751" y="118506"/>
                </a:lnTo>
                <a:lnTo>
                  <a:pt x="0" y="118506"/>
                </a:lnTo>
                <a:lnTo>
                  <a:pt x="20937" y="24992"/>
                </a:lnTo>
                <a:cubicBezTo>
                  <a:pt x="22151" y="19585"/>
                  <a:pt x="22758" y="15641"/>
                  <a:pt x="22758" y="13158"/>
                </a:cubicBezTo>
                <a:cubicBezTo>
                  <a:pt x="22758" y="11944"/>
                  <a:pt x="22634" y="10993"/>
                  <a:pt x="22385" y="10303"/>
                </a:cubicBezTo>
                <a:cubicBezTo>
                  <a:pt x="22137" y="9613"/>
                  <a:pt x="21765" y="9048"/>
                  <a:pt x="21268" y="8607"/>
                </a:cubicBezTo>
                <a:cubicBezTo>
                  <a:pt x="20772" y="8165"/>
                  <a:pt x="20110" y="7820"/>
                  <a:pt x="19282" y="7572"/>
                </a:cubicBezTo>
                <a:cubicBezTo>
                  <a:pt x="18454" y="7324"/>
                  <a:pt x="16827" y="7034"/>
                  <a:pt x="14399" y="6703"/>
                </a:cubicBezTo>
                <a:lnTo>
                  <a:pt x="15724" y="1324"/>
                </a:lnTo>
                <a:lnTo>
                  <a:pt x="40467" y="0"/>
                </a:lnTo>
                <a:lnTo>
                  <a:pt x="49819" y="0"/>
                </a:lnTo>
                <a:lnTo>
                  <a:pt x="34426" y="6968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7">
            <a:extLst xmlns:a="http://schemas.openxmlformats.org/drawingml/2006/main">
              <a:ext uri="{FF2B5EF4-FFF2-40B4-BE49-F238E27FC236}">
                <a16:creationId xmlns:a16="http://schemas.microsoft.com/office/drawing/2014/main" id="{A3FAD304-7BFF-4F1A-9F89-9C15B42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41" y="3138989"/>
            <a:ext cx="976679" cy="603312"/>
          </a:xfrm>
          <a:custGeom xmlns:a="http://schemas.openxmlformats.org/drawingml/2006/main">
            <a:pathLst>
              <a:path w="976679" h="603312">
                <a:moveTo>
                  <a:pt x="0" y="100554"/>
                </a:moveTo>
                <a:cubicBezTo>
                  <a:pt x="0" y="45019"/>
                  <a:pt x="45019" y="0"/>
                  <a:pt x="100554" y="0"/>
                </a:cubicBezTo>
                <a:lnTo>
                  <a:pt x="876125" y="0"/>
                </a:lnTo>
                <a:cubicBezTo>
                  <a:pt x="931659" y="0"/>
                  <a:pt x="976679" y="45019"/>
                  <a:pt x="976679" y="100554"/>
                </a:cubicBezTo>
                <a:lnTo>
                  <a:pt x="976679" y="502758"/>
                </a:lnTo>
                <a:cubicBezTo>
                  <a:pt x="976679" y="558292"/>
                  <a:pt x="931659" y="603312"/>
                  <a:pt x="876125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78">
            <a:extLst xmlns:a="http://schemas.openxmlformats.org/drawingml/2006/main">
              <a:ext uri="{FF2B5EF4-FFF2-40B4-BE49-F238E27FC236}">
                <a16:creationId xmlns:a16="http://schemas.microsoft.com/office/drawing/2014/main" id="{99651F51-C678-4999-BBAB-5719459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41" y="3138989"/>
            <a:ext cx="976680" cy="603312"/>
          </a:xfrm>
          <a:custGeom xmlns:a="http://schemas.openxmlformats.org/drawingml/2006/main">
            <a:pathLst>
              <a:path w="976680" h="603312">
                <a:moveTo>
                  <a:pt x="0" y="100554"/>
                </a:moveTo>
                <a:cubicBezTo>
                  <a:pt x="0" y="45020"/>
                  <a:pt x="45020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0" y="45020"/>
                  <a:pt x="976680" y="100554"/>
                </a:cubicBezTo>
                <a:lnTo>
                  <a:pt x="976680" y="502758"/>
                </a:lnTo>
                <a:cubicBezTo>
                  <a:pt x="976680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20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0000"/>
            </a:solidFill>
            <a:prstDash val="solid"/>
          </a:ln>
        </p:spPr>
      </p:sp>
      <p:sp>
        <p:nvSpPr>
          <p:cNvPr id="293" name="path-279">
            <a:extLst xmlns:a="http://schemas.openxmlformats.org/drawingml/2006/main">
              <a:ext uri="{FF2B5EF4-FFF2-40B4-BE49-F238E27FC236}">
                <a16:creationId xmlns:a16="http://schemas.microsoft.com/office/drawing/2014/main" id="{EFD764D6-EAE0-42A3-BEE8-748BA25C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540" y="3332877"/>
            <a:ext cx="137558" cy="150651"/>
          </a:xfrm>
          <a:custGeom xmlns:a="http://schemas.openxmlformats.org/drawingml/2006/main">
            <a:pathLst>
              <a:path w="137558" h="150651">
                <a:moveTo>
                  <a:pt x="49138" y="68705"/>
                </a:moveTo>
                <a:cubicBezTo>
                  <a:pt x="40115" y="66548"/>
                  <a:pt x="33053" y="62845"/>
                  <a:pt x="27953" y="57598"/>
                </a:cubicBezTo>
                <a:cubicBezTo>
                  <a:pt x="22853" y="52350"/>
                  <a:pt x="20303" y="46147"/>
                  <a:pt x="20303" y="38987"/>
                </a:cubicBezTo>
                <a:cubicBezTo>
                  <a:pt x="20303" y="30552"/>
                  <a:pt x="23000" y="23392"/>
                  <a:pt x="28394" y="17507"/>
                </a:cubicBezTo>
                <a:cubicBezTo>
                  <a:pt x="33789" y="11623"/>
                  <a:pt x="41537" y="7233"/>
                  <a:pt x="51639" y="4340"/>
                </a:cubicBezTo>
                <a:cubicBezTo>
                  <a:pt x="61742" y="1447"/>
                  <a:pt x="73217" y="0"/>
                  <a:pt x="86066" y="0"/>
                </a:cubicBezTo>
                <a:cubicBezTo>
                  <a:pt x="104701" y="0"/>
                  <a:pt x="121865" y="2648"/>
                  <a:pt x="137558" y="7945"/>
                </a:cubicBezTo>
                <a:lnTo>
                  <a:pt x="130643" y="38546"/>
                </a:lnTo>
                <a:lnTo>
                  <a:pt x="109311" y="38546"/>
                </a:lnTo>
                <a:cubicBezTo>
                  <a:pt x="108820" y="30993"/>
                  <a:pt x="106564" y="25231"/>
                  <a:pt x="102543" y="21259"/>
                </a:cubicBezTo>
                <a:cubicBezTo>
                  <a:pt x="98522" y="17287"/>
                  <a:pt x="93225" y="15301"/>
                  <a:pt x="86654" y="15301"/>
                </a:cubicBezTo>
                <a:cubicBezTo>
                  <a:pt x="82044" y="15301"/>
                  <a:pt x="77753" y="16330"/>
                  <a:pt x="73781" y="18390"/>
                </a:cubicBezTo>
                <a:cubicBezTo>
                  <a:pt x="69809" y="20450"/>
                  <a:pt x="66621" y="23466"/>
                  <a:pt x="64218" y="27438"/>
                </a:cubicBezTo>
                <a:cubicBezTo>
                  <a:pt x="61815" y="31410"/>
                  <a:pt x="60614" y="36045"/>
                  <a:pt x="60614" y="41341"/>
                </a:cubicBezTo>
                <a:cubicBezTo>
                  <a:pt x="60614" y="48893"/>
                  <a:pt x="62845" y="54238"/>
                  <a:pt x="67308" y="57377"/>
                </a:cubicBezTo>
                <a:cubicBezTo>
                  <a:pt x="71770" y="60516"/>
                  <a:pt x="78955" y="62085"/>
                  <a:pt x="88861" y="62085"/>
                </a:cubicBezTo>
                <a:lnTo>
                  <a:pt x="108428" y="62085"/>
                </a:lnTo>
                <a:lnTo>
                  <a:pt x="104308" y="80328"/>
                </a:lnTo>
                <a:lnTo>
                  <a:pt x="90479" y="80328"/>
                </a:lnTo>
                <a:cubicBezTo>
                  <a:pt x="81162" y="80328"/>
                  <a:pt x="73756" y="81039"/>
                  <a:pt x="68264" y="82461"/>
                </a:cubicBezTo>
                <a:cubicBezTo>
                  <a:pt x="62771" y="83883"/>
                  <a:pt x="58064" y="85918"/>
                  <a:pt x="54140" y="88567"/>
                </a:cubicBezTo>
                <a:cubicBezTo>
                  <a:pt x="50217" y="91215"/>
                  <a:pt x="47348" y="94280"/>
                  <a:pt x="45534" y="97762"/>
                </a:cubicBezTo>
                <a:cubicBezTo>
                  <a:pt x="43719" y="101243"/>
                  <a:pt x="42812" y="105142"/>
                  <a:pt x="42812" y="109458"/>
                </a:cubicBezTo>
                <a:cubicBezTo>
                  <a:pt x="42812" y="115637"/>
                  <a:pt x="44823" y="120467"/>
                  <a:pt x="48844" y="123949"/>
                </a:cubicBezTo>
                <a:cubicBezTo>
                  <a:pt x="52865" y="127431"/>
                  <a:pt x="59044" y="129172"/>
                  <a:pt x="67381" y="129172"/>
                </a:cubicBezTo>
                <a:cubicBezTo>
                  <a:pt x="74443" y="129172"/>
                  <a:pt x="81848" y="127701"/>
                  <a:pt x="89596" y="124758"/>
                </a:cubicBezTo>
                <a:cubicBezTo>
                  <a:pt x="97345" y="121816"/>
                  <a:pt x="105633" y="117598"/>
                  <a:pt x="114460" y="112106"/>
                </a:cubicBezTo>
                <a:lnTo>
                  <a:pt x="123581" y="128142"/>
                </a:lnTo>
                <a:cubicBezTo>
                  <a:pt x="100336" y="143148"/>
                  <a:pt x="78072" y="150651"/>
                  <a:pt x="56789" y="150651"/>
                </a:cubicBezTo>
                <a:cubicBezTo>
                  <a:pt x="39330" y="150651"/>
                  <a:pt x="25501" y="147292"/>
                  <a:pt x="15301" y="140574"/>
                </a:cubicBezTo>
                <a:cubicBezTo>
                  <a:pt x="5100" y="133855"/>
                  <a:pt x="0" y="124170"/>
                  <a:pt x="0" y="111517"/>
                </a:cubicBezTo>
                <a:cubicBezTo>
                  <a:pt x="0" y="101121"/>
                  <a:pt x="4242" y="92343"/>
                  <a:pt x="12726" y="85183"/>
                </a:cubicBezTo>
                <a:cubicBezTo>
                  <a:pt x="21210" y="78023"/>
                  <a:pt x="33200" y="73217"/>
                  <a:pt x="48697" y="70765"/>
                </a:cubicBezTo>
                <a:lnTo>
                  <a:pt x="49138" y="6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0">
            <a:extLst xmlns:a="http://schemas.openxmlformats.org/drawingml/2006/main">
              <a:ext uri="{FF2B5EF4-FFF2-40B4-BE49-F238E27FC236}">
                <a16:creationId xmlns:a16="http://schemas.microsoft.com/office/drawing/2014/main" id="{46201657-4444-4F2D-831A-9C46E83D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97" y="3433226"/>
            <a:ext cx="114754" cy="111223"/>
          </a:xfrm>
          <a:custGeom xmlns:a="http://schemas.openxmlformats.org/drawingml/2006/main">
            <a:pathLst>
              <a:path w="114754" h="111223">
                <a:moveTo>
                  <a:pt x="57377" y="26482"/>
                </a:moveTo>
                <a:cubicBezTo>
                  <a:pt x="63556" y="17802"/>
                  <a:pt x="70029" y="11218"/>
                  <a:pt x="76797" y="6731"/>
                </a:cubicBezTo>
                <a:cubicBezTo>
                  <a:pt x="83565" y="2244"/>
                  <a:pt x="91068" y="0"/>
                  <a:pt x="99306" y="0"/>
                </a:cubicBezTo>
                <a:cubicBezTo>
                  <a:pt x="104161" y="0"/>
                  <a:pt x="109311" y="699"/>
                  <a:pt x="114754" y="2096"/>
                </a:cubicBezTo>
                <a:lnTo>
                  <a:pt x="108244" y="31778"/>
                </a:lnTo>
                <a:lnTo>
                  <a:pt x="88493" y="31778"/>
                </a:lnTo>
                <a:cubicBezTo>
                  <a:pt x="88493" y="26850"/>
                  <a:pt x="87960" y="23429"/>
                  <a:pt x="86893" y="21516"/>
                </a:cubicBezTo>
                <a:cubicBezTo>
                  <a:pt x="85826" y="19604"/>
                  <a:pt x="84006" y="18648"/>
                  <a:pt x="81431" y="18648"/>
                </a:cubicBezTo>
                <a:cubicBezTo>
                  <a:pt x="79445" y="18648"/>
                  <a:pt x="77275" y="19346"/>
                  <a:pt x="74921" y="20744"/>
                </a:cubicBezTo>
                <a:cubicBezTo>
                  <a:pt x="72567" y="22142"/>
                  <a:pt x="69754" y="24863"/>
                  <a:pt x="66480" y="28909"/>
                </a:cubicBezTo>
                <a:cubicBezTo>
                  <a:pt x="63207" y="32955"/>
                  <a:pt x="60742" y="36817"/>
                  <a:pt x="59087" y="40495"/>
                </a:cubicBezTo>
                <a:cubicBezTo>
                  <a:pt x="57432" y="44173"/>
                  <a:pt x="55979" y="48881"/>
                  <a:pt x="54729" y="54619"/>
                </a:cubicBezTo>
                <a:lnTo>
                  <a:pt x="42260" y="111223"/>
                </a:lnTo>
                <a:lnTo>
                  <a:pt x="10593" y="111223"/>
                </a:lnTo>
                <a:lnTo>
                  <a:pt x="28357" y="34537"/>
                </a:lnTo>
                <a:cubicBezTo>
                  <a:pt x="29461" y="29755"/>
                  <a:pt x="30013" y="26114"/>
                  <a:pt x="30013" y="23613"/>
                </a:cubicBezTo>
                <a:cubicBezTo>
                  <a:pt x="30013" y="21185"/>
                  <a:pt x="29608" y="19310"/>
                  <a:pt x="28799" y="17985"/>
                </a:cubicBezTo>
                <a:cubicBezTo>
                  <a:pt x="27990" y="16661"/>
                  <a:pt x="26592" y="15999"/>
                  <a:pt x="24606" y="15999"/>
                </a:cubicBezTo>
                <a:cubicBezTo>
                  <a:pt x="22326" y="15999"/>
                  <a:pt x="19861" y="17029"/>
                  <a:pt x="17213" y="19089"/>
                </a:cubicBezTo>
                <a:cubicBezTo>
                  <a:pt x="14565" y="21149"/>
                  <a:pt x="11475" y="24201"/>
                  <a:pt x="7945" y="28247"/>
                </a:cubicBezTo>
                <a:lnTo>
                  <a:pt x="0" y="20303"/>
                </a:lnTo>
                <a:cubicBezTo>
                  <a:pt x="7356" y="12799"/>
                  <a:pt x="13885" y="7540"/>
                  <a:pt x="19585" y="4524"/>
                </a:cubicBezTo>
                <a:cubicBezTo>
                  <a:pt x="25286" y="1508"/>
                  <a:pt x="31300" y="0"/>
                  <a:pt x="37626" y="0"/>
                </a:cubicBezTo>
                <a:cubicBezTo>
                  <a:pt x="43732" y="0"/>
                  <a:pt x="48605" y="1710"/>
                  <a:pt x="52246" y="5131"/>
                </a:cubicBezTo>
                <a:cubicBezTo>
                  <a:pt x="55887" y="8551"/>
                  <a:pt x="57708" y="13057"/>
                  <a:pt x="57708" y="18648"/>
                </a:cubicBezTo>
                <a:cubicBezTo>
                  <a:pt x="57708" y="20634"/>
                  <a:pt x="57303" y="23135"/>
                  <a:pt x="56494" y="26151"/>
                </a:cubicBezTo>
                <a:lnTo>
                  <a:pt x="57377" y="264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1">
            <a:extLst xmlns:a="http://schemas.openxmlformats.org/drawingml/2006/main">
              <a:ext uri="{FF2B5EF4-FFF2-40B4-BE49-F238E27FC236}">
                <a16:creationId xmlns:a16="http://schemas.microsoft.com/office/drawing/2014/main" id="{4F9D264A-9DC7-4C44-B1D1-5442E37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799" y="3426520"/>
            <a:ext cx="278402" cy="70620"/>
          </a:xfrm>
          <a:custGeom xmlns:a="http://schemas.openxmlformats.org/drawingml/2006/main">
            <a:pathLst>
              <a:path w="278402" h="70620">
                <a:moveTo>
                  <a:pt x="0" y="0"/>
                </a:moveTo>
                <a:lnTo>
                  <a:pt x="184247" y="2"/>
                </a:lnTo>
                <a:lnTo>
                  <a:pt x="184245" y="28249"/>
                </a:lnTo>
                <a:lnTo>
                  <a:pt x="0" y="28247"/>
                </a:lnTo>
                <a:lnTo>
                  <a:pt x="0" y="0"/>
                </a:lnTo>
                <a:moveTo>
                  <a:pt x="165416" y="-42369"/>
                </a:moveTo>
                <a:lnTo>
                  <a:pt x="278402" y="14126"/>
                </a:lnTo>
                <a:lnTo>
                  <a:pt x="165414" y="70620"/>
                </a:lnTo>
                <a:lnTo>
                  <a:pt x="165416" y="-42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2">
            <a:extLst xmlns:a="http://schemas.openxmlformats.org/drawingml/2006/main">
              <a:ext uri="{FF2B5EF4-FFF2-40B4-BE49-F238E27FC236}">
                <a16:creationId xmlns:a16="http://schemas.microsoft.com/office/drawing/2014/main" id="{AE1A001C-E21C-493B-92C6-13002C86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575" y="3415634"/>
            <a:ext cx="226893" cy="70618"/>
          </a:xfrm>
          <a:custGeom xmlns:a="http://schemas.openxmlformats.org/drawingml/2006/main">
            <a:pathLst>
              <a:path w="226893" h="70618">
                <a:moveTo>
                  <a:pt x="0" y="0"/>
                </a:moveTo>
                <a:lnTo>
                  <a:pt x="0" y="28247"/>
                </a:lnTo>
                <a:lnTo>
                  <a:pt x="132736" y="28247"/>
                </a:lnTo>
                <a:lnTo>
                  <a:pt x="132736" y="0"/>
                </a:lnTo>
                <a:close/>
                <a:moveTo>
                  <a:pt x="113903" y="-42371"/>
                </a:moveTo>
                <a:lnTo>
                  <a:pt x="226893" y="14125"/>
                </a:lnTo>
                <a:lnTo>
                  <a:pt x="113901" y="70618"/>
                </a:lnTo>
                <a:lnTo>
                  <a:pt x="113903" y="-423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3">
            <a:extLst xmlns:a="http://schemas.openxmlformats.org/drawingml/2006/main">
              <a:ext uri="{FF2B5EF4-FFF2-40B4-BE49-F238E27FC236}">
                <a16:creationId xmlns:a16="http://schemas.microsoft.com/office/drawing/2014/main" id="{4F249122-8C8E-4CEB-82C9-A078A32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274" y="2789635"/>
            <a:ext cx="216573" cy="1281625"/>
          </a:xfrm>
          <a:custGeom xmlns:a="http://schemas.openxmlformats.org/drawingml/2006/main">
            <a:pathLst>
              <a:path w="216573" h="1281625">
                <a:moveTo>
                  <a:pt x="216572" y="1281625"/>
                </a:moveTo>
                <a:cubicBezTo>
                  <a:pt x="156767" y="1281625"/>
                  <a:pt x="108285" y="1273545"/>
                  <a:pt x="108285" y="1263578"/>
                </a:cubicBezTo>
                <a:lnTo>
                  <a:pt x="108287" y="658859"/>
                </a:lnTo>
                <a:cubicBezTo>
                  <a:pt x="108287" y="648892"/>
                  <a:pt x="59805" y="640812"/>
                  <a:pt x="0" y="640812"/>
                </a:cubicBezTo>
                <a:cubicBezTo>
                  <a:pt x="59805" y="640812"/>
                  <a:pt x="108287" y="632732"/>
                  <a:pt x="108287" y="622765"/>
                </a:cubicBezTo>
                <a:lnTo>
                  <a:pt x="108287" y="18047"/>
                </a:lnTo>
                <a:cubicBezTo>
                  <a:pt x="108287" y="8080"/>
                  <a:pt x="156769" y="0"/>
                  <a:pt x="2165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000000"/>
            </a:solidFill>
            <a:prstDash val="solid"/>
          </a:ln>
        </p:spPr>
      </p:sp>
      <p:sp>
        <p:nvSpPr>
          <p:cNvPr id="298" name="text-284 Outcome">
            <a:extLst xmlns:a="http://schemas.openxmlformats.org/drawingml/2006/main">
              <a:ext uri="{FF2B5EF4-FFF2-40B4-BE49-F238E27FC236}">
                <a16:creationId xmlns:a16="http://schemas.microsoft.com/office/drawing/2014/main" id="{83860E4B-46BA-455C-97CA-D7845BE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734" y="4383396"/>
            <a:ext cx="1018563" cy="36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299" name="text-285 Score:">
            <a:extLst xmlns:a="http://schemas.openxmlformats.org/drawingml/2006/main">
              <a:ext uri="{FF2B5EF4-FFF2-40B4-BE49-F238E27FC236}">
                <a16:creationId xmlns:a16="http://schemas.microsoft.com/office/drawing/2014/main" id="{D0905FA5-9287-4483-8545-5F395E5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754" y="4384198"/>
            <a:ext cx="694469" cy="368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Score:</a:t>
            </a:r>
          </a:p>
        </p:txBody>
      </p:sp>
      <p:sp>
        <p:nvSpPr>
          <p:cNvPr id="300" name="path-286">
            <a:extLst xmlns:a="http://schemas.openxmlformats.org/drawingml/2006/main">
              <a:ext uri="{FF2B5EF4-FFF2-40B4-BE49-F238E27FC236}">
                <a16:creationId xmlns:a16="http://schemas.microsoft.com/office/drawing/2014/main" id="{433FC463-6B50-45B5-993F-C4FD18B5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866" y="4469441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87">
            <a:extLst xmlns:a="http://schemas.openxmlformats.org/drawingml/2006/main">
              <a:ext uri="{FF2B5EF4-FFF2-40B4-BE49-F238E27FC236}">
                <a16:creationId xmlns:a16="http://schemas.microsoft.com/office/drawing/2014/main" id="{2938747E-AA5C-49E8-ADA3-34DD7240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829" y="4575940"/>
            <a:ext cx="120455" cy="125512"/>
          </a:xfrm>
          <a:custGeom xmlns:a="http://schemas.openxmlformats.org/drawingml/2006/main">
            <a:pathLst>
              <a:path w="120455" h="125512">
                <a:moveTo>
                  <a:pt x="78066" y="0"/>
                </a:moveTo>
                <a:cubicBezTo>
                  <a:pt x="88855" y="0"/>
                  <a:pt x="97268" y="950"/>
                  <a:pt x="103306" y="2850"/>
                </a:cubicBezTo>
                <a:cubicBezTo>
                  <a:pt x="109344" y="4751"/>
                  <a:pt x="113712" y="7571"/>
                  <a:pt x="116409" y="11310"/>
                </a:cubicBezTo>
                <a:cubicBezTo>
                  <a:pt x="119106" y="15049"/>
                  <a:pt x="120455" y="19769"/>
                  <a:pt x="120455" y="25470"/>
                </a:cubicBezTo>
                <a:cubicBezTo>
                  <a:pt x="120455" y="33991"/>
                  <a:pt x="118110" y="41010"/>
                  <a:pt x="113421" y="46527"/>
                </a:cubicBezTo>
                <a:cubicBezTo>
                  <a:pt x="108731" y="52044"/>
                  <a:pt x="101176" y="56825"/>
                  <a:pt x="90755" y="60871"/>
                </a:cubicBezTo>
                <a:lnTo>
                  <a:pt x="90571" y="61883"/>
                </a:lnTo>
                <a:cubicBezTo>
                  <a:pt x="96333" y="64212"/>
                  <a:pt x="100793" y="67461"/>
                  <a:pt x="103950" y="71629"/>
                </a:cubicBezTo>
                <a:cubicBezTo>
                  <a:pt x="107107" y="75798"/>
                  <a:pt x="108685" y="80610"/>
                  <a:pt x="108685" y="86066"/>
                </a:cubicBezTo>
                <a:cubicBezTo>
                  <a:pt x="108685" y="93544"/>
                  <a:pt x="106892" y="100073"/>
                  <a:pt x="103306" y="105651"/>
                </a:cubicBezTo>
                <a:cubicBezTo>
                  <a:pt x="99720" y="111229"/>
                  <a:pt x="94004" y="115934"/>
                  <a:pt x="86157" y="119765"/>
                </a:cubicBezTo>
                <a:cubicBezTo>
                  <a:pt x="78311" y="123597"/>
                  <a:pt x="66235" y="125512"/>
                  <a:pt x="49929" y="125512"/>
                </a:cubicBezTo>
                <a:lnTo>
                  <a:pt x="0" y="125512"/>
                </a:lnTo>
                <a:lnTo>
                  <a:pt x="1287" y="119444"/>
                </a:lnTo>
                <a:cubicBezTo>
                  <a:pt x="4781" y="118463"/>
                  <a:pt x="7356" y="116746"/>
                  <a:pt x="9011" y="114294"/>
                </a:cubicBezTo>
                <a:cubicBezTo>
                  <a:pt x="10666" y="111842"/>
                  <a:pt x="12229" y="107306"/>
                  <a:pt x="13701" y="100686"/>
                </a:cubicBezTo>
                <a:lnTo>
                  <a:pt x="30436" y="24827"/>
                </a:lnTo>
                <a:cubicBezTo>
                  <a:pt x="31232" y="21210"/>
                  <a:pt x="31631" y="17624"/>
                  <a:pt x="31631" y="14068"/>
                </a:cubicBezTo>
                <a:cubicBezTo>
                  <a:pt x="31631" y="11494"/>
                  <a:pt x="31033" y="9609"/>
                  <a:pt x="29838" y="8413"/>
                </a:cubicBezTo>
                <a:cubicBezTo>
                  <a:pt x="28643" y="7218"/>
                  <a:pt x="26696" y="6437"/>
                  <a:pt x="23999" y="6069"/>
                </a:cubicBezTo>
                <a:lnTo>
                  <a:pt x="25286" y="0"/>
                </a:lnTo>
                <a:lnTo>
                  <a:pt x="78066" y="0"/>
                </a:lnTo>
                <a:moveTo>
                  <a:pt x="65377" y="54986"/>
                </a:moveTo>
                <a:cubicBezTo>
                  <a:pt x="70771" y="54986"/>
                  <a:pt x="75476" y="53776"/>
                  <a:pt x="79491" y="51354"/>
                </a:cubicBezTo>
                <a:cubicBezTo>
                  <a:pt x="83506" y="48933"/>
                  <a:pt x="86587" y="45577"/>
                  <a:pt x="88732" y="41286"/>
                </a:cubicBezTo>
                <a:cubicBezTo>
                  <a:pt x="90878" y="36995"/>
                  <a:pt x="91950" y="32060"/>
                  <a:pt x="91950" y="26482"/>
                </a:cubicBezTo>
                <a:cubicBezTo>
                  <a:pt x="91950" y="21210"/>
                  <a:pt x="90295" y="17271"/>
                  <a:pt x="86985" y="14666"/>
                </a:cubicBezTo>
                <a:cubicBezTo>
                  <a:pt x="83675" y="12061"/>
                  <a:pt x="78526" y="10758"/>
                  <a:pt x="71537" y="10758"/>
                </a:cubicBezTo>
                <a:cubicBezTo>
                  <a:pt x="67246" y="10758"/>
                  <a:pt x="63630" y="10911"/>
                  <a:pt x="60687" y="11218"/>
                </a:cubicBezTo>
                <a:lnTo>
                  <a:pt x="51032" y="54986"/>
                </a:lnTo>
                <a:lnTo>
                  <a:pt x="65377" y="54986"/>
                </a:lnTo>
                <a:moveTo>
                  <a:pt x="38067" y="114478"/>
                </a:moveTo>
                <a:cubicBezTo>
                  <a:pt x="40642" y="114662"/>
                  <a:pt x="44565" y="114754"/>
                  <a:pt x="49837" y="114754"/>
                </a:cubicBezTo>
                <a:cubicBezTo>
                  <a:pt x="57438" y="114754"/>
                  <a:pt x="63461" y="113344"/>
                  <a:pt x="67905" y="110524"/>
                </a:cubicBezTo>
                <a:cubicBezTo>
                  <a:pt x="72350" y="107705"/>
                  <a:pt x="75645" y="103751"/>
                  <a:pt x="77790" y="98663"/>
                </a:cubicBezTo>
                <a:cubicBezTo>
                  <a:pt x="79936" y="93575"/>
                  <a:pt x="81008" y="88364"/>
                  <a:pt x="81008" y="83031"/>
                </a:cubicBezTo>
                <a:cubicBezTo>
                  <a:pt x="81008" y="71507"/>
                  <a:pt x="74480" y="65745"/>
                  <a:pt x="61423" y="65745"/>
                </a:cubicBezTo>
                <a:lnTo>
                  <a:pt x="48734" y="65745"/>
                </a:lnTo>
                <a:lnTo>
                  <a:pt x="38067" y="11447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88">
            <a:extLst xmlns:a="http://schemas.openxmlformats.org/drawingml/2006/main">
              <a:ext uri="{FF2B5EF4-FFF2-40B4-BE49-F238E27FC236}">
                <a16:creationId xmlns:a16="http://schemas.microsoft.com/office/drawing/2014/main" id="{8769B8FB-BA95-4205-974A-B1C3B9E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675" y="4680120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89">
            <a:extLst xmlns:a="http://schemas.openxmlformats.org/drawingml/2006/main">
              <a:ext uri="{FF2B5EF4-FFF2-40B4-BE49-F238E27FC236}">
                <a16:creationId xmlns:a16="http://schemas.microsoft.com/office/drawing/2014/main" id="{26C9C6CB-DD73-4318-9BDD-2F0E2ADB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01" y="460876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0">
            <a:extLst xmlns:a="http://schemas.openxmlformats.org/drawingml/2006/main">
              <a:ext uri="{FF2B5EF4-FFF2-40B4-BE49-F238E27FC236}">
                <a16:creationId xmlns:a16="http://schemas.microsoft.com/office/drawing/2014/main" id="{5EBC9B71-6388-4A9C-ACB0-553E995F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416" y="4536638"/>
            <a:ext cx="164003" cy="70544"/>
          </a:xfrm>
          <a:custGeom xmlns:a="http://schemas.openxmlformats.org/drawingml/2006/main">
            <a:pathLst>
              <a:path w="164003" h="70544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moveTo>
                  <a:pt x="0" y="70544"/>
                </a:moveTo>
                <a:lnTo>
                  <a:pt x="0" y="53423"/>
                </a:lnTo>
                <a:lnTo>
                  <a:pt x="158596" y="53423"/>
                </a:lnTo>
                <a:lnTo>
                  <a:pt x="158596" y="70544"/>
                </a:lnTo>
                <a:lnTo>
                  <a:pt x="0" y="70544"/>
                </a:lnTo>
                <a:moveTo>
                  <a:pt x="164003" y="35272"/>
                </a:moveTo>
                <a:lnTo>
                  <a:pt x="164003" y="35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1">
            <a:extLst xmlns:a="http://schemas.openxmlformats.org/drawingml/2006/main">
              <a:ext uri="{FF2B5EF4-FFF2-40B4-BE49-F238E27FC236}">
                <a16:creationId xmlns:a16="http://schemas.microsoft.com/office/drawing/2014/main" id="{E104F553-5B11-4B0B-A952-F5B60422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66" y="4320242"/>
            <a:ext cx="323114" cy="503336"/>
          </a:xfrm>
          <a:custGeom xmlns:a="http://schemas.openxmlformats.org/drawingml/2006/main">
            <a:pathLst>
              <a:path w="323114" h="503336">
                <a:moveTo>
                  <a:pt x="56770" y="16864"/>
                </a:moveTo>
                <a:lnTo>
                  <a:pt x="210346" y="225407"/>
                </a:lnTo>
                <a:lnTo>
                  <a:pt x="210346" y="240984"/>
                </a:lnTo>
                <a:lnTo>
                  <a:pt x="44541" y="466005"/>
                </a:lnTo>
                <a:lnTo>
                  <a:pt x="267888" y="466005"/>
                </a:lnTo>
                <a:cubicBezTo>
                  <a:pt x="277758" y="466005"/>
                  <a:pt x="285310" y="462529"/>
                  <a:pt x="290545" y="455577"/>
                </a:cubicBezTo>
                <a:cubicBezTo>
                  <a:pt x="295780" y="448626"/>
                  <a:pt x="300285" y="433092"/>
                  <a:pt x="304061" y="408977"/>
                </a:cubicBezTo>
                <a:lnTo>
                  <a:pt x="323114" y="408977"/>
                </a:lnTo>
                <a:lnTo>
                  <a:pt x="316548" y="503336"/>
                </a:lnTo>
                <a:lnTo>
                  <a:pt x="0" y="503336"/>
                </a:lnTo>
                <a:lnTo>
                  <a:pt x="0" y="490592"/>
                </a:lnTo>
                <a:lnTo>
                  <a:pt x="180351" y="246133"/>
                </a:lnTo>
                <a:lnTo>
                  <a:pt x="5278" y="12229"/>
                </a:lnTo>
                <a:lnTo>
                  <a:pt x="5278" y="0"/>
                </a:lnTo>
                <a:lnTo>
                  <a:pt x="316162" y="0"/>
                </a:lnTo>
                <a:lnTo>
                  <a:pt x="316162" y="76208"/>
                </a:lnTo>
                <a:lnTo>
                  <a:pt x="299170" y="76208"/>
                </a:lnTo>
                <a:cubicBezTo>
                  <a:pt x="297196" y="57929"/>
                  <a:pt x="293205" y="43468"/>
                  <a:pt x="287198" y="32826"/>
                </a:cubicBezTo>
                <a:cubicBezTo>
                  <a:pt x="281190" y="22185"/>
                  <a:pt x="272093" y="16864"/>
                  <a:pt x="259907" y="16864"/>
                </a:cubicBezTo>
                <a:lnTo>
                  <a:pt x="56770" y="16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92">
            <a:extLst xmlns:a="http://schemas.openxmlformats.org/drawingml/2006/main">
              <a:ext uri="{FF2B5EF4-FFF2-40B4-BE49-F238E27FC236}">
                <a16:creationId xmlns:a16="http://schemas.microsoft.com/office/drawing/2014/main" id="{8509AFA2-468C-4D60-BB37-F73F1241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189" y="4732483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293">
            <a:extLst xmlns:a="http://schemas.openxmlformats.org/drawingml/2006/main">
              <a:ext uri="{FF2B5EF4-FFF2-40B4-BE49-F238E27FC236}">
                <a16:creationId xmlns:a16="http://schemas.microsoft.com/office/drawing/2014/main" id="{B23AE29B-4631-4C1F-A28E-46F0CCC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332" y="4479482"/>
            <a:ext cx="149456" cy="13645"/>
          </a:xfrm>
          <a:custGeom xmlns:a="http://schemas.openxmlformats.org/drawingml/2006/main">
            <a:pathLst>
              <a:path w="149456" h="13645">
                <a:moveTo>
                  <a:pt x="149456" y="13645"/>
                </a:moveTo>
                <a:lnTo>
                  <a:pt x="0" y="13645"/>
                </a:lnTo>
                <a:lnTo>
                  <a:pt x="0" y="0"/>
                </a:lnTo>
                <a:lnTo>
                  <a:pt x="149456" y="0"/>
                </a:lnTo>
                <a:lnTo>
                  <a:pt x="149456" y="13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294">
            <a:extLst xmlns:a="http://schemas.openxmlformats.org/drawingml/2006/main">
              <a:ext uri="{FF2B5EF4-FFF2-40B4-BE49-F238E27FC236}">
                <a16:creationId xmlns:a16="http://schemas.microsoft.com/office/drawing/2014/main" id="{EA9B575B-F36B-495C-8985-D07B735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506" y="4519517"/>
            <a:ext cx="196958" cy="129632"/>
          </a:xfrm>
          <a:custGeom xmlns:a="http://schemas.openxmlformats.org/drawingml/2006/main">
            <a:pathLst>
              <a:path w="196958" h="129632">
                <a:moveTo>
                  <a:pt x="192452" y="0"/>
                </a:moveTo>
                <a:lnTo>
                  <a:pt x="196958" y="8496"/>
                </a:lnTo>
                <a:cubicBezTo>
                  <a:pt x="192924" y="20082"/>
                  <a:pt x="184106" y="36967"/>
                  <a:pt x="170504" y="59152"/>
                </a:cubicBezTo>
                <a:cubicBezTo>
                  <a:pt x="156901" y="81336"/>
                  <a:pt x="140745" y="104830"/>
                  <a:pt x="122037" y="129632"/>
                </a:cubicBezTo>
                <a:lnTo>
                  <a:pt x="100281" y="129632"/>
                </a:lnTo>
                <a:lnTo>
                  <a:pt x="96290" y="91527"/>
                </a:lnTo>
                <a:cubicBezTo>
                  <a:pt x="95175" y="81229"/>
                  <a:pt x="94445" y="73462"/>
                  <a:pt x="94102" y="68227"/>
                </a:cubicBezTo>
                <a:cubicBezTo>
                  <a:pt x="93759" y="62992"/>
                  <a:pt x="93587" y="58830"/>
                  <a:pt x="93587" y="55740"/>
                </a:cubicBezTo>
                <a:lnTo>
                  <a:pt x="92300" y="55740"/>
                </a:lnTo>
                <a:cubicBezTo>
                  <a:pt x="81572" y="78054"/>
                  <a:pt x="66511" y="102684"/>
                  <a:pt x="47115" y="129632"/>
                </a:cubicBezTo>
                <a:lnTo>
                  <a:pt x="23686" y="129632"/>
                </a:lnTo>
                <a:lnTo>
                  <a:pt x="13517" y="30638"/>
                </a:lnTo>
                <a:cubicBezTo>
                  <a:pt x="12916" y="24630"/>
                  <a:pt x="12165" y="20189"/>
                  <a:pt x="11264" y="17314"/>
                </a:cubicBezTo>
                <a:cubicBezTo>
                  <a:pt x="10363" y="14439"/>
                  <a:pt x="9076" y="12315"/>
                  <a:pt x="7402" y="10942"/>
                </a:cubicBezTo>
                <a:cubicBezTo>
                  <a:pt x="5729" y="9569"/>
                  <a:pt x="3261" y="8754"/>
                  <a:pt x="0" y="8496"/>
                </a:cubicBezTo>
                <a:lnTo>
                  <a:pt x="1931" y="0"/>
                </a:lnTo>
                <a:lnTo>
                  <a:pt x="46858" y="0"/>
                </a:lnTo>
                <a:lnTo>
                  <a:pt x="53938" y="93458"/>
                </a:lnTo>
                <a:cubicBezTo>
                  <a:pt x="66811" y="73548"/>
                  <a:pt x="75801" y="57693"/>
                  <a:pt x="80907" y="45892"/>
                </a:cubicBezTo>
                <a:cubicBezTo>
                  <a:pt x="86013" y="34092"/>
                  <a:pt x="89210" y="21627"/>
                  <a:pt x="90498" y="8496"/>
                </a:cubicBezTo>
                <a:lnTo>
                  <a:pt x="92300" y="0"/>
                </a:lnTo>
                <a:lnTo>
                  <a:pt x="121264" y="0"/>
                </a:lnTo>
                <a:lnTo>
                  <a:pt x="129245" y="93587"/>
                </a:lnTo>
                <a:cubicBezTo>
                  <a:pt x="141689" y="74792"/>
                  <a:pt x="150722" y="59516"/>
                  <a:pt x="156343" y="47759"/>
                </a:cubicBezTo>
                <a:cubicBezTo>
                  <a:pt x="161964" y="36002"/>
                  <a:pt x="164775" y="26304"/>
                  <a:pt x="164775" y="18666"/>
                </a:cubicBezTo>
                <a:cubicBezTo>
                  <a:pt x="164775" y="15405"/>
                  <a:pt x="164003" y="12937"/>
                  <a:pt x="162458" y="11264"/>
                </a:cubicBezTo>
                <a:cubicBezTo>
                  <a:pt x="160913" y="9590"/>
                  <a:pt x="158210" y="8668"/>
                  <a:pt x="154348" y="8496"/>
                </a:cubicBezTo>
                <a:lnTo>
                  <a:pt x="156150" y="0"/>
                </a:lnTo>
                <a:lnTo>
                  <a:pt x="1924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295">
            <a:extLst xmlns:a="http://schemas.openxmlformats.org/drawingml/2006/main">
              <a:ext uri="{FF2B5EF4-FFF2-40B4-BE49-F238E27FC236}">
                <a16:creationId xmlns:a16="http://schemas.microsoft.com/office/drawing/2014/main" id="{B65517FE-8E73-4D09-A11F-855AF39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444" y="4573549"/>
            <a:ext cx="50573" cy="129374"/>
          </a:xfrm>
          <a:custGeom xmlns:a="http://schemas.openxmlformats.org/drawingml/2006/main">
            <a:pathLst>
              <a:path w="50573" h="129374">
                <a:moveTo>
                  <a:pt x="48182" y="0"/>
                </a:moveTo>
                <a:lnTo>
                  <a:pt x="43401" y="22528"/>
                </a:lnTo>
                <a:lnTo>
                  <a:pt x="19585" y="22528"/>
                </a:lnTo>
                <a:lnTo>
                  <a:pt x="24643" y="0"/>
                </a:lnTo>
                <a:lnTo>
                  <a:pt x="48182" y="0"/>
                </a:lnTo>
                <a:moveTo>
                  <a:pt x="27125" y="98939"/>
                </a:moveTo>
                <a:cubicBezTo>
                  <a:pt x="26512" y="101513"/>
                  <a:pt x="26099" y="103505"/>
                  <a:pt x="25884" y="104915"/>
                </a:cubicBezTo>
                <a:cubicBezTo>
                  <a:pt x="25669" y="106325"/>
                  <a:pt x="25562" y="107919"/>
                  <a:pt x="25562" y="109697"/>
                </a:cubicBezTo>
                <a:cubicBezTo>
                  <a:pt x="25562" y="112087"/>
                  <a:pt x="25961" y="113743"/>
                  <a:pt x="26758" y="114662"/>
                </a:cubicBezTo>
                <a:cubicBezTo>
                  <a:pt x="27554" y="115582"/>
                  <a:pt x="28689" y="116041"/>
                  <a:pt x="30160" y="116041"/>
                </a:cubicBezTo>
                <a:cubicBezTo>
                  <a:pt x="31937" y="116041"/>
                  <a:pt x="33930" y="115198"/>
                  <a:pt x="36136" y="113513"/>
                </a:cubicBezTo>
                <a:cubicBezTo>
                  <a:pt x="38343" y="111827"/>
                  <a:pt x="40949" y="109268"/>
                  <a:pt x="43952" y="105835"/>
                </a:cubicBezTo>
                <a:lnTo>
                  <a:pt x="50573" y="112455"/>
                </a:lnTo>
                <a:cubicBezTo>
                  <a:pt x="44565" y="118585"/>
                  <a:pt x="39186" y="122938"/>
                  <a:pt x="34435" y="125512"/>
                </a:cubicBezTo>
                <a:cubicBezTo>
                  <a:pt x="29685" y="128087"/>
                  <a:pt x="24459" y="129374"/>
                  <a:pt x="18758" y="129374"/>
                </a:cubicBezTo>
                <a:cubicBezTo>
                  <a:pt x="12260" y="129374"/>
                  <a:pt x="7509" y="127780"/>
                  <a:pt x="4506" y="124593"/>
                </a:cubicBezTo>
                <a:cubicBezTo>
                  <a:pt x="1502" y="121405"/>
                  <a:pt x="0" y="116593"/>
                  <a:pt x="0" y="110157"/>
                </a:cubicBezTo>
                <a:cubicBezTo>
                  <a:pt x="0" y="106049"/>
                  <a:pt x="674" y="101237"/>
                  <a:pt x="2023" y="95720"/>
                </a:cubicBezTo>
                <a:lnTo>
                  <a:pt x="9747" y="63722"/>
                </a:lnTo>
                <a:cubicBezTo>
                  <a:pt x="11157" y="57898"/>
                  <a:pt x="11862" y="53301"/>
                  <a:pt x="11862" y="49929"/>
                </a:cubicBezTo>
                <a:cubicBezTo>
                  <a:pt x="11862" y="47538"/>
                  <a:pt x="11295" y="45837"/>
                  <a:pt x="10161" y="44826"/>
                </a:cubicBezTo>
                <a:cubicBezTo>
                  <a:pt x="9026" y="43814"/>
                  <a:pt x="6651" y="43125"/>
                  <a:pt x="3034" y="42757"/>
                </a:cubicBezTo>
                <a:lnTo>
                  <a:pt x="4414" y="36688"/>
                </a:lnTo>
                <a:lnTo>
                  <a:pt x="31355" y="35677"/>
                </a:lnTo>
                <a:lnTo>
                  <a:pt x="41837" y="35677"/>
                </a:lnTo>
                <a:lnTo>
                  <a:pt x="27125" y="98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96">
            <a:extLst xmlns:a="http://schemas.openxmlformats.org/drawingml/2006/main">
              <a:ext uri="{FF2B5EF4-FFF2-40B4-BE49-F238E27FC236}">
                <a16:creationId xmlns:a16="http://schemas.microsoft.com/office/drawing/2014/main" id="{3727AA4C-F374-4177-B88D-D9796C0E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97" y="4680120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97">
            <a:extLst xmlns:a="http://schemas.openxmlformats.org/drawingml/2006/main">
              <a:ext uri="{FF2B5EF4-FFF2-40B4-BE49-F238E27FC236}">
                <a16:creationId xmlns:a16="http://schemas.microsoft.com/office/drawing/2014/main" id="{8BFED44B-8600-4C10-8DD4-8FDB7B8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66" y="4569779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98">
            <a:extLst xmlns:a="http://schemas.openxmlformats.org/drawingml/2006/main">
              <a:ext uri="{FF2B5EF4-FFF2-40B4-BE49-F238E27FC236}">
                <a16:creationId xmlns:a16="http://schemas.microsoft.com/office/drawing/2014/main" id="{93C704B8-2170-40AB-AE21-5FFA6BA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916" y="4517457"/>
            <a:ext cx="147010" cy="185114"/>
          </a:xfrm>
          <a:custGeom xmlns:a="http://schemas.openxmlformats.org/drawingml/2006/main">
            <a:pathLst>
              <a:path w="147010" h="185114">
                <a:moveTo>
                  <a:pt x="67841" y="28964"/>
                </a:moveTo>
                <a:cubicBezTo>
                  <a:pt x="75736" y="18923"/>
                  <a:pt x="83374" y="11586"/>
                  <a:pt x="90755" y="6951"/>
                </a:cubicBezTo>
                <a:cubicBezTo>
                  <a:pt x="98136" y="2317"/>
                  <a:pt x="106675" y="0"/>
                  <a:pt x="116372" y="0"/>
                </a:cubicBezTo>
                <a:cubicBezTo>
                  <a:pt x="126070" y="0"/>
                  <a:pt x="133601" y="3519"/>
                  <a:pt x="138965" y="10556"/>
                </a:cubicBezTo>
                <a:cubicBezTo>
                  <a:pt x="144328" y="17593"/>
                  <a:pt x="147010" y="27763"/>
                  <a:pt x="147010" y="41065"/>
                </a:cubicBezTo>
                <a:cubicBezTo>
                  <a:pt x="147010" y="52651"/>
                  <a:pt x="145337" y="64151"/>
                  <a:pt x="141990" y="75565"/>
                </a:cubicBezTo>
                <a:cubicBezTo>
                  <a:pt x="138643" y="86979"/>
                  <a:pt x="133837" y="96827"/>
                  <a:pt x="127572" y="105108"/>
                </a:cubicBezTo>
                <a:cubicBezTo>
                  <a:pt x="121307" y="113390"/>
                  <a:pt x="113433" y="119912"/>
                  <a:pt x="103950" y="124676"/>
                </a:cubicBezTo>
                <a:cubicBezTo>
                  <a:pt x="94467" y="129439"/>
                  <a:pt x="83761" y="131820"/>
                  <a:pt x="71832" y="131820"/>
                </a:cubicBezTo>
                <a:cubicBezTo>
                  <a:pt x="64194" y="131820"/>
                  <a:pt x="56813" y="130490"/>
                  <a:pt x="49690" y="127829"/>
                </a:cubicBezTo>
                <a:lnTo>
                  <a:pt x="44798" y="150743"/>
                </a:lnTo>
                <a:cubicBezTo>
                  <a:pt x="44026" y="154520"/>
                  <a:pt x="43468" y="157459"/>
                  <a:pt x="43125" y="159561"/>
                </a:cubicBezTo>
                <a:cubicBezTo>
                  <a:pt x="42781" y="161664"/>
                  <a:pt x="42610" y="163616"/>
                  <a:pt x="42610" y="165419"/>
                </a:cubicBezTo>
                <a:cubicBezTo>
                  <a:pt x="42610" y="169109"/>
                  <a:pt x="43575" y="171769"/>
                  <a:pt x="45506" y="173400"/>
                </a:cubicBezTo>
                <a:cubicBezTo>
                  <a:pt x="47437" y="175031"/>
                  <a:pt x="50763" y="176103"/>
                  <a:pt x="55483" y="176618"/>
                </a:cubicBezTo>
                <a:lnTo>
                  <a:pt x="54067" y="185114"/>
                </a:lnTo>
                <a:lnTo>
                  <a:pt x="515" y="185114"/>
                </a:lnTo>
                <a:lnTo>
                  <a:pt x="33084" y="40293"/>
                </a:lnTo>
                <a:cubicBezTo>
                  <a:pt x="34371" y="34543"/>
                  <a:pt x="35015" y="30295"/>
                  <a:pt x="35015" y="27548"/>
                </a:cubicBezTo>
                <a:cubicBezTo>
                  <a:pt x="35015" y="24716"/>
                  <a:pt x="34543" y="22528"/>
                  <a:pt x="33599" y="20983"/>
                </a:cubicBezTo>
                <a:cubicBezTo>
                  <a:pt x="32655" y="19438"/>
                  <a:pt x="31024" y="18666"/>
                  <a:pt x="28707" y="18666"/>
                </a:cubicBezTo>
                <a:cubicBezTo>
                  <a:pt x="26046" y="18666"/>
                  <a:pt x="23171" y="19867"/>
                  <a:pt x="20082" y="22270"/>
                </a:cubicBezTo>
                <a:cubicBezTo>
                  <a:pt x="16992" y="24673"/>
                  <a:pt x="13388" y="28235"/>
                  <a:pt x="9269" y="32955"/>
                </a:cubicBezTo>
                <a:lnTo>
                  <a:pt x="0" y="23686"/>
                </a:lnTo>
                <a:cubicBezTo>
                  <a:pt x="8582" y="14933"/>
                  <a:pt x="16199" y="8797"/>
                  <a:pt x="22850" y="5278"/>
                </a:cubicBezTo>
                <a:cubicBezTo>
                  <a:pt x="29501" y="1759"/>
                  <a:pt x="36517" y="0"/>
                  <a:pt x="43897" y="0"/>
                </a:cubicBezTo>
                <a:cubicBezTo>
                  <a:pt x="51020" y="0"/>
                  <a:pt x="56706" y="1995"/>
                  <a:pt x="60954" y="5986"/>
                </a:cubicBezTo>
                <a:cubicBezTo>
                  <a:pt x="65202" y="9977"/>
                  <a:pt x="67326" y="15233"/>
                  <a:pt x="67326" y="21755"/>
                </a:cubicBezTo>
                <a:cubicBezTo>
                  <a:pt x="67326" y="23901"/>
                  <a:pt x="67069" y="25961"/>
                  <a:pt x="66554" y="27935"/>
                </a:cubicBezTo>
                <a:lnTo>
                  <a:pt x="67841" y="28964"/>
                </a:lnTo>
                <a:moveTo>
                  <a:pt x="58572" y="82130"/>
                </a:moveTo>
                <a:cubicBezTo>
                  <a:pt x="57199" y="88481"/>
                  <a:pt x="56513" y="94703"/>
                  <a:pt x="56513" y="100796"/>
                </a:cubicBezTo>
                <a:cubicBezTo>
                  <a:pt x="56513" y="107061"/>
                  <a:pt x="57564" y="111566"/>
                  <a:pt x="59667" y="114313"/>
                </a:cubicBezTo>
                <a:cubicBezTo>
                  <a:pt x="61769" y="117059"/>
                  <a:pt x="65309" y="118432"/>
                  <a:pt x="70287" y="118432"/>
                </a:cubicBezTo>
                <a:cubicBezTo>
                  <a:pt x="74578" y="118432"/>
                  <a:pt x="78483" y="117467"/>
                  <a:pt x="82001" y="115536"/>
                </a:cubicBezTo>
                <a:cubicBezTo>
                  <a:pt x="85520" y="113605"/>
                  <a:pt x="88846" y="110451"/>
                  <a:pt x="91978" y="106074"/>
                </a:cubicBezTo>
                <a:cubicBezTo>
                  <a:pt x="95110" y="101697"/>
                  <a:pt x="98157" y="96054"/>
                  <a:pt x="101118" y="89146"/>
                </a:cubicBezTo>
                <a:cubicBezTo>
                  <a:pt x="104079" y="82237"/>
                  <a:pt x="106632" y="73977"/>
                  <a:pt x="108777" y="64365"/>
                </a:cubicBezTo>
                <a:cubicBezTo>
                  <a:pt x="110923" y="54753"/>
                  <a:pt x="111996" y="45828"/>
                  <a:pt x="111996" y="37589"/>
                </a:cubicBezTo>
                <a:cubicBezTo>
                  <a:pt x="111996" y="31239"/>
                  <a:pt x="111073" y="26540"/>
                  <a:pt x="109228" y="23493"/>
                </a:cubicBezTo>
                <a:cubicBezTo>
                  <a:pt x="107383" y="20447"/>
                  <a:pt x="104529" y="18923"/>
                  <a:pt x="100667" y="18923"/>
                </a:cubicBezTo>
                <a:cubicBezTo>
                  <a:pt x="95003" y="18923"/>
                  <a:pt x="89232" y="21691"/>
                  <a:pt x="83353" y="27227"/>
                </a:cubicBezTo>
                <a:cubicBezTo>
                  <a:pt x="77474" y="32762"/>
                  <a:pt x="72776" y="39177"/>
                  <a:pt x="69257" y="46472"/>
                </a:cubicBezTo>
                <a:cubicBezTo>
                  <a:pt x="65738" y="53766"/>
                  <a:pt x="62520" y="64065"/>
                  <a:pt x="59602" y="77367"/>
                </a:cubicBezTo>
                <a:lnTo>
                  <a:pt x="58572" y="8213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99">
            <a:extLst xmlns:a="http://schemas.openxmlformats.org/drawingml/2006/main">
              <a:ext uri="{FF2B5EF4-FFF2-40B4-BE49-F238E27FC236}">
                <a16:creationId xmlns:a16="http://schemas.microsoft.com/office/drawing/2014/main" id="{9F5D7D6F-87FF-470A-8221-E9A9697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717" y="460876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0">
            <a:extLst xmlns:a="http://schemas.openxmlformats.org/drawingml/2006/main">
              <a:ext uri="{FF2B5EF4-FFF2-40B4-BE49-F238E27FC236}">
                <a16:creationId xmlns:a16="http://schemas.microsoft.com/office/drawing/2014/main" id="{92D5D440-301D-444E-B898-E34BFF1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381" y="4680120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1">
            <a:extLst xmlns:a="http://schemas.openxmlformats.org/drawingml/2006/main">
              <a:ext uri="{FF2B5EF4-FFF2-40B4-BE49-F238E27FC236}">
                <a16:creationId xmlns:a16="http://schemas.microsoft.com/office/drawing/2014/main" id="{9BF10767-8D3C-4FAF-8E93-9CB10CF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50" y="4569779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text-302 Reward:">
            <a:extLst xmlns:a="http://schemas.openxmlformats.org/drawingml/2006/main">
              <a:ext uri="{FF2B5EF4-FFF2-40B4-BE49-F238E27FC236}">
                <a16:creationId xmlns:a16="http://schemas.microsoft.com/office/drawing/2014/main" id="{5180E844-29FC-45B7-83A4-AE5412B8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4666" y="4920811"/>
            <a:ext cx="932701" cy="369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Reward:</a:t>
            </a:r>
          </a:p>
        </p:txBody>
      </p:sp>
      <p:sp>
        <p:nvSpPr>
          <p:cNvPr id="317" name="path-303">
            <a:extLst xmlns:a="http://schemas.openxmlformats.org/drawingml/2006/main">
              <a:ext uri="{FF2B5EF4-FFF2-40B4-BE49-F238E27FC236}">
                <a16:creationId xmlns:a16="http://schemas.microsoft.com/office/drawing/2014/main" id="{EBF55F6C-503E-4ECE-88EC-38305DB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31" y="5009326"/>
            <a:ext cx="162200" cy="175717"/>
          </a:xfrm>
          <a:custGeom xmlns:a="http://schemas.openxmlformats.org/drawingml/2006/main">
            <a:pathLst>
              <a:path w="162200" h="175717">
                <a:moveTo>
                  <a:pt x="115986" y="95261"/>
                </a:moveTo>
                <a:cubicBezTo>
                  <a:pt x="121135" y="99466"/>
                  <a:pt x="124890" y="103521"/>
                  <a:pt x="127250" y="107426"/>
                </a:cubicBezTo>
                <a:cubicBezTo>
                  <a:pt x="129610" y="111330"/>
                  <a:pt x="131606" y="117016"/>
                  <a:pt x="133236" y="124482"/>
                </a:cubicBezTo>
                <a:lnTo>
                  <a:pt x="136969" y="142505"/>
                </a:lnTo>
                <a:cubicBezTo>
                  <a:pt x="138342" y="149027"/>
                  <a:pt x="139651" y="153683"/>
                  <a:pt x="140896" y="156472"/>
                </a:cubicBezTo>
                <a:cubicBezTo>
                  <a:pt x="142140" y="159261"/>
                  <a:pt x="143813" y="161535"/>
                  <a:pt x="145916" y="163295"/>
                </a:cubicBezTo>
                <a:cubicBezTo>
                  <a:pt x="148019" y="165054"/>
                  <a:pt x="150915" y="166363"/>
                  <a:pt x="154605" y="167221"/>
                </a:cubicBezTo>
                <a:lnTo>
                  <a:pt x="152803" y="175717"/>
                </a:lnTo>
                <a:lnTo>
                  <a:pt x="106846" y="175717"/>
                </a:lnTo>
                <a:cubicBezTo>
                  <a:pt x="104014" y="167650"/>
                  <a:pt x="101525" y="158081"/>
                  <a:pt x="99380" y="147010"/>
                </a:cubicBezTo>
                <a:lnTo>
                  <a:pt x="95261" y="125641"/>
                </a:lnTo>
                <a:cubicBezTo>
                  <a:pt x="94059" y="119204"/>
                  <a:pt x="92643" y="114141"/>
                  <a:pt x="91012" y="110451"/>
                </a:cubicBezTo>
                <a:cubicBezTo>
                  <a:pt x="89382" y="106761"/>
                  <a:pt x="87322" y="104100"/>
                  <a:pt x="84833" y="102469"/>
                </a:cubicBezTo>
                <a:cubicBezTo>
                  <a:pt x="82345" y="100839"/>
                  <a:pt x="78998" y="100024"/>
                  <a:pt x="74792" y="100024"/>
                </a:cubicBezTo>
                <a:lnTo>
                  <a:pt x="66811" y="100024"/>
                </a:lnTo>
                <a:lnTo>
                  <a:pt x="57543" y="140960"/>
                </a:lnTo>
                <a:cubicBezTo>
                  <a:pt x="56942" y="143792"/>
                  <a:pt x="56513" y="146238"/>
                  <a:pt x="56255" y="148298"/>
                </a:cubicBezTo>
                <a:cubicBezTo>
                  <a:pt x="55998" y="150357"/>
                  <a:pt x="55869" y="152932"/>
                  <a:pt x="55869" y="156021"/>
                </a:cubicBezTo>
                <a:cubicBezTo>
                  <a:pt x="55869" y="159969"/>
                  <a:pt x="56877" y="162758"/>
                  <a:pt x="58894" y="164389"/>
                </a:cubicBezTo>
                <a:cubicBezTo>
                  <a:pt x="60911" y="166019"/>
                  <a:pt x="64065" y="166963"/>
                  <a:pt x="68356" y="167221"/>
                </a:cubicBezTo>
                <a:lnTo>
                  <a:pt x="66554" y="175717"/>
                </a:lnTo>
                <a:lnTo>
                  <a:pt x="0" y="175717"/>
                </a:lnTo>
                <a:lnTo>
                  <a:pt x="1802" y="167221"/>
                </a:lnTo>
                <a:cubicBezTo>
                  <a:pt x="6694" y="165848"/>
                  <a:pt x="10298" y="163445"/>
                  <a:pt x="12616" y="160012"/>
                </a:cubicBezTo>
                <a:cubicBezTo>
                  <a:pt x="14933" y="156579"/>
                  <a:pt x="17121" y="150229"/>
                  <a:pt x="19181" y="140960"/>
                </a:cubicBezTo>
                <a:lnTo>
                  <a:pt x="42610" y="34757"/>
                </a:lnTo>
                <a:cubicBezTo>
                  <a:pt x="43725" y="29694"/>
                  <a:pt x="44283" y="24673"/>
                  <a:pt x="44283" y="19696"/>
                </a:cubicBezTo>
                <a:cubicBezTo>
                  <a:pt x="44283" y="16091"/>
                  <a:pt x="43447" y="13452"/>
                  <a:pt x="41773" y="11779"/>
                </a:cubicBezTo>
                <a:cubicBezTo>
                  <a:pt x="40100" y="10105"/>
                  <a:pt x="37375" y="9011"/>
                  <a:pt x="33599" y="8496"/>
                </a:cubicBezTo>
                <a:lnTo>
                  <a:pt x="35401" y="0"/>
                </a:lnTo>
                <a:lnTo>
                  <a:pt x="99637" y="0"/>
                </a:lnTo>
                <a:cubicBezTo>
                  <a:pt x="108563" y="0"/>
                  <a:pt x="115836" y="279"/>
                  <a:pt x="121457" y="837"/>
                </a:cubicBezTo>
                <a:cubicBezTo>
                  <a:pt x="127078" y="1395"/>
                  <a:pt x="132571" y="2682"/>
                  <a:pt x="137935" y="4699"/>
                </a:cubicBezTo>
                <a:cubicBezTo>
                  <a:pt x="143299" y="6715"/>
                  <a:pt x="147740" y="9312"/>
                  <a:pt x="151258" y="12487"/>
                </a:cubicBezTo>
                <a:cubicBezTo>
                  <a:pt x="154777" y="15662"/>
                  <a:pt x="157480" y="19503"/>
                  <a:pt x="159368" y="24008"/>
                </a:cubicBezTo>
                <a:cubicBezTo>
                  <a:pt x="161256" y="28514"/>
                  <a:pt x="162200" y="33684"/>
                  <a:pt x="162200" y="39520"/>
                </a:cubicBezTo>
                <a:cubicBezTo>
                  <a:pt x="162200" y="52479"/>
                  <a:pt x="158381" y="63464"/>
                  <a:pt x="150743" y="72475"/>
                </a:cubicBezTo>
                <a:cubicBezTo>
                  <a:pt x="143105" y="81486"/>
                  <a:pt x="131477" y="88695"/>
                  <a:pt x="115857" y="94102"/>
                </a:cubicBezTo>
                <a:lnTo>
                  <a:pt x="115986" y="95261"/>
                </a:lnTo>
                <a:moveTo>
                  <a:pt x="78268" y="84962"/>
                </a:moveTo>
                <a:cubicBezTo>
                  <a:pt x="89339" y="84962"/>
                  <a:pt x="97985" y="83267"/>
                  <a:pt x="104207" y="79877"/>
                </a:cubicBezTo>
                <a:cubicBezTo>
                  <a:pt x="110429" y="76487"/>
                  <a:pt x="115385" y="71317"/>
                  <a:pt x="119076" y="64365"/>
                </a:cubicBezTo>
                <a:cubicBezTo>
                  <a:pt x="122766" y="57414"/>
                  <a:pt x="124611" y="49261"/>
                  <a:pt x="124611" y="39906"/>
                </a:cubicBezTo>
                <a:cubicBezTo>
                  <a:pt x="124611" y="31582"/>
                  <a:pt x="122509" y="25360"/>
                  <a:pt x="118303" y="21241"/>
                </a:cubicBezTo>
                <a:cubicBezTo>
                  <a:pt x="114098" y="17121"/>
                  <a:pt x="107447" y="15061"/>
                  <a:pt x="98350" y="15061"/>
                </a:cubicBezTo>
                <a:cubicBezTo>
                  <a:pt x="91828" y="15061"/>
                  <a:pt x="87451" y="15147"/>
                  <a:pt x="85220" y="15319"/>
                </a:cubicBezTo>
                <a:lnTo>
                  <a:pt x="70158" y="84962"/>
                </a:lnTo>
                <a:lnTo>
                  <a:pt x="78268" y="84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04">
            <a:extLst xmlns:a="http://schemas.openxmlformats.org/drawingml/2006/main">
              <a:ext uri="{FF2B5EF4-FFF2-40B4-BE49-F238E27FC236}">
                <a16:creationId xmlns:a16="http://schemas.microsoft.com/office/drawing/2014/main" id="{3F4D0E5A-3F63-4398-9DA8-7842149A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314" y="5146592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05">
            <a:extLst xmlns:a="http://schemas.openxmlformats.org/drawingml/2006/main">
              <a:ext uri="{FF2B5EF4-FFF2-40B4-BE49-F238E27FC236}">
                <a16:creationId xmlns:a16="http://schemas.microsoft.com/office/drawing/2014/main" id="{7ADECADF-965A-4AE5-B29F-DDEDF6AF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129" y="5074463"/>
            <a:ext cx="164003" cy="70544"/>
          </a:xfrm>
          <a:custGeom xmlns:a="http://schemas.openxmlformats.org/drawingml/2006/main">
            <a:pathLst>
              <a:path w="164003" h="70544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moveTo>
                  <a:pt x="0" y="70544"/>
                </a:moveTo>
                <a:lnTo>
                  <a:pt x="0" y="53423"/>
                </a:lnTo>
                <a:lnTo>
                  <a:pt x="158596" y="53423"/>
                </a:lnTo>
                <a:lnTo>
                  <a:pt x="158596" y="70544"/>
                </a:lnTo>
                <a:lnTo>
                  <a:pt x="0" y="70544"/>
                </a:lnTo>
                <a:moveTo>
                  <a:pt x="164003" y="35272"/>
                </a:moveTo>
                <a:lnTo>
                  <a:pt x="164003" y="35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06">
            <a:extLst xmlns:a="http://schemas.openxmlformats.org/drawingml/2006/main">
              <a:ext uri="{FF2B5EF4-FFF2-40B4-BE49-F238E27FC236}">
                <a16:creationId xmlns:a16="http://schemas.microsoft.com/office/drawing/2014/main" id="{2A37FCAA-8394-4A44-800A-B35562E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312" y="5007266"/>
            <a:ext cx="149070" cy="179837"/>
          </a:xfrm>
          <a:custGeom xmlns:a="http://schemas.openxmlformats.org/drawingml/2006/main">
            <a:pathLst>
              <a:path w="149070" h="179837">
                <a:moveTo>
                  <a:pt x="88180" y="130018"/>
                </a:moveTo>
                <a:cubicBezTo>
                  <a:pt x="88867" y="126842"/>
                  <a:pt x="89296" y="124204"/>
                  <a:pt x="89468" y="122101"/>
                </a:cubicBezTo>
                <a:cubicBezTo>
                  <a:pt x="89639" y="119998"/>
                  <a:pt x="89725" y="118089"/>
                  <a:pt x="89725" y="116372"/>
                </a:cubicBezTo>
                <a:cubicBezTo>
                  <a:pt x="89725" y="112854"/>
                  <a:pt x="88910" y="110215"/>
                  <a:pt x="87279" y="108455"/>
                </a:cubicBezTo>
                <a:cubicBezTo>
                  <a:pt x="85649" y="106696"/>
                  <a:pt x="82860" y="105559"/>
                  <a:pt x="78912" y="105044"/>
                </a:cubicBezTo>
                <a:lnTo>
                  <a:pt x="80714" y="96548"/>
                </a:lnTo>
                <a:lnTo>
                  <a:pt x="143535" y="96548"/>
                </a:lnTo>
                <a:lnTo>
                  <a:pt x="141732" y="105044"/>
                </a:lnTo>
                <a:cubicBezTo>
                  <a:pt x="138385" y="106160"/>
                  <a:pt x="135897" y="107511"/>
                  <a:pt x="134266" y="109099"/>
                </a:cubicBezTo>
                <a:cubicBezTo>
                  <a:pt x="132635" y="110687"/>
                  <a:pt x="131176" y="113004"/>
                  <a:pt x="129889" y="116051"/>
                </a:cubicBezTo>
                <a:cubicBezTo>
                  <a:pt x="128602" y="119097"/>
                  <a:pt x="127186" y="124182"/>
                  <a:pt x="125641" y="131305"/>
                </a:cubicBezTo>
                <a:lnTo>
                  <a:pt x="115729" y="175717"/>
                </a:lnTo>
                <a:lnTo>
                  <a:pt x="97964" y="179837"/>
                </a:lnTo>
                <a:lnTo>
                  <a:pt x="91141" y="170697"/>
                </a:lnTo>
                <a:cubicBezTo>
                  <a:pt x="79899" y="176790"/>
                  <a:pt x="68184" y="179837"/>
                  <a:pt x="55998" y="179837"/>
                </a:cubicBezTo>
                <a:cubicBezTo>
                  <a:pt x="37976" y="179837"/>
                  <a:pt x="24137" y="174773"/>
                  <a:pt x="14482" y="164646"/>
                </a:cubicBezTo>
                <a:cubicBezTo>
                  <a:pt x="4827" y="154520"/>
                  <a:pt x="0" y="139887"/>
                  <a:pt x="0" y="120749"/>
                </a:cubicBezTo>
                <a:cubicBezTo>
                  <a:pt x="0" y="108906"/>
                  <a:pt x="2017" y="95368"/>
                  <a:pt x="6050" y="80135"/>
                </a:cubicBezTo>
                <a:cubicBezTo>
                  <a:pt x="10084" y="64902"/>
                  <a:pt x="16327" y="51170"/>
                  <a:pt x="24781" y="38941"/>
                </a:cubicBezTo>
                <a:cubicBezTo>
                  <a:pt x="33234" y="26712"/>
                  <a:pt x="43854" y="17164"/>
                  <a:pt x="56641" y="10298"/>
                </a:cubicBezTo>
                <a:cubicBezTo>
                  <a:pt x="69429" y="3433"/>
                  <a:pt x="83932" y="0"/>
                  <a:pt x="100152" y="0"/>
                </a:cubicBezTo>
                <a:cubicBezTo>
                  <a:pt x="118346" y="0"/>
                  <a:pt x="134652" y="2446"/>
                  <a:pt x="149070" y="7338"/>
                </a:cubicBezTo>
                <a:lnTo>
                  <a:pt x="141217" y="44155"/>
                </a:lnTo>
                <a:lnTo>
                  <a:pt x="124354" y="44155"/>
                </a:lnTo>
                <a:cubicBezTo>
                  <a:pt x="124354" y="36688"/>
                  <a:pt x="123560" y="30874"/>
                  <a:pt x="121972" y="26712"/>
                </a:cubicBezTo>
                <a:cubicBezTo>
                  <a:pt x="120384" y="22549"/>
                  <a:pt x="117960" y="19567"/>
                  <a:pt x="114699" y="17765"/>
                </a:cubicBezTo>
                <a:cubicBezTo>
                  <a:pt x="111438" y="15963"/>
                  <a:pt x="107061" y="15061"/>
                  <a:pt x="101568" y="15061"/>
                </a:cubicBezTo>
                <a:cubicBezTo>
                  <a:pt x="90154" y="15061"/>
                  <a:pt x="79899" y="20318"/>
                  <a:pt x="70802" y="30831"/>
                </a:cubicBezTo>
                <a:cubicBezTo>
                  <a:pt x="61705" y="41344"/>
                  <a:pt x="53981" y="56792"/>
                  <a:pt x="47630" y="77174"/>
                </a:cubicBezTo>
                <a:cubicBezTo>
                  <a:pt x="41280" y="97556"/>
                  <a:pt x="38104" y="115900"/>
                  <a:pt x="38104" y="132206"/>
                </a:cubicBezTo>
                <a:cubicBezTo>
                  <a:pt x="38104" y="153919"/>
                  <a:pt x="45270" y="164775"/>
                  <a:pt x="59602" y="164775"/>
                </a:cubicBezTo>
                <a:cubicBezTo>
                  <a:pt x="66468" y="164775"/>
                  <a:pt x="72132" y="162608"/>
                  <a:pt x="76595" y="158274"/>
                </a:cubicBezTo>
                <a:cubicBezTo>
                  <a:pt x="81057" y="153940"/>
                  <a:pt x="84318" y="147225"/>
                  <a:pt x="86378" y="138128"/>
                </a:cubicBezTo>
                <a:lnTo>
                  <a:pt x="88180" y="13001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07">
            <a:extLst xmlns:a="http://schemas.openxmlformats.org/drawingml/2006/main">
              <a:ext uri="{FF2B5EF4-FFF2-40B4-BE49-F238E27FC236}">
                <a16:creationId xmlns:a16="http://schemas.microsoft.com/office/drawing/2014/main" id="{7A5B4731-8A94-412C-B3F1-C182766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592" y="5146592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08">
            <a:extLst xmlns:a="http://schemas.openxmlformats.org/drawingml/2006/main">
              <a:ext uri="{FF2B5EF4-FFF2-40B4-BE49-F238E27FC236}">
                <a16:creationId xmlns:a16="http://schemas.microsoft.com/office/drawing/2014/main" id="{3E6CC075-C9A7-494D-AD5D-DEAE8F9F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323" y="4950537"/>
            <a:ext cx="2308193" cy="318480"/>
          </a:xfrm>
          <a:custGeom xmlns:a="http://schemas.openxmlformats.org/drawingml/2006/main">
            <a:pathLst>
              <a:path w="2308193" h="318480">
                <a:moveTo>
                  <a:pt x="2249491" y="0"/>
                </a:moveTo>
                <a:lnTo>
                  <a:pt x="2308193" y="0"/>
                </a:lnTo>
                <a:lnTo>
                  <a:pt x="2308193" y="318480"/>
                </a:lnTo>
                <a:lnTo>
                  <a:pt x="2249491" y="318480"/>
                </a:lnTo>
                <a:lnTo>
                  <a:pt x="2249491" y="307924"/>
                </a:lnTo>
                <a:lnTo>
                  <a:pt x="2284249" y="307924"/>
                </a:lnTo>
                <a:lnTo>
                  <a:pt x="2284249" y="10557"/>
                </a:lnTo>
                <a:lnTo>
                  <a:pt x="2249491" y="10557"/>
                </a:lnTo>
                <a:lnTo>
                  <a:pt x="2249491" y="0"/>
                </a:lnTo>
                <a:moveTo>
                  <a:pt x="0" y="0"/>
                </a:moveTo>
                <a:lnTo>
                  <a:pt x="58702" y="0"/>
                </a:lnTo>
                <a:lnTo>
                  <a:pt x="58702" y="10557"/>
                </a:lnTo>
                <a:lnTo>
                  <a:pt x="23944" y="10557"/>
                </a:lnTo>
                <a:lnTo>
                  <a:pt x="23944" y="307924"/>
                </a:lnTo>
                <a:lnTo>
                  <a:pt x="58702" y="307924"/>
                </a:lnTo>
                <a:lnTo>
                  <a:pt x="58702" y="318480"/>
                </a:lnTo>
                <a:lnTo>
                  <a:pt x="0" y="3184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09">
            <a:extLst xmlns:a="http://schemas.openxmlformats.org/drawingml/2006/main">
              <a:ext uri="{FF2B5EF4-FFF2-40B4-BE49-F238E27FC236}">
                <a16:creationId xmlns:a16="http://schemas.microsoft.com/office/drawing/2014/main" id="{D0640152-0FE3-416C-8FC4-B23AF0C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020" y="4987677"/>
            <a:ext cx="793361" cy="244200"/>
          </a:xfrm>
          <a:custGeom xmlns:a="http://schemas.openxmlformats.org/drawingml/2006/main">
            <a:pathLst>
              <a:path w="793361" h="244200">
                <a:moveTo>
                  <a:pt x="715478" y="0"/>
                </a:moveTo>
                <a:cubicBezTo>
                  <a:pt x="740538" y="6608"/>
                  <a:pt x="759782" y="20875"/>
                  <a:pt x="773214" y="42802"/>
                </a:cubicBezTo>
                <a:cubicBezTo>
                  <a:pt x="786646" y="64729"/>
                  <a:pt x="793361" y="91183"/>
                  <a:pt x="793361" y="122165"/>
                </a:cubicBezTo>
                <a:cubicBezTo>
                  <a:pt x="793361" y="153231"/>
                  <a:pt x="786667" y="179686"/>
                  <a:pt x="773278" y="201526"/>
                </a:cubicBezTo>
                <a:cubicBezTo>
                  <a:pt x="759890" y="223369"/>
                  <a:pt x="740624" y="237593"/>
                  <a:pt x="715478" y="244200"/>
                </a:cubicBezTo>
                <a:lnTo>
                  <a:pt x="712389" y="234289"/>
                </a:lnTo>
                <a:cubicBezTo>
                  <a:pt x="732214" y="227681"/>
                  <a:pt x="746952" y="214637"/>
                  <a:pt x="756608" y="195156"/>
                </a:cubicBezTo>
                <a:cubicBezTo>
                  <a:pt x="766263" y="175675"/>
                  <a:pt x="771091" y="150915"/>
                  <a:pt x="771091" y="120877"/>
                </a:cubicBezTo>
                <a:cubicBezTo>
                  <a:pt x="771091" y="91870"/>
                  <a:pt x="766285" y="67776"/>
                  <a:pt x="756672" y="48594"/>
                </a:cubicBezTo>
                <a:cubicBezTo>
                  <a:pt x="747060" y="29415"/>
                  <a:pt x="732170" y="16521"/>
                  <a:pt x="712003" y="9910"/>
                </a:cubicBezTo>
                <a:lnTo>
                  <a:pt x="715478" y="0"/>
                </a:lnTo>
                <a:moveTo>
                  <a:pt x="77881" y="0"/>
                </a:moveTo>
                <a:lnTo>
                  <a:pt x="81358" y="9910"/>
                </a:lnTo>
                <a:cubicBezTo>
                  <a:pt x="61276" y="16521"/>
                  <a:pt x="46405" y="29415"/>
                  <a:pt x="36752" y="48594"/>
                </a:cubicBezTo>
                <a:cubicBezTo>
                  <a:pt x="27097" y="67776"/>
                  <a:pt x="22269" y="91870"/>
                  <a:pt x="22269" y="120877"/>
                </a:cubicBezTo>
                <a:cubicBezTo>
                  <a:pt x="22269" y="150915"/>
                  <a:pt x="27097" y="175675"/>
                  <a:pt x="36752" y="195156"/>
                </a:cubicBezTo>
                <a:cubicBezTo>
                  <a:pt x="46405" y="214637"/>
                  <a:pt x="61148" y="227681"/>
                  <a:pt x="80972" y="234289"/>
                </a:cubicBezTo>
                <a:lnTo>
                  <a:pt x="77881" y="244200"/>
                </a:lnTo>
                <a:cubicBezTo>
                  <a:pt x="52736" y="237593"/>
                  <a:pt x="33469" y="223369"/>
                  <a:pt x="20081" y="201526"/>
                </a:cubicBezTo>
                <a:cubicBezTo>
                  <a:pt x="6695" y="179686"/>
                  <a:pt x="0" y="153231"/>
                  <a:pt x="0" y="122165"/>
                </a:cubicBezTo>
                <a:cubicBezTo>
                  <a:pt x="0" y="91183"/>
                  <a:pt x="6715" y="64729"/>
                  <a:pt x="20145" y="42802"/>
                </a:cubicBezTo>
                <a:cubicBezTo>
                  <a:pt x="33576" y="20875"/>
                  <a:pt x="52822" y="6608"/>
                  <a:pt x="7788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0">
            <a:extLst xmlns:a="http://schemas.openxmlformats.org/drawingml/2006/main">
              <a:ext uri="{FF2B5EF4-FFF2-40B4-BE49-F238E27FC236}">
                <a16:creationId xmlns:a16="http://schemas.microsoft.com/office/drawing/2014/main" id="{2C57804F-0AF9-41B5-8C0F-59302E35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0" y="5007266"/>
            <a:ext cx="118818" cy="177777"/>
          </a:xfrm>
          <a:custGeom xmlns:a="http://schemas.openxmlformats.org/drawingml/2006/main">
            <a:pathLst>
              <a:path w="118818" h="177777">
                <a:moveTo>
                  <a:pt x="82902" y="141861"/>
                </a:moveTo>
                <a:cubicBezTo>
                  <a:pt x="82902" y="146839"/>
                  <a:pt x="83181" y="150593"/>
                  <a:pt x="83739" y="153125"/>
                </a:cubicBezTo>
                <a:cubicBezTo>
                  <a:pt x="84297" y="155657"/>
                  <a:pt x="85284" y="157716"/>
                  <a:pt x="86700" y="159304"/>
                </a:cubicBezTo>
                <a:cubicBezTo>
                  <a:pt x="88116" y="160892"/>
                  <a:pt x="90154" y="162136"/>
                  <a:pt x="92815" y="163037"/>
                </a:cubicBezTo>
                <a:cubicBezTo>
                  <a:pt x="95475" y="163938"/>
                  <a:pt x="98822" y="164625"/>
                  <a:pt x="102856" y="165097"/>
                </a:cubicBezTo>
                <a:cubicBezTo>
                  <a:pt x="106889" y="165569"/>
                  <a:pt x="112210" y="165891"/>
                  <a:pt x="118818" y="166062"/>
                </a:cubicBezTo>
                <a:lnTo>
                  <a:pt x="118818" y="177777"/>
                </a:lnTo>
                <a:lnTo>
                  <a:pt x="7724" y="177777"/>
                </a:lnTo>
                <a:lnTo>
                  <a:pt x="7724" y="166062"/>
                </a:lnTo>
                <a:cubicBezTo>
                  <a:pt x="17250" y="165633"/>
                  <a:pt x="24051" y="165054"/>
                  <a:pt x="28128" y="164325"/>
                </a:cubicBezTo>
                <a:cubicBezTo>
                  <a:pt x="32204" y="163595"/>
                  <a:pt x="35315" y="162501"/>
                  <a:pt x="37461" y="161042"/>
                </a:cubicBezTo>
                <a:cubicBezTo>
                  <a:pt x="39606" y="159583"/>
                  <a:pt x="41172" y="157523"/>
                  <a:pt x="42159" y="154863"/>
                </a:cubicBezTo>
                <a:cubicBezTo>
                  <a:pt x="43146" y="152202"/>
                  <a:pt x="43640" y="147868"/>
                  <a:pt x="43640" y="141861"/>
                </a:cubicBezTo>
                <a:lnTo>
                  <a:pt x="43640" y="48789"/>
                </a:lnTo>
                <a:cubicBezTo>
                  <a:pt x="43640" y="45270"/>
                  <a:pt x="42975" y="42739"/>
                  <a:pt x="41644" y="41194"/>
                </a:cubicBezTo>
                <a:cubicBezTo>
                  <a:pt x="40314" y="39649"/>
                  <a:pt x="38490" y="38877"/>
                  <a:pt x="36173" y="38877"/>
                </a:cubicBezTo>
                <a:cubicBezTo>
                  <a:pt x="34028" y="38877"/>
                  <a:pt x="31003" y="39864"/>
                  <a:pt x="27098" y="41837"/>
                </a:cubicBezTo>
                <a:cubicBezTo>
                  <a:pt x="23193" y="43811"/>
                  <a:pt x="16778" y="47845"/>
                  <a:pt x="7853" y="53938"/>
                </a:cubicBezTo>
                <a:lnTo>
                  <a:pt x="0" y="40293"/>
                </a:lnTo>
                <a:lnTo>
                  <a:pt x="67197" y="0"/>
                </a:lnTo>
                <a:lnTo>
                  <a:pt x="83675" y="0"/>
                </a:lnTo>
                <a:cubicBezTo>
                  <a:pt x="83160" y="8239"/>
                  <a:pt x="82902" y="19653"/>
                  <a:pt x="82902" y="34242"/>
                </a:cubicBezTo>
                <a:lnTo>
                  <a:pt x="82902" y="141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1">
            <a:extLst xmlns:a="http://schemas.openxmlformats.org/drawingml/2006/main">
              <a:ext uri="{FF2B5EF4-FFF2-40B4-BE49-F238E27FC236}">
                <a16:creationId xmlns:a16="http://schemas.microsoft.com/office/drawing/2014/main" id="{DF2E4831-B11C-4206-80FF-B7517CE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718" y="5101111"/>
            <a:ext cx="158596" cy="17121"/>
          </a:xfrm>
          <a:custGeom xmlns:a="http://schemas.openxmlformats.org/drawingml/2006/main">
            <a:pathLst>
              <a:path w="158596" h="17121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2">
            <a:extLst xmlns:a="http://schemas.openxmlformats.org/drawingml/2006/main">
              <a:ext uri="{FF2B5EF4-FFF2-40B4-BE49-F238E27FC236}">
                <a16:creationId xmlns:a16="http://schemas.microsoft.com/office/drawing/2014/main" id="{7AC33C62-434B-4561-A474-CF8A78F1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765" y="4999928"/>
            <a:ext cx="144693" cy="187174"/>
          </a:xfrm>
          <a:custGeom xmlns:a="http://schemas.openxmlformats.org/drawingml/2006/main">
            <a:pathLst>
              <a:path w="144693" h="187174">
                <a:moveTo>
                  <a:pt x="90884" y="107747"/>
                </a:moveTo>
                <a:cubicBezTo>
                  <a:pt x="71746" y="137270"/>
                  <a:pt x="55955" y="163059"/>
                  <a:pt x="43511" y="185115"/>
                </a:cubicBezTo>
                <a:lnTo>
                  <a:pt x="0" y="185115"/>
                </a:lnTo>
                <a:lnTo>
                  <a:pt x="2060" y="176618"/>
                </a:lnTo>
                <a:cubicBezTo>
                  <a:pt x="9183" y="167865"/>
                  <a:pt x="20511" y="153018"/>
                  <a:pt x="36045" y="132078"/>
                </a:cubicBezTo>
                <a:lnTo>
                  <a:pt x="91656" y="56513"/>
                </a:lnTo>
                <a:cubicBezTo>
                  <a:pt x="90712" y="45356"/>
                  <a:pt x="89661" y="37504"/>
                  <a:pt x="88502" y="32955"/>
                </a:cubicBezTo>
                <a:cubicBezTo>
                  <a:pt x="87344" y="28407"/>
                  <a:pt x="85777" y="25188"/>
                  <a:pt x="83804" y="23300"/>
                </a:cubicBezTo>
                <a:cubicBezTo>
                  <a:pt x="81830" y="21412"/>
                  <a:pt x="79169" y="20468"/>
                  <a:pt x="75822" y="20468"/>
                </a:cubicBezTo>
                <a:cubicBezTo>
                  <a:pt x="72389" y="20468"/>
                  <a:pt x="69128" y="21305"/>
                  <a:pt x="66039" y="22978"/>
                </a:cubicBezTo>
                <a:cubicBezTo>
                  <a:pt x="62949" y="24652"/>
                  <a:pt x="58787" y="27720"/>
                  <a:pt x="53552" y="32183"/>
                </a:cubicBezTo>
                <a:lnTo>
                  <a:pt x="44541" y="22270"/>
                </a:lnTo>
                <a:cubicBezTo>
                  <a:pt x="51921" y="15405"/>
                  <a:pt x="57392" y="10663"/>
                  <a:pt x="60954" y="8046"/>
                </a:cubicBezTo>
                <a:cubicBezTo>
                  <a:pt x="64515" y="5428"/>
                  <a:pt x="68120" y="3433"/>
                  <a:pt x="71767" y="2060"/>
                </a:cubicBezTo>
                <a:cubicBezTo>
                  <a:pt x="75415" y="687"/>
                  <a:pt x="79427" y="0"/>
                  <a:pt x="83804" y="0"/>
                </a:cubicBezTo>
                <a:cubicBezTo>
                  <a:pt x="89811" y="0"/>
                  <a:pt x="94874" y="1373"/>
                  <a:pt x="98994" y="4119"/>
                </a:cubicBezTo>
                <a:cubicBezTo>
                  <a:pt x="103113" y="6866"/>
                  <a:pt x="106138" y="12101"/>
                  <a:pt x="108069" y="19825"/>
                </a:cubicBezTo>
                <a:cubicBezTo>
                  <a:pt x="110000" y="27548"/>
                  <a:pt x="110966" y="39649"/>
                  <a:pt x="110966" y="56127"/>
                </a:cubicBezTo>
                <a:cubicBezTo>
                  <a:pt x="110966" y="67369"/>
                  <a:pt x="110751" y="80414"/>
                  <a:pt x="110322" y="95261"/>
                </a:cubicBezTo>
                <a:cubicBezTo>
                  <a:pt x="109893" y="110022"/>
                  <a:pt x="109678" y="121650"/>
                  <a:pt x="109678" y="130147"/>
                </a:cubicBezTo>
                <a:cubicBezTo>
                  <a:pt x="109678" y="139930"/>
                  <a:pt x="109850" y="147118"/>
                  <a:pt x="110193" y="151709"/>
                </a:cubicBezTo>
                <a:cubicBezTo>
                  <a:pt x="110537" y="156300"/>
                  <a:pt x="111073" y="159776"/>
                  <a:pt x="111802" y="162136"/>
                </a:cubicBezTo>
                <a:cubicBezTo>
                  <a:pt x="112532" y="164496"/>
                  <a:pt x="113476" y="166148"/>
                  <a:pt x="114635" y="167092"/>
                </a:cubicBezTo>
                <a:cubicBezTo>
                  <a:pt x="115793" y="168036"/>
                  <a:pt x="117445" y="168508"/>
                  <a:pt x="119591" y="168508"/>
                </a:cubicBezTo>
                <a:cubicBezTo>
                  <a:pt x="121994" y="168508"/>
                  <a:pt x="124525" y="167543"/>
                  <a:pt x="127186" y="165612"/>
                </a:cubicBezTo>
                <a:cubicBezTo>
                  <a:pt x="129846" y="163681"/>
                  <a:pt x="132592" y="161171"/>
                  <a:pt x="135425" y="158081"/>
                </a:cubicBezTo>
                <a:lnTo>
                  <a:pt x="144693" y="167350"/>
                </a:lnTo>
                <a:cubicBezTo>
                  <a:pt x="136969" y="174473"/>
                  <a:pt x="130297" y="179558"/>
                  <a:pt x="124676" y="182604"/>
                </a:cubicBezTo>
                <a:cubicBezTo>
                  <a:pt x="119054" y="185651"/>
                  <a:pt x="113412" y="187174"/>
                  <a:pt x="107747" y="187174"/>
                </a:cubicBezTo>
                <a:cubicBezTo>
                  <a:pt x="101225" y="187174"/>
                  <a:pt x="96548" y="184750"/>
                  <a:pt x="93716" y="179901"/>
                </a:cubicBezTo>
                <a:cubicBezTo>
                  <a:pt x="90884" y="175052"/>
                  <a:pt x="89468" y="167350"/>
                  <a:pt x="89468" y="156794"/>
                </a:cubicBezTo>
                <a:cubicBezTo>
                  <a:pt x="89468" y="148641"/>
                  <a:pt x="90369" y="132292"/>
                  <a:pt x="92171" y="107747"/>
                </a:cubicBezTo>
                <a:lnTo>
                  <a:pt x="90884" y="107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13">
            <a:extLst xmlns:a="http://schemas.openxmlformats.org/drawingml/2006/main">
              <a:ext uri="{FF2B5EF4-FFF2-40B4-BE49-F238E27FC236}">
                <a16:creationId xmlns:a16="http://schemas.microsoft.com/office/drawing/2014/main" id="{E04256F0-260F-437F-A8E9-80FFF9A5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472" y="5007266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14">
            <a:extLst xmlns:a="http://schemas.openxmlformats.org/drawingml/2006/main">
              <a:ext uri="{FF2B5EF4-FFF2-40B4-BE49-F238E27FC236}">
                <a16:creationId xmlns:a16="http://schemas.microsoft.com/office/drawing/2014/main" id="{E8862A59-1D89-4DD5-B2D4-27EF8298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34" y="5113766"/>
            <a:ext cx="120455" cy="125512"/>
          </a:xfrm>
          <a:custGeom xmlns:a="http://schemas.openxmlformats.org/drawingml/2006/main">
            <a:pathLst>
              <a:path w="120455" h="125512">
                <a:moveTo>
                  <a:pt x="78066" y="0"/>
                </a:moveTo>
                <a:cubicBezTo>
                  <a:pt x="88855" y="0"/>
                  <a:pt x="97268" y="950"/>
                  <a:pt x="103306" y="2850"/>
                </a:cubicBezTo>
                <a:cubicBezTo>
                  <a:pt x="109344" y="4751"/>
                  <a:pt x="113712" y="7571"/>
                  <a:pt x="116409" y="11310"/>
                </a:cubicBezTo>
                <a:cubicBezTo>
                  <a:pt x="119106" y="15049"/>
                  <a:pt x="120455" y="19769"/>
                  <a:pt x="120455" y="25470"/>
                </a:cubicBezTo>
                <a:cubicBezTo>
                  <a:pt x="120455" y="33991"/>
                  <a:pt x="118110" y="41010"/>
                  <a:pt x="113421" y="46527"/>
                </a:cubicBezTo>
                <a:cubicBezTo>
                  <a:pt x="108731" y="52044"/>
                  <a:pt x="101176" y="56825"/>
                  <a:pt x="90755" y="60871"/>
                </a:cubicBezTo>
                <a:lnTo>
                  <a:pt x="90571" y="61883"/>
                </a:lnTo>
                <a:cubicBezTo>
                  <a:pt x="96333" y="64212"/>
                  <a:pt x="100793" y="67461"/>
                  <a:pt x="103950" y="71629"/>
                </a:cubicBezTo>
                <a:cubicBezTo>
                  <a:pt x="107107" y="75798"/>
                  <a:pt x="108685" y="80610"/>
                  <a:pt x="108685" y="86066"/>
                </a:cubicBezTo>
                <a:cubicBezTo>
                  <a:pt x="108685" y="93544"/>
                  <a:pt x="106892" y="100073"/>
                  <a:pt x="103306" y="105651"/>
                </a:cubicBezTo>
                <a:cubicBezTo>
                  <a:pt x="99720" y="111229"/>
                  <a:pt x="94004" y="115934"/>
                  <a:pt x="86157" y="119765"/>
                </a:cubicBezTo>
                <a:cubicBezTo>
                  <a:pt x="78311" y="123597"/>
                  <a:pt x="66235" y="125512"/>
                  <a:pt x="49929" y="125512"/>
                </a:cubicBezTo>
                <a:lnTo>
                  <a:pt x="0" y="125512"/>
                </a:lnTo>
                <a:lnTo>
                  <a:pt x="1287" y="119444"/>
                </a:lnTo>
                <a:cubicBezTo>
                  <a:pt x="4781" y="118463"/>
                  <a:pt x="7356" y="116746"/>
                  <a:pt x="9011" y="114294"/>
                </a:cubicBezTo>
                <a:cubicBezTo>
                  <a:pt x="10666" y="111842"/>
                  <a:pt x="12229" y="107306"/>
                  <a:pt x="13701" y="100686"/>
                </a:cubicBezTo>
                <a:lnTo>
                  <a:pt x="30436" y="24827"/>
                </a:lnTo>
                <a:cubicBezTo>
                  <a:pt x="31232" y="21210"/>
                  <a:pt x="31631" y="17624"/>
                  <a:pt x="31631" y="14068"/>
                </a:cubicBezTo>
                <a:cubicBezTo>
                  <a:pt x="31631" y="11494"/>
                  <a:pt x="31033" y="9609"/>
                  <a:pt x="29838" y="8413"/>
                </a:cubicBezTo>
                <a:cubicBezTo>
                  <a:pt x="28643" y="7218"/>
                  <a:pt x="26696" y="6437"/>
                  <a:pt x="23999" y="6069"/>
                </a:cubicBezTo>
                <a:lnTo>
                  <a:pt x="25286" y="0"/>
                </a:lnTo>
                <a:lnTo>
                  <a:pt x="78066" y="0"/>
                </a:lnTo>
                <a:moveTo>
                  <a:pt x="65377" y="54986"/>
                </a:moveTo>
                <a:cubicBezTo>
                  <a:pt x="70771" y="54986"/>
                  <a:pt x="75476" y="53776"/>
                  <a:pt x="79491" y="51354"/>
                </a:cubicBezTo>
                <a:cubicBezTo>
                  <a:pt x="83506" y="48933"/>
                  <a:pt x="86587" y="45577"/>
                  <a:pt x="88732" y="41286"/>
                </a:cubicBezTo>
                <a:cubicBezTo>
                  <a:pt x="90878" y="36995"/>
                  <a:pt x="91950" y="32060"/>
                  <a:pt x="91950" y="26482"/>
                </a:cubicBezTo>
                <a:cubicBezTo>
                  <a:pt x="91950" y="21210"/>
                  <a:pt x="90295" y="17271"/>
                  <a:pt x="86985" y="14666"/>
                </a:cubicBezTo>
                <a:cubicBezTo>
                  <a:pt x="83675" y="12061"/>
                  <a:pt x="78526" y="10758"/>
                  <a:pt x="71537" y="10758"/>
                </a:cubicBezTo>
                <a:cubicBezTo>
                  <a:pt x="67246" y="10758"/>
                  <a:pt x="63630" y="10911"/>
                  <a:pt x="60687" y="11218"/>
                </a:cubicBezTo>
                <a:lnTo>
                  <a:pt x="51032" y="54986"/>
                </a:lnTo>
                <a:lnTo>
                  <a:pt x="65377" y="54986"/>
                </a:lnTo>
                <a:moveTo>
                  <a:pt x="38067" y="114478"/>
                </a:moveTo>
                <a:cubicBezTo>
                  <a:pt x="40642" y="114662"/>
                  <a:pt x="44565" y="114754"/>
                  <a:pt x="49837" y="114754"/>
                </a:cubicBezTo>
                <a:cubicBezTo>
                  <a:pt x="57438" y="114754"/>
                  <a:pt x="63461" y="113344"/>
                  <a:pt x="67905" y="110524"/>
                </a:cubicBezTo>
                <a:cubicBezTo>
                  <a:pt x="72350" y="107705"/>
                  <a:pt x="75645" y="103751"/>
                  <a:pt x="77790" y="98663"/>
                </a:cubicBezTo>
                <a:cubicBezTo>
                  <a:pt x="79936" y="93575"/>
                  <a:pt x="81008" y="88364"/>
                  <a:pt x="81008" y="83031"/>
                </a:cubicBezTo>
                <a:cubicBezTo>
                  <a:pt x="81008" y="71507"/>
                  <a:pt x="74480" y="65745"/>
                  <a:pt x="61423" y="65745"/>
                </a:cubicBezTo>
                <a:lnTo>
                  <a:pt x="48734" y="65745"/>
                </a:lnTo>
                <a:lnTo>
                  <a:pt x="38067" y="11447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15">
            <a:extLst xmlns:a="http://schemas.openxmlformats.org/drawingml/2006/main">
              <a:ext uri="{FF2B5EF4-FFF2-40B4-BE49-F238E27FC236}">
                <a16:creationId xmlns:a16="http://schemas.microsoft.com/office/drawing/2014/main" id="{7D767B0F-C037-4725-B868-0D0BFD7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281" y="5217946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16">
            <a:extLst xmlns:a="http://schemas.openxmlformats.org/drawingml/2006/main">
              <a:ext uri="{FF2B5EF4-FFF2-40B4-BE49-F238E27FC236}">
                <a16:creationId xmlns:a16="http://schemas.microsoft.com/office/drawing/2014/main" id="{4E4BB32E-7B65-4E07-894D-9E81D42A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07" y="5146592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17">
            <a:extLst xmlns:a="http://schemas.openxmlformats.org/drawingml/2006/main">
              <a:ext uri="{FF2B5EF4-FFF2-40B4-BE49-F238E27FC236}">
                <a16:creationId xmlns:a16="http://schemas.microsoft.com/office/drawing/2014/main" id="{E01B1039-D123-4D7F-9349-28D91640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333" y="5026962"/>
            <a:ext cx="158596" cy="165419"/>
          </a:xfrm>
          <a:custGeom xmlns:a="http://schemas.openxmlformats.org/drawingml/2006/main">
            <a:pathLst>
              <a:path w="158596" h="165419">
                <a:moveTo>
                  <a:pt x="88438" y="91270"/>
                </a:moveTo>
                <a:lnTo>
                  <a:pt x="88438" y="165419"/>
                </a:lnTo>
                <a:lnTo>
                  <a:pt x="70158" y="165419"/>
                </a:lnTo>
                <a:lnTo>
                  <a:pt x="70158" y="91270"/>
                </a:lnTo>
                <a:lnTo>
                  <a:pt x="0" y="91270"/>
                </a:lnTo>
                <a:lnTo>
                  <a:pt x="0" y="74149"/>
                </a:lnTo>
                <a:lnTo>
                  <a:pt x="70158" y="74149"/>
                </a:lnTo>
                <a:lnTo>
                  <a:pt x="70158" y="0"/>
                </a:lnTo>
                <a:lnTo>
                  <a:pt x="88438" y="0"/>
                </a:lnTo>
                <a:lnTo>
                  <a:pt x="88438" y="74149"/>
                </a:lnTo>
                <a:lnTo>
                  <a:pt x="158596" y="74149"/>
                </a:lnTo>
                <a:lnTo>
                  <a:pt x="158596" y="91270"/>
                </a:lnTo>
                <a:lnTo>
                  <a:pt x="88438" y="91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18">
            <a:extLst xmlns:a="http://schemas.openxmlformats.org/drawingml/2006/main">
              <a:ext uri="{FF2B5EF4-FFF2-40B4-BE49-F238E27FC236}">
                <a16:creationId xmlns:a16="http://schemas.microsoft.com/office/drawing/2014/main" id="{282B2669-E80F-49A2-BC3B-3D12BF5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379" y="4999928"/>
            <a:ext cx="144693" cy="187174"/>
          </a:xfrm>
          <a:custGeom xmlns:a="http://schemas.openxmlformats.org/drawingml/2006/main">
            <a:pathLst>
              <a:path w="144693" h="187174">
                <a:moveTo>
                  <a:pt x="90884" y="107747"/>
                </a:moveTo>
                <a:cubicBezTo>
                  <a:pt x="71746" y="137270"/>
                  <a:pt x="55955" y="163059"/>
                  <a:pt x="43511" y="185115"/>
                </a:cubicBezTo>
                <a:lnTo>
                  <a:pt x="0" y="185115"/>
                </a:lnTo>
                <a:lnTo>
                  <a:pt x="2060" y="176618"/>
                </a:lnTo>
                <a:cubicBezTo>
                  <a:pt x="9183" y="167865"/>
                  <a:pt x="20511" y="153018"/>
                  <a:pt x="36045" y="132078"/>
                </a:cubicBezTo>
                <a:lnTo>
                  <a:pt x="91656" y="56513"/>
                </a:lnTo>
                <a:cubicBezTo>
                  <a:pt x="90712" y="45356"/>
                  <a:pt x="89661" y="37504"/>
                  <a:pt x="88502" y="32955"/>
                </a:cubicBezTo>
                <a:cubicBezTo>
                  <a:pt x="87344" y="28407"/>
                  <a:pt x="85777" y="25188"/>
                  <a:pt x="83804" y="23300"/>
                </a:cubicBezTo>
                <a:cubicBezTo>
                  <a:pt x="81830" y="21412"/>
                  <a:pt x="79169" y="20468"/>
                  <a:pt x="75822" y="20468"/>
                </a:cubicBezTo>
                <a:cubicBezTo>
                  <a:pt x="72389" y="20468"/>
                  <a:pt x="69128" y="21305"/>
                  <a:pt x="66039" y="22978"/>
                </a:cubicBezTo>
                <a:cubicBezTo>
                  <a:pt x="62949" y="24652"/>
                  <a:pt x="58787" y="27720"/>
                  <a:pt x="53552" y="32183"/>
                </a:cubicBezTo>
                <a:lnTo>
                  <a:pt x="44541" y="22270"/>
                </a:lnTo>
                <a:cubicBezTo>
                  <a:pt x="51921" y="15405"/>
                  <a:pt x="57392" y="10663"/>
                  <a:pt x="60954" y="8046"/>
                </a:cubicBezTo>
                <a:cubicBezTo>
                  <a:pt x="64515" y="5428"/>
                  <a:pt x="68120" y="3433"/>
                  <a:pt x="71767" y="2060"/>
                </a:cubicBezTo>
                <a:cubicBezTo>
                  <a:pt x="75415" y="687"/>
                  <a:pt x="79427" y="0"/>
                  <a:pt x="83804" y="0"/>
                </a:cubicBezTo>
                <a:cubicBezTo>
                  <a:pt x="89811" y="0"/>
                  <a:pt x="94874" y="1373"/>
                  <a:pt x="98994" y="4119"/>
                </a:cubicBezTo>
                <a:cubicBezTo>
                  <a:pt x="103113" y="6866"/>
                  <a:pt x="106138" y="12101"/>
                  <a:pt x="108069" y="19825"/>
                </a:cubicBezTo>
                <a:cubicBezTo>
                  <a:pt x="110000" y="27548"/>
                  <a:pt x="110966" y="39649"/>
                  <a:pt x="110966" y="56127"/>
                </a:cubicBezTo>
                <a:cubicBezTo>
                  <a:pt x="110966" y="67369"/>
                  <a:pt x="110751" y="80414"/>
                  <a:pt x="110322" y="95261"/>
                </a:cubicBezTo>
                <a:cubicBezTo>
                  <a:pt x="109893" y="110022"/>
                  <a:pt x="109678" y="121650"/>
                  <a:pt x="109678" y="130147"/>
                </a:cubicBezTo>
                <a:cubicBezTo>
                  <a:pt x="109678" y="139930"/>
                  <a:pt x="109850" y="147118"/>
                  <a:pt x="110193" y="151709"/>
                </a:cubicBezTo>
                <a:cubicBezTo>
                  <a:pt x="110537" y="156300"/>
                  <a:pt x="111073" y="159776"/>
                  <a:pt x="111802" y="162136"/>
                </a:cubicBezTo>
                <a:cubicBezTo>
                  <a:pt x="112532" y="164496"/>
                  <a:pt x="113476" y="166148"/>
                  <a:pt x="114635" y="167092"/>
                </a:cubicBezTo>
                <a:cubicBezTo>
                  <a:pt x="115793" y="168036"/>
                  <a:pt x="117445" y="168508"/>
                  <a:pt x="119591" y="168508"/>
                </a:cubicBezTo>
                <a:cubicBezTo>
                  <a:pt x="121994" y="168508"/>
                  <a:pt x="124525" y="167543"/>
                  <a:pt x="127186" y="165612"/>
                </a:cubicBezTo>
                <a:cubicBezTo>
                  <a:pt x="129846" y="163681"/>
                  <a:pt x="132592" y="161171"/>
                  <a:pt x="135425" y="158081"/>
                </a:cubicBezTo>
                <a:lnTo>
                  <a:pt x="144693" y="167350"/>
                </a:lnTo>
                <a:cubicBezTo>
                  <a:pt x="136969" y="174473"/>
                  <a:pt x="130297" y="179558"/>
                  <a:pt x="124676" y="182604"/>
                </a:cubicBezTo>
                <a:cubicBezTo>
                  <a:pt x="119054" y="185651"/>
                  <a:pt x="113412" y="187174"/>
                  <a:pt x="107747" y="187174"/>
                </a:cubicBezTo>
                <a:cubicBezTo>
                  <a:pt x="101225" y="187174"/>
                  <a:pt x="96548" y="184750"/>
                  <a:pt x="93716" y="179901"/>
                </a:cubicBezTo>
                <a:cubicBezTo>
                  <a:pt x="90884" y="175052"/>
                  <a:pt x="89468" y="167350"/>
                  <a:pt x="89468" y="156794"/>
                </a:cubicBezTo>
                <a:cubicBezTo>
                  <a:pt x="89468" y="148641"/>
                  <a:pt x="90369" y="132292"/>
                  <a:pt x="92171" y="107747"/>
                </a:cubicBezTo>
                <a:lnTo>
                  <a:pt x="90884" y="107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19">
            <a:extLst xmlns:a="http://schemas.openxmlformats.org/drawingml/2006/main">
              <a:ext uri="{FF2B5EF4-FFF2-40B4-BE49-F238E27FC236}">
                <a16:creationId xmlns:a16="http://schemas.microsoft.com/office/drawing/2014/main" id="{0A1DC843-ADD8-4319-8471-1A272EE0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677" y="5007266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0">
            <a:extLst xmlns:a="http://schemas.openxmlformats.org/drawingml/2006/main">
              <a:ext uri="{FF2B5EF4-FFF2-40B4-BE49-F238E27FC236}">
                <a16:creationId xmlns:a16="http://schemas.microsoft.com/office/drawing/2014/main" id="{5E203A5A-3FA6-4124-A19C-B888A12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202" y="5113122"/>
            <a:ext cx="115490" cy="126156"/>
          </a:xfrm>
          <a:custGeom xmlns:a="http://schemas.openxmlformats.org/drawingml/2006/main">
            <a:pathLst>
              <a:path w="115490" h="126156">
                <a:moveTo>
                  <a:pt x="78158" y="87261"/>
                </a:moveTo>
                <a:lnTo>
                  <a:pt x="42205" y="87261"/>
                </a:lnTo>
                <a:lnTo>
                  <a:pt x="40918" y="89560"/>
                </a:lnTo>
                <a:cubicBezTo>
                  <a:pt x="37485" y="95751"/>
                  <a:pt x="35202" y="100440"/>
                  <a:pt x="34068" y="103628"/>
                </a:cubicBezTo>
                <a:cubicBezTo>
                  <a:pt x="32934" y="106816"/>
                  <a:pt x="32367" y="109758"/>
                  <a:pt x="32367" y="112455"/>
                </a:cubicBezTo>
                <a:cubicBezTo>
                  <a:pt x="32367" y="116869"/>
                  <a:pt x="34972" y="119413"/>
                  <a:pt x="40182" y="120087"/>
                </a:cubicBezTo>
                <a:lnTo>
                  <a:pt x="38803" y="126156"/>
                </a:lnTo>
                <a:lnTo>
                  <a:pt x="0" y="126156"/>
                </a:lnTo>
                <a:lnTo>
                  <a:pt x="1379" y="120087"/>
                </a:lnTo>
                <a:cubicBezTo>
                  <a:pt x="3525" y="119597"/>
                  <a:pt x="5410" y="118769"/>
                  <a:pt x="7034" y="117605"/>
                </a:cubicBezTo>
                <a:cubicBezTo>
                  <a:pt x="8659" y="116440"/>
                  <a:pt x="10206" y="114861"/>
                  <a:pt x="11678" y="112869"/>
                </a:cubicBezTo>
                <a:cubicBezTo>
                  <a:pt x="13149" y="110877"/>
                  <a:pt x="15233" y="107459"/>
                  <a:pt x="17930" y="102617"/>
                </a:cubicBezTo>
                <a:lnTo>
                  <a:pt x="75032" y="0"/>
                </a:lnTo>
                <a:lnTo>
                  <a:pt x="101513" y="0"/>
                </a:lnTo>
                <a:lnTo>
                  <a:pt x="105467" y="98295"/>
                </a:lnTo>
                <a:cubicBezTo>
                  <a:pt x="105590" y="101789"/>
                  <a:pt x="105835" y="104931"/>
                  <a:pt x="106203" y="107720"/>
                </a:cubicBezTo>
                <a:cubicBezTo>
                  <a:pt x="106570" y="110509"/>
                  <a:pt x="107153" y="112792"/>
                  <a:pt x="107950" y="114570"/>
                </a:cubicBezTo>
                <a:cubicBezTo>
                  <a:pt x="108747" y="116348"/>
                  <a:pt x="109743" y="117651"/>
                  <a:pt x="110938" y="118478"/>
                </a:cubicBezTo>
                <a:cubicBezTo>
                  <a:pt x="112133" y="119306"/>
                  <a:pt x="113651" y="119842"/>
                  <a:pt x="115490" y="120087"/>
                </a:cubicBezTo>
                <a:lnTo>
                  <a:pt x="114110" y="126156"/>
                </a:lnTo>
                <a:lnTo>
                  <a:pt x="66572" y="126156"/>
                </a:lnTo>
                <a:lnTo>
                  <a:pt x="67951" y="120087"/>
                </a:lnTo>
                <a:cubicBezTo>
                  <a:pt x="70649" y="119903"/>
                  <a:pt x="72779" y="119214"/>
                  <a:pt x="74342" y="118018"/>
                </a:cubicBezTo>
                <a:cubicBezTo>
                  <a:pt x="75905" y="116823"/>
                  <a:pt x="76993" y="115198"/>
                  <a:pt x="77606" y="113145"/>
                </a:cubicBezTo>
                <a:cubicBezTo>
                  <a:pt x="78219" y="111091"/>
                  <a:pt x="78526" y="108226"/>
                  <a:pt x="78526" y="104548"/>
                </a:cubicBezTo>
                <a:cubicBezTo>
                  <a:pt x="78526" y="101912"/>
                  <a:pt x="78464" y="99153"/>
                  <a:pt x="78342" y="96272"/>
                </a:cubicBezTo>
                <a:lnTo>
                  <a:pt x="78158" y="87261"/>
                </a:lnTo>
                <a:moveTo>
                  <a:pt x="47906" y="76503"/>
                </a:moveTo>
                <a:lnTo>
                  <a:pt x="77882" y="76503"/>
                </a:lnTo>
                <a:lnTo>
                  <a:pt x="77514" y="54435"/>
                </a:lnTo>
                <a:cubicBezTo>
                  <a:pt x="77392" y="46588"/>
                  <a:pt x="77330" y="40090"/>
                  <a:pt x="77330" y="34941"/>
                </a:cubicBezTo>
                <a:cubicBezTo>
                  <a:pt x="77330" y="31018"/>
                  <a:pt x="77361" y="27003"/>
                  <a:pt x="77422" y="22896"/>
                </a:cubicBezTo>
                <a:lnTo>
                  <a:pt x="76319" y="22896"/>
                </a:lnTo>
                <a:lnTo>
                  <a:pt x="47906" y="7650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1">
            <a:extLst xmlns:a="http://schemas.openxmlformats.org/drawingml/2006/main">
              <a:ext uri="{FF2B5EF4-FFF2-40B4-BE49-F238E27FC236}">
                <a16:creationId xmlns:a16="http://schemas.microsoft.com/office/drawing/2014/main" id="{E68AAF59-EC94-4C90-A23B-1038369F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717" y="5217946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2">
            <a:extLst xmlns:a="http://schemas.openxmlformats.org/drawingml/2006/main">
              <a:ext uri="{FF2B5EF4-FFF2-40B4-BE49-F238E27FC236}">
                <a16:creationId xmlns:a16="http://schemas.microsoft.com/office/drawing/2014/main" id="{2316ADDC-A217-4FFB-9D32-5D0B496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641" y="5146592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23">
            <a:extLst xmlns:a="http://schemas.openxmlformats.org/drawingml/2006/main">
              <a:ext uri="{FF2B5EF4-FFF2-40B4-BE49-F238E27FC236}">
                <a16:creationId xmlns:a16="http://schemas.microsoft.com/office/drawing/2014/main" id="{FA41B72D-6D96-496D-8618-5D1A6CDA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5" y="5607728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19798" y="375378"/>
                </a:moveTo>
                <a:lnTo>
                  <a:pt x="302774" y="375378"/>
                </a:lnTo>
                <a:lnTo>
                  <a:pt x="302774" y="363461"/>
                </a:lnTo>
                <a:cubicBezTo>
                  <a:pt x="296742" y="361696"/>
                  <a:pt x="292402" y="360114"/>
                  <a:pt x="289754" y="358717"/>
                </a:cubicBezTo>
                <a:cubicBezTo>
                  <a:pt x="287106" y="357319"/>
                  <a:pt x="285120" y="355591"/>
                  <a:pt x="283796" y="353531"/>
                </a:cubicBezTo>
                <a:cubicBezTo>
                  <a:pt x="282619" y="351618"/>
                  <a:pt x="281773" y="348786"/>
                  <a:pt x="281258" y="345035"/>
                </a:cubicBezTo>
                <a:cubicBezTo>
                  <a:pt x="280743" y="341283"/>
                  <a:pt x="280485" y="335288"/>
                  <a:pt x="280485" y="327049"/>
                </a:cubicBezTo>
                <a:lnTo>
                  <a:pt x="280485" y="298581"/>
                </a:lnTo>
                <a:lnTo>
                  <a:pt x="325946" y="298581"/>
                </a:lnTo>
                <a:lnTo>
                  <a:pt x="328373" y="256652"/>
                </a:lnTo>
                <a:lnTo>
                  <a:pt x="308291" y="256652"/>
                </a:lnTo>
                <a:cubicBezTo>
                  <a:pt x="306820" y="261801"/>
                  <a:pt x="305312" y="265737"/>
                  <a:pt x="303767" y="268458"/>
                </a:cubicBezTo>
                <a:cubicBezTo>
                  <a:pt x="302223" y="271180"/>
                  <a:pt x="300457" y="273166"/>
                  <a:pt x="298471" y="274417"/>
                </a:cubicBezTo>
                <a:cubicBezTo>
                  <a:pt x="296485" y="275667"/>
                  <a:pt x="294094" y="276403"/>
                  <a:pt x="291299" y="276624"/>
                </a:cubicBezTo>
                <a:cubicBezTo>
                  <a:pt x="288504" y="276844"/>
                  <a:pt x="285193" y="276955"/>
                  <a:pt x="281368" y="276955"/>
                </a:cubicBezTo>
                <a:lnTo>
                  <a:pt x="280485" y="276955"/>
                </a:lnTo>
                <a:lnTo>
                  <a:pt x="280485" y="117182"/>
                </a:lnTo>
                <a:lnTo>
                  <a:pt x="248487" y="117182"/>
                </a:lnTo>
                <a:lnTo>
                  <a:pt x="136601" y="282692"/>
                </a:lnTo>
                <a:lnTo>
                  <a:pt x="136601" y="298581"/>
                </a:lnTo>
                <a:lnTo>
                  <a:pt x="241866" y="298581"/>
                </a:lnTo>
                <a:lnTo>
                  <a:pt x="241866" y="327049"/>
                </a:lnTo>
                <a:cubicBezTo>
                  <a:pt x="241866" y="332345"/>
                  <a:pt x="241756" y="336722"/>
                  <a:pt x="241535" y="340180"/>
                </a:cubicBezTo>
                <a:cubicBezTo>
                  <a:pt x="241315" y="343637"/>
                  <a:pt x="240984" y="346469"/>
                  <a:pt x="240542" y="348676"/>
                </a:cubicBezTo>
                <a:cubicBezTo>
                  <a:pt x="240101" y="350883"/>
                  <a:pt x="239476" y="352611"/>
                  <a:pt x="238666" y="353862"/>
                </a:cubicBezTo>
                <a:cubicBezTo>
                  <a:pt x="237857" y="355112"/>
                  <a:pt x="236864" y="356179"/>
                  <a:pt x="235687" y="357062"/>
                </a:cubicBezTo>
                <a:cubicBezTo>
                  <a:pt x="232892" y="359416"/>
                  <a:pt x="227596" y="361475"/>
                  <a:pt x="219798" y="363241"/>
                </a:cubicBezTo>
                <a:lnTo>
                  <a:pt x="219798" y="375378"/>
                </a:lnTo>
                <a:moveTo>
                  <a:pt x="174117" y="276513"/>
                </a:moveTo>
                <a:lnTo>
                  <a:pt x="243190" y="168821"/>
                </a:lnTo>
                <a:cubicBezTo>
                  <a:pt x="243043" y="172646"/>
                  <a:pt x="242896" y="177170"/>
                  <a:pt x="242749" y="182393"/>
                </a:cubicBezTo>
                <a:cubicBezTo>
                  <a:pt x="242602" y="187616"/>
                  <a:pt x="242455" y="193133"/>
                  <a:pt x="242308" y="198944"/>
                </a:cubicBezTo>
                <a:cubicBezTo>
                  <a:pt x="242161" y="204755"/>
                  <a:pt x="242050" y="210566"/>
                  <a:pt x="241977" y="216378"/>
                </a:cubicBezTo>
                <a:cubicBezTo>
                  <a:pt x="241903" y="222189"/>
                  <a:pt x="241866" y="227596"/>
                  <a:pt x="241866" y="232598"/>
                </a:cubicBezTo>
                <a:lnTo>
                  <a:pt x="241866" y="276955"/>
                </a:lnTo>
                <a:lnTo>
                  <a:pt x="174117" y="276955"/>
                </a:lnTo>
                <a:lnTo>
                  <a:pt x="174117" y="276513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24">
            <a:extLst xmlns:a="http://schemas.openxmlformats.org/drawingml/2006/main">
              <a:ext uri="{FF2B5EF4-FFF2-40B4-BE49-F238E27FC236}">
                <a16:creationId xmlns:a16="http://schemas.microsoft.com/office/drawing/2014/main" id="{12DEF7D6-E0E1-4937-BE7F-031599A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3" y="6193167"/>
            <a:ext cx="7533077" cy="1353769"/>
          </a:xfrm>
          <a:custGeom xmlns:a="http://schemas.openxmlformats.org/drawingml/2006/main">
            <a:pathLst>
              <a:path w="7533077" h="1353769">
                <a:moveTo>
                  <a:pt x="0" y="114093"/>
                </a:moveTo>
                <a:cubicBezTo>
                  <a:pt x="0" y="51081"/>
                  <a:pt x="51081" y="0"/>
                  <a:pt x="114092" y="0"/>
                </a:cubicBezTo>
                <a:lnTo>
                  <a:pt x="7418985" y="0"/>
                </a:lnTo>
                <a:cubicBezTo>
                  <a:pt x="7481997" y="0"/>
                  <a:pt x="7533077" y="51081"/>
                  <a:pt x="7533077" y="114093"/>
                </a:cubicBezTo>
                <a:lnTo>
                  <a:pt x="7533077" y="1239676"/>
                </a:lnTo>
                <a:cubicBezTo>
                  <a:pt x="7533077" y="1302688"/>
                  <a:pt x="7481997" y="1353769"/>
                  <a:pt x="7418985" y="1353769"/>
                </a:cubicBezTo>
                <a:lnTo>
                  <a:pt x="114092" y="1353769"/>
                </a:lnTo>
                <a:cubicBezTo>
                  <a:pt x="51081" y="1353769"/>
                  <a:pt x="0" y="1302688"/>
                  <a:pt x="0" y="1239676"/>
                </a:cubicBezTo>
                <a:lnTo>
                  <a:pt x="0" y="1140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25">
            <a:extLst xmlns:a="http://schemas.openxmlformats.org/drawingml/2006/main">
              <a:ext uri="{FF2B5EF4-FFF2-40B4-BE49-F238E27FC236}">
                <a16:creationId xmlns:a16="http://schemas.microsoft.com/office/drawing/2014/main" id="{8DEC5EEE-CE91-426E-8A6B-DBFE265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3" y="6193167"/>
            <a:ext cx="7533077" cy="1353769"/>
          </a:xfrm>
          <a:custGeom xmlns:a="http://schemas.openxmlformats.org/drawingml/2006/main">
            <a:pathLst>
              <a:path w="7533077" h="1353769">
                <a:moveTo>
                  <a:pt x="0" y="114092"/>
                </a:moveTo>
                <a:cubicBezTo>
                  <a:pt x="0" y="51081"/>
                  <a:pt x="51081" y="0"/>
                  <a:pt x="114092" y="0"/>
                </a:cubicBezTo>
                <a:lnTo>
                  <a:pt x="7418985" y="0"/>
                </a:lnTo>
                <a:cubicBezTo>
                  <a:pt x="7481996" y="0"/>
                  <a:pt x="7533077" y="51081"/>
                  <a:pt x="7533077" y="114092"/>
                </a:cubicBezTo>
                <a:lnTo>
                  <a:pt x="7533077" y="1239676"/>
                </a:lnTo>
                <a:cubicBezTo>
                  <a:pt x="7533077" y="1302688"/>
                  <a:pt x="7481996" y="1353769"/>
                  <a:pt x="7418985" y="1353769"/>
                </a:cubicBezTo>
                <a:lnTo>
                  <a:pt x="114092" y="1353769"/>
                </a:lnTo>
                <a:cubicBezTo>
                  <a:pt x="51081" y="1353769"/>
                  <a:pt x="0" y="1302688"/>
                  <a:pt x="0" y="1239676"/>
                </a:cubicBezTo>
                <a:lnTo>
                  <a:pt x="0" y="114092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340" name="path-326">
            <a:extLst xmlns:a="http://schemas.openxmlformats.org/drawingml/2006/main">
              <a:ext uri="{FF2B5EF4-FFF2-40B4-BE49-F238E27FC236}">
                <a16:creationId xmlns:a16="http://schemas.microsoft.com/office/drawing/2014/main" id="{CCD4CE93-0BE5-4EFA-BD93-A37AE45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974" y="6606080"/>
            <a:ext cx="223623" cy="225977"/>
          </a:xfrm>
          <a:custGeom xmlns:a="http://schemas.openxmlformats.org/drawingml/2006/main">
            <a:pathLst>
              <a:path w="223623" h="225977">
                <a:moveTo>
                  <a:pt x="0" y="0"/>
                </a:moveTo>
                <a:lnTo>
                  <a:pt x="223623" y="0"/>
                </a:lnTo>
                <a:lnTo>
                  <a:pt x="223623" y="225977"/>
                </a:lnTo>
                <a:lnTo>
                  <a:pt x="0" y="225977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27">
            <a:extLst xmlns:a="http://schemas.openxmlformats.org/drawingml/2006/main">
              <a:ext uri="{FF2B5EF4-FFF2-40B4-BE49-F238E27FC236}">
                <a16:creationId xmlns:a16="http://schemas.microsoft.com/office/drawing/2014/main" id="{27B13548-1E32-4C39-B194-A968CA3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597" y="6771043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28">
            <a:extLst xmlns:a="http://schemas.openxmlformats.org/drawingml/2006/main">
              <a:ext uri="{FF2B5EF4-FFF2-40B4-BE49-F238E27FC236}">
                <a16:creationId xmlns:a16="http://schemas.microsoft.com/office/drawing/2014/main" id="{1610249B-E8F5-42EE-9958-0181AD0E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00" y="6921695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29">
            <a:extLst xmlns:a="http://schemas.openxmlformats.org/drawingml/2006/main">
              <a:ext uri="{FF2B5EF4-FFF2-40B4-BE49-F238E27FC236}">
                <a16:creationId xmlns:a16="http://schemas.microsoft.com/office/drawing/2014/main" id="{614D5331-8B6C-4FD3-8CBA-318CCFE8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187" y="6827537"/>
            <a:ext cx="131821" cy="112989"/>
          </a:xfrm>
          <a:custGeom xmlns:a="http://schemas.openxmlformats.org/drawingml/2006/main">
            <a:pathLst>
              <a:path w="131821" h="112989">
                <a:moveTo>
                  <a:pt x="0" y="0"/>
                </a:moveTo>
                <a:lnTo>
                  <a:pt x="131821" y="0"/>
                </a:lnTo>
                <a:lnTo>
                  <a:pt x="131821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30">
            <a:extLst xmlns:a="http://schemas.openxmlformats.org/drawingml/2006/main">
              <a:ext uri="{FF2B5EF4-FFF2-40B4-BE49-F238E27FC236}">
                <a16:creationId xmlns:a16="http://schemas.microsoft.com/office/drawing/2014/main" id="{DA7ABF1E-EE9C-4EE8-A101-604BC289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597" y="6481887"/>
            <a:ext cx="484910" cy="207146"/>
          </a:xfrm>
          <a:custGeom xmlns:a="http://schemas.openxmlformats.org/drawingml/2006/main">
            <a:pathLst>
              <a:path w="484910" h="207146">
                <a:moveTo>
                  <a:pt x="0" y="0"/>
                </a:moveTo>
                <a:lnTo>
                  <a:pt x="484910" y="0"/>
                </a:lnTo>
                <a:lnTo>
                  <a:pt x="484910" y="207146"/>
                </a:lnTo>
                <a:lnTo>
                  <a:pt x="0" y="207146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1">
            <a:extLst xmlns:a="http://schemas.openxmlformats.org/drawingml/2006/main">
              <a:ext uri="{FF2B5EF4-FFF2-40B4-BE49-F238E27FC236}">
                <a16:creationId xmlns:a16="http://schemas.microsoft.com/office/drawing/2014/main" id="{4FFA3841-4C45-4DDC-949B-6A536F2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412" y="6662574"/>
            <a:ext cx="228332" cy="169483"/>
          </a:xfrm>
          <a:custGeom xmlns:a="http://schemas.openxmlformats.org/drawingml/2006/main">
            <a:pathLst>
              <a:path w="228332" h="169483">
                <a:moveTo>
                  <a:pt x="0" y="0"/>
                </a:moveTo>
                <a:lnTo>
                  <a:pt x="228332" y="0"/>
                </a:lnTo>
                <a:lnTo>
                  <a:pt x="228332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32">
            <a:extLst xmlns:a="http://schemas.openxmlformats.org/drawingml/2006/main">
              <a:ext uri="{FF2B5EF4-FFF2-40B4-BE49-F238E27FC236}">
                <a16:creationId xmlns:a16="http://schemas.microsoft.com/office/drawing/2014/main" id="{6BB56D70-6E89-4B28-A953-0C48983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44" y="6606080"/>
            <a:ext cx="265994" cy="225977"/>
          </a:xfrm>
          <a:custGeom xmlns:a="http://schemas.openxmlformats.org/drawingml/2006/main">
            <a:pathLst>
              <a:path w="265994" h="225977">
                <a:moveTo>
                  <a:pt x="0" y="0"/>
                </a:moveTo>
                <a:lnTo>
                  <a:pt x="265994" y="0"/>
                </a:lnTo>
                <a:lnTo>
                  <a:pt x="265994" y="225977"/>
                </a:lnTo>
                <a:lnTo>
                  <a:pt x="0" y="225977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33">
            <a:extLst xmlns:a="http://schemas.openxmlformats.org/drawingml/2006/main">
              <a:ext uri="{FF2B5EF4-FFF2-40B4-BE49-F238E27FC236}">
                <a16:creationId xmlns:a16="http://schemas.microsoft.com/office/drawing/2014/main" id="{012215A4-E353-44CD-9CAB-E1ACCA0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738" y="6731780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34">
            <a:extLst xmlns:a="http://schemas.openxmlformats.org/drawingml/2006/main">
              <a:ext uri="{FF2B5EF4-FFF2-40B4-BE49-F238E27FC236}">
                <a16:creationId xmlns:a16="http://schemas.microsoft.com/office/drawing/2014/main" id="{D261BF5A-DEB7-46D0-A21C-3A24160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541" y="6882431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35">
            <a:extLst xmlns:a="http://schemas.openxmlformats.org/drawingml/2006/main">
              <a:ext uri="{FF2B5EF4-FFF2-40B4-BE49-F238E27FC236}">
                <a16:creationId xmlns:a16="http://schemas.microsoft.com/office/drawing/2014/main" id="{94C5F1E9-966C-4B29-98E6-2B21FC79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27" y="6788274"/>
            <a:ext cx="131820" cy="112989"/>
          </a:xfrm>
          <a:custGeom xmlns:a="http://schemas.openxmlformats.org/drawingml/2006/main">
            <a:pathLst>
              <a:path w="131820" h="112989">
                <a:moveTo>
                  <a:pt x="0" y="0"/>
                </a:moveTo>
                <a:lnTo>
                  <a:pt x="131820" y="0"/>
                </a:lnTo>
                <a:lnTo>
                  <a:pt x="131820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36">
            <a:extLst xmlns:a="http://schemas.openxmlformats.org/drawingml/2006/main">
              <a:ext uri="{FF2B5EF4-FFF2-40B4-BE49-F238E27FC236}">
                <a16:creationId xmlns:a16="http://schemas.microsoft.com/office/drawing/2014/main" id="{0A1DD356-A65F-40FC-9413-D50C1062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177" y="6587249"/>
            <a:ext cx="197730" cy="244809"/>
          </a:xfrm>
          <a:custGeom xmlns:a="http://schemas.openxmlformats.org/drawingml/2006/main">
            <a:pathLst>
              <a:path w="197730" h="244809">
                <a:moveTo>
                  <a:pt x="0" y="0"/>
                </a:moveTo>
                <a:lnTo>
                  <a:pt x="197730" y="0"/>
                </a:lnTo>
                <a:lnTo>
                  <a:pt x="197730" y="244809"/>
                </a:lnTo>
                <a:lnTo>
                  <a:pt x="0" y="244809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37">
            <a:extLst xmlns:a="http://schemas.openxmlformats.org/drawingml/2006/main">
              <a:ext uri="{FF2B5EF4-FFF2-40B4-BE49-F238E27FC236}">
                <a16:creationId xmlns:a16="http://schemas.microsoft.com/office/drawing/2014/main" id="{76936C30-C435-485C-AD52-4904FBC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07" y="6744962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38">
            <a:extLst xmlns:a="http://schemas.openxmlformats.org/drawingml/2006/main">
              <a:ext uri="{FF2B5EF4-FFF2-40B4-BE49-F238E27FC236}">
                <a16:creationId xmlns:a16="http://schemas.microsoft.com/office/drawing/2014/main" id="{FE84DCCA-4DF3-4241-BA7C-C9039FE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10" y="6876782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39">
            <a:extLst xmlns:a="http://schemas.openxmlformats.org/drawingml/2006/main">
              <a:ext uri="{FF2B5EF4-FFF2-40B4-BE49-F238E27FC236}">
                <a16:creationId xmlns:a16="http://schemas.microsoft.com/office/drawing/2014/main" id="{BC26CEAF-5D68-4BC6-9C95-C22BA81D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496" y="6782624"/>
            <a:ext cx="131820" cy="131820"/>
          </a:xfrm>
          <a:custGeom xmlns:a="http://schemas.openxmlformats.org/drawingml/2006/main">
            <a:pathLst>
              <a:path w="131820" h="131820">
                <a:moveTo>
                  <a:pt x="0" y="0"/>
                </a:moveTo>
                <a:lnTo>
                  <a:pt x="131820" y="0"/>
                </a:lnTo>
                <a:lnTo>
                  <a:pt x="131820" y="131820"/>
                </a:lnTo>
                <a:lnTo>
                  <a:pt x="0" y="131820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0">
            <a:extLst xmlns:a="http://schemas.openxmlformats.org/drawingml/2006/main">
              <a:ext uri="{FF2B5EF4-FFF2-40B4-BE49-F238E27FC236}">
                <a16:creationId xmlns:a16="http://schemas.microsoft.com/office/drawing/2014/main" id="{25B0CFC1-8AF8-44F6-A91A-07BD581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317" y="6876782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1">
            <a:extLst xmlns:a="http://schemas.openxmlformats.org/drawingml/2006/main">
              <a:ext uri="{FF2B5EF4-FFF2-40B4-BE49-F238E27FC236}">
                <a16:creationId xmlns:a16="http://schemas.microsoft.com/office/drawing/2014/main" id="{181DF84A-D3B3-4CFC-AFD4-ED7C65E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103" y="6763793"/>
            <a:ext cx="103573" cy="150651"/>
          </a:xfrm>
          <a:custGeom xmlns:a="http://schemas.openxmlformats.org/drawingml/2006/main">
            <a:pathLst>
              <a:path w="103573" h="150651">
                <a:moveTo>
                  <a:pt x="0" y="0"/>
                </a:moveTo>
                <a:lnTo>
                  <a:pt x="103573" y="0"/>
                </a:lnTo>
                <a:lnTo>
                  <a:pt x="103573" y="150651"/>
                </a:lnTo>
                <a:lnTo>
                  <a:pt x="0" y="15065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2">
            <a:extLst xmlns:a="http://schemas.openxmlformats.org/drawingml/2006/main">
              <a:ext uri="{FF2B5EF4-FFF2-40B4-BE49-F238E27FC236}">
                <a16:creationId xmlns:a16="http://schemas.microsoft.com/office/drawing/2014/main" id="{F983C967-077F-428C-986C-D11ADAB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07" y="6525293"/>
            <a:ext cx="451954" cy="169483"/>
          </a:xfrm>
          <a:custGeom xmlns:a="http://schemas.openxmlformats.org/drawingml/2006/main">
            <a:pathLst>
              <a:path w="451954" h="169483">
                <a:moveTo>
                  <a:pt x="0" y="0"/>
                </a:moveTo>
                <a:lnTo>
                  <a:pt x="451954" y="0"/>
                </a:lnTo>
                <a:lnTo>
                  <a:pt x="451954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43">
            <a:extLst xmlns:a="http://schemas.openxmlformats.org/drawingml/2006/main">
              <a:ext uri="{FF2B5EF4-FFF2-40B4-BE49-F238E27FC236}">
                <a16:creationId xmlns:a16="http://schemas.microsoft.com/office/drawing/2014/main" id="{0B58EACC-FDC6-42DA-9EFF-82E88A81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67" y="6662574"/>
            <a:ext cx="204792" cy="244809"/>
          </a:xfrm>
          <a:custGeom xmlns:a="http://schemas.openxmlformats.org/drawingml/2006/main">
            <a:pathLst>
              <a:path w="204792" h="244809">
                <a:moveTo>
                  <a:pt x="0" y="0"/>
                </a:moveTo>
                <a:lnTo>
                  <a:pt x="204792" y="0"/>
                </a:lnTo>
                <a:lnTo>
                  <a:pt x="204792" y="244809"/>
                </a:lnTo>
                <a:lnTo>
                  <a:pt x="0" y="244809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44">
            <a:extLst xmlns:a="http://schemas.openxmlformats.org/drawingml/2006/main">
              <a:ext uri="{FF2B5EF4-FFF2-40B4-BE49-F238E27FC236}">
                <a16:creationId xmlns:a16="http://schemas.microsoft.com/office/drawing/2014/main" id="{126497D3-C3DC-4D75-A035-6FC26C7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59" y="6662574"/>
            <a:ext cx="171837" cy="169483"/>
          </a:xfrm>
          <a:custGeom xmlns:a="http://schemas.openxmlformats.org/drawingml/2006/main">
            <a:pathLst>
              <a:path w="171837" h="169483">
                <a:moveTo>
                  <a:pt x="0" y="0"/>
                </a:moveTo>
                <a:lnTo>
                  <a:pt x="171837" y="0"/>
                </a:lnTo>
                <a:lnTo>
                  <a:pt x="171837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45">
            <a:extLst xmlns:a="http://schemas.openxmlformats.org/drawingml/2006/main">
              <a:ext uri="{FF2B5EF4-FFF2-40B4-BE49-F238E27FC236}">
                <a16:creationId xmlns:a16="http://schemas.microsoft.com/office/drawing/2014/main" id="{ABB8F776-E748-4084-AE08-F4DD648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396" y="6731780"/>
            <a:ext cx="91802" cy="169483"/>
          </a:xfrm>
          <a:custGeom xmlns:a="http://schemas.openxmlformats.org/drawingml/2006/main">
            <a:pathLst>
              <a:path w="91802" h="169483">
                <a:moveTo>
                  <a:pt x="0" y="0"/>
                </a:moveTo>
                <a:lnTo>
                  <a:pt x="91802" y="0"/>
                </a:lnTo>
                <a:lnTo>
                  <a:pt x="91802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46">
            <a:extLst xmlns:a="http://schemas.openxmlformats.org/drawingml/2006/main">
              <a:ext uri="{FF2B5EF4-FFF2-40B4-BE49-F238E27FC236}">
                <a16:creationId xmlns:a16="http://schemas.microsoft.com/office/drawing/2014/main" id="{356F4D7A-51E5-4EBC-92BB-75A40AA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98" y="6882431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47">
            <a:extLst xmlns:a="http://schemas.openxmlformats.org/drawingml/2006/main">
              <a:ext uri="{FF2B5EF4-FFF2-40B4-BE49-F238E27FC236}">
                <a16:creationId xmlns:a16="http://schemas.microsoft.com/office/drawing/2014/main" id="{5E8F3574-2AA2-48FE-9257-122826F3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983" y="6788274"/>
            <a:ext cx="131821" cy="112989"/>
          </a:xfrm>
          <a:custGeom xmlns:a="http://schemas.openxmlformats.org/drawingml/2006/main">
            <a:pathLst>
              <a:path w="131821" h="112989">
                <a:moveTo>
                  <a:pt x="0" y="0"/>
                </a:moveTo>
                <a:lnTo>
                  <a:pt x="131821" y="0"/>
                </a:lnTo>
                <a:lnTo>
                  <a:pt x="131821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48">
            <a:extLst xmlns:a="http://schemas.openxmlformats.org/drawingml/2006/main">
              <a:ext uri="{FF2B5EF4-FFF2-40B4-BE49-F238E27FC236}">
                <a16:creationId xmlns:a16="http://schemas.microsoft.com/office/drawing/2014/main" id="{D0351185-B592-4854-9476-CAD5962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04" y="6882431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49">
            <a:extLst xmlns:a="http://schemas.openxmlformats.org/drawingml/2006/main">
              <a:ext uri="{FF2B5EF4-FFF2-40B4-BE49-F238E27FC236}">
                <a16:creationId xmlns:a16="http://schemas.microsoft.com/office/drawing/2014/main" id="{471F4515-0EA9-4207-908F-4689F26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590" y="6750611"/>
            <a:ext cx="103573" cy="150652"/>
          </a:xfrm>
          <a:custGeom xmlns:a="http://schemas.openxmlformats.org/drawingml/2006/main">
            <a:pathLst>
              <a:path w="103573" h="150652">
                <a:moveTo>
                  <a:pt x="0" y="0"/>
                </a:moveTo>
                <a:lnTo>
                  <a:pt x="103573" y="0"/>
                </a:lnTo>
                <a:lnTo>
                  <a:pt x="103573" y="150652"/>
                </a:lnTo>
                <a:lnTo>
                  <a:pt x="0" y="150652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0">
            <a:extLst xmlns:a="http://schemas.openxmlformats.org/drawingml/2006/main">
              <a:ext uri="{FF2B5EF4-FFF2-40B4-BE49-F238E27FC236}">
                <a16:creationId xmlns:a16="http://schemas.microsoft.com/office/drawing/2014/main" id="{20142E5A-285F-416E-83F6-0F061320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501" y="6538314"/>
            <a:ext cx="99637" cy="51639"/>
          </a:xfrm>
          <a:custGeom xmlns:a="http://schemas.openxmlformats.org/drawingml/2006/main">
            <a:pathLst>
              <a:path w="99637" h="51639">
                <a:moveTo>
                  <a:pt x="61901" y="0"/>
                </a:moveTo>
                <a:lnTo>
                  <a:pt x="99637" y="42040"/>
                </a:lnTo>
                <a:lnTo>
                  <a:pt x="90203" y="51639"/>
                </a:lnTo>
                <a:lnTo>
                  <a:pt x="50812" y="21020"/>
                </a:lnTo>
                <a:lnTo>
                  <a:pt x="48991" y="21020"/>
                </a:lnTo>
                <a:lnTo>
                  <a:pt x="9269" y="51639"/>
                </a:lnTo>
                <a:lnTo>
                  <a:pt x="0" y="42040"/>
                </a:lnTo>
                <a:lnTo>
                  <a:pt x="39723" y="0"/>
                </a:lnTo>
                <a:lnTo>
                  <a:pt x="619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1">
            <a:extLst xmlns:a="http://schemas.openxmlformats.org/drawingml/2006/main">
              <a:ext uri="{FF2B5EF4-FFF2-40B4-BE49-F238E27FC236}">
                <a16:creationId xmlns:a16="http://schemas.microsoft.com/office/drawing/2014/main" id="{2E030703-9FD1-4849-B7E7-92E660A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83" y="6601588"/>
            <a:ext cx="198282" cy="228570"/>
          </a:xfrm>
          <a:custGeom xmlns:a="http://schemas.openxmlformats.org/drawingml/2006/main">
            <a:pathLst>
              <a:path w="198282" h="228570">
                <a:moveTo>
                  <a:pt x="127609" y="228570"/>
                </a:moveTo>
                <a:lnTo>
                  <a:pt x="129429" y="220460"/>
                </a:lnTo>
                <a:cubicBezTo>
                  <a:pt x="135939" y="219909"/>
                  <a:pt x="140794" y="217371"/>
                  <a:pt x="143994" y="212847"/>
                </a:cubicBezTo>
                <a:cubicBezTo>
                  <a:pt x="147194" y="208323"/>
                  <a:pt x="148794" y="200378"/>
                  <a:pt x="148794" y="189013"/>
                </a:cubicBezTo>
                <a:cubicBezTo>
                  <a:pt x="148794" y="184710"/>
                  <a:pt x="148629" y="180020"/>
                  <a:pt x="148298" y="174945"/>
                </a:cubicBezTo>
                <a:lnTo>
                  <a:pt x="147139" y="153594"/>
                </a:lnTo>
                <a:lnTo>
                  <a:pt x="74314" y="153594"/>
                </a:lnTo>
                <a:lnTo>
                  <a:pt x="65211" y="169814"/>
                </a:lnTo>
                <a:cubicBezTo>
                  <a:pt x="60908" y="177427"/>
                  <a:pt x="57763" y="183965"/>
                  <a:pt x="55777" y="189427"/>
                </a:cubicBezTo>
                <a:cubicBezTo>
                  <a:pt x="53791" y="194889"/>
                  <a:pt x="52798" y="199716"/>
                  <a:pt x="52798" y="203909"/>
                </a:cubicBezTo>
                <a:cubicBezTo>
                  <a:pt x="52798" y="213178"/>
                  <a:pt x="58370" y="218695"/>
                  <a:pt x="69514" y="220460"/>
                </a:cubicBezTo>
                <a:lnTo>
                  <a:pt x="67694" y="228570"/>
                </a:lnTo>
                <a:lnTo>
                  <a:pt x="0" y="228570"/>
                </a:lnTo>
                <a:lnTo>
                  <a:pt x="1821" y="220460"/>
                </a:lnTo>
                <a:cubicBezTo>
                  <a:pt x="5241" y="220019"/>
                  <a:pt x="8469" y="218667"/>
                  <a:pt x="11503" y="216405"/>
                </a:cubicBezTo>
                <a:cubicBezTo>
                  <a:pt x="14537" y="214143"/>
                  <a:pt x="17765" y="210723"/>
                  <a:pt x="21185" y="206144"/>
                </a:cubicBezTo>
                <a:cubicBezTo>
                  <a:pt x="24606" y="201564"/>
                  <a:pt x="29406" y="193979"/>
                  <a:pt x="35585" y="183386"/>
                </a:cubicBezTo>
                <a:lnTo>
                  <a:pt x="141677" y="0"/>
                </a:lnTo>
                <a:lnTo>
                  <a:pt x="166669" y="0"/>
                </a:lnTo>
                <a:lnTo>
                  <a:pt x="178586" y="184544"/>
                </a:lnTo>
                <a:cubicBezTo>
                  <a:pt x="179138" y="193261"/>
                  <a:pt x="180131" y="200075"/>
                  <a:pt x="181565" y="204985"/>
                </a:cubicBezTo>
                <a:cubicBezTo>
                  <a:pt x="183000" y="209895"/>
                  <a:pt x="184958" y="213536"/>
                  <a:pt x="187441" y="215909"/>
                </a:cubicBezTo>
                <a:cubicBezTo>
                  <a:pt x="189924" y="218281"/>
                  <a:pt x="193537" y="219798"/>
                  <a:pt x="198282" y="220460"/>
                </a:cubicBezTo>
                <a:lnTo>
                  <a:pt x="196461" y="228570"/>
                </a:lnTo>
                <a:lnTo>
                  <a:pt x="127609" y="228570"/>
                </a:lnTo>
                <a:moveTo>
                  <a:pt x="81762" y="139194"/>
                </a:moveTo>
                <a:lnTo>
                  <a:pt x="146477" y="139194"/>
                </a:lnTo>
                <a:lnTo>
                  <a:pt x="143663" y="85900"/>
                </a:lnTo>
                <a:cubicBezTo>
                  <a:pt x="143332" y="78618"/>
                  <a:pt x="143056" y="69514"/>
                  <a:pt x="142836" y="58591"/>
                </a:cubicBezTo>
                <a:cubicBezTo>
                  <a:pt x="142615" y="47667"/>
                  <a:pt x="142505" y="39778"/>
                  <a:pt x="142505" y="34923"/>
                </a:cubicBezTo>
                <a:lnTo>
                  <a:pt x="140684" y="34923"/>
                </a:lnTo>
                <a:lnTo>
                  <a:pt x="81762" y="139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2">
            <a:extLst xmlns:a="http://schemas.openxmlformats.org/drawingml/2006/main">
              <a:ext uri="{FF2B5EF4-FFF2-40B4-BE49-F238E27FC236}">
                <a16:creationId xmlns:a16="http://schemas.microsoft.com/office/drawing/2014/main" id="{73B2379D-135F-4DB9-97E9-79A06E8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85" y="6733448"/>
            <a:ext cx="59051" cy="171175"/>
          </a:xfrm>
          <a:custGeom xmlns:a="http://schemas.openxmlformats.org/drawingml/2006/main">
            <a:pathLst>
              <a:path w="59051" h="171175">
                <a:moveTo>
                  <a:pt x="54508" y="0"/>
                </a:moveTo>
                <a:lnTo>
                  <a:pt x="48651" y="25700"/>
                </a:lnTo>
                <a:lnTo>
                  <a:pt x="24983" y="25700"/>
                </a:lnTo>
                <a:lnTo>
                  <a:pt x="30601" y="0"/>
                </a:lnTo>
                <a:lnTo>
                  <a:pt x="54508" y="0"/>
                </a:lnTo>
                <a:moveTo>
                  <a:pt x="25700" y="127783"/>
                </a:moveTo>
                <a:cubicBezTo>
                  <a:pt x="24584" y="132485"/>
                  <a:pt x="23807" y="136231"/>
                  <a:pt x="23369" y="139020"/>
                </a:cubicBezTo>
                <a:cubicBezTo>
                  <a:pt x="22931" y="141809"/>
                  <a:pt x="22712" y="144319"/>
                  <a:pt x="22712" y="146551"/>
                </a:cubicBezTo>
                <a:cubicBezTo>
                  <a:pt x="22712" y="149579"/>
                  <a:pt x="23329" y="151770"/>
                  <a:pt x="24565" y="153125"/>
                </a:cubicBezTo>
                <a:cubicBezTo>
                  <a:pt x="25800" y="154480"/>
                  <a:pt x="27653" y="155157"/>
                  <a:pt x="30123" y="155157"/>
                </a:cubicBezTo>
                <a:cubicBezTo>
                  <a:pt x="31557" y="155157"/>
                  <a:pt x="32992" y="154878"/>
                  <a:pt x="34426" y="154320"/>
                </a:cubicBezTo>
                <a:cubicBezTo>
                  <a:pt x="35861" y="153762"/>
                  <a:pt x="37395" y="152886"/>
                  <a:pt x="39028" y="151691"/>
                </a:cubicBezTo>
                <a:cubicBezTo>
                  <a:pt x="40662" y="150495"/>
                  <a:pt x="42455" y="148961"/>
                  <a:pt x="44407" y="147088"/>
                </a:cubicBezTo>
                <a:cubicBezTo>
                  <a:pt x="46360" y="145216"/>
                  <a:pt x="48531" y="142964"/>
                  <a:pt x="50922" y="140335"/>
                </a:cubicBezTo>
                <a:lnTo>
                  <a:pt x="59051" y="148224"/>
                </a:lnTo>
                <a:cubicBezTo>
                  <a:pt x="54907" y="152448"/>
                  <a:pt x="51141" y="156014"/>
                  <a:pt x="47754" y="158922"/>
                </a:cubicBezTo>
                <a:cubicBezTo>
                  <a:pt x="44368" y="161831"/>
                  <a:pt x="41160" y="164202"/>
                  <a:pt x="38132" y="166035"/>
                </a:cubicBezTo>
                <a:cubicBezTo>
                  <a:pt x="35104" y="167868"/>
                  <a:pt x="32135" y="169183"/>
                  <a:pt x="29226" y="169979"/>
                </a:cubicBezTo>
                <a:cubicBezTo>
                  <a:pt x="26318" y="170776"/>
                  <a:pt x="23230" y="171175"/>
                  <a:pt x="19962" y="171175"/>
                </a:cubicBezTo>
                <a:cubicBezTo>
                  <a:pt x="16934" y="171175"/>
                  <a:pt x="14205" y="170617"/>
                  <a:pt x="11774" y="169501"/>
                </a:cubicBezTo>
                <a:cubicBezTo>
                  <a:pt x="9344" y="168386"/>
                  <a:pt x="7252" y="166852"/>
                  <a:pt x="5499" y="164899"/>
                </a:cubicBezTo>
                <a:cubicBezTo>
                  <a:pt x="3745" y="162947"/>
                  <a:pt x="2391" y="160616"/>
                  <a:pt x="1434" y="157906"/>
                </a:cubicBezTo>
                <a:cubicBezTo>
                  <a:pt x="478" y="155197"/>
                  <a:pt x="0" y="152209"/>
                  <a:pt x="0" y="148941"/>
                </a:cubicBezTo>
                <a:cubicBezTo>
                  <a:pt x="0" y="146311"/>
                  <a:pt x="319" y="143044"/>
                  <a:pt x="956" y="139139"/>
                </a:cubicBezTo>
                <a:cubicBezTo>
                  <a:pt x="1594" y="135234"/>
                  <a:pt x="2411" y="130991"/>
                  <a:pt x="3407" y="126409"/>
                </a:cubicBezTo>
                <a:cubicBezTo>
                  <a:pt x="4403" y="121827"/>
                  <a:pt x="5499" y="117025"/>
                  <a:pt x="6694" y="112005"/>
                </a:cubicBezTo>
                <a:cubicBezTo>
                  <a:pt x="7889" y="106984"/>
                  <a:pt x="9065" y="102004"/>
                  <a:pt x="10220" y="97063"/>
                </a:cubicBezTo>
                <a:cubicBezTo>
                  <a:pt x="11376" y="92122"/>
                  <a:pt x="12412" y="87361"/>
                  <a:pt x="13328" y="82778"/>
                </a:cubicBezTo>
                <a:cubicBezTo>
                  <a:pt x="14245" y="78196"/>
                  <a:pt x="14902" y="74032"/>
                  <a:pt x="15301" y="70287"/>
                </a:cubicBezTo>
                <a:cubicBezTo>
                  <a:pt x="15460" y="69649"/>
                  <a:pt x="15540" y="69032"/>
                  <a:pt x="15540" y="68434"/>
                </a:cubicBezTo>
                <a:cubicBezTo>
                  <a:pt x="15540" y="67836"/>
                  <a:pt x="15540" y="67298"/>
                  <a:pt x="15540" y="66820"/>
                </a:cubicBezTo>
                <a:cubicBezTo>
                  <a:pt x="15380" y="63712"/>
                  <a:pt x="14284" y="61441"/>
                  <a:pt x="12252" y="60007"/>
                </a:cubicBezTo>
                <a:cubicBezTo>
                  <a:pt x="10220" y="58572"/>
                  <a:pt x="6614" y="57775"/>
                  <a:pt x="1434" y="57616"/>
                </a:cubicBezTo>
                <a:lnTo>
                  <a:pt x="2869" y="49488"/>
                </a:lnTo>
                <a:lnTo>
                  <a:pt x="37534" y="48173"/>
                </a:lnTo>
                <a:lnTo>
                  <a:pt x="43391" y="48173"/>
                </a:lnTo>
                <a:lnTo>
                  <a:pt x="25700" y="127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53">
            <a:extLst xmlns:a="http://schemas.openxmlformats.org/drawingml/2006/main">
              <a:ext uri="{FF2B5EF4-FFF2-40B4-BE49-F238E27FC236}">
                <a16:creationId xmlns:a16="http://schemas.microsoft.com/office/drawing/2014/main" id="{13BF347B-42E7-4DD4-9FD1-05529D3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81" y="687473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54">
            <a:extLst xmlns:a="http://schemas.openxmlformats.org/drawingml/2006/main">
              <a:ext uri="{FF2B5EF4-FFF2-40B4-BE49-F238E27FC236}">
                <a16:creationId xmlns:a16="http://schemas.microsoft.com/office/drawing/2014/main" id="{748243BF-C1A9-4CDD-A020-06A64C1D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499" y="6780425"/>
            <a:ext cx="120372" cy="122046"/>
          </a:xfrm>
          <a:custGeom xmlns:a="http://schemas.openxmlformats.org/drawingml/2006/main">
            <a:pathLst>
              <a:path w="120372" h="122046">
                <a:moveTo>
                  <a:pt x="33111" y="44109"/>
                </a:moveTo>
                <a:cubicBezTo>
                  <a:pt x="34227" y="39487"/>
                  <a:pt x="35004" y="35661"/>
                  <a:pt x="35442" y="32633"/>
                </a:cubicBezTo>
                <a:cubicBezTo>
                  <a:pt x="35881" y="29605"/>
                  <a:pt x="36100" y="27055"/>
                  <a:pt x="36100" y="24983"/>
                </a:cubicBezTo>
                <a:cubicBezTo>
                  <a:pt x="36100" y="19166"/>
                  <a:pt x="33749" y="16257"/>
                  <a:pt x="29047" y="16257"/>
                </a:cubicBezTo>
                <a:cubicBezTo>
                  <a:pt x="27533" y="16257"/>
                  <a:pt x="26039" y="16556"/>
                  <a:pt x="24565" y="17153"/>
                </a:cubicBezTo>
                <a:cubicBezTo>
                  <a:pt x="23090" y="17751"/>
                  <a:pt x="21556" y="18648"/>
                  <a:pt x="19962" y="19843"/>
                </a:cubicBezTo>
                <a:cubicBezTo>
                  <a:pt x="18369" y="21038"/>
                  <a:pt x="16615" y="22552"/>
                  <a:pt x="14703" y="24385"/>
                </a:cubicBezTo>
                <a:cubicBezTo>
                  <a:pt x="12790" y="26218"/>
                  <a:pt x="10639" y="28370"/>
                  <a:pt x="8248" y="30840"/>
                </a:cubicBezTo>
                <a:lnTo>
                  <a:pt x="0" y="23070"/>
                </a:lnTo>
                <a:cubicBezTo>
                  <a:pt x="3985" y="19006"/>
                  <a:pt x="7630" y="15520"/>
                  <a:pt x="10937" y="12611"/>
                </a:cubicBezTo>
                <a:cubicBezTo>
                  <a:pt x="14245" y="9702"/>
                  <a:pt x="17412" y="7312"/>
                  <a:pt x="20441" y="5439"/>
                </a:cubicBezTo>
                <a:cubicBezTo>
                  <a:pt x="23469" y="3566"/>
                  <a:pt x="26457" y="2191"/>
                  <a:pt x="29406" y="1315"/>
                </a:cubicBezTo>
                <a:cubicBezTo>
                  <a:pt x="32354" y="438"/>
                  <a:pt x="35422" y="0"/>
                  <a:pt x="38610" y="0"/>
                </a:cubicBezTo>
                <a:cubicBezTo>
                  <a:pt x="44507" y="0"/>
                  <a:pt x="49069" y="1932"/>
                  <a:pt x="52297" y="5797"/>
                </a:cubicBezTo>
                <a:cubicBezTo>
                  <a:pt x="55524" y="9662"/>
                  <a:pt x="57138" y="14743"/>
                  <a:pt x="57138" y="21038"/>
                </a:cubicBezTo>
                <a:cubicBezTo>
                  <a:pt x="57138" y="24624"/>
                  <a:pt x="56580" y="27812"/>
                  <a:pt x="55464" y="30601"/>
                </a:cubicBezTo>
                <a:lnTo>
                  <a:pt x="57138" y="31318"/>
                </a:lnTo>
                <a:cubicBezTo>
                  <a:pt x="65187" y="20560"/>
                  <a:pt x="73016" y="12651"/>
                  <a:pt x="80627" y="7591"/>
                </a:cubicBezTo>
                <a:cubicBezTo>
                  <a:pt x="88237" y="2530"/>
                  <a:pt x="96067" y="0"/>
                  <a:pt x="104115" y="0"/>
                </a:cubicBezTo>
                <a:cubicBezTo>
                  <a:pt x="107144" y="0"/>
                  <a:pt x="109993" y="159"/>
                  <a:pt x="112662" y="478"/>
                </a:cubicBezTo>
                <a:cubicBezTo>
                  <a:pt x="115332" y="797"/>
                  <a:pt x="117902" y="1195"/>
                  <a:pt x="120372" y="1673"/>
                </a:cubicBezTo>
                <a:lnTo>
                  <a:pt x="114276" y="30601"/>
                </a:lnTo>
                <a:lnTo>
                  <a:pt x="100410" y="30601"/>
                </a:lnTo>
                <a:cubicBezTo>
                  <a:pt x="100011" y="25820"/>
                  <a:pt x="98995" y="22393"/>
                  <a:pt x="97362" y="20321"/>
                </a:cubicBezTo>
                <a:cubicBezTo>
                  <a:pt x="95728" y="18249"/>
                  <a:pt x="93357" y="17213"/>
                  <a:pt x="90249" y="17213"/>
                </a:cubicBezTo>
                <a:cubicBezTo>
                  <a:pt x="88416" y="17133"/>
                  <a:pt x="86305" y="17691"/>
                  <a:pt x="83914" y="18887"/>
                </a:cubicBezTo>
                <a:cubicBezTo>
                  <a:pt x="81523" y="20082"/>
                  <a:pt x="78993" y="21795"/>
                  <a:pt x="76323" y="24027"/>
                </a:cubicBezTo>
                <a:cubicBezTo>
                  <a:pt x="73654" y="26258"/>
                  <a:pt x="71004" y="28888"/>
                  <a:pt x="68374" y="31916"/>
                </a:cubicBezTo>
                <a:cubicBezTo>
                  <a:pt x="65745" y="34944"/>
                  <a:pt x="63254" y="38251"/>
                  <a:pt x="60903" y="41837"/>
                </a:cubicBezTo>
                <a:cubicBezTo>
                  <a:pt x="58552" y="45423"/>
                  <a:pt x="56500" y="49229"/>
                  <a:pt x="54747" y="53253"/>
                </a:cubicBezTo>
                <a:cubicBezTo>
                  <a:pt x="52994" y="57277"/>
                  <a:pt x="51679" y="61322"/>
                  <a:pt x="50803" y="65386"/>
                </a:cubicBezTo>
                <a:lnTo>
                  <a:pt x="38610" y="122046"/>
                </a:lnTo>
                <a:lnTo>
                  <a:pt x="15181" y="122046"/>
                </a:lnTo>
                <a:lnTo>
                  <a:pt x="33111" y="44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55">
            <a:extLst xmlns:a="http://schemas.openxmlformats.org/drawingml/2006/main">
              <a:ext uri="{FF2B5EF4-FFF2-40B4-BE49-F238E27FC236}">
                <a16:creationId xmlns:a16="http://schemas.microsoft.com/office/drawing/2014/main" id="{CA61A4C1-8899-48E5-9150-6807D453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103" y="687473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56">
            <a:extLst xmlns:a="http://schemas.openxmlformats.org/drawingml/2006/main">
              <a:ext uri="{FF2B5EF4-FFF2-40B4-BE49-F238E27FC236}">
                <a16:creationId xmlns:a16="http://schemas.microsoft.com/office/drawing/2014/main" id="{AC1AE7B5-A79E-4224-AF57-CA16F4E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95" y="6752573"/>
            <a:ext cx="86902" cy="152049"/>
          </a:xfrm>
          <a:custGeom xmlns:a="http://schemas.openxmlformats.org/drawingml/2006/main">
            <a:pathLst>
              <a:path w="86902" h="152049">
                <a:moveTo>
                  <a:pt x="75307" y="126827"/>
                </a:moveTo>
                <a:cubicBezTo>
                  <a:pt x="71243" y="131369"/>
                  <a:pt x="67378" y="135234"/>
                  <a:pt x="63712" y="138422"/>
                </a:cubicBezTo>
                <a:cubicBezTo>
                  <a:pt x="60047" y="141610"/>
                  <a:pt x="56461" y="144220"/>
                  <a:pt x="52954" y="146252"/>
                </a:cubicBezTo>
                <a:cubicBezTo>
                  <a:pt x="49448" y="148284"/>
                  <a:pt x="45981" y="149758"/>
                  <a:pt x="42555" y="150674"/>
                </a:cubicBezTo>
                <a:cubicBezTo>
                  <a:pt x="39128" y="151591"/>
                  <a:pt x="35622" y="152049"/>
                  <a:pt x="32036" y="152049"/>
                </a:cubicBezTo>
                <a:cubicBezTo>
                  <a:pt x="22552" y="152049"/>
                  <a:pt x="15480" y="149818"/>
                  <a:pt x="10818" y="145355"/>
                </a:cubicBezTo>
                <a:cubicBezTo>
                  <a:pt x="6156" y="140892"/>
                  <a:pt x="3825" y="134318"/>
                  <a:pt x="3825" y="125632"/>
                </a:cubicBezTo>
                <a:cubicBezTo>
                  <a:pt x="3825" y="122683"/>
                  <a:pt x="4044" y="119436"/>
                  <a:pt x="4483" y="115890"/>
                </a:cubicBezTo>
                <a:cubicBezTo>
                  <a:pt x="4921" y="112343"/>
                  <a:pt x="5538" y="108897"/>
                  <a:pt x="6335" y="105550"/>
                </a:cubicBezTo>
                <a:lnTo>
                  <a:pt x="20560" y="43630"/>
                </a:lnTo>
                <a:lnTo>
                  <a:pt x="0" y="43630"/>
                </a:lnTo>
                <a:lnTo>
                  <a:pt x="2391" y="34426"/>
                </a:lnTo>
                <a:cubicBezTo>
                  <a:pt x="7172" y="34426"/>
                  <a:pt x="10898" y="33968"/>
                  <a:pt x="13567" y="33052"/>
                </a:cubicBezTo>
                <a:cubicBezTo>
                  <a:pt x="16237" y="32135"/>
                  <a:pt x="18488" y="30880"/>
                  <a:pt x="20321" y="29286"/>
                </a:cubicBezTo>
                <a:cubicBezTo>
                  <a:pt x="21516" y="28171"/>
                  <a:pt x="22672" y="26796"/>
                  <a:pt x="23788" y="25162"/>
                </a:cubicBezTo>
                <a:cubicBezTo>
                  <a:pt x="24903" y="23529"/>
                  <a:pt x="26019" y="21556"/>
                  <a:pt x="27135" y="19245"/>
                </a:cubicBezTo>
                <a:cubicBezTo>
                  <a:pt x="28250" y="16934"/>
                  <a:pt x="29386" y="14205"/>
                  <a:pt x="30541" y="11057"/>
                </a:cubicBezTo>
                <a:cubicBezTo>
                  <a:pt x="31697" y="7909"/>
                  <a:pt x="32992" y="4224"/>
                  <a:pt x="34426" y="0"/>
                </a:cubicBezTo>
                <a:lnTo>
                  <a:pt x="53074" y="0"/>
                </a:lnTo>
                <a:lnTo>
                  <a:pt x="46260" y="30362"/>
                </a:lnTo>
                <a:lnTo>
                  <a:pt x="86902" y="30362"/>
                </a:lnTo>
                <a:lnTo>
                  <a:pt x="84153" y="43630"/>
                </a:lnTo>
                <a:lnTo>
                  <a:pt x="43630" y="43630"/>
                </a:lnTo>
                <a:lnTo>
                  <a:pt x="31438" y="93716"/>
                </a:lnTo>
                <a:cubicBezTo>
                  <a:pt x="30641" y="97063"/>
                  <a:pt x="29983" y="100071"/>
                  <a:pt x="29465" y="102741"/>
                </a:cubicBezTo>
                <a:cubicBezTo>
                  <a:pt x="28948" y="105410"/>
                  <a:pt x="28529" y="107821"/>
                  <a:pt x="28210" y="109973"/>
                </a:cubicBezTo>
                <a:cubicBezTo>
                  <a:pt x="27892" y="112124"/>
                  <a:pt x="27672" y="114077"/>
                  <a:pt x="27553" y="115830"/>
                </a:cubicBezTo>
                <a:cubicBezTo>
                  <a:pt x="27433" y="117583"/>
                  <a:pt x="27374" y="119217"/>
                  <a:pt x="27374" y="120731"/>
                </a:cubicBezTo>
                <a:cubicBezTo>
                  <a:pt x="27374" y="125512"/>
                  <a:pt x="28370" y="129258"/>
                  <a:pt x="30362" y="131967"/>
                </a:cubicBezTo>
                <a:cubicBezTo>
                  <a:pt x="32354" y="134677"/>
                  <a:pt x="35622" y="136031"/>
                  <a:pt x="40164" y="136031"/>
                </a:cubicBezTo>
                <a:cubicBezTo>
                  <a:pt x="43989" y="136031"/>
                  <a:pt x="48053" y="134617"/>
                  <a:pt x="52357" y="131788"/>
                </a:cubicBezTo>
                <a:cubicBezTo>
                  <a:pt x="56660" y="128959"/>
                  <a:pt x="61561" y="124516"/>
                  <a:pt x="67059" y="118460"/>
                </a:cubicBezTo>
                <a:lnTo>
                  <a:pt x="75307" y="126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57">
            <a:extLst xmlns:a="http://schemas.openxmlformats.org/drawingml/2006/main">
              <a:ext uri="{FF2B5EF4-FFF2-40B4-BE49-F238E27FC236}">
                <a16:creationId xmlns:a16="http://schemas.microsoft.com/office/drawing/2014/main" id="{BC40D1AA-AF88-4B2F-B7F7-E976B9F4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740" y="6687985"/>
            <a:ext cx="210861" cy="90700"/>
          </a:xfrm>
          <a:custGeom xmlns:a="http://schemas.openxmlformats.org/drawingml/2006/main">
            <a:pathLst>
              <a:path w="210861" h="90700">
                <a:moveTo>
                  <a:pt x="0" y="22013"/>
                </a:moveTo>
                <a:lnTo>
                  <a:pt x="0" y="0"/>
                </a:lnTo>
                <a:lnTo>
                  <a:pt x="203909" y="0"/>
                </a:lnTo>
                <a:lnTo>
                  <a:pt x="203909" y="22013"/>
                </a:lnTo>
                <a:lnTo>
                  <a:pt x="0" y="22013"/>
                </a:lnTo>
                <a:moveTo>
                  <a:pt x="0" y="90700"/>
                </a:moveTo>
                <a:lnTo>
                  <a:pt x="0" y="68687"/>
                </a:lnTo>
                <a:lnTo>
                  <a:pt x="203909" y="68687"/>
                </a:lnTo>
                <a:lnTo>
                  <a:pt x="203909" y="90700"/>
                </a:lnTo>
                <a:lnTo>
                  <a:pt x="0" y="90700"/>
                </a:lnTo>
                <a:moveTo>
                  <a:pt x="210861" y="45350"/>
                </a:moveTo>
                <a:lnTo>
                  <a:pt x="210861" y="4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58">
            <a:extLst xmlns:a="http://schemas.openxmlformats.org/drawingml/2006/main">
              <a:ext uri="{FF2B5EF4-FFF2-40B4-BE49-F238E27FC236}">
                <a16:creationId xmlns:a16="http://schemas.microsoft.com/office/drawing/2014/main" id="{FA4CFE24-6FAB-4996-94BB-AD60494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736" y="6669282"/>
            <a:ext cx="137374" cy="163690"/>
          </a:xfrm>
          <a:custGeom xmlns:a="http://schemas.openxmlformats.org/drawingml/2006/main">
            <a:pathLst>
              <a:path w="137374" h="163690">
                <a:moveTo>
                  <a:pt x="116520" y="42867"/>
                </a:moveTo>
                <a:cubicBezTo>
                  <a:pt x="115306" y="33047"/>
                  <a:pt x="112078" y="25599"/>
                  <a:pt x="106837" y="20523"/>
                </a:cubicBezTo>
                <a:cubicBezTo>
                  <a:pt x="101596" y="15448"/>
                  <a:pt x="93348" y="12910"/>
                  <a:pt x="82093" y="12910"/>
                </a:cubicBezTo>
                <a:cubicBezTo>
                  <a:pt x="73376" y="12910"/>
                  <a:pt x="66315" y="15144"/>
                  <a:pt x="60908" y="19613"/>
                </a:cubicBezTo>
                <a:cubicBezTo>
                  <a:pt x="55501" y="24082"/>
                  <a:pt x="52798" y="29957"/>
                  <a:pt x="52798" y="37240"/>
                </a:cubicBezTo>
                <a:cubicBezTo>
                  <a:pt x="52798" y="41212"/>
                  <a:pt x="53488" y="44715"/>
                  <a:pt x="54867" y="47750"/>
                </a:cubicBezTo>
                <a:cubicBezTo>
                  <a:pt x="56246" y="50784"/>
                  <a:pt x="59032" y="54122"/>
                  <a:pt x="63225" y="57763"/>
                </a:cubicBezTo>
                <a:cubicBezTo>
                  <a:pt x="67418" y="61404"/>
                  <a:pt x="73928" y="65873"/>
                  <a:pt x="82755" y="71170"/>
                </a:cubicBezTo>
                <a:cubicBezTo>
                  <a:pt x="89707" y="75363"/>
                  <a:pt x="95279" y="79197"/>
                  <a:pt x="99472" y="82673"/>
                </a:cubicBezTo>
                <a:cubicBezTo>
                  <a:pt x="103665" y="86148"/>
                  <a:pt x="106975" y="89596"/>
                  <a:pt x="109403" y="93017"/>
                </a:cubicBezTo>
                <a:cubicBezTo>
                  <a:pt x="111830" y="96438"/>
                  <a:pt x="113595" y="100051"/>
                  <a:pt x="114699" y="103858"/>
                </a:cubicBezTo>
                <a:cubicBezTo>
                  <a:pt x="115802" y="107665"/>
                  <a:pt x="116354" y="112271"/>
                  <a:pt x="116354" y="117678"/>
                </a:cubicBezTo>
                <a:cubicBezTo>
                  <a:pt x="116354" y="127498"/>
                  <a:pt x="113733" y="135912"/>
                  <a:pt x="108492" y="142918"/>
                </a:cubicBezTo>
                <a:cubicBezTo>
                  <a:pt x="103251" y="149925"/>
                  <a:pt x="96134" y="155139"/>
                  <a:pt x="87141" y="158559"/>
                </a:cubicBezTo>
                <a:cubicBezTo>
                  <a:pt x="78149" y="161980"/>
                  <a:pt x="67915" y="163690"/>
                  <a:pt x="56439" y="163690"/>
                </a:cubicBezTo>
                <a:cubicBezTo>
                  <a:pt x="47281" y="163690"/>
                  <a:pt x="38288" y="163000"/>
                  <a:pt x="29461" y="161621"/>
                </a:cubicBezTo>
                <a:cubicBezTo>
                  <a:pt x="20634" y="160242"/>
                  <a:pt x="10813" y="157897"/>
                  <a:pt x="0" y="154587"/>
                </a:cubicBezTo>
                <a:lnTo>
                  <a:pt x="7945" y="118506"/>
                </a:lnTo>
                <a:lnTo>
                  <a:pt x="20854" y="118506"/>
                </a:lnTo>
                <a:cubicBezTo>
                  <a:pt x="21296" y="129098"/>
                  <a:pt x="24275" y="137098"/>
                  <a:pt x="29792" y="142505"/>
                </a:cubicBezTo>
                <a:cubicBezTo>
                  <a:pt x="35309" y="147911"/>
                  <a:pt x="44081" y="150615"/>
                  <a:pt x="56108" y="150615"/>
                </a:cubicBezTo>
                <a:cubicBezTo>
                  <a:pt x="66590" y="150615"/>
                  <a:pt x="74783" y="148270"/>
                  <a:pt x="80686" y="143581"/>
                </a:cubicBezTo>
                <a:cubicBezTo>
                  <a:pt x="86590" y="138891"/>
                  <a:pt x="89541" y="132243"/>
                  <a:pt x="89541" y="123636"/>
                </a:cubicBezTo>
                <a:cubicBezTo>
                  <a:pt x="89541" y="118671"/>
                  <a:pt x="88714" y="114395"/>
                  <a:pt x="87059" y="110809"/>
                </a:cubicBezTo>
                <a:cubicBezTo>
                  <a:pt x="85404" y="107223"/>
                  <a:pt x="82700" y="103775"/>
                  <a:pt x="78949" y="100465"/>
                </a:cubicBezTo>
                <a:cubicBezTo>
                  <a:pt x="75197" y="97155"/>
                  <a:pt x="69239" y="93017"/>
                  <a:pt x="61073" y="88052"/>
                </a:cubicBezTo>
                <a:cubicBezTo>
                  <a:pt x="52467" y="82866"/>
                  <a:pt x="45764" y="78176"/>
                  <a:pt x="40964" y="73983"/>
                </a:cubicBezTo>
                <a:cubicBezTo>
                  <a:pt x="36164" y="69790"/>
                  <a:pt x="32550" y="65239"/>
                  <a:pt x="30123" y="60329"/>
                </a:cubicBezTo>
                <a:cubicBezTo>
                  <a:pt x="27695" y="55418"/>
                  <a:pt x="26482" y="49764"/>
                  <a:pt x="26482" y="43364"/>
                </a:cubicBezTo>
                <a:cubicBezTo>
                  <a:pt x="26482" y="34647"/>
                  <a:pt x="28826" y="27006"/>
                  <a:pt x="33516" y="20441"/>
                </a:cubicBezTo>
                <a:cubicBezTo>
                  <a:pt x="38205" y="13875"/>
                  <a:pt x="44909" y="8827"/>
                  <a:pt x="53625" y="5296"/>
                </a:cubicBezTo>
                <a:cubicBezTo>
                  <a:pt x="62342" y="1765"/>
                  <a:pt x="72494" y="0"/>
                  <a:pt x="84079" y="0"/>
                </a:cubicBezTo>
                <a:cubicBezTo>
                  <a:pt x="94341" y="0"/>
                  <a:pt x="103692" y="607"/>
                  <a:pt x="112133" y="1821"/>
                </a:cubicBezTo>
                <a:cubicBezTo>
                  <a:pt x="120575" y="3034"/>
                  <a:pt x="128988" y="5131"/>
                  <a:pt x="137374" y="8110"/>
                </a:cubicBezTo>
                <a:lnTo>
                  <a:pt x="129926" y="42867"/>
                </a:lnTo>
                <a:lnTo>
                  <a:pt x="116520" y="42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59">
            <a:extLst xmlns:a="http://schemas.openxmlformats.org/drawingml/2006/main">
              <a:ext uri="{FF2B5EF4-FFF2-40B4-BE49-F238E27FC236}">
                <a16:creationId xmlns:a16="http://schemas.microsoft.com/office/drawing/2014/main" id="{58FB5600-C0B6-4D83-92E2-29AE6195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147" y="6669116"/>
            <a:ext cx="183220" cy="235025"/>
          </a:xfrm>
          <a:custGeom xmlns:a="http://schemas.openxmlformats.org/drawingml/2006/main">
            <a:pathLst>
              <a:path w="183220" h="235025">
                <a:moveTo>
                  <a:pt x="35585" y="175276"/>
                </a:moveTo>
                <a:cubicBezTo>
                  <a:pt x="33488" y="177814"/>
                  <a:pt x="31723" y="180324"/>
                  <a:pt x="30288" y="182807"/>
                </a:cubicBezTo>
                <a:cubicBezTo>
                  <a:pt x="28854" y="185289"/>
                  <a:pt x="27833" y="187689"/>
                  <a:pt x="27227" y="190006"/>
                </a:cubicBezTo>
                <a:cubicBezTo>
                  <a:pt x="26620" y="192323"/>
                  <a:pt x="26316" y="195082"/>
                  <a:pt x="26316" y="198282"/>
                </a:cubicBezTo>
                <a:cubicBezTo>
                  <a:pt x="26316" y="206557"/>
                  <a:pt x="29295" y="212598"/>
                  <a:pt x="35254" y="216405"/>
                </a:cubicBezTo>
                <a:cubicBezTo>
                  <a:pt x="41212" y="220212"/>
                  <a:pt x="50205" y="222115"/>
                  <a:pt x="62232" y="222115"/>
                </a:cubicBezTo>
                <a:cubicBezTo>
                  <a:pt x="75804" y="222115"/>
                  <a:pt x="86700" y="219053"/>
                  <a:pt x="94920" y="212929"/>
                </a:cubicBezTo>
                <a:cubicBezTo>
                  <a:pt x="103141" y="206806"/>
                  <a:pt x="110175" y="196958"/>
                  <a:pt x="116023" y="183386"/>
                </a:cubicBezTo>
                <a:cubicBezTo>
                  <a:pt x="121871" y="169814"/>
                  <a:pt x="127554" y="149291"/>
                  <a:pt x="133071" y="121816"/>
                </a:cubicBezTo>
                <a:lnTo>
                  <a:pt x="130753" y="121319"/>
                </a:lnTo>
                <a:cubicBezTo>
                  <a:pt x="120050" y="135995"/>
                  <a:pt x="110120" y="146698"/>
                  <a:pt x="100962" y="153428"/>
                </a:cubicBezTo>
                <a:cubicBezTo>
                  <a:pt x="91803" y="160159"/>
                  <a:pt x="81928" y="163525"/>
                  <a:pt x="71335" y="163525"/>
                </a:cubicBezTo>
                <a:cubicBezTo>
                  <a:pt x="59308" y="163525"/>
                  <a:pt x="49957" y="159001"/>
                  <a:pt x="43281" y="149953"/>
                </a:cubicBezTo>
                <a:cubicBezTo>
                  <a:pt x="36605" y="140905"/>
                  <a:pt x="33268" y="127995"/>
                  <a:pt x="33268" y="111223"/>
                </a:cubicBezTo>
                <a:cubicBezTo>
                  <a:pt x="33268" y="92355"/>
                  <a:pt x="36964" y="74232"/>
                  <a:pt x="44357" y="56853"/>
                </a:cubicBezTo>
                <a:cubicBezTo>
                  <a:pt x="51750" y="39474"/>
                  <a:pt x="62011" y="25654"/>
                  <a:pt x="75142" y="15392"/>
                </a:cubicBezTo>
                <a:cubicBezTo>
                  <a:pt x="88272" y="5131"/>
                  <a:pt x="102892" y="0"/>
                  <a:pt x="119002" y="0"/>
                </a:cubicBezTo>
                <a:cubicBezTo>
                  <a:pt x="125954" y="0"/>
                  <a:pt x="132519" y="828"/>
                  <a:pt x="138698" y="2483"/>
                </a:cubicBezTo>
                <a:cubicBezTo>
                  <a:pt x="144877" y="4138"/>
                  <a:pt x="151111" y="6951"/>
                  <a:pt x="157401" y="10924"/>
                </a:cubicBezTo>
                <a:lnTo>
                  <a:pt x="172628" y="0"/>
                </a:lnTo>
                <a:lnTo>
                  <a:pt x="183220" y="2648"/>
                </a:lnTo>
                <a:lnTo>
                  <a:pt x="166173" y="79776"/>
                </a:lnTo>
                <a:cubicBezTo>
                  <a:pt x="164959" y="85183"/>
                  <a:pt x="162200" y="98810"/>
                  <a:pt x="157897" y="120657"/>
                </a:cubicBezTo>
                <a:cubicBezTo>
                  <a:pt x="153373" y="143829"/>
                  <a:pt x="149704" y="160214"/>
                  <a:pt x="146891" y="169814"/>
                </a:cubicBezTo>
                <a:cubicBezTo>
                  <a:pt x="144077" y="179414"/>
                  <a:pt x="140574" y="188158"/>
                  <a:pt x="136381" y="196047"/>
                </a:cubicBezTo>
                <a:cubicBezTo>
                  <a:pt x="132188" y="203937"/>
                  <a:pt x="126781" y="210805"/>
                  <a:pt x="120161" y="216653"/>
                </a:cubicBezTo>
                <a:cubicBezTo>
                  <a:pt x="113540" y="222502"/>
                  <a:pt x="105513" y="227025"/>
                  <a:pt x="96079" y="230225"/>
                </a:cubicBezTo>
                <a:cubicBezTo>
                  <a:pt x="86645" y="233425"/>
                  <a:pt x="75473" y="235025"/>
                  <a:pt x="62563" y="235025"/>
                </a:cubicBezTo>
                <a:cubicBezTo>
                  <a:pt x="20854" y="235025"/>
                  <a:pt x="0" y="222888"/>
                  <a:pt x="0" y="198613"/>
                </a:cubicBezTo>
                <a:cubicBezTo>
                  <a:pt x="0" y="192434"/>
                  <a:pt x="1876" y="186806"/>
                  <a:pt x="5627" y="181731"/>
                </a:cubicBezTo>
                <a:cubicBezTo>
                  <a:pt x="9379" y="176655"/>
                  <a:pt x="15392" y="171304"/>
                  <a:pt x="23668" y="165676"/>
                </a:cubicBezTo>
                <a:lnTo>
                  <a:pt x="35585" y="175276"/>
                </a:lnTo>
                <a:moveTo>
                  <a:pt x="83086" y="143994"/>
                </a:moveTo>
                <a:cubicBezTo>
                  <a:pt x="88714" y="143994"/>
                  <a:pt x="94314" y="142063"/>
                  <a:pt x="99886" y="138201"/>
                </a:cubicBezTo>
                <a:cubicBezTo>
                  <a:pt x="105458" y="134340"/>
                  <a:pt x="111416" y="128216"/>
                  <a:pt x="117761" y="119830"/>
                </a:cubicBezTo>
                <a:cubicBezTo>
                  <a:pt x="124105" y="111444"/>
                  <a:pt x="129043" y="103444"/>
                  <a:pt x="132574" y="95831"/>
                </a:cubicBezTo>
                <a:cubicBezTo>
                  <a:pt x="136105" y="88217"/>
                  <a:pt x="139112" y="78728"/>
                  <a:pt x="141594" y="67363"/>
                </a:cubicBezTo>
                <a:cubicBezTo>
                  <a:pt x="144077" y="55998"/>
                  <a:pt x="145318" y="46122"/>
                  <a:pt x="145318" y="37736"/>
                </a:cubicBezTo>
                <a:cubicBezTo>
                  <a:pt x="145318" y="29130"/>
                  <a:pt x="143498" y="22868"/>
                  <a:pt x="139857" y="18951"/>
                </a:cubicBezTo>
                <a:cubicBezTo>
                  <a:pt x="136215" y="15034"/>
                  <a:pt x="130147" y="13075"/>
                  <a:pt x="121650" y="13075"/>
                </a:cubicBezTo>
                <a:cubicBezTo>
                  <a:pt x="110396" y="13075"/>
                  <a:pt x="100299" y="17627"/>
                  <a:pt x="91362" y="26730"/>
                </a:cubicBezTo>
                <a:cubicBezTo>
                  <a:pt x="82424" y="35833"/>
                  <a:pt x="75390" y="48108"/>
                  <a:pt x="70259" y="63556"/>
                </a:cubicBezTo>
                <a:cubicBezTo>
                  <a:pt x="65128" y="79004"/>
                  <a:pt x="62563" y="94396"/>
                  <a:pt x="62563" y="109734"/>
                </a:cubicBezTo>
                <a:cubicBezTo>
                  <a:pt x="62563" y="121209"/>
                  <a:pt x="64218" y="129788"/>
                  <a:pt x="67528" y="135470"/>
                </a:cubicBezTo>
                <a:cubicBezTo>
                  <a:pt x="70839" y="141153"/>
                  <a:pt x="76025" y="143994"/>
                  <a:pt x="83086" y="143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0">
            <a:extLst xmlns:a="http://schemas.openxmlformats.org/drawingml/2006/main">
              <a:ext uri="{FF2B5EF4-FFF2-40B4-BE49-F238E27FC236}">
                <a16:creationId xmlns:a16="http://schemas.microsoft.com/office/drawing/2014/main" id="{61C3099E-F7CB-422D-A6BF-FD8A080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728" y="6457198"/>
            <a:ext cx="3973697" cy="556116"/>
          </a:xfrm>
          <a:custGeom xmlns:a="http://schemas.openxmlformats.org/drawingml/2006/main">
            <a:pathLst>
              <a:path w="3973697" h="556116">
                <a:moveTo>
                  <a:pt x="3894914" y="0"/>
                </a:moveTo>
                <a:lnTo>
                  <a:pt x="3973697" y="0"/>
                </a:lnTo>
                <a:lnTo>
                  <a:pt x="3973697" y="556116"/>
                </a:lnTo>
                <a:lnTo>
                  <a:pt x="3894914" y="556116"/>
                </a:lnTo>
                <a:lnTo>
                  <a:pt x="3894914" y="541717"/>
                </a:lnTo>
                <a:lnTo>
                  <a:pt x="3943077" y="541717"/>
                </a:lnTo>
                <a:lnTo>
                  <a:pt x="3943077" y="14400"/>
                </a:lnTo>
                <a:lnTo>
                  <a:pt x="3894914" y="14400"/>
                </a:lnTo>
                <a:lnTo>
                  <a:pt x="3894914" y="0"/>
                </a:lnTo>
                <a:moveTo>
                  <a:pt x="0" y="0"/>
                </a:moveTo>
                <a:lnTo>
                  <a:pt x="78783" y="0"/>
                </a:lnTo>
                <a:lnTo>
                  <a:pt x="78783" y="14400"/>
                </a:lnTo>
                <a:lnTo>
                  <a:pt x="30619" y="14400"/>
                </a:lnTo>
                <a:lnTo>
                  <a:pt x="30619" y="541717"/>
                </a:lnTo>
                <a:lnTo>
                  <a:pt x="78783" y="541717"/>
                </a:lnTo>
                <a:lnTo>
                  <a:pt x="78783" y="556116"/>
                </a:lnTo>
                <a:lnTo>
                  <a:pt x="0" y="55611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1">
            <a:extLst xmlns:a="http://schemas.openxmlformats.org/drawingml/2006/main">
              <a:ext uri="{FF2B5EF4-FFF2-40B4-BE49-F238E27FC236}">
                <a16:creationId xmlns:a16="http://schemas.microsoft.com/office/drawing/2014/main" id="{902321DF-D8BB-4631-941A-789D292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23" y="6603078"/>
            <a:ext cx="207881" cy="227081"/>
          </a:xfrm>
          <a:custGeom xmlns:a="http://schemas.openxmlformats.org/drawingml/2006/main">
            <a:pathLst>
              <a:path w="207881" h="227081">
                <a:moveTo>
                  <a:pt x="140684" y="157070"/>
                </a:moveTo>
                <a:lnTo>
                  <a:pt x="75969" y="157070"/>
                </a:lnTo>
                <a:lnTo>
                  <a:pt x="73652" y="161207"/>
                </a:lnTo>
                <a:cubicBezTo>
                  <a:pt x="67473" y="172352"/>
                  <a:pt x="63363" y="180793"/>
                  <a:pt x="61322" y="186531"/>
                </a:cubicBezTo>
                <a:cubicBezTo>
                  <a:pt x="59280" y="192268"/>
                  <a:pt x="58260" y="197565"/>
                  <a:pt x="58260" y="202420"/>
                </a:cubicBezTo>
                <a:cubicBezTo>
                  <a:pt x="58260" y="210364"/>
                  <a:pt x="62949" y="214943"/>
                  <a:pt x="72328" y="216157"/>
                </a:cubicBezTo>
                <a:lnTo>
                  <a:pt x="69846" y="227081"/>
                </a:lnTo>
                <a:lnTo>
                  <a:pt x="0" y="227081"/>
                </a:lnTo>
                <a:lnTo>
                  <a:pt x="2483" y="216157"/>
                </a:lnTo>
                <a:cubicBezTo>
                  <a:pt x="6345" y="215274"/>
                  <a:pt x="9738" y="213785"/>
                  <a:pt x="12662" y="211688"/>
                </a:cubicBezTo>
                <a:cubicBezTo>
                  <a:pt x="15586" y="209592"/>
                  <a:pt x="18372" y="206750"/>
                  <a:pt x="21020" y="203164"/>
                </a:cubicBezTo>
                <a:cubicBezTo>
                  <a:pt x="23668" y="199578"/>
                  <a:pt x="27420" y="193427"/>
                  <a:pt x="32275" y="184710"/>
                </a:cubicBezTo>
                <a:lnTo>
                  <a:pt x="135057" y="0"/>
                </a:lnTo>
                <a:lnTo>
                  <a:pt x="182724" y="0"/>
                </a:lnTo>
                <a:lnTo>
                  <a:pt x="189841" y="176931"/>
                </a:lnTo>
                <a:cubicBezTo>
                  <a:pt x="190061" y="183220"/>
                  <a:pt x="190503" y="188875"/>
                  <a:pt x="191165" y="193896"/>
                </a:cubicBezTo>
                <a:cubicBezTo>
                  <a:pt x="191827" y="198916"/>
                  <a:pt x="192875" y="203026"/>
                  <a:pt x="194310" y="206226"/>
                </a:cubicBezTo>
                <a:cubicBezTo>
                  <a:pt x="195744" y="209426"/>
                  <a:pt x="197537" y="211771"/>
                  <a:pt x="199689" y="213261"/>
                </a:cubicBezTo>
                <a:cubicBezTo>
                  <a:pt x="201840" y="214750"/>
                  <a:pt x="204571" y="215716"/>
                  <a:pt x="207881" y="216157"/>
                </a:cubicBezTo>
                <a:lnTo>
                  <a:pt x="205399" y="227081"/>
                </a:lnTo>
                <a:lnTo>
                  <a:pt x="119830" y="227081"/>
                </a:lnTo>
                <a:lnTo>
                  <a:pt x="122312" y="216157"/>
                </a:lnTo>
                <a:cubicBezTo>
                  <a:pt x="127167" y="215826"/>
                  <a:pt x="131002" y="214585"/>
                  <a:pt x="133815" y="212433"/>
                </a:cubicBezTo>
                <a:cubicBezTo>
                  <a:pt x="136629" y="210281"/>
                  <a:pt x="138588" y="207357"/>
                  <a:pt x="139691" y="203661"/>
                </a:cubicBezTo>
                <a:cubicBezTo>
                  <a:pt x="140794" y="199964"/>
                  <a:pt x="141346" y="194806"/>
                  <a:pt x="141346" y="188186"/>
                </a:cubicBezTo>
                <a:cubicBezTo>
                  <a:pt x="141346" y="183441"/>
                  <a:pt x="141236" y="178476"/>
                  <a:pt x="141015" y="173290"/>
                </a:cubicBezTo>
                <a:lnTo>
                  <a:pt x="140684" y="157070"/>
                </a:lnTo>
                <a:moveTo>
                  <a:pt x="86231" y="137705"/>
                </a:moveTo>
                <a:lnTo>
                  <a:pt x="140188" y="137705"/>
                </a:lnTo>
                <a:lnTo>
                  <a:pt x="139526" y="97982"/>
                </a:lnTo>
                <a:cubicBezTo>
                  <a:pt x="139305" y="83859"/>
                  <a:pt x="139194" y="72163"/>
                  <a:pt x="139194" y="62894"/>
                </a:cubicBezTo>
                <a:cubicBezTo>
                  <a:pt x="139194" y="55832"/>
                  <a:pt x="139250" y="48605"/>
                  <a:pt x="139360" y="41212"/>
                </a:cubicBezTo>
                <a:lnTo>
                  <a:pt x="137374" y="41212"/>
                </a:lnTo>
                <a:lnTo>
                  <a:pt x="86231" y="137705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2">
            <a:extLst xmlns:a="http://schemas.openxmlformats.org/drawingml/2006/main">
              <a:ext uri="{FF2B5EF4-FFF2-40B4-BE49-F238E27FC236}">
                <a16:creationId xmlns:a16="http://schemas.microsoft.com/office/drawing/2014/main" id="{79429733-A978-43B7-89DB-92418897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332" y="6772353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63">
            <a:extLst xmlns:a="http://schemas.openxmlformats.org/drawingml/2006/main">
              <a:ext uri="{FF2B5EF4-FFF2-40B4-BE49-F238E27FC236}">
                <a16:creationId xmlns:a16="http://schemas.microsoft.com/office/drawing/2014/main" id="{57E192CB-9BFA-457B-8E56-A0538134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269" y="6910895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64">
            <a:extLst xmlns:a="http://schemas.openxmlformats.org/drawingml/2006/main">
              <a:ext uri="{FF2B5EF4-FFF2-40B4-BE49-F238E27FC236}">
                <a16:creationId xmlns:a16="http://schemas.microsoft.com/office/drawing/2014/main" id="{C1CD9297-109D-4E73-9F82-BF83A804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6" y="6818135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65">
            <a:extLst xmlns:a="http://schemas.openxmlformats.org/drawingml/2006/main">
              <a:ext uri="{FF2B5EF4-FFF2-40B4-BE49-F238E27FC236}">
                <a16:creationId xmlns:a16="http://schemas.microsoft.com/office/drawing/2014/main" id="{C6149D52-9997-4BB2-A4CF-9741499A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83" y="6500914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66">
            <a:extLst xmlns:a="http://schemas.openxmlformats.org/drawingml/2006/main">
              <a:ext uri="{FF2B5EF4-FFF2-40B4-BE49-F238E27FC236}">
                <a16:creationId xmlns:a16="http://schemas.microsoft.com/office/drawing/2014/main" id="{D58ACCD0-D653-4B6F-879B-17DF225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925" y="6528885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67">
            <a:extLst xmlns:a="http://schemas.openxmlformats.org/drawingml/2006/main">
              <a:ext uri="{FF2B5EF4-FFF2-40B4-BE49-F238E27FC236}">
                <a16:creationId xmlns:a16="http://schemas.microsoft.com/office/drawing/2014/main" id="{6F83138C-51DD-4FE5-BB4D-9A888AC7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459" y="6528885"/>
            <a:ext cx="136629" cy="122404"/>
          </a:xfrm>
          <a:custGeom xmlns:a="http://schemas.openxmlformats.org/drawingml/2006/main">
            <a:pathLst>
              <a:path w="136629" h="122404">
                <a:moveTo>
                  <a:pt x="105908" y="83197"/>
                </a:moveTo>
                <a:cubicBezTo>
                  <a:pt x="104713" y="88217"/>
                  <a:pt x="104115" y="92760"/>
                  <a:pt x="104115" y="96824"/>
                </a:cubicBezTo>
                <a:cubicBezTo>
                  <a:pt x="104115" y="99454"/>
                  <a:pt x="104554" y="101486"/>
                  <a:pt x="105430" y="102920"/>
                </a:cubicBezTo>
                <a:cubicBezTo>
                  <a:pt x="106307" y="104354"/>
                  <a:pt x="107821" y="105072"/>
                  <a:pt x="109973" y="105072"/>
                </a:cubicBezTo>
                <a:cubicBezTo>
                  <a:pt x="112443" y="105072"/>
                  <a:pt x="115113" y="103956"/>
                  <a:pt x="117982" y="101725"/>
                </a:cubicBezTo>
                <a:cubicBezTo>
                  <a:pt x="120850" y="99493"/>
                  <a:pt x="124197" y="96186"/>
                  <a:pt x="128023" y="91803"/>
                </a:cubicBezTo>
                <a:lnTo>
                  <a:pt x="136629" y="100410"/>
                </a:lnTo>
                <a:cubicBezTo>
                  <a:pt x="128262" y="108777"/>
                  <a:pt x="121050" y="114535"/>
                  <a:pt x="114993" y="117683"/>
                </a:cubicBezTo>
                <a:cubicBezTo>
                  <a:pt x="108937" y="120830"/>
                  <a:pt x="102561" y="122404"/>
                  <a:pt x="95867" y="122404"/>
                </a:cubicBezTo>
                <a:cubicBezTo>
                  <a:pt x="89173" y="122404"/>
                  <a:pt x="83874" y="120552"/>
                  <a:pt x="79969" y="116846"/>
                </a:cubicBezTo>
                <a:cubicBezTo>
                  <a:pt x="76064" y="113140"/>
                  <a:pt x="74112" y="108259"/>
                  <a:pt x="74112" y="102203"/>
                </a:cubicBezTo>
                <a:cubicBezTo>
                  <a:pt x="74112" y="100211"/>
                  <a:pt x="74351" y="98298"/>
                  <a:pt x="74829" y="96465"/>
                </a:cubicBezTo>
                <a:lnTo>
                  <a:pt x="73156" y="96226"/>
                </a:lnTo>
                <a:cubicBezTo>
                  <a:pt x="67338" y="103079"/>
                  <a:pt x="62338" y="108239"/>
                  <a:pt x="58154" y="111706"/>
                </a:cubicBezTo>
                <a:cubicBezTo>
                  <a:pt x="53970" y="115172"/>
                  <a:pt x="49528" y="117822"/>
                  <a:pt x="44826" y="119655"/>
                </a:cubicBezTo>
                <a:cubicBezTo>
                  <a:pt x="40124" y="121488"/>
                  <a:pt x="34904" y="122404"/>
                  <a:pt x="29167" y="122404"/>
                </a:cubicBezTo>
                <a:cubicBezTo>
                  <a:pt x="19604" y="122404"/>
                  <a:pt x="12352" y="119157"/>
                  <a:pt x="7411" y="112662"/>
                </a:cubicBezTo>
                <a:cubicBezTo>
                  <a:pt x="2470" y="106167"/>
                  <a:pt x="0" y="96704"/>
                  <a:pt x="0" y="84273"/>
                </a:cubicBezTo>
                <a:cubicBezTo>
                  <a:pt x="0" y="73514"/>
                  <a:pt x="1554" y="62836"/>
                  <a:pt x="4662" y="52237"/>
                </a:cubicBezTo>
                <a:cubicBezTo>
                  <a:pt x="7770" y="41638"/>
                  <a:pt x="12232" y="32494"/>
                  <a:pt x="18050" y="24804"/>
                </a:cubicBezTo>
                <a:cubicBezTo>
                  <a:pt x="23867" y="17113"/>
                  <a:pt x="31179" y="11057"/>
                  <a:pt x="39985" y="6634"/>
                </a:cubicBezTo>
                <a:cubicBezTo>
                  <a:pt x="48790" y="2211"/>
                  <a:pt x="58772" y="0"/>
                  <a:pt x="69928" y="0"/>
                </a:cubicBezTo>
                <a:cubicBezTo>
                  <a:pt x="81802" y="0"/>
                  <a:pt x="91923" y="2869"/>
                  <a:pt x="100290" y="8607"/>
                </a:cubicBezTo>
                <a:lnTo>
                  <a:pt x="111885" y="0"/>
                </a:lnTo>
                <a:lnTo>
                  <a:pt x="125273" y="1913"/>
                </a:lnTo>
                <a:lnTo>
                  <a:pt x="105908" y="83197"/>
                </a:lnTo>
                <a:moveTo>
                  <a:pt x="82240" y="46141"/>
                </a:moveTo>
                <a:cubicBezTo>
                  <a:pt x="83515" y="40244"/>
                  <a:pt x="84153" y="34347"/>
                  <a:pt x="84153" y="28449"/>
                </a:cubicBezTo>
                <a:cubicBezTo>
                  <a:pt x="84153" y="23190"/>
                  <a:pt x="83157" y="19205"/>
                  <a:pt x="81165" y="16496"/>
                </a:cubicBezTo>
                <a:cubicBezTo>
                  <a:pt x="79172" y="13786"/>
                  <a:pt x="75905" y="12432"/>
                  <a:pt x="71363" y="12432"/>
                </a:cubicBezTo>
                <a:cubicBezTo>
                  <a:pt x="63951" y="12432"/>
                  <a:pt x="57377" y="16157"/>
                  <a:pt x="51639" y="23608"/>
                </a:cubicBezTo>
                <a:cubicBezTo>
                  <a:pt x="45902" y="31059"/>
                  <a:pt x="41280" y="41080"/>
                  <a:pt x="37773" y="53671"/>
                </a:cubicBezTo>
                <a:cubicBezTo>
                  <a:pt x="34267" y="66263"/>
                  <a:pt x="32514" y="77539"/>
                  <a:pt x="32514" y="87500"/>
                </a:cubicBezTo>
                <a:cubicBezTo>
                  <a:pt x="32514" y="93317"/>
                  <a:pt x="33370" y="97660"/>
                  <a:pt x="35084" y="100529"/>
                </a:cubicBezTo>
                <a:cubicBezTo>
                  <a:pt x="36797" y="103398"/>
                  <a:pt x="39447" y="104833"/>
                  <a:pt x="43033" y="104833"/>
                </a:cubicBezTo>
                <a:cubicBezTo>
                  <a:pt x="48292" y="104833"/>
                  <a:pt x="53652" y="102263"/>
                  <a:pt x="59110" y="97123"/>
                </a:cubicBezTo>
                <a:cubicBezTo>
                  <a:pt x="64569" y="91983"/>
                  <a:pt x="68972" y="85946"/>
                  <a:pt x="72319" y="79013"/>
                </a:cubicBezTo>
                <a:cubicBezTo>
                  <a:pt x="75666" y="72080"/>
                  <a:pt x="78654" y="62597"/>
                  <a:pt x="81284" y="50564"/>
                </a:cubicBezTo>
                <a:lnTo>
                  <a:pt x="82240" y="46141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68">
            <a:extLst xmlns:a="http://schemas.openxmlformats.org/drawingml/2006/main">
              <a:ext uri="{FF2B5EF4-FFF2-40B4-BE49-F238E27FC236}">
                <a16:creationId xmlns:a16="http://schemas.microsoft.com/office/drawing/2014/main" id="{23A3D103-B5BD-42C7-ABBE-AD0752E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811" y="6483103"/>
            <a:ext cx="106028" cy="219706"/>
          </a:xfrm>
          <a:custGeom xmlns:a="http://schemas.openxmlformats.org/drawingml/2006/main">
            <a:pathLst>
              <a:path w="106028" h="219706">
                <a:moveTo>
                  <a:pt x="106028" y="0"/>
                </a:moveTo>
                <a:lnTo>
                  <a:pt x="99812" y="29286"/>
                </a:lnTo>
                <a:lnTo>
                  <a:pt x="68852" y="29286"/>
                </a:lnTo>
                <a:lnTo>
                  <a:pt x="75427" y="0"/>
                </a:lnTo>
                <a:lnTo>
                  <a:pt x="106028" y="0"/>
                </a:lnTo>
                <a:moveTo>
                  <a:pt x="72319" y="162568"/>
                </a:moveTo>
                <a:cubicBezTo>
                  <a:pt x="68016" y="182411"/>
                  <a:pt x="60983" y="196895"/>
                  <a:pt x="51221" y="206019"/>
                </a:cubicBezTo>
                <a:cubicBezTo>
                  <a:pt x="41459" y="215144"/>
                  <a:pt x="28171" y="219706"/>
                  <a:pt x="11356" y="219706"/>
                </a:cubicBezTo>
                <a:cubicBezTo>
                  <a:pt x="7610" y="219706"/>
                  <a:pt x="3825" y="219188"/>
                  <a:pt x="0" y="218152"/>
                </a:cubicBezTo>
                <a:lnTo>
                  <a:pt x="3227" y="205123"/>
                </a:lnTo>
                <a:cubicBezTo>
                  <a:pt x="5459" y="205760"/>
                  <a:pt x="8089" y="206079"/>
                  <a:pt x="11117" y="206079"/>
                </a:cubicBezTo>
                <a:cubicBezTo>
                  <a:pt x="14703" y="206079"/>
                  <a:pt x="17631" y="205581"/>
                  <a:pt x="19903" y="204585"/>
                </a:cubicBezTo>
                <a:cubicBezTo>
                  <a:pt x="22174" y="203589"/>
                  <a:pt x="24226" y="201876"/>
                  <a:pt x="26059" y="199445"/>
                </a:cubicBezTo>
                <a:cubicBezTo>
                  <a:pt x="27892" y="197014"/>
                  <a:pt x="29605" y="193448"/>
                  <a:pt x="31199" y="188747"/>
                </a:cubicBezTo>
                <a:cubicBezTo>
                  <a:pt x="32793" y="184045"/>
                  <a:pt x="34546" y="177430"/>
                  <a:pt x="36458" y="168904"/>
                </a:cubicBezTo>
                <a:lnTo>
                  <a:pt x="55823" y="82838"/>
                </a:lnTo>
                <a:cubicBezTo>
                  <a:pt x="57656" y="74710"/>
                  <a:pt x="58572" y="68733"/>
                  <a:pt x="58572" y="64908"/>
                </a:cubicBezTo>
                <a:cubicBezTo>
                  <a:pt x="58572" y="61800"/>
                  <a:pt x="57835" y="59588"/>
                  <a:pt x="56361" y="58274"/>
                </a:cubicBezTo>
                <a:cubicBezTo>
                  <a:pt x="54887" y="56959"/>
                  <a:pt x="51799" y="56062"/>
                  <a:pt x="47097" y="55584"/>
                </a:cubicBezTo>
                <a:lnTo>
                  <a:pt x="48890" y="47695"/>
                </a:lnTo>
                <a:lnTo>
                  <a:pt x="83914" y="46380"/>
                </a:lnTo>
                <a:lnTo>
                  <a:pt x="97541" y="46380"/>
                </a:lnTo>
                <a:lnTo>
                  <a:pt x="72319" y="1625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69">
            <a:extLst xmlns:a="http://schemas.openxmlformats.org/drawingml/2006/main">
              <a:ext uri="{FF2B5EF4-FFF2-40B4-BE49-F238E27FC236}">
                <a16:creationId xmlns:a16="http://schemas.microsoft.com/office/drawing/2014/main" id="{2FFA4645-B5C2-4455-90A3-8AD61CD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23" y="6626911"/>
            <a:ext cx="203909" cy="212681"/>
          </a:xfrm>
          <a:custGeom xmlns:a="http://schemas.openxmlformats.org/drawingml/2006/main">
            <a:pathLst>
              <a:path w="203909" h="212681">
                <a:moveTo>
                  <a:pt x="113706" y="117347"/>
                </a:moveTo>
                <a:lnTo>
                  <a:pt x="113706" y="212681"/>
                </a:lnTo>
                <a:lnTo>
                  <a:pt x="90203" y="212681"/>
                </a:lnTo>
                <a:lnTo>
                  <a:pt x="90203" y="117347"/>
                </a:lnTo>
                <a:lnTo>
                  <a:pt x="0" y="117347"/>
                </a:lnTo>
                <a:lnTo>
                  <a:pt x="0" y="95334"/>
                </a:lnTo>
                <a:lnTo>
                  <a:pt x="90203" y="95334"/>
                </a:lnTo>
                <a:lnTo>
                  <a:pt x="90203" y="0"/>
                </a:lnTo>
                <a:lnTo>
                  <a:pt x="113706" y="0"/>
                </a:lnTo>
                <a:lnTo>
                  <a:pt x="113706" y="95334"/>
                </a:lnTo>
                <a:lnTo>
                  <a:pt x="203909" y="95334"/>
                </a:lnTo>
                <a:lnTo>
                  <a:pt x="203909" y="117347"/>
                </a:lnTo>
                <a:lnTo>
                  <a:pt x="113706" y="117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70">
            <a:extLst xmlns:a="http://schemas.openxmlformats.org/drawingml/2006/main">
              <a:ext uri="{FF2B5EF4-FFF2-40B4-BE49-F238E27FC236}">
                <a16:creationId xmlns:a16="http://schemas.microsoft.com/office/drawing/2014/main" id="{DD7554A6-33F5-4FD7-A1E7-452CF464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791" y="6663323"/>
            <a:ext cx="204406" cy="169483"/>
          </a:xfrm>
          <a:custGeom xmlns:a="http://schemas.openxmlformats.org/drawingml/2006/main">
            <a:pathLst>
              <a:path w="204406" h="169483">
                <a:moveTo>
                  <a:pt x="143829" y="40219"/>
                </a:moveTo>
                <a:lnTo>
                  <a:pt x="159552" y="2648"/>
                </a:lnTo>
                <a:lnTo>
                  <a:pt x="204406" y="2648"/>
                </a:lnTo>
                <a:lnTo>
                  <a:pt x="202420" y="13572"/>
                </a:lnTo>
                <a:cubicBezTo>
                  <a:pt x="198227" y="18758"/>
                  <a:pt x="191137" y="28220"/>
                  <a:pt x="181151" y="41957"/>
                </a:cubicBezTo>
                <a:cubicBezTo>
                  <a:pt x="171166" y="55694"/>
                  <a:pt x="161538" y="69625"/>
                  <a:pt x="152270" y="83748"/>
                </a:cubicBezTo>
                <a:cubicBezTo>
                  <a:pt x="152159" y="87279"/>
                  <a:pt x="151773" y="93679"/>
                  <a:pt x="151111" y="102948"/>
                </a:cubicBezTo>
                <a:cubicBezTo>
                  <a:pt x="150449" y="111885"/>
                  <a:pt x="150118" y="118340"/>
                  <a:pt x="150118" y="122312"/>
                </a:cubicBezTo>
                <a:cubicBezTo>
                  <a:pt x="150118" y="131471"/>
                  <a:pt x="150946" y="137622"/>
                  <a:pt x="152601" y="140767"/>
                </a:cubicBezTo>
                <a:cubicBezTo>
                  <a:pt x="154256" y="143912"/>
                  <a:pt x="157070" y="145484"/>
                  <a:pt x="161042" y="145484"/>
                </a:cubicBezTo>
                <a:cubicBezTo>
                  <a:pt x="164021" y="145484"/>
                  <a:pt x="167221" y="144270"/>
                  <a:pt x="170642" y="141843"/>
                </a:cubicBezTo>
                <a:cubicBezTo>
                  <a:pt x="174062" y="139415"/>
                  <a:pt x="178476" y="135057"/>
                  <a:pt x="183882" y="128767"/>
                </a:cubicBezTo>
                <a:lnTo>
                  <a:pt x="195799" y="140684"/>
                </a:lnTo>
                <a:cubicBezTo>
                  <a:pt x="185979" y="150725"/>
                  <a:pt x="176683" y="158035"/>
                  <a:pt x="167911" y="162614"/>
                </a:cubicBezTo>
                <a:cubicBezTo>
                  <a:pt x="159139" y="167193"/>
                  <a:pt x="149566" y="169483"/>
                  <a:pt x="139194" y="169483"/>
                </a:cubicBezTo>
                <a:cubicBezTo>
                  <a:pt x="130257" y="169483"/>
                  <a:pt x="123471" y="166835"/>
                  <a:pt x="118837" y="161538"/>
                </a:cubicBezTo>
                <a:cubicBezTo>
                  <a:pt x="114202" y="156242"/>
                  <a:pt x="111885" y="148408"/>
                  <a:pt x="111885" y="138036"/>
                </a:cubicBezTo>
                <a:cubicBezTo>
                  <a:pt x="111885" y="134174"/>
                  <a:pt x="112216" y="130091"/>
                  <a:pt x="112878" y="125788"/>
                </a:cubicBezTo>
                <a:lnTo>
                  <a:pt x="110396" y="125457"/>
                </a:lnTo>
                <a:cubicBezTo>
                  <a:pt x="99913" y="138698"/>
                  <a:pt x="91417" y="148049"/>
                  <a:pt x="84907" y="153511"/>
                </a:cubicBezTo>
                <a:cubicBezTo>
                  <a:pt x="78397" y="158973"/>
                  <a:pt x="71694" y="163000"/>
                  <a:pt x="64797" y="165593"/>
                </a:cubicBezTo>
                <a:cubicBezTo>
                  <a:pt x="57901" y="168186"/>
                  <a:pt x="50095" y="169483"/>
                  <a:pt x="41378" y="169483"/>
                </a:cubicBezTo>
                <a:cubicBezTo>
                  <a:pt x="32550" y="169483"/>
                  <a:pt x="25020" y="167497"/>
                  <a:pt x="18785" y="163525"/>
                </a:cubicBezTo>
                <a:cubicBezTo>
                  <a:pt x="12551" y="159552"/>
                  <a:pt x="7862" y="153594"/>
                  <a:pt x="4717" y="145649"/>
                </a:cubicBezTo>
                <a:cubicBezTo>
                  <a:pt x="1572" y="137705"/>
                  <a:pt x="0" y="128381"/>
                  <a:pt x="0" y="117678"/>
                </a:cubicBezTo>
                <a:cubicBezTo>
                  <a:pt x="0" y="95279"/>
                  <a:pt x="4027" y="75032"/>
                  <a:pt x="12082" y="56936"/>
                </a:cubicBezTo>
                <a:cubicBezTo>
                  <a:pt x="20137" y="38840"/>
                  <a:pt x="31502" y="24827"/>
                  <a:pt x="46177" y="14896"/>
                </a:cubicBezTo>
                <a:cubicBezTo>
                  <a:pt x="60853" y="4965"/>
                  <a:pt x="77459" y="0"/>
                  <a:pt x="95996" y="0"/>
                </a:cubicBezTo>
                <a:cubicBezTo>
                  <a:pt x="109127" y="0"/>
                  <a:pt x="119581" y="3338"/>
                  <a:pt x="127360" y="10013"/>
                </a:cubicBezTo>
                <a:cubicBezTo>
                  <a:pt x="135139" y="16689"/>
                  <a:pt x="139912" y="26758"/>
                  <a:pt x="141677" y="40219"/>
                </a:cubicBezTo>
                <a:lnTo>
                  <a:pt x="143829" y="40219"/>
                </a:lnTo>
                <a:moveTo>
                  <a:pt x="114864" y="82424"/>
                </a:moveTo>
                <a:cubicBezTo>
                  <a:pt x="117071" y="71832"/>
                  <a:pt x="118175" y="60632"/>
                  <a:pt x="118175" y="48826"/>
                </a:cubicBezTo>
                <a:cubicBezTo>
                  <a:pt x="118175" y="38012"/>
                  <a:pt x="116520" y="30040"/>
                  <a:pt x="113209" y="24909"/>
                </a:cubicBezTo>
                <a:cubicBezTo>
                  <a:pt x="109899" y="19779"/>
                  <a:pt x="105210" y="17213"/>
                  <a:pt x="99141" y="17213"/>
                </a:cubicBezTo>
                <a:cubicBezTo>
                  <a:pt x="94838" y="17213"/>
                  <a:pt x="90700" y="18123"/>
                  <a:pt x="86728" y="19944"/>
                </a:cubicBezTo>
                <a:cubicBezTo>
                  <a:pt x="82755" y="21765"/>
                  <a:pt x="78811" y="24634"/>
                  <a:pt x="74894" y="28551"/>
                </a:cubicBezTo>
                <a:cubicBezTo>
                  <a:pt x="70976" y="32468"/>
                  <a:pt x="67142" y="37874"/>
                  <a:pt x="63391" y="44771"/>
                </a:cubicBezTo>
                <a:cubicBezTo>
                  <a:pt x="59639" y="51667"/>
                  <a:pt x="56412" y="59308"/>
                  <a:pt x="53708" y="67694"/>
                </a:cubicBezTo>
                <a:cubicBezTo>
                  <a:pt x="51005" y="76080"/>
                  <a:pt x="48881" y="84769"/>
                  <a:pt x="47336" y="93762"/>
                </a:cubicBezTo>
                <a:cubicBezTo>
                  <a:pt x="45791" y="102755"/>
                  <a:pt x="45019" y="110837"/>
                  <a:pt x="45019" y="118009"/>
                </a:cubicBezTo>
                <a:cubicBezTo>
                  <a:pt x="45019" y="136105"/>
                  <a:pt x="50205" y="145153"/>
                  <a:pt x="60577" y="145153"/>
                </a:cubicBezTo>
                <a:cubicBezTo>
                  <a:pt x="69404" y="145153"/>
                  <a:pt x="78811" y="139608"/>
                  <a:pt x="88796" y="128519"/>
                </a:cubicBezTo>
                <a:cubicBezTo>
                  <a:pt x="98782" y="117430"/>
                  <a:pt x="107472" y="102065"/>
                  <a:pt x="114864" y="82424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71">
            <a:extLst xmlns:a="http://schemas.openxmlformats.org/drawingml/2006/main">
              <a:ext uri="{FF2B5EF4-FFF2-40B4-BE49-F238E27FC236}">
                <a16:creationId xmlns:a16="http://schemas.microsoft.com/office/drawing/2014/main" id="{61E6DD67-9A18-4C82-9F1E-4CDBDCEA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178" y="6604236"/>
            <a:ext cx="248266" cy="225922"/>
          </a:xfrm>
          <a:custGeom xmlns:a="http://schemas.openxmlformats.org/drawingml/2006/main">
            <a:pathLst>
              <a:path w="248266" h="225922">
                <a:moveTo>
                  <a:pt x="193482" y="181234"/>
                </a:moveTo>
                <a:cubicBezTo>
                  <a:pt x="192710" y="184765"/>
                  <a:pt x="192158" y="187827"/>
                  <a:pt x="191827" y="190420"/>
                </a:cubicBezTo>
                <a:cubicBezTo>
                  <a:pt x="191496" y="193013"/>
                  <a:pt x="191330" y="196406"/>
                  <a:pt x="191330" y="200599"/>
                </a:cubicBezTo>
                <a:cubicBezTo>
                  <a:pt x="191330" y="205233"/>
                  <a:pt x="192406" y="208626"/>
                  <a:pt x="194558" y="210778"/>
                </a:cubicBezTo>
                <a:cubicBezTo>
                  <a:pt x="196709" y="212929"/>
                  <a:pt x="200213" y="214336"/>
                  <a:pt x="205068" y="214998"/>
                </a:cubicBezTo>
                <a:lnTo>
                  <a:pt x="202751" y="225922"/>
                </a:lnTo>
                <a:lnTo>
                  <a:pt x="119499" y="225922"/>
                </a:lnTo>
                <a:lnTo>
                  <a:pt x="121816" y="214998"/>
                </a:lnTo>
                <a:cubicBezTo>
                  <a:pt x="128105" y="213233"/>
                  <a:pt x="132740" y="210143"/>
                  <a:pt x="135719" y="205730"/>
                </a:cubicBezTo>
                <a:cubicBezTo>
                  <a:pt x="138698" y="201316"/>
                  <a:pt x="141512" y="193151"/>
                  <a:pt x="144160" y="181234"/>
                </a:cubicBezTo>
                <a:lnTo>
                  <a:pt x="158063" y="118009"/>
                </a:lnTo>
                <a:lnTo>
                  <a:pt x="87886" y="118009"/>
                </a:lnTo>
                <a:lnTo>
                  <a:pt x="73983" y="181234"/>
                </a:lnTo>
                <a:cubicBezTo>
                  <a:pt x="73211" y="184875"/>
                  <a:pt x="72659" y="187965"/>
                  <a:pt x="72328" y="190503"/>
                </a:cubicBezTo>
                <a:cubicBezTo>
                  <a:pt x="71997" y="193041"/>
                  <a:pt x="71832" y="196406"/>
                  <a:pt x="71832" y="200599"/>
                </a:cubicBezTo>
                <a:cubicBezTo>
                  <a:pt x="71832" y="205233"/>
                  <a:pt x="72907" y="208626"/>
                  <a:pt x="75059" y="210778"/>
                </a:cubicBezTo>
                <a:cubicBezTo>
                  <a:pt x="77211" y="212929"/>
                  <a:pt x="80714" y="214336"/>
                  <a:pt x="85569" y="214998"/>
                </a:cubicBezTo>
                <a:lnTo>
                  <a:pt x="83252" y="225922"/>
                </a:lnTo>
                <a:lnTo>
                  <a:pt x="0" y="225922"/>
                </a:lnTo>
                <a:lnTo>
                  <a:pt x="2317" y="214998"/>
                </a:lnTo>
                <a:cubicBezTo>
                  <a:pt x="8607" y="213233"/>
                  <a:pt x="13241" y="210143"/>
                  <a:pt x="16220" y="205730"/>
                </a:cubicBezTo>
                <a:cubicBezTo>
                  <a:pt x="19199" y="201316"/>
                  <a:pt x="22013" y="193151"/>
                  <a:pt x="24661" y="181234"/>
                </a:cubicBezTo>
                <a:lnTo>
                  <a:pt x="54784" y="44688"/>
                </a:lnTo>
                <a:cubicBezTo>
                  <a:pt x="56218" y="38178"/>
                  <a:pt x="56936" y="31723"/>
                  <a:pt x="56936" y="25323"/>
                </a:cubicBezTo>
                <a:cubicBezTo>
                  <a:pt x="56936" y="20689"/>
                  <a:pt x="55860" y="17296"/>
                  <a:pt x="53708" y="15144"/>
                </a:cubicBezTo>
                <a:cubicBezTo>
                  <a:pt x="51557" y="12993"/>
                  <a:pt x="48053" y="11586"/>
                  <a:pt x="43198" y="10924"/>
                </a:cubicBezTo>
                <a:lnTo>
                  <a:pt x="45515" y="0"/>
                </a:lnTo>
                <a:lnTo>
                  <a:pt x="128767" y="0"/>
                </a:lnTo>
                <a:lnTo>
                  <a:pt x="126450" y="10924"/>
                </a:lnTo>
                <a:cubicBezTo>
                  <a:pt x="120161" y="12689"/>
                  <a:pt x="115526" y="15779"/>
                  <a:pt x="112547" y="20192"/>
                </a:cubicBezTo>
                <a:cubicBezTo>
                  <a:pt x="109568" y="24606"/>
                  <a:pt x="106754" y="32771"/>
                  <a:pt x="104106" y="44688"/>
                </a:cubicBezTo>
                <a:lnTo>
                  <a:pt x="92520" y="97155"/>
                </a:lnTo>
                <a:lnTo>
                  <a:pt x="162697" y="97155"/>
                </a:lnTo>
                <a:lnTo>
                  <a:pt x="174283" y="44688"/>
                </a:lnTo>
                <a:cubicBezTo>
                  <a:pt x="175717" y="38178"/>
                  <a:pt x="176434" y="31723"/>
                  <a:pt x="176434" y="25323"/>
                </a:cubicBezTo>
                <a:cubicBezTo>
                  <a:pt x="176434" y="20689"/>
                  <a:pt x="175359" y="17296"/>
                  <a:pt x="173207" y="15144"/>
                </a:cubicBezTo>
                <a:cubicBezTo>
                  <a:pt x="171055" y="12993"/>
                  <a:pt x="167552" y="11586"/>
                  <a:pt x="162697" y="10924"/>
                </a:cubicBezTo>
                <a:lnTo>
                  <a:pt x="165014" y="0"/>
                </a:lnTo>
                <a:lnTo>
                  <a:pt x="248266" y="0"/>
                </a:lnTo>
                <a:lnTo>
                  <a:pt x="245949" y="10924"/>
                </a:lnTo>
                <a:cubicBezTo>
                  <a:pt x="239659" y="12689"/>
                  <a:pt x="235025" y="15779"/>
                  <a:pt x="232046" y="20192"/>
                </a:cubicBezTo>
                <a:cubicBezTo>
                  <a:pt x="229067" y="24606"/>
                  <a:pt x="226253" y="32771"/>
                  <a:pt x="223605" y="44688"/>
                </a:cubicBezTo>
                <a:lnTo>
                  <a:pt x="193482" y="181234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72">
            <a:extLst xmlns:a="http://schemas.openxmlformats.org/drawingml/2006/main">
              <a:ext uri="{FF2B5EF4-FFF2-40B4-BE49-F238E27FC236}">
                <a16:creationId xmlns:a16="http://schemas.microsoft.com/office/drawing/2014/main" id="{2E2BB2B3-3F81-4AEB-AD68-EC25E6A7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473" y="6736197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73">
            <a:extLst xmlns:a="http://schemas.openxmlformats.org/drawingml/2006/main">
              <a:ext uri="{FF2B5EF4-FFF2-40B4-BE49-F238E27FC236}">
                <a16:creationId xmlns:a16="http://schemas.microsoft.com/office/drawing/2014/main" id="{EE1D8976-49BB-42F7-8C5A-ED0CA0B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10" y="687473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74">
            <a:extLst xmlns:a="http://schemas.openxmlformats.org/drawingml/2006/main">
              <a:ext uri="{FF2B5EF4-FFF2-40B4-BE49-F238E27FC236}">
                <a16:creationId xmlns:a16="http://schemas.microsoft.com/office/drawing/2014/main" id="{DDE207A1-8182-4C76-B94D-FE29922D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077" y="6781979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75">
            <a:extLst xmlns:a="http://schemas.openxmlformats.org/drawingml/2006/main">
              <a:ext uri="{FF2B5EF4-FFF2-40B4-BE49-F238E27FC236}">
                <a16:creationId xmlns:a16="http://schemas.microsoft.com/office/drawing/2014/main" id="{B16C7596-BE3A-4A3D-A003-308F35E2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728" y="6592485"/>
            <a:ext cx="177593" cy="240322"/>
          </a:xfrm>
          <a:custGeom xmlns:a="http://schemas.openxmlformats.org/drawingml/2006/main">
            <a:pathLst>
              <a:path w="177593" h="240322">
                <a:moveTo>
                  <a:pt x="76962" y="85569"/>
                </a:moveTo>
                <a:cubicBezTo>
                  <a:pt x="68356" y="76190"/>
                  <a:pt x="62177" y="68190"/>
                  <a:pt x="58425" y="61570"/>
                </a:cubicBezTo>
                <a:cubicBezTo>
                  <a:pt x="54674" y="54950"/>
                  <a:pt x="52798" y="47391"/>
                  <a:pt x="52798" y="38895"/>
                </a:cubicBezTo>
                <a:cubicBezTo>
                  <a:pt x="52798" y="31392"/>
                  <a:pt x="55032" y="24689"/>
                  <a:pt x="59501" y="18785"/>
                </a:cubicBezTo>
                <a:cubicBezTo>
                  <a:pt x="63970" y="12882"/>
                  <a:pt x="70287" y="8276"/>
                  <a:pt x="78452" y="4965"/>
                </a:cubicBezTo>
                <a:cubicBezTo>
                  <a:pt x="86617" y="1655"/>
                  <a:pt x="95941" y="0"/>
                  <a:pt x="106423" y="0"/>
                </a:cubicBezTo>
                <a:cubicBezTo>
                  <a:pt x="129595" y="0"/>
                  <a:pt x="153318" y="7338"/>
                  <a:pt x="177593" y="22013"/>
                </a:cubicBezTo>
                <a:lnTo>
                  <a:pt x="170311" y="52963"/>
                </a:lnTo>
                <a:lnTo>
                  <a:pt x="147801" y="52963"/>
                </a:lnTo>
                <a:cubicBezTo>
                  <a:pt x="143277" y="40936"/>
                  <a:pt x="137650" y="31971"/>
                  <a:pt x="130919" y="26068"/>
                </a:cubicBezTo>
                <a:cubicBezTo>
                  <a:pt x="124188" y="20165"/>
                  <a:pt x="116464" y="17213"/>
                  <a:pt x="107747" y="17213"/>
                </a:cubicBezTo>
                <a:cubicBezTo>
                  <a:pt x="102230" y="17213"/>
                  <a:pt x="97844" y="18537"/>
                  <a:pt x="94589" y="21185"/>
                </a:cubicBezTo>
                <a:cubicBezTo>
                  <a:pt x="91334" y="23834"/>
                  <a:pt x="89707" y="27530"/>
                  <a:pt x="89707" y="32275"/>
                </a:cubicBezTo>
                <a:cubicBezTo>
                  <a:pt x="89707" y="36026"/>
                  <a:pt x="90534" y="39750"/>
                  <a:pt x="92189" y="43447"/>
                </a:cubicBezTo>
                <a:cubicBezTo>
                  <a:pt x="93845" y="47143"/>
                  <a:pt x="96575" y="51391"/>
                  <a:pt x="100382" y="56191"/>
                </a:cubicBezTo>
                <a:cubicBezTo>
                  <a:pt x="104189" y="60991"/>
                  <a:pt x="110892" y="68521"/>
                  <a:pt x="120492" y="78783"/>
                </a:cubicBezTo>
                <a:cubicBezTo>
                  <a:pt x="129429" y="88383"/>
                  <a:pt x="136464" y="96879"/>
                  <a:pt x="141594" y="104272"/>
                </a:cubicBezTo>
                <a:cubicBezTo>
                  <a:pt x="146725" y="111665"/>
                  <a:pt x="150697" y="119581"/>
                  <a:pt x="153511" y="128023"/>
                </a:cubicBezTo>
                <a:cubicBezTo>
                  <a:pt x="156325" y="136464"/>
                  <a:pt x="157732" y="145705"/>
                  <a:pt x="157732" y="155746"/>
                </a:cubicBezTo>
                <a:cubicBezTo>
                  <a:pt x="157732" y="171745"/>
                  <a:pt x="153815" y="186282"/>
                  <a:pt x="145980" y="199358"/>
                </a:cubicBezTo>
                <a:cubicBezTo>
                  <a:pt x="138146" y="212433"/>
                  <a:pt x="127278" y="222529"/>
                  <a:pt x="113375" y="229646"/>
                </a:cubicBezTo>
                <a:cubicBezTo>
                  <a:pt x="99472" y="236763"/>
                  <a:pt x="83969" y="240322"/>
                  <a:pt x="66866" y="240322"/>
                </a:cubicBezTo>
                <a:cubicBezTo>
                  <a:pt x="53184" y="240322"/>
                  <a:pt x="41322" y="237949"/>
                  <a:pt x="31282" y="233205"/>
                </a:cubicBezTo>
                <a:cubicBezTo>
                  <a:pt x="21241" y="228460"/>
                  <a:pt x="13517" y="221536"/>
                  <a:pt x="8110" y="212433"/>
                </a:cubicBezTo>
                <a:cubicBezTo>
                  <a:pt x="2703" y="203330"/>
                  <a:pt x="0" y="192544"/>
                  <a:pt x="0" y="180076"/>
                </a:cubicBezTo>
                <a:cubicBezTo>
                  <a:pt x="0" y="160766"/>
                  <a:pt x="6731" y="142698"/>
                  <a:pt x="20192" y="125871"/>
                </a:cubicBezTo>
                <a:cubicBezTo>
                  <a:pt x="33654" y="109044"/>
                  <a:pt x="52577" y="95610"/>
                  <a:pt x="76962" y="85569"/>
                </a:cubicBezTo>
                <a:moveTo>
                  <a:pt x="92024" y="100796"/>
                </a:moveTo>
                <a:cubicBezTo>
                  <a:pt x="77459" y="110065"/>
                  <a:pt x="66122" y="122616"/>
                  <a:pt x="58011" y="138450"/>
                </a:cubicBezTo>
                <a:cubicBezTo>
                  <a:pt x="49901" y="154284"/>
                  <a:pt x="45846" y="171028"/>
                  <a:pt x="45846" y="188682"/>
                </a:cubicBezTo>
                <a:cubicBezTo>
                  <a:pt x="45846" y="200268"/>
                  <a:pt x="47833" y="208902"/>
                  <a:pt x="51805" y="214585"/>
                </a:cubicBezTo>
                <a:cubicBezTo>
                  <a:pt x="55777" y="220267"/>
                  <a:pt x="61901" y="223108"/>
                  <a:pt x="70177" y="223108"/>
                </a:cubicBezTo>
                <a:cubicBezTo>
                  <a:pt x="77238" y="223108"/>
                  <a:pt x="83886" y="220350"/>
                  <a:pt x="90121" y="214833"/>
                </a:cubicBezTo>
                <a:cubicBezTo>
                  <a:pt x="96355" y="209316"/>
                  <a:pt x="101320" y="201509"/>
                  <a:pt x="105017" y="191413"/>
                </a:cubicBezTo>
                <a:cubicBezTo>
                  <a:pt x="108713" y="181317"/>
                  <a:pt x="110561" y="169924"/>
                  <a:pt x="110561" y="157235"/>
                </a:cubicBezTo>
                <a:cubicBezTo>
                  <a:pt x="110561" y="145649"/>
                  <a:pt x="108989" y="135029"/>
                  <a:pt x="105844" y="125374"/>
                </a:cubicBezTo>
                <a:cubicBezTo>
                  <a:pt x="102699" y="115720"/>
                  <a:pt x="98093" y="107527"/>
                  <a:pt x="92024" y="100796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76">
            <a:extLst xmlns:a="http://schemas.openxmlformats.org/drawingml/2006/main">
              <a:ext uri="{FF2B5EF4-FFF2-40B4-BE49-F238E27FC236}">
                <a16:creationId xmlns:a16="http://schemas.microsoft.com/office/drawing/2014/main" id="{9C4C4F74-14DA-4060-8EC5-19F6917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642" y="6749756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77">
            <a:extLst xmlns:a="http://schemas.openxmlformats.org/drawingml/2006/main">
              <a:ext uri="{FF2B5EF4-FFF2-40B4-BE49-F238E27FC236}">
                <a16:creationId xmlns:a16="http://schemas.microsoft.com/office/drawing/2014/main" id="{6D71F870-96B2-44CE-8FB8-B9F85A5F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79" y="6888298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78">
            <a:extLst xmlns:a="http://schemas.openxmlformats.org/drawingml/2006/main">
              <a:ext uri="{FF2B5EF4-FFF2-40B4-BE49-F238E27FC236}">
                <a16:creationId xmlns:a16="http://schemas.microsoft.com/office/drawing/2014/main" id="{E6908C97-89A9-4595-BFF0-1EF4581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246" y="6795538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79">
            <a:extLst xmlns:a="http://schemas.openxmlformats.org/drawingml/2006/main">
              <a:ext uri="{FF2B5EF4-FFF2-40B4-BE49-F238E27FC236}">
                <a16:creationId xmlns:a16="http://schemas.microsoft.com/office/drawing/2014/main" id="{6EBCB5FE-BCF1-4F33-896D-F447F107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186" y="6888298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80">
            <a:extLst xmlns:a="http://schemas.openxmlformats.org/drawingml/2006/main">
              <a:ext uri="{FF2B5EF4-FFF2-40B4-BE49-F238E27FC236}">
                <a16:creationId xmlns:a16="http://schemas.microsoft.com/office/drawing/2014/main" id="{503A8B94-E5BC-4F73-85E8-3E3800D6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089" y="6767567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1">
            <a:extLst xmlns:a="http://schemas.openxmlformats.org/drawingml/2006/main">
              <a:ext uri="{FF2B5EF4-FFF2-40B4-BE49-F238E27FC236}">
                <a16:creationId xmlns:a16="http://schemas.microsoft.com/office/drawing/2014/main" id="{3E893EA3-912A-43A6-856B-1C995DE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458" y="6574080"/>
            <a:ext cx="106865" cy="122404"/>
          </a:xfrm>
          <a:custGeom xmlns:a="http://schemas.openxmlformats.org/drawingml/2006/main">
            <a:pathLst>
              <a:path w="106865" h="122404">
                <a:moveTo>
                  <a:pt x="81523" y="88815"/>
                </a:moveTo>
                <a:lnTo>
                  <a:pt x="91206" y="99214"/>
                </a:lnTo>
                <a:cubicBezTo>
                  <a:pt x="82838" y="107582"/>
                  <a:pt x="74471" y="113539"/>
                  <a:pt x="66103" y="117085"/>
                </a:cubicBezTo>
                <a:cubicBezTo>
                  <a:pt x="57736" y="120631"/>
                  <a:pt x="48531" y="122404"/>
                  <a:pt x="38490" y="122404"/>
                </a:cubicBezTo>
                <a:cubicBezTo>
                  <a:pt x="26298" y="122404"/>
                  <a:pt x="16835" y="118599"/>
                  <a:pt x="10101" y="110989"/>
                </a:cubicBezTo>
                <a:cubicBezTo>
                  <a:pt x="3367" y="103378"/>
                  <a:pt x="0" y="92799"/>
                  <a:pt x="0" y="79252"/>
                </a:cubicBezTo>
                <a:cubicBezTo>
                  <a:pt x="0" y="66581"/>
                  <a:pt x="2849" y="53671"/>
                  <a:pt x="8547" y="40523"/>
                </a:cubicBezTo>
                <a:cubicBezTo>
                  <a:pt x="14245" y="27374"/>
                  <a:pt x="22672" y="17333"/>
                  <a:pt x="33829" y="10400"/>
                </a:cubicBezTo>
                <a:cubicBezTo>
                  <a:pt x="44985" y="3467"/>
                  <a:pt x="58054" y="0"/>
                  <a:pt x="73036" y="0"/>
                </a:cubicBezTo>
                <a:cubicBezTo>
                  <a:pt x="78375" y="0"/>
                  <a:pt x="84153" y="418"/>
                  <a:pt x="90369" y="1255"/>
                </a:cubicBezTo>
                <a:cubicBezTo>
                  <a:pt x="96585" y="2092"/>
                  <a:pt x="102083" y="3267"/>
                  <a:pt x="106865" y="4781"/>
                </a:cubicBezTo>
                <a:lnTo>
                  <a:pt x="100171" y="33948"/>
                </a:lnTo>
                <a:lnTo>
                  <a:pt x="78654" y="33948"/>
                </a:lnTo>
                <a:cubicBezTo>
                  <a:pt x="78814" y="32275"/>
                  <a:pt x="78893" y="30561"/>
                  <a:pt x="78893" y="28808"/>
                </a:cubicBezTo>
                <a:cubicBezTo>
                  <a:pt x="78893" y="23070"/>
                  <a:pt x="78017" y="18907"/>
                  <a:pt x="76264" y="16317"/>
                </a:cubicBezTo>
                <a:cubicBezTo>
                  <a:pt x="74510" y="13727"/>
                  <a:pt x="71921" y="12432"/>
                  <a:pt x="68494" y="12432"/>
                </a:cubicBezTo>
                <a:cubicBezTo>
                  <a:pt x="62597" y="12432"/>
                  <a:pt x="56979" y="15819"/>
                  <a:pt x="51639" y="22592"/>
                </a:cubicBezTo>
                <a:cubicBezTo>
                  <a:pt x="46300" y="29366"/>
                  <a:pt x="41837" y="38769"/>
                  <a:pt x="38251" y="50803"/>
                </a:cubicBezTo>
                <a:cubicBezTo>
                  <a:pt x="34665" y="62836"/>
                  <a:pt x="32872" y="73395"/>
                  <a:pt x="32872" y="82479"/>
                </a:cubicBezTo>
                <a:cubicBezTo>
                  <a:pt x="32872" y="97461"/>
                  <a:pt x="38331" y="104952"/>
                  <a:pt x="49249" y="104952"/>
                </a:cubicBezTo>
                <a:cubicBezTo>
                  <a:pt x="54747" y="104952"/>
                  <a:pt x="59947" y="103717"/>
                  <a:pt x="64848" y="101247"/>
                </a:cubicBezTo>
                <a:cubicBezTo>
                  <a:pt x="69749" y="98776"/>
                  <a:pt x="75307" y="94632"/>
                  <a:pt x="81523" y="88815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82">
            <a:extLst xmlns:a="http://schemas.openxmlformats.org/drawingml/2006/main">
              <a:ext uri="{FF2B5EF4-FFF2-40B4-BE49-F238E27FC236}">
                <a16:creationId xmlns:a16="http://schemas.microsoft.com/office/drawing/2014/main" id="{45EA8B06-2A83-4B12-9A54-B0D4DEE5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411" y="6574080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383">
            <a:extLst xmlns:a="http://schemas.openxmlformats.org/drawingml/2006/main">
              <a:ext uri="{FF2B5EF4-FFF2-40B4-BE49-F238E27FC236}">
                <a16:creationId xmlns:a16="http://schemas.microsoft.com/office/drawing/2014/main" id="{99C2F831-7C04-494B-B859-A3E77BEA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250" y="6528298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84">
            <a:extLst xmlns:a="http://schemas.openxmlformats.org/drawingml/2006/main">
              <a:ext uri="{FF2B5EF4-FFF2-40B4-BE49-F238E27FC236}">
                <a16:creationId xmlns:a16="http://schemas.microsoft.com/office/drawing/2014/main" id="{3D1A32B6-50CF-458D-8AA9-8CB4FFA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206" y="6546109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385">
            <a:extLst xmlns:a="http://schemas.openxmlformats.org/drawingml/2006/main">
              <a:ext uri="{FF2B5EF4-FFF2-40B4-BE49-F238E27FC236}">
                <a16:creationId xmlns:a16="http://schemas.microsoft.com/office/drawing/2014/main" id="{686DD1B2-E6FF-40AA-8C9F-2FEA72B0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77" y="6722245"/>
            <a:ext cx="203909" cy="22013"/>
          </a:xfrm>
          <a:custGeom xmlns:a="http://schemas.openxmlformats.org/drawingml/2006/main">
            <a:pathLst>
              <a:path w="203909" h="22013">
                <a:moveTo>
                  <a:pt x="0" y="22013"/>
                </a:moveTo>
                <a:lnTo>
                  <a:pt x="0" y="0"/>
                </a:lnTo>
                <a:lnTo>
                  <a:pt x="203909" y="0"/>
                </a:lnTo>
                <a:lnTo>
                  <a:pt x="203909" y="22013"/>
                </a:lnTo>
                <a:lnTo>
                  <a:pt x="0" y="22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386">
            <a:extLst xmlns:a="http://schemas.openxmlformats.org/drawingml/2006/main">
              <a:ext uri="{FF2B5EF4-FFF2-40B4-BE49-F238E27FC236}">
                <a16:creationId xmlns:a16="http://schemas.microsoft.com/office/drawing/2014/main" id="{A20661ED-8C49-4038-9951-246E5744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739" y="6663323"/>
            <a:ext cx="183386" cy="238335"/>
          </a:xfrm>
          <a:custGeom xmlns:a="http://schemas.openxmlformats.org/drawingml/2006/main">
            <a:pathLst>
              <a:path w="183386" h="238335">
                <a:moveTo>
                  <a:pt x="84741" y="36578"/>
                </a:moveTo>
                <a:cubicBezTo>
                  <a:pt x="93789" y="24771"/>
                  <a:pt x="103196" y="15724"/>
                  <a:pt x="112961" y="9434"/>
                </a:cubicBezTo>
                <a:cubicBezTo>
                  <a:pt x="122726" y="3145"/>
                  <a:pt x="133788" y="0"/>
                  <a:pt x="146146" y="0"/>
                </a:cubicBezTo>
                <a:cubicBezTo>
                  <a:pt x="157842" y="0"/>
                  <a:pt x="166973" y="3172"/>
                  <a:pt x="173538" y="9517"/>
                </a:cubicBezTo>
                <a:cubicBezTo>
                  <a:pt x="180103" y="15861"/>
                  <a:pt x="183386" y="24606"/>
                  <a:pt x="183386" y="35750"/>
                </a:cubicBezTo>
                <a:cubicBezTo>
                  <a:pt x="183386" y="39392"/>
                  <a:pt x="183000" y="43805"/>
                  <a:pt x="182227" y="48991"/>
                </a:cubicBezTo>
                <a:cubicBezTo>
                  <a:pt x="181455" y="54177"/>
                  <a:pt x="180682" y="58536"/>
                  <a:pt x="179910" y="62067"/>
                </a:cubicBezTo>
                <a:lnTo>
                  <a:pt x="142174" y="238335"/>
                </a:lnTo>
                <a:lnTo>
                  <a:pt x="94341" y="238335"/>
                </a:lnTo>
                <a:lnTo>
                  <a:pt x="130257" y="77293"/>
                </a:lnTo>
                <a:cubicBezTo>
                  <a:pt x="134560" y="57984"/>
                  <a:pt x="136712" y="45405"/>
                  <a:pt x="136712" y="39557"/>
                </a:cubicBezTo>
                <a:cubicBezTo>
                  <a:pt x="136712" y="29295"/>
                  <a:pt x="132740" y="24165"/>
                  <a:pt x="124795" y="24165"/>
                </a:cubicBezTo>
                <a:cubicBezTo>
                  <a:pt x="120712" y="24165"/>
                  <a:pt x="116464" y="25709"/>
                  <a:pt x="112051" y="28799"/>
                </a:cubicBezTo>
                <a:cubicBezTo>
                  <a:pt x="107637" y="31888"/>
                  <a:pt x="103030" y="36026"/>
                  <a:pt x="98231" y="41212"/>
                </a:cubicBezTo>
                <a:cubicBezTo>
                  <a:pt x="93431" y="46398"/>
                  <a:pt x="89624" y="51860"/>
                  <a:pt x="86810" y="57598"/>
                </a:cubicBezTo>
                <a:cubicBezTo>
                  <a:pt x="83997" y="63335"/>
                  <a:pt x="81873" y="69183"/>
                  <a:pt x="80438" y="75142"/>
                </a:cubicBezTo>
                <a:lnTo>
                  <a:pt x="59418" y="166835"/>
                </a:lnTo>
                <a:lnTo>
                  <a:pt x="11917" y="166835"/>
                </a:lnTo>
                <a:lnTo>
                  <a:pt x="38729" y="54287"/>
                </a:lnTo>
                <a:cubicBezTo>
                  <a:pt x="40385" y="47336"/>
                  <a:pt x="41212" y="41047"/>
                  <a:pt x="41212" y="35419"/>
                </a:cubicBezTo>
                <a:cubicBezTo>
                  <a:pt x="41212" y="31778"/>
                  <a:pt x="40633" y="28964"/>
                  <a:pt x="39474" y="26978"/>
                </a:cubicBezTo>
                <a:cubicBezTo>
                  <a:pt x="38316" y="24992"/>
                  <a:pt x="36247" y="23999"/>
                  <a:pt x="33268" y="23999"/>
                </a:cubicBezTo>
                <a:cubicBezTo>
                  <a:pt x="30178" y="23999"/>
                  <a:pt x="26923" y="25130"/>
                  <a:pt x="23503" y="27392"/>
                </a:cubicBezTo>
                <a:cubicBezTo>
                  <a:pt x="20082" y="29654"/>
                  <a:pt x="16220" y="33268"/>
                  <a:pt x="11917" y="38233"/>
                </a:cubicBezTo>
                <a:lnTo>
                  <a:pt x="0" y="26482"/>
                </a:lnTo>
                <a:cubicBezTo>
                  <a:pt x="9489" y="17875"/>
                  <a:pt x="16855" y="12000"/>
                  <a:pt x="22096" y="8855"/>
                </a:cubicBezTo>
                <a:cubicBezTo>
                  <a:pt x="27337" y="5710"/>
                  <a:pt x="32385" y="3448"/>
                  <a:pt x="37240" y="2069"/>
                </a:cubicBezTo>
                <a:cubicBezTo>
                  <a:pt x="42095" y="690"/>
                  <a:pt x="47391" y="0"/>
                  <a:pt x="53129" y="0"/>
                </a:cubicBezTo>
                <a:cubicBezTo>
                  <a:pt x="62618" y="0"/>
                  <a:pt x="69983" y="2483"/>
                  <a:pt x="75225" y="7448"/>
                </a:cubicBezTo>
                <a:cubicBezTo>
                  <a:pt x="80466" y="12413"/>
                  <a:pt x="83086" y="18979"/>
                  <a:pt x="83086" y="27144"/>
                </a:cubicBezTo>
                <a:cubicBezTo>
                  <a:pt x="83086" y="30785"/>
                  <a:pt x="82866" y="33709"/>
                  <a:pt x="82424" y="35916"/>
                </a:cubicBezTo>
                <a:lnTo>
                  <a:pt x="84741" y="3657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387">
            <a:extLst xmlns:a="http://schemas.openxmlformats.org/drawingml/2006/main">
              <a:ext uri="{FF2B5EF4-FFF2-40B4-BE49-F238E27FC236}">
                <a16:creationId xmlns:a16="http://schemas.microsoft.com/office/drawing/2014/main" id="{FD79AD8C-19CF-46BE-9BD4-4786FE25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938" y="6663323"/>
            <a:ext cx="147967" cy="169483"/>
          </a:xfrm>
          <a:custGeom xmlns:a="http://schemas.openxmlformats.org/drawingml/2006/main">
            <a:pathLst>
              <a:path w="147967" h="169483">
                <a:moveTo>
                  <a:pt x="112878" y="122974"/>
                </a:moveTo>
                <a:lnTo>
                  <a:pt x="126285" y="137374"/>
                </a:lnTo>
                <a:cubicBezTo>
                  <a:pt x="114699" y="148960"/>
                  <a:pt x="103113" y="157208"/>
                  <a:pt x="91527" y="162118"/>
                </a:cubicBezTo>
                <a:cubicBezTo>
                  <a:pt x="79942" y="167028"/>
                  <a:pt x="67197" y="169483"/>
                  <a:pt x="53294" y="169483"/>
                </a:cubicBezTo>
                <a:cubicBezTo>
                  <a:pt x="36412" y="169483"/>
                  <a:pt x="23309" y="164214"/>
                  <a:pt x="13986" y="153677"/>
                </a:cubicBezTo>
                <a:cubicBezTo>
                  <a:pt x="4662" y="143139"/>
                  <a:pt x="0" y="128491"/>
                  <a:pt x="0" y="109734"/>
                </a:cubicBezTo>
                <a:cubicBezTo>
                  <a:pt x="0" y="92189"/>
                  <a:pt x="3945" y="74314"/>
                  <a:pt x="11834" y="56108"/>
                </a:cubicBezTo>
                <a:cubicBezTo>
                  <a:pt x="19723" y="37902"/>
                  <a:pt x="31392" y="23999"/>
                  <a:pt x="46840" y="14399"/>
                </a:cubicBezTo>
                <a:cubicBezTo>
                  <a:pt x="62287" y="4800"/>
                  <a:pt x="80383" y="0"/>
                  <a:pt x="101127" y="0"/>
                </a:cubicBezTo>
                <a:cubicBezTo>
                  <a:pt x="108520" y="0"/>
                  <a:pt x="116520" y="579"/>
                  <a:pt x="125126" y="1738"/>
                </a:cubicBezTo>
                <a:cubicBezTo>
                  <a:pt x="133733" y="2896"/>
                  <a:pt x="141346" y="4524"/>
                  <a:pt x="147967" y="6620"/>
                </a:cubicBezTo>
                <a:lnTo>
                  <a:pt x="138698" y="47005"/>
                </a:lnTo>
                <a:lnTo>
                  <a:pt x="108906" y="47005"/>
                </a:lnTo>
                <a:cubicBezTo>
                  <a:pt x="109127" y="44688"/>
                  <a:pt x="109237" y="42316"/>
                  <a:pt x="109237" y="39888"/>
                </a:cubicBezTo>
                <a:cubicBezTo>
                  <a:pt x="109237" y="31944"/>
                  <a:pt x="108023" y="26178"/>
                  <a:pt x="105596" y="22592"/>
                </a:cubicBezTo>
                <a:cubicBezTo>
                  <a:pt x="103168" y="19006"/>
                  <a:pt x="99582" y="17213"/>
                  <a:pt x="94838" y="17213"/>
                </a:cubicBezTo>
                <a:cubicBezTo>
                  <a:pt x="86672" y="17213"/>
                  <a:pt x="78893" y="21903"/>
                  <a:pt x="71501" y="31282"/>
                </a:cubicBezTo>
                <a:cubicBezTo>
                  <a:pt x="64108" y="40660"/>
                  <a:pt x="57929" y="53681"/>
                  <a:pt x="52963" y="70342"/>
                </a:cubicBezTo>
                <a:cubicBezTo>
                  <a:pt x="47998" y="87003"/>
                  <a:pt x="45515" y="101624"/>
                  <a:pt x="45515" y="114202"/>
                </a:cubicBezTo>
                <a:cubicBezTo>
                  <a:pt x="45515" y="134946"/>
                  <a:pt x="53074" y="145318"/>
                  <a:pt x="68190" y="145318"/>
                </a:cubicBezTo>
                <a:cubicBezTo>
                  <a:pt x="75804" y="145318"/>
                  <a:pt x="83004" y="143608"/>
                  <a:pt x="89790" y="140188"/>
                </a:cubicBezTo>
                <a:cubicBezTo>
                  <a:pt x="96575" y="136767"/>
                  <a:pt x="104272" y="131029"/>
                  <a:pt x="112878" y="122974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88">
            <a:extLst xmlns:a="http://schemas.openxmlformats.org/drawingml/2006/main">
              <a:ext uri="{FF2B5EF4-FFF2-40B4-BE49-F238E27FC236}">
                <a16:creationId xmlns:a16="http://schemas.microsoft.com/office/drawing/2014/main" id="{336D5BBC-751C-42CC-AE5B-B1D72E2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31" y="6736197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89">
            <a:extLst xmlns:a="http://schemas.openxmlformats.org/drawingml/2006/main">
              <a:ext uri="{FF2B5EF4-FFF2-40B4-BE49-F238E27FC236}">
                <a16:creationId xmlns:a16="http://schemas.microsoft.com/office/drawing/2014/main" id="{2A7B1FBA-4E7F-4E06-8E48-DF0CC023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067" y="687473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90">
            <a:extLst xmlns:a="http://schemas.openxmlformats.org/drawingml/2006/main">
              <a:ext uri="{FF2B5EF4-FFF2-40B4-BE49-F238E27FC236}">
                <a16:creationId xmlns:a16="http://schemas.microsoft.com/office/drawing/2014/main" id="{0A236C0D-311F-4E43-84E1-358DAA1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732" y="6781979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91">
            <a:extLst xmlns:a="http://schemas.openxmlformats.org/drawingml/2006/main">
              <a:ext uri="{FF2B5EF4-FFF2-40B4-BE49-F238E27FC236}">
                <a16:creationId xmlns:a16="http://schemas.microsoft.com/office/drawing/2014/main" id="{652D8F07-CEA6-413A-A6AB-9094C8A5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73" y="687473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92">
            <a:extLst xmlns:a="http://schemas.openxmlformats.org/drawingml/2006/main">
              <a:ext uri="{FF2B5EF4-FFF2-40B4-BE49-F238E27FC236}">
                <a16:creationId xmlns:a16="http://schemas.microsoft.com/office/drawing/2014/main" id="{122E0DFE-0085-4C47-98CA-F807E76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76" y="6754008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93">
            <a:extLst xmlns:a="http://schemas.openxmlformats.org/drawingml/2006/main">
              <a:ext uri="{FF2B5EF4-FFF2-40B4-BE49-F238E27FC236}">
                <a16:creationId xmlns:a16="http://schemas.microsoft.com/office/drawing/2014/main" id="{11138477-67DC-4DCF-8D2C-2323DF1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42" y="7100964"/>
            <a:ext cx="951552" cy="263640"/>
          </a:xfrm>
          <a:custGeom xmlns:a="http://schemas.openxmlformats.org/drawingml/2006/main">
            <a:pathLst>
              <a:path w="951552" h="263640">
                <a:moveTo>
                  <a:pt x="0" y="0"/>
                </a:moveTo>
                <a:lnTo>
                  <a:pt x="0" y="263640"/>
                </a:lnTo>
                <a:lnTo>
                  <a:pt x="951552" y="263640"/>
                </a:lnTo>
                <a:lnTo>
                  <a:pt x="951552" y="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94">
            <a:extLst xmlns:a="http://schemas.openxmlformats.org/drawingml/2006/main">
              <a:ext uri="{FF2B5EF4-FFF2-40B4-BE49-F238E27FC236}">
                <a16:creationId xmlns:a16="http://schemas.microsoft.com/office/drawing/2014/main" id="{FEFE1666-DED5-4A63-894D-276BD4D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694" y="7100964"/>
            <a:ext cx="68263" cy="263640"/>
          </a:xfrm>
          <a:custGeom xmlns:a="http://schemas.openxmlformats.org/drawingml/2006/main">
            <a:pathLst>
              <a:path w="68263" h="263640">
                <a:moveTo>
                  <a:pt x="0" y="0"/>
                </a:moveTo>
                <a:lnTo>
                  <a:pt x="68263" y="0"/>
                </a:lnTo>
                <a:lnTo>
                  <a:pt x="68263" y="263640"/>
                </a:lnTo>
                <a:lnTo>
                  <a:pt x="0" y="26364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95">
            <a:extLst xmlns:a="http://schemas.openxmlformats.org/drawingml/2006/main">
              <a:ext uri="{FF2B5EF4-FFF2-40B4-BE49-F238E27FC236}">
                <a16:creationId xmlns:a16="http://schemas.microsoft.com/office/drawing/2014/main" id="{4F123D49-63C5-4698-87AF-5839F175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57" y="7100964"/>
            <a:ext cx="1499925" cy="263640"/>
          </a:xfrm>
          <a:custGeom xmlns:a="http://schemas.openxmlformats.org/drawingml/2006/main">
            <a:pathLst>
              <a:path w="1499925" h="263640">
                <a:moveTo>
                  <a:pt x="0" y="0"/>
                </a:moveTo>
                <a:lnTo>
                  <a:pt x="0" y="263640"/>
                </a:lnTo>
                <a:lnTo>
                  <a:pt x="1499925" y="263640"/>
                </a:lnTo>
                <a:lnTo>
                  <a:pt x="1499925" y="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text-396 Trajectory">
            <a:extLst xmlns:a="http://schemas.openxmlformats.org/drawingml/2006/main">
              <a:ext uri="{FF2B5EF4-FFF2-40B4-BE49-F238E27FC236}">
                <a16:creationId xmlns:a16="http://schemas.microsoft.com/office/drawing/2014/main" id="{6A686323-FF67-4310-A557-8296447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142" y="7081986"/>
            <a:ext cx="992905" cy="31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411" name="text-397 -">
            <a:extLst xmlns:a="http://schemas.openxmlformats.org/drawingml/2006/main">
              <a:ext uri="{FF2B5EF4-FFF2-40B4-BE49-F238E27FC236}">
                <a16:creationId xmlns:a16="http://schemas.microsoft.com/office/drawing/2014/main" id="{899A83A9-D6A9-457E-AD51-2E5F6776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694" y="7083149"/>
            <a:ext cx="109878" cy="316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12" name="text-398 level">
            <a:extLst xmlns:a="http://schemas.openxmlformats.org/drawingml/2006/main">
              <a:ext uri="{FF2B5EF4-FFF2-40B4-BE49-F238E27FC236}">
                <a16:creationId xmlns:a16="http://schemas.microsoft.com/office/drawing/2014/main" id="{7FBF72A3-DFC9-4792-9ABC-E883837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6957" y="7083098"/>
            <a:ext cx="478106" cy="316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413" name="text-398 advantage">
            <a:extLst xmlns:a="http://schemas.openxmlformats.org/drawingml/2006/main">
              <a:ext uri="{FF2B5EF4-FFF2-40B4-BE49-F238E27FC236}">
                <a16:creationId xmlns:a16="http://schemas.microsoft.com/office/drawing/2014/main" id="{12EE9DDA-0FF5-4761-9DB0-8525A4C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102" y="7082354"/>
            <a:ext cx="1050778" cy="317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414" name="path-399">
            <a:extLst xmlns:a="http://schemas.openxmlformats.org/drawingml/2006/main">
              <a:ext uri="{FF2B5EF4-FFF2-40B4-BE49-F238E27FC236}">
                <a16:creationId xmlns:a16="http://schemas.microsoft.com/office/drawing/2014/main" id="{8042EF11-EC66-4E78-9AA7-676A81C6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222" y="7100967"/>
            <a:ext cx="809752" cy="263641"/>
          </a:xfrm>
          <a:custGeom xmlns:a="http://schemas.openxmlformats.org/drawingml/2006/main">
            <a:pathLst>
              <a:path w="809752" h="263641">
                <a:moveTo>
                  <a:pt x="0" y="0"/>
                </a:moveTo>
                <a:lnTo>
                  <a:pt x="809752" y="0"/>
                </a:lnTo>
                <a:lnTo>
                  <a:pt x="809752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00">
            <a:extLst xmlns:a="http://schemas.openxmlformats.org/drawingml/2006/main">
              <a:ext uri="{FF2B5EF4-FFF2-40B4-BE49-F238E27FC236}">
                <a16:creationId xmlns:a16="http://schemas.microsoft.com/office/drawing/2014/main" id="{AEB598CB-B634-4DB7-8CC6-618E2E1A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75" y="7100967"/>
            <a:ext cx="51786" cy="263641"/>
          </a:xfrm>
          <a:custGeom xmlns:a="http://schemas.openxmlformats.org/drawingml/2006/main">
            <a:pathLst>
              <a:path w="51786" h="263641">
                <a:moveTo>
                  <a:pt x="0" y="0"/>
                </a:moveTo>
                <a:lnTo>
                  <a:pt x="51786" y="0"/>
                </a:lnTo>
                <a:lnTo>
                  <a:pt x="5178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01">
            <a:extLst xmlns:a="http://schemas.openxmlformats.org/drawingml/2006/main">
              <a:ext uri="{FF2B5EF4-FFF2-40B4-BE49-F238E27FC236}">
                <a16:creationId xmlns:a16="http://schemas.microsoft.com/office/drawing/2014/main" id="{1CEAF533-D429-4934-9B02-66C6A0A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761" y="7100967"/>
            <a:ext cx="746196" cy="263641"/>
          </a:xfrm>
          <a:custGeom xmlns:a="http://schemas.openxmlformats.org/drawingml/2006/main">
            <a:pathLst>
              <a:path w="746196" h="263641">
                <a:moveTo>
                  <a:pt x="0" y="0"/>
                </a:moveTo>
                <a:lnTo>
                  <a:pt x="746196" y="0"/>
                </a:lnTo>
                <a:lnTo>
                  <a:pt x="74619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text-402 Progress">
            <a:extLst xmlns:a="http://schemas.openxmlformats.org/drawingml/2006/main">
              <a:ext uri="{FF2B5EF4-FFF2-40B4-BE49-F238E27FC236}">
                <a16:creationId xmlns:a16="http://schemas.microsoft.com/office/drawing/2014/main" id="{22A20234-8361-400A-B0DF-274D5E6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222" y="7082511"/>
            <a:ext cx="850134" cy="317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418" name="text-403 shaping">
            <a:extLst xmlns:a="http://schemas.openxmlformats.org/drawingml/2006/main">
              <a:ext uri="{FF2B5EF4-FFF2-40B4-BE49-F238E27FC236}">
                <a16:creationId xmlns:a16="http://schemas.microsoft.com/office/drawing/2014/main" id="{5131F8B3-9C6E-4837-B3D7-9A543558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61" y="7081913"/>
            <a:ext cx="785881" cy="31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419" name="path-405">
            <a:extLst xmlns:a="http://schemas.openxmlformats.org/drawingml/2006/main">
              <a:ext uri="{FF2B5EF4-FFF2-40B4-BE49-F238E27FC236}">
                <a16:creationId xmlns:a16="http://schemas.microsoft.com/office/drawing/2014/main" id="{E0BEEFAE-B3A8-42E1-AC0A-4594909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68" y="7100967"/>
            <a:ext cx="425308" cy="263641"/>
          </a:xfrm>
          <a:custGeom xmlns:a="http://schemas.openxmlformats.org/drawingml/2006/main">
            <a:pathLst>
              <a:path w="425308" h="263641">
                <a:moveTo>
                  <a:pt x="0" y="0"/>
                </a:moveTo>
                <a:lnTo>
                  <a:pt x="0" y="263641"/>
                </a:lnTo>
                <a:lnTo>
                  <a:pt x="425308" y="263641"/>
                </a:lnTo>
                <a:lnTo>
                  <a:pt x="425308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06">
            <a:extLst xmlns:a="http://schemas.openxmlformats.org/drawingml/2006/main">
              <a:ext uri="{FF2B5EF4-FFF2-40B4-BE49-F238E27FC236}">
                <a16:creationId xmlns:a16="http://schemas.microsoft.com/office/drawing/2014/main" id="{A6871EEF-2E5E-4758-998E-B561C38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76" y="7100967"/>
            <a:ext cx="68264" cy="263641"/>
          </a:xfrm>
          <a:custGeom xmlns:a="http://schemas.openxmlformats.org/drawingml/2006/main">
            <a:pathLst>
              <a:path w="68264" h="263641">
                <a:moveTo>
                  <a:pt x="0" y="0"/>
                </a:moveTo>
                <a:lnTo>
                  <a:pt x="68264" y="0"/>
                </a:lnTo>
                <a:lnTo>
                  <a:pt x="68264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07">
            <a:extLst xmlns:a="http://schemas.openxmlformats.org/drawingml/2006/main">
              <a:ext uri="{FF2B5EF4-FFF2-40B4-BE49-F238E27FC236}">
                <a16:creationId xmlns:a16="http://schemas.microsoft.com/office/drawing/2014/main" id="{96C630B4-EBAD-48CB-9BFF-4BFFB3D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940" y="7100967"/>
            <a:ext cx="438302" cy="263641"/>
          </a:xfrm>
          <a:custGeom xmlns:a="http://schemas.openxmlformats.org/drawingml/2006/main">
            <a:pathLst>
              <a:path w="438302" h="263641">
                <a:moveTo>
                  <a:pt x="0" y="0"/>
                </a:moveTo>
                <a:lnTo>
                  <a:pt x="0" y="263641"/>
                </a:lnTo>
                <a:lnTo>
                  <a:pt x="438302" y="263641"/>
                </a:lnTo>
                <a:lnTo>
                  <a:pt x="438302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08">
            <a:extLst xmlns:a="http://schemas.openxmlformats.org/drawingml/2006/main">
              <a:ext uri="{FF2B5EF4-FFF2-40B4-BE49-F238E27FC236}">
                <a16:creationId xmlns:a16="http://schemas.microsoft.com/office/drawing/2014/main" id="{44E979D8-02FF-4711-A6F2-B27D0F0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242" y="7100967"/>
            <a:ext cx="51786" cy="263641"/>
          </a:xfrm>
          <a:custGeom xmlns:a="http://schemas.openxmlformats.org/drawingml/2006/main">
            <a:pathLst>
              <a:path w="51786" h="263641">
                <a:moveTo>
                  <a:pt x="0" y="0"/>
                </a:moveTo>
                <a:lnTo>
                  <a:pt x="51786" y="0"/>
                </a:lnTo>
                <a:lnTo>
                  <a:pt x="5178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409">
            <a:extLst xmlns:a="http://schemas.openxmlformats.org/drawingml/2006/main">
              <a:ext uri="{FF2B5EF4-FFF2-40B4-BE49-F238E27FC236}">
                <a16:creationId xmlns:a16="http://schemas.microsoft.com/office/drawing/2014/main" id="{FC627E8A-5F59-4134-A964-BE27CEE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28" y="7100967"/>
            <a:ext cx="909276" cy="263641"/>
          </a:xfrm>
          <a:custGeom xmlns:a="http://schemas.openxmlformats.org/drawingml/2006/main">
            <a:pathLst>
              <a:path w="909276" h="263641">
                <a:moveTo>
                  <a:pt x="0" y="0"/>
                </a:moveTo>
                <a:lnTo>
                  <a:pt x="0" y="263641"/>
                </a:lnTo>
                <a:lnTo>
                  <a:pt x="909276" y="263641"/>
                </a:lnTo>
                <a:lnTo>
                  <a:pt x="909276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-410 Turn">
            <a:extLst xmlns:a="http://schemas.openxmlformats.org/drawingml/2006/main">
              <a:ext uri="{FF2B5EF4-FFF2-40B4-BE49-F238E27FC236}">
                <a16:creationId xmlns:a16="http://schemas.microsoft.com/office/drawing/2014/main" id="{423B2F6C-19A1-4D42-B410-5BD0D6EA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9368" y="7081836"/>
            <a:ext cx="465439" cy="318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25" name="text-411 -">
            <a:extLst xmlns:a="http://schemas.openxmlformats.org/drawingml/2006/main">
              <a:ext uri="{FF2B5EF4-FFF2-40B4-BE49-F238E27FC236}">
                <a16:creationId xmlns:a16="http://schemas.microsoft.com/office/drawing/2014/main" id="{97949280-33AD-46E0-B59E-2B3ACDD5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676" y="7083149"/>
            <a:ext cx="109878" cy="316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26" name="text-412 level">
            <a:extLst xmlns:a="http://schemas.openxmlformats.org/drawingml/2006/main">
              <a:ext uri="{FF2B5EF4-FFF2-40B4-BE49-F238E27FC236}">
                <a16:creationId xmlns:a16="http://schemas.microsoft.com/office/drawing/2014/main" id="{CF524E82-513A-4762-A6FB-F60EED31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2940" y="7083098"/>
            <a:ext cx="478106" cy="316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427" name="text-413 trace">
            <a:extLst xmlns:a="http://schemas.openxmlformats.org/drawingml/2006/main">
              <a:ext uri="{FF2B5EF4-FFF2-40B4-BE49-F238E27FC236}">
                <a16:creationId xmlns:a16="http://schemas.microsoft.com/office/drawing/2014/main" id="{2E8D8CB7-1C26-4206-AFE1-B46F2CD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028" y="7082232"/>
            <a:ext cx="522420" cy="317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428" name="text-413 cost">
            <a:extLst xmlns:a="http://schemas.openxmlformats.org/drawingml/2006/main">
              <a:ext uri="{FF2B5EF4-FFF2-40B4-BE49-F238E27FC236}">
                <a16:creationId xmlns:a16="http://schemas.microsoft.com/office/drawing/2014/main" id="{620191E0-E414-4387-83DC-BE14FF0B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6154" y="7081675"/>
            <a:ext cx="418292" cy="31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429" name="path-414">
            <a:extLst xmlns:a="http://schemas.openxmlformats.org/drawingml/2006/main">
              <a:ext uri="{FF2B5EF4-FFF2-40B4-BE49-F238E27FC236}">
                <a16:creationId xmlns:a16="http://schemas.microsoft.com/office/drawing/2014/main" id="{82C24F0B-68D6-400D-9DCC-29C8851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31" y="6177187"/>
            <a:ext cx="3501476" cy="1385735"/>
          </a:xfrm>
          <a:custGeom xmlns:a="http://schemas.openxmlformats.org/drawingml/2006/main">
            <a:pathLst>
              <a:path w="3501476" h="1385735">
                <a:moveTo>
                  <a:pt x="0" y="116789"/>
                </a:moveTo>
                <a:cubicBezTo>
                  <a:pt x="0" y="52289"/>
                  <a:pt x="52288" y="0"/>
                  <a:pt x="116789" y="0"/>
                </a:cubicBezTo>
                <a:lnTo>
                  <a:pt x="3384688" y="0"/>
                </a:lnTo>
                <a:cubicBezTo>
                  <a:pt x="3449187" y="0"/>
                  <a:pt x="3501476" y="52289"/>
                  <a:pt x="3501476" y="116789"/>
                </a:cubicBezTo>
                <a:lnTo>
                  <a:pt x="3501476" y="1268946"/>
                </a:lnTo>
                <a:cubicBezTo>
                  <a:pt x="3501476" y="1333446"/>
                  <a:pt x="3449187" y="1385735"/>
                  <a:pt x="3384688" y="1385735"/>
                </a:cubicBezTo>
                <a:lnTo>
                  <a:pt x="116789" y="1385735"/>
                </a:lnTo>
                <a:cubicBezTo>
                  <a:pt x="52288" y="1385735"/>
                  <a:pt x="0" y="1333446"/>
                  <a:pt x="0" y="1268946"/>
                </a:cubicBezTo>
                <a:lnTo>
                  <a:pt x="0" y="1167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15">
            <a:extLst xmlns:a="http://schemas.openxmlformats.org/drawingml/2006/main">
              <a:ext uri="{FF2B5EF4-FFF2-40B4-BE49-F238E27FC236}">
                <a16:creationId xmlns:a16="http://schemas.microsoft.com/office/drawing/2014/main" id="{3F6B5B81-1DC3-45ED-ACFA-B0B33F5F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31" y="6177187"/>
            <a:ext cx="3501477" cy="1385735"/>
          </a:xfrm>
          <a:custGeom xmlns:a="http://schemas.openxmlformats.org/drawingml/2006/main">
            <a:pathLst>
              <a:path w="3501477" h="1385735">
                <a:moveTo>
                  <a:pt x="0" y="116789"/>
                </a:moveTo>
                <a:cubicBezTo>
                  <a:pt x="0" y="52288"/>
                  <a:pt x="52288" y="0"/>
                  <a:pt x="116788" y="0"/>
                </a:cubicBezTo>
                <a:lnTo>
                  <a:pt x="3384688" y="0"/>
                </a:lnTo>
                <a:cubicBezTo>
                  <a:pt x="3449188" y="0"/>
                  <a:pt x="3501477" y="52288"/>
                  <a:pt x="3501477" y="116789"/>
                </a:cubicBezTo>
                <a:lnTo>
                  <a:pt x="3501477" y="1268946"/>
                </a:lnTo>
                <a:cubicBezTo>
                  <a:pt x="3501477" y="1333446"/>
                  <a:pt x="3449188" y="1385735"/>
                  <a:pt x="3384688" y="1385735"/>
                </a:cubicBezTo>
                <a:lnTo>
                  <a:pt x="116788" y="1385735"/>
                </a:lnTo>
                <a:cubicBezTo>
                  <a:pt x="52288" y="1385735"/>
                  <a:pt x="0" y="1333446"/>
                  <a:pt x="0" y="1268946"/>
                </a:cubicBezTo>
                <a:lnTo>
                  <a:pt x="0" y="116789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431" name="text-416 Turn">
            <a:extLst xmlns:a="http://schemas.openxmlformats.org/drawingml/2006/main">
              <a:ext uri="{FF2B5EF4-FFF2-40B4-BE49-F238E27FC236}">
                <a16:creationId xmlns:a16="http://schemas.microsoft.com/office/drawing/2014/main" id="{31D4B19F-E3BA-4C13-AB2C-58A077A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5503" y="6197140"/>
            <a:ext cx="694335" cy="474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32" name="text-417 -">
            <a:extLst xmlns:a="http://schemas.openxmlformats.org/drawingml/2006/main">
              <a:ext uri="{FF2B5EF4-FFF2-40B4-BE49-F238E27FC236}">
                <a16:creationId xmlns:a16="http://schemas.microsoft.com/office/drawing/2014/main" id="{41A9F2EB-8AE6-4658-964C-21ECA99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711" y="6197266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33" name="text-418 Balanced">
            <a:extLst xmlns:a="http://schemas.openxmlformats.org/drawingml/2006/main">
              <a:ext uri="{FF2B5EF4-FFF2-40B4-BE49-F238E27FC236}">
                <a16:creationId xmlns:a16="http://schemas.microsoft.com/office/drawing/2014/main" id="{5E832507-79E3-4135-AE08-6E15DE5C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284" y="6197348"/>
            <a:ext cx="1353278" cy="474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Balanced</a:t>
            </a:r>
          </a:p>
        </p:txBody>
      </p:sp>
      <p:sp>
        <p:nvSpPr>
          <p:cNvPr id="434" name="text-419 GRPO">
            <a:extLst xmlns:a="http://schemas.openxmlformats.org/drawingml/2006/main">
              <a:ext uri="{FF2B5EF4-FFF2-40B4-BE49-F238E27FC236}">
                <a16:creationId xmlns:a16="http://schemas.microsoft.com/office/drawing/2014/main" id="{6AFB986E-0BC7-4C00-90EC-FA0202B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2178" y="6196738"/>
            <a:ext cx="876403" cy="475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GRPO</a:t>
            </a:r>
          </a:p>
        </p:txBody>
      </p:sp>
      <p:sp>
        <p:nvSpPr>
          <p:cNvPr id="435" name="text-420 Token">
            <a:extLst xmlns:a="http://schemas.openxmlformats.org/drawingml/2006/main">
              <a:ext uri="{FF2B5EF4-FFF2-40B4-BE49-F238E27FC236}">
                <a16:creationId xmlns:a16="http://schemas.microsoft.com/office/drawing/2014/main" id="{6239EC93-F34F-4C9A-9903-7EBDB7B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3204" y="6601442"/>
            <a:ext cx="781996" cy="4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Token</a:t>
            </a:r>
          </a:p>
        </p:txBody>
      </p:sp>
      <p:sp>
        <p:nvSpPr>
          <p:cNvPr id="436" name="path-421">
            <a:extLst xmlns:a="http://schemas.openxmlformats.org/drawingml/2006/main">
              <a:ext uri="{FF2B5EF4-FFF2-40B4-BE49-F238E27FC236}">
                <a16:creationId xmlns:a16="http://schemas.microsoft.com/office/drawing/2014/main" id="{BB26CB07-90E4-4DB0-872A-6DD49296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377" y="6755644"/>
            <a:ext cx="218621" cy="121522"/>
          </a:xfrm>
          <a:custGeom xmlns:a="http://schemas.openxmlformats.org/drawingml/2006/main">
            <a:pathLst>
              <a:path w="218621" h="121522">
                <a:moveTo>
                  <a:pt x="0" y="50904"/>
                </a:moveTo>
                <a:lnTo>
                  <a:pt x="185813" y="50904"/>
                </a:lnTo>
                <a:lnTo>
                  <a:pt x="152123" y="8092"/>
                </a:lnTo>
                <a:lnTo>
                  <a:pt x="160803" y="0"/>
                </a:lnTo>
                <a:lnTo>
                  <a:pt x="218621" y="56053"/>
                </a:lnTo>
                <a:lnTo>
                  <a:pt x="218621" y="65469"/>
                </a:lnTo>
                <a:lnTo>
                  <a:pt x="160803" y="121522"/>
                </a:lnTo>
                <a:lnTo>
                  <a:pt x="152123" y="113430"/>
                </a:lnTo>
                <a:lnTo>
                  <a:pt x="185813" y="70471"/>
                </a:lnTo>
                <a:lnTo>
                  <a:pt x="0" y="70471"/>
                </a:lnTo>
                <a:lnTo>
                  <a:pt x="0" y="50904"/>
                </a:ln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text-422 Turn">
            <a:extLst xmlns:a="http://schemas.openxmlformats.org/drawingml/2006/main">
              <a:ext uri="{FF2B5EF4-FFF2-40B4-BE49-F238E27FC236}">
                <a16:creationId xmlns:a16="http://schemas.microsoft.com/office/drawing/2014/main" id="{5E817DC6-24AB-4CE6-BAF3-0E6E70D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239" y="6600988"/>
            <a:ext cx="617054" cy="422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38" name="path-423">
            <a:extLst xmlns:a="http://schemas.openxmlformats.org/drawingml/2006/main">
              <a:ext uri="{FF2B5EF4-FFF2-40B4-BE49-F238E27FC236}">
                <a16:creationId xmlns:a16="http://schemas.microsoft.com/office/drawing/2014/main" id="{2BD16DF7-286C-4F76-B1BB-725C11C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29" y="6755644"/>
            <a:ext cx="218621" cy="121522"/>
          </a:xfrm>
          <a:custGeom xmlns:a="http://schemas.openxmlformats.org/drawingml/2006/main">
            <a:pathLst>
              <a:path w="218621" h="121522">
                <a:moveTo>
                  <a:pt x="0" y="50904"/>
                </a:moveTo>
                <a:lnTo>
                  <a:pt x="185813" y="50904"/>
                </a:lnTo>
                <a:lnTo>
                  <a:pt x="152123" y="8092"/>
                </a:lnTo>
                <a:lnTo>
                  <a:pt x="160803" y="0"/>
                </a:lnTo>
                <a:lnTo>
                  <a:pt x="218621" y="56053"/>
                </a:lnTo>
                <a:lnTo>
                  <a:pt x="218621" y="65469"/>
                </a:lnTo>
                <a:lnTo>
                  <a:pt x="160803" y="121522"/>
                </a:lnTo>
                <a:lnTo>
                  <a:pt x="152123" y="113430"/>
                </a:lnTo>
                <a:lnTo>
                  <a:pt x="185813" y="70471"/>
                </a:lnTo>
                <a:lnTo>
                  <a:pt x="0" y="70471"/>
                </a:lnTo>
                <a:lnTo>
                  <a:pt x="0" y="50904"/>
                </a:ln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-424 Rollout">
            <a:extLst xmlns:a="http://schemas.openxmlformats.org/drawingml/2006/main">
              <a:ext uri="{FF2B5EF4-FFF2-40B4-BE49-F238E27FC236}">
                <a16:creationId xmlns:a16="http://schemas.microsoft.com/office/drawing/2014/main" id="{7772D4B1-CE28-499D-92C6-36D8DBF4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542" y="6600606"/>
            <a:ext cx="949351" cy="422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440" name="path-425">
            <a:extLst xmlns:a="http://schemas.openxmlformats.org/drawingml/2006/main">
              <a:ext uri="{FF2B5EF4-FFF2-40B4-BE49-F238E27FC236}">
                <a16:creationId xmlns:a16="http://schemas.microsoft.com/office/drawing/2014/main" id="{FD5A528D-5038-4986-AF1B-F25703A5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835" y="5784825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26">
            <a:extLst xmlns:a="http://schemas.openxmlformats.org/drawingml/2006/main">
              <a:ext uri="{FF2B5EF4-FFF2-40B4-BE49-F238E27FC236}">
                <a16:creationId xmlns:a16="http://schemas.microsoft.com/office/drawing/2014/main" id="{D5A9BC43-9C16-4D4C-9539-975A7C2B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637" y="5881385"/>
            <a:ext cx="88603" cy="112658"/>
          </a:xfrm>
          <a:custGeom xmlns:a="http://schemas.openxmlformats.org/drawingml/2006/main">
            <a:pathLst>
              <a:path w="88603" h="112658">
                <a:moveTo>
                  <a:pt x="35199" y="20744"/>
                </a:moveTo>
                <a:cubicBezTo>
                  <a:pt x="35419" y="20891"/>
                  <a:pt x="35603" y="20983"/>
                  <a:pt x="35750" y="21020"/>
                </a:cubicBezTo>
                <a:cubicBezTo>
                  <a:pt x="35897" y="21057"/>
                  <a:pt x="36081" y="21149"/>
                  <a:pt x="36302" y="21296"/>
                </a:cubicBezTo>
                <a:cubicBezTo>
                  <a:pt x="39833" y="17471"/>
                  <a:pt x="43088" y="14197"/>
                  <a:pt x="46067" y="11475"/>
                </a:cubicBezTo>
                <a:cubicBezTo>
                  <a:pt x="49046" y="8754"/>
                  <a:pt x="52062" y="6547"/>
                  <a:pt x="55115" y="4855"/>
                </a:cubicBezTo>
                <a:cubicBezTo>
                  <a:pt x="58168" y="3163"/>
                  <a:pt x="61331" y="1931"/>
                  <a:pt x="64604" y="1159"/>
                </a:cubicBezTo>
                <a:cubicBezTo>
                  <a:pt x="67878" y="386"/>
                  <a:pt x="71537" y="0"/>
                  <a:pt x="75583" y="0"/>
                </a:cubicBezTo>
                <a:cubicBezTo>
                  <a:pt x="80144" y="0"/>
                  <a:pt x="84484" y="441"/>
                  <a:pt x="88603" y="1324"/>
                </a:cubicBezTo>
                <a:lnTo>
                  <a:pt x="88603" y="28689"/>
                </a:lnTo>
                <a:lnTo>
                  <a:pt x="74480" y="28689"/>
                </a:lnTo>
                <a:cubicBezTo>
                  <a:pt x="73671" y="26629"/>
                  <a:pt x="72825" y="24845"/>
                  <a:pt x="71942" y="23337"/>
                </a:cubicBezTo>
                <a:cubicBezTo>
                  <a:pt x="71059" y="21829"/>
                  <a:pt x="70048" y="20579"/>
                  <a:pt x="68908" y="19585"/>
                </a:cubicBezTo>
                <a:cubicBezTo>
                  <a:pt x="67767" y="18592"/>
                  <a:pt x="66443" y="17857"/>
                  <a:pt x="64935" y="17379"/>
                </a:cubicBezTo>
                <a:cubicBezTo>
                  <a:pt x="63427" y="16900"/>
                  <a:pt x="61644" y="16661"/>
                  <a:pt x="59584" y="16661"/>
                </a:cubicBezTo>
                <a:cubicBezTo>
                  <a:pt x="57451" y="16661"/>
                  <a:pt x="55042" y="17342"/>
                  <a:pt x="52357" y="18703"/>
                </a:cubicBezTo>
                <a:cubicBezTo>
                  <a:pt x="49672" y="20064"/>
                  <a:pt x="47152" y="21921"/>
                  <a:pt x="44798" y="24275"/>
                </a:cubicBezTo>
                <a:cubicBezTo>
                  <a:pt x="42444" y="26629"/>
                  <a:pt x="40477" y="29351"/>
                  <a:pt x="38895" y="32440"/>
                </a:cubicBezTo>
                <a:cubicBezTo>
                  <a:pt x="37313" y="35530"/>
                  <a:pt x="36523" y="38803"/>
                  <a:pt x="36523" y="42260"/>
                </a:cubicBezTo>
                <a:lnTo>
                  <a:pt x="36523" y="84521"/>
                </a:lnTo>
                <a:cubicBezTo>
                  <a:pt x="36523" y="89155"/>
                  <a:pt x="36725" y="92704"/>
                  <a:pt x="37130" y="95169"/>
                </a:cubicBezTo>
                <a:cubicBezTo>
                  <a:pt x="37534" y="97633"/>
                  <a:pt x="38288" y="99490"/>
                  <a:pt x="39392" y="100741"/>
                </a:cubicBezTo>
                <a:cubicBezTo>
                  <a:pt x="40495" y="101991"/>
                  <a:pt x="42003" y="102892"/>
                  <a:pt x="43916" y="103444"/>
                </a:cubicBezTo>
                <a:cubicBezTo>
                  <a:pt x="45828" y="103996"/>
                  <a:pt x="48329" y="104713"/>
                  <a:pt x="51419" y="105596"/>
                </a:cubicBezTo>
                <a:lnTo>
                  <a:pt x="51419" y="112658"/>
                </a:lnTo>
                <a:lnTo>
                  <a:pt x="1655" y="112658"/>
                </a:lnTo>
                <a:lnTo>
                  <a:pt x="1655" y="105596"/>
                </a:lnTo>
                <a:cubicBezTo>
                  <a:pt x="4524" y="104566"/>
                  <a:pt x="6823" y="103757"/>
                  <a:pt x="8551" y="103168"/>
                </a:cubicBezTo>
                <a:cubicBezTo>
                  <a:pt x="10280" y="102580"/>
                  <a:pt x="11604" y="101679"/>
                  <a:pt x="12524" y="100465"/>
                </a:cubicBezTo>
                <a:cubicBezTo>
                  <a:pt x="13443" y="99251"/>
                  <a:pt x="14032" y="97467"/>
                  <a:pt x="14289" y="95113"/>
                </a:cubicBezTo>
                <a:cubicBezTo>
                  <a:pt x="14547" y="92760"/>
                  <a:pt x="14675" y="89339"/>
                  <a:pt x="14675" y="84852"/>
                </a:cubicBezTo>
                <a:lnTo>
                  <a:pt x="14675" y="37405"/>
                </a:lnTo>
                <a:cubicBezTo>
                  <a:pt x="14675" y="32330"/>
                  <a:pt x="14657" y="28174"/>
                  <a:pt x="14620" y="24937"/>
                </a:cubicBezTo>
                <a:cubicBezTo>
                  <a:pt x="14583" y="21700"/>
                  <a:pt x="14142" y="19071"/>
                  <a:pt x="13296" y="17048"/>
                </a:cubicBezTo>
                <a:cubicBezTo>
                  <a:pt x="12450" y="15025"/>
                  <a:pt x="11016" y="13480"/>
                  <a:pt x="8993" y="12413"/>
                </a:cubicBezTo>
                <a:cubicBezTo>
                  <a:pt x="6970" y="11347"/>
                  <a:pt x="3972" y="10482"/>
                  <a:pt x="0" y="9820"/>
                </a:cubicBezTo>
                <a:lnTo>
                  <a:pt x="0" y="2317"/>
                </a:lnTo>
                <a:lnTo>
                  <a:pt x="28909" y="1103"/>
                </a:lnTo>
                <a:lnTo>
                  <a:pt x="36743" y="1103"/>
                </a:lnTo>
                <a:lnTo>
                  <a:pt x="35199" y="2074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27">
            <a:extLst xmlns:a="http://schemas.openxmlformats.org/drawingml/2006/main">
              <a:ext uri="{FF2B5EF4-FFF2-40B4-BE49-F238E27FC236}">
                <a16:creationId xmlns:a16="http://schemas.microsoft.com/office/drawing/2014/main" id="{01D33947-D4C4-4F61-A6DB-3751D6D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740" y="5881385"/>
            <a:ext cx="98424" cy="114644"/>
          </a:xfrm>
          <a:custGeom xmlns:a="http://schemas.openxmlformats.org/drawingml/2006/main">
            <a:pathLst>
              <a:path w="98424" h="114644">
                <a:moveTo>
                  <a:pt x="96769" y="92355"/>
                </a:moveTo>
                <a:cubicBezTo>
                  <a:pt x="92649" y="96401"/>
                  <a:pt x="88732" y="99840"/>
                  <a:pt x="85017" y="102672"/>
                </a:cubicBezTo>
                <a:cubicBezTo>
                  <a:pt x="81303" y="105504"/>
                  <a:pt x="77606" y="107803"/>
                  <a:pt x="73928" y="109568"/>
                </a:cubicBezTo>
                <a:cubicBezTo>
                  <a:pt x="70250" y="111334"/>
                  <a:pt x="66499" y="112621"/>
                  <a:pt x="62673" y="113430"/>
                </a:cubicBezTo>
                <a:cubicBezTo>
                  <a:pt x="58848" y="114239"/>
                  <a:pt x="54802" y="114644"/>
                  <a:pt x="50536" y="114644"/>
                </a:cubicBezTo>
                <a:cubicBezTo>
                  <a:pt x="33764" y="114644"/>
                  <a:pt x="21149" y="109844"/>
                  <a:pt x="12689" y="100244"/>
                </a:cubicBezTo>
                <a:cubicBezTo>
                  <a:pt x="4230" y="90645"/>
                  <a:pt x="0" y="76503"/>
                  <a:pt x="0" y="57818"/>
                </a:cubicBezTo>
                <a:cubicBezTo>
                  <a:pt x="0" y="49212"/>
                  <a:pt x="1251" y="41359"/>
                  <a:pt x="3752" y="34261"/>
                </a:cubicBezTo>
                <a:cubicBezTo>
                  <a:pt x="6253" y="27162"/>
                  <a:pt x="9820" y="21075"/>
                  <a:pt x="14455" y="15999"/>
                </a:cubicBezTo>
                <a:cubicBezTo>
                  <a:pt x="19089" y="10924"/>
                  <a:pt x="24643" y="6988"/>
                  <a:pt x="31116" y="4193"/>
                </a:cubicBezTo>
                <a:cubicBezTo>
                  <a:pt x="37589" y="1398"/>
                  <a:pt x="44798" y="0"/>
                  <a:pt x="52743" y="0"/>
                </a:cubicBezTo>
                <a:cubicBezTo>
                  <a:pt x="60540" y="0"/>
                  <a:pt x="67271" y="1195"/>
                  <a:pt x="72935" y="3586"/>
                </a:cubicBezTo>
                <a:cubicBezTo>
                  <a:pt x="78599" y="5977"/>
                  <a:pt x="83197" y="9269"/>
                  <a:pt x="86728" y="13462"/>
                </a:cubicBezTo>
                <a:cubicBezTo>
                  <a:pt x="88493" y="15521"/>
                  <a:pt x="90075" y="17875"/>
                  <a:pt x="91472" y="20523"/>
                </a:cubicBezTo>
                <a:cubicBezTo>
                  <a:pt x="92870" y="23171"/>
                  <a:pt x="94065" y="26243"/>
                  <a:pt x="95058" y="29737"/>
                </a:cubicBezTo>
                <a:cubicBezTo>
                  <a:pt x="96051" y="33231"/>
                  <a:pt x="96824" y="37222"/>
                  <a:pt x="97375" y="41709"/>
                </a:cubicBezTo>
                <a:cubicBezTo>
                  <a:pt x="97927" y="46196"/>
                  <a:pt x="98277" y="51308"/>
                  <a:pt x="98424" y="57046"/>
                </a:cubicBezTo>
                <a:lnTo>
                  <a:pt x="22840" y="57046"/>
                </a:lnTo>
                <a:lnTo>
                  <a:pt x="22840" y="58039"/>
                </a:lnTo>
                <a:cubicBezTo>
                  <a:pt x="22840" y="71942"/>
                  <a:pt x="25433" y="82351"/>
                  <a:pt x="30619" y="89265"/>
                </a:cubicBezTo>
                <a:cubicBezTo>
                  <a:pt x="35805" y="96180"/>
                  <a:pt x="44026" y="99637"/>
                  <a:pt x="55281" y="99637"/>
                </a:cubicBezTo>
                <a:cubicBezTo>
                  <a:pt x="58297" y="99637"/>
                  <a:pt x="61184" y="99325"/>
                  <a:pt x="63942" y="98700"/>
                </a:cubicBezTo>
                <a:cubicBezTo>
                  <a:pt x="66701" y="98074"/>
                  <a:pt x="69441" y="97100"/>
                  <a:pt x="72163" y="95776"/>
                </a:cubicBezTo>
                <a:cubicBezTo>
                  <a:pt x="74884" y="94451"/>
                  <a:pt x="77625" y="92741"/>
                  <a:pt x="80383" y="90645"/>
                </a:cubicBezTo>
                <a:cubicBezTo>
                  <a:pt x="83142" y="88548"/>
                  <a:pt x="86029" y="86066"/>
                  <a:pt x="89045" y="83197"/>
                </a:cubicBezTo>
                <a:lnTo>
                  <a:pt x="96769" y="92355"/>
                </a:lnTo>
                <a:moveTo>
                  <a:pt x="74700" y="46122"/>
                </a:moveTo>
                <a:cubicBezTo>
                  <a:pt x="73965" y="34132"/>
                  <a:pt x="71776" y="25268"/>
                  <a:pt x="68135" y="19530"/>
                </a:cubicBezTo>
                <a:cubicBezTo>
                  <a:pt x="64494" y="13793"/>
                  <a:pt x="58922" y="10924"/>
                  <a:pt x="51419" y="10924"/>
                </a:cubicBezTo>
                <a:cubicBezTo>
                  <a:pt x="47446" y="10924"/>
                  <a:pt x="43860" y="11714"/>
                  <a:pt x="40660" y="13296"/>
                </a:cubicBezTo>
                <a:cubicBezTo>
                  <a:pt x="37461" y="14878"/>
                  <a:pt x="34665" y="17176"/>
                  <a:pt x="32275" y="20192"/>
                </a:cubicBezTo>
                <a:cubicBezTo>
                  <a:pt x="29884" y="23208"/>
                  <a:pt x="27935" y="26905"/>
                  <a:pt x="26427" y="31282"/>
                </a:cubicBezTo>
                <a:cubicBezTo>
                  <a:pt x="24919" y="35658"/>
                  <a:pt x="23944" y="40605"/>
                  <a:pt x="23503" y="46122"/>
                </a:cubicBezTo>
                <a:lnTo>
                  <a:pt x="74700" y="46122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28">
            <a:extLst xmlns:a="http://schemas.openxmlformats.org/drawingml/2006/main">
              <a:ext uri="{FF2B5EF4-FFF2-40B4-BE49-F238E27FC236}">
                <a16:creationId xmlns:a16="http://schemas.microsoft.com/office/drawing/2014/main" id="{6A0F5F25-9AFF-4502-AF16-7CFFD250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83" y="5832284"/>
            <a:ext cx="80769" cy="161759"/>
          </a:xfrm>
          <a:custGeom xmlns:a="http://schemas.openxmlformats.org/drawingml/2006/main">
            <a:pathLst>
              <a:path w="80769" h="161759">
                <a:moveTo>
                  <a:pt x="65322" y="63666"/>
                </a:moveTo>
                <a:lnTo>
                  <a:pt x="36302" y="63666"/>
                </a:lnTo>
                <a:lnTo>
                  <a:pt x="36302" y="133622"/>
                </a:lnTo>
                <a:cubicBezTo>
                  <a:pt x="36302" y="137962"/>
                  <a:pt x="36412" y="141328"/>
                  <a:pt x="36633" y="143718"/>
                </a:cubicBezTo>
                <a:cubicBezTo>
                  <a:pt x="36854" y="146109"/>
                  <a:pt x="37461" y="147948"/>
                  <a:pt x="38454" y="149235"/>
                </a:cubicBezTo>
                <a:cubicBezTo>
                  <a:pt x="39447" y="150523"/>
                  <a:pt x="40936" y="151516"/>
                  <a:pt x="42922" y="152215"/>
                </a:cubicBezTo>
                <a:cubicBezTo>
                  <a:pt x="44909" y="152913"/>
                  <a:pt x="47667" y="153741"/>
                  <a:pt x="51198" y="154697"/>
                </a:cubicBezTo>
                <a:lnTo>
                  <a:pt x="51198" y="161759"/>
                </a:lnTo>
                <a:lnTo>
                  <a:pt x="993" y="161759"/>
                </a:lnTo>
                <a:lnTo>
                  <a:pt x="993" y="154697"/>
                </a:lnTo>
                <a:cubicBezTo>
                  <a:pt x="4303" y="153594"/>
                  <a:pt x="6859" y="152748"/>
                  <a:pt x="8662" y="152159"/>
                </a:cubicBezTo>
                <a:cubicBezTo>
                  <a:pt x="10464" y="151571"/>
                  <a:pt x="11806" y="150670"/>
                  <a:pt x="12689" y="149456"/>
                </a:cubicBezTo>
                <a:cubicBezTo>
                  <a:pt x="13572" y="148242"/>
                  <a:pt x="14105" y="146440"/>
                  <a:pt x="14289" y="144049"/>
                </a:cubicBezTo>
                <a:cubicBezTo>
                  <a:pt x="14473" y="141659"/>
                  <a:pt x="14565" y="138183"/>
                  <a:pt x="14565" y="133622"/>
                </a:cubicBezTo>
                <a:lnTo>
                  <a:pt x="14565" y="63666"/>
                </a:lnTo>
                <a:lnTo>
                  <a:pt x="0" y="63666"/>
                </a:lnTo>
                <a:lnTo>
                  <a:pt x="0" y="56936"/>
                </a:lnTo>
                <a:cubicBezTo>
                  <a:pt x="2501" y="56789"/>
                  <a:pt x="4616" y="56476"/>
                  <a:pt x="6345" y="55998"/>
                </a:cubicBezTo>
                <a:cubicBezTo>
                  <a:pt x="8073" y="55520"/>
                  <a:pt x="9489" y="54784"/>
                  <a:pt x="10593" y="53791"/>
                </a:cubicBezTo>
                <a:cubicBezTo>
                  <a:pt x="11696" y="52798"/>
                  <a:pt x="12524" y="51437"/>
                  <a:pt x="13075" y="49708"/>
                </a:cubicBezTo>
                <a:cubicBezTo>
                  <a:pt x="13627" y="47980"/>
                  <a:pt x="14050" y="45791"/>
                  <a:pt x="14344" y="43143"/>
                </a:cubicBezTo>
                <a:cubicBezTo>
                  <a:pt x="15227" y="35051"/>
                  <a:pt x="17121" y="28247"/>
                  <a:pt x="20027" y="22730"/>
                </a:cubicBezTo>
                <a:cubicBezTo>
                  <a:pt x="22932" y="17213"/>
                  <a:pt x="26592" y="12781"/>
                  <a:pt x="31006" y="9434"/>
                </a:cubicBezTo>
                <a:cubicBezTo>
                  <a:pt x="35419" y="6087"/>
                  <a:pt x="40458" y="3678"/>
                  <a:pt x="46122" y="2207"/>
                </a:cubicBezTo>
                <a:cubicBezTo>
                  <a:pt x="51786" y="736"/>
                  <a:pt x="57818" y="0"/>
                  <a:pt x="64218" y="0"/>
                </a:cubicBezTo>
                <a:cubicBezTo>
                  <a:pt x="67381" y="0"/>
                  <a:pt x="70342" y="166"/>
                  <a:pt x="73101" y="497"/>
                </a:cubicBezTo>
                <a:cubicBezTo>
                  <a:pt x="75859" y="828"/>
                  <a:pt x="78415" y="1287"/>
                  <a:pt x="80769" y="1876"/>
                </a:cubicBezTo>
                <a:lnTo>
                  <a:pt x="80769" y="22620"/>
                </a:lnTo>
                <a:lnTo>
                  <a:pt x="68080" y="22620"/>
                </a:lnTo>
                <a:cubicBezTo>
                  <a:pt x="66830" y="18500"/>
                  <a:pt x="65119" y="15484"/>
                  <a:pt x="62949" y="13572"/>
                </a:cubicBezTo>
                <a:cubicBezTo>
                  <a:pt x="60779" y="11659"/>
                  <a:pt x="57929" y="10703"/>
                  <a:pt x="54398" y="10703"/>
                </a:cubicBezTo>
                <a:cubicBezTo>
                  <a:pt x="51823" y="10850"/>
                  <a:pt x="49708" y="11255"/>
                  <a:pt x="48053" y="11917"/>
                </a:cubicBezTo>
                <a:cubicBezTo>
                  <a:pt x="46398" y="12579"/>
                  <a:pt x="44945" y="13498"/>
                  <a:pt x="43695" y="14675"/>
                </a:cubicBezTo>
                <a:cubicBezTo>
                  <a:pt x="42591" y="15632"/>
                  <a:pt x="41580" y="16717"/>
                  <a:pt x="40660" y="17930"/>
                </a:cubicBezTo>
                <a:cubicBezTo>
                  <a:pt x="39741" y="19144"/>
                  <a:pt x="38950" y="20762"/>
                  <a:pt x="38288" y="22785"/>
                </a:cubicBezTo>
                <a:cubicBezTo>
                  <a:pt x="37626" y="24808"/>
                  <a:pt x="37130" y="27309"/>
                  <a:pt x="36799" y="30288"/>
                </a:cubicBezTo>
                <a:cubicBezTo>
                  <a:pt x="36468" y="33268"/>
                  <a:pt x="36302" y="37001"/>
                  <a:pt x="36302" y="41488"/>
                </a:cubicBezTo>
                <a:lnTo>
                  <a:pt x="36302" y="51419"/>
                </a:lnTo>
                <a:lnTo>
                  <a:pt x="65322" y="51419"/>
                </a:lnTo>
                <a:lnTo>
                  <a:pt x="65322" y="6366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29">
            <a:extLst xmlns:a="http://schemas.openxmlformats.org/drawingml/2006/main">
              <a:ext uri="{FF2B5EF4-FFF2-40B4-BE49-F238E27FC236}">
                <a16:creationId xmlns:a16="http://schemas.microsoft.com/office/drawing/2014/main" id="{D6D11399-C00A-4559-A3C4-BD0BE1B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639" y="5804392"/>
            <a:ext cx="187432" cy="80622"/>
          </a:xfrm>
          <a:custGeom xmlns:a="http://schemas.openxmlformats.org/drawingml/2006/main">
            <a:pathLst>
              <a:path w="187432" h="80622">
                <a:moveTo>
                  <a:pt x="0" y="19567"/>
                </a:moveTo>
                <a:lnTo>
                  <a:pt x="0" y="0"/>
                </a:lnTo>
                <a:lnTo>
                  <a:pt x="181253" y="0"/>
                </a:lnTo>
                <a:lnTo>
                  <a:pt x="181253" y="19567"/>
                </a:lnTo>
                <a:lnTo>
                  <a:pt x="0" y="19567"/>
                </a:lnTo>
                <a:moveTo>
                  <a:pt x="0" y="80622"/>
                </a:moveTo>
                <a:lnTo>
                  <a:pt x="0" y="61055"/>
                </a:lnTo>
                <a:lnTo>
                  <a:pt x="181253" y="61055"/>
                </a:lnTo>
                <a:lnTo>
                  <a:pt x="181253" y="80622"/>
                </a:lnTo>
                <a:lnTo>
                  <a:pt x="0" y="80622"/>
                </a:lnTo>
                <a:moveTo>
                  <a:pt x="187432" y="40311"/>
                </a:moveTo>
                <a:lnTo>
                  <a:pt x="187432" y="4031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30">
            <a:extLst xmlns:a="http://schemas.openxmlformats.org/drawingml/2006/main">
              <a:ext uri="{FF2B5EF4-FFF2-40B4-BE49-F238E27FC236}">
                <a16:creationId xmlns:a16="http://schemas.microsoft.com/office/drawing/2014/main" id="{09CA754B-3272-4E5E-A8F7-260660D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548" y="5784825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31">
            <a:extLst xmlns:a="http://schemas.openxmlformats.org/drawingml/2006/main">
              <a:ext uri="{FF2B5EF4-FFF2-40B4-BE49-F238E27FC236}">
                <a16:creationId xmlns:a16="http://schemas.microsoft.com/office/drawing/2014/main" id="{C5E18E1F-9948-425F-AF12-2AC03A1E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772" y="5841221"/>
            <a:ext cx="97762" cy="155359"/>
          </a:xfrm>
          <a:custGeom xmlns:a="http://schemas.openxmlformats.org/drawingml/2006/main">
            <a:pathLst>
              <a:path w="97762" h="155359">
                <a:moveTo>
                  <a:pt x="13131" y="116961"/>
                </a:moveTo>
                <a:cubicBezTo>
                  <a:pt x="14234" y="121742"/>
                  <a:pt x="15650" y="125807"/>
                  <a:pt x="17379" y="129154"/>
                </a:cubicBezTo>
                <a:cubicBezTo>
                  <a:pt x="19107" y="132501"/>
                  <a:pt x="21296" y="135222"/>
                  <a:pt x="23944" y="137319"/>
                </a:cubicBezTo>
                <a:cubicBezTo>
                  <a:pt x="26592" y="139415"/>
                  <a:pt x="29755" y="140923"/>
                  <a:pt x="33433" y="141843"/>
                </a:cubicBezTo>
                <a:cubicBezTo>
                  <a:pt x="37111" y="142762"/>
                  <a:pt x="41451" y="143222"/>
                  <a:pt x="46453" y="143222"/>
                </a:cubicBezTo>
                <a:cubicBezTo>
                  <a:pt x="55648" y="143222"/>
                  <a:pt x="62692" y="141089"/>
                  <a:pt x="67584" y="136822"/>
                </a:cubicBezTo>
                <a:cubicBezTo>
                  <a:pt x="72475" y="132556"/>
                  <a:pt x="74921" y="126413"/>
                  <a:pt x="74921" y="118395"/>
                </a:cubicBezTo>
                <a:cubicBezTo>
                  <a:pt x="74774" y="114717"/>
                  <a:pt x="74222" y="111481"/>
                  <a:pt x="73266" y="108685"/>
                </a:cubicBezTo>
                <a:cubicBezTo>
                  <a:pt x="72310" y="105890"/>
                  <a:pt x="70581" y="103224"/>
                  <a:pt x="68080" y="100686"/>
                </a:cubicBezTo>
                <a:cubicBezTo>
                  <a:pt x="65579" y="98148"/>
                  <a:pt x="62103" y="95555"/>
                  <a:pt x="57653" y="92907"/>
                </a:cubicBezTo>
                <a:cubicBezTo>
                  <a:pt x="53202" y="90259"/>
                  <a:pt x="47336" y="87206"/>
                  <a:pt x="40054" y="83748"/>
                </a:cubicBezTo>
                <a:cubicBezTo>
                  <a:pt x="33801" y="81027"/>
                  <a:pt x="28302" y="78231"/>
                  <a:pt x="23558" y="75363"/>
                </a:cubicBezTo>
                <a:cubicBezTo>
                  <a:pt x="18813" y="72494"/>
                  <a:pt x="14822" y="69367"/>
                  <a:pt x="11586" y="65984"/>
                </a:cubicBezTo>
                <a:cubicBezTo>
                  <a:pt x="8349" y="62600"/>
                  <a:pt x="5903" y="58903"/>
                  <a:pt x="4248" y="54894"/>
                </a:cubicBezTo>
                <a:cubicBezTo>
                  <a:pt x="2593" y="50885"/>
                  <a:pt x="1765" y="46343"/>
                  <a:pt x="1765" y="41267"/>
                </a:cubicBezTo>
                <a:cubicBezTo>
                  <a:pt x="1765" y="34353"/>
                  <a:pt x="3108" y="28321"/>
                  <a:pt x="5793" y="23171"/>
                </a:cubicBezTo>
                <a:cubicBezTo>
                  <a:pt x="8478" y="18022"/>
                  <a:pt x="12193" y="13737"/>
                  <a:pt x="16937" y="10317"/>
                </a:cubicBezTo>
                <a:cubicBezTo>
                  <a:pt x="21682" y="6896"/>
                  <a:pt x="27291" y="4322"/>
                  <a:pt x="33764" y="2593"/>
                </a:cubicBezTo>
                <a:cubicBezTo>
                  <a:pt x="40237" y="864"/>
                  <a:pt x="47262" y="0"/>
                  <a:pt x="54839" y="0"/>
                </a:cubicBezTo>
                <a:cubicBezTo>
                  <a:pt x="57929" y="0"/>
                  <a:pt x="60853" y="55"/>
                  <a:pt x="63611" y="166"/>
                </a:cubicBezTo>
                <a:cubicBezTo>
                  <a:pt x="66370" y="276"/>
                  <a:pt x="69275" y="497"/>
                  <a:pt x="72328" y="828"/>
                </a:cubicBezTo>
                <a:cubicBezTo>
                  <a:pt x="75381" y="1159"/>
                  <a:pt x="78710" y="1692"/>
                  <a:pt x="82314" y="2427"/>
                </a:cubicBezTo>
                <a:cubicBezTo>
                  <a:pt x="85918" y="3163"/>
                  <a:pt x="90075" y="4119"/>
                  <a:pt x="94782" y="5296"/>
                </a:cubicBezTo>
                <a:lnTo>
                  <a:pt x="94782" y="36743"/>
                </a:lnTo>
                <a:lnTo>
                  <a:pt x="81983" y="36743"/>
                </a:lnTo>
                <a:cubicBezTo>
                  <a:pt x="80732" y="31815"/>
                  <a:pt x="79206" y="27751"/>
                  <a:pt x="77404" y="24551"/>
                </a:cubicBezTo>
                <a:cubicBezTo>
                  <a:pt x="75602" y="21351"/>
                  <a:pt x="73468" y="18813"/>
                  <a:pt x="71004" y="16937"/>
                </a:cubicBezTo>
                <a:cubicBezTo>
                  <a:pt x="68540" y="15061"/>
                  <a:pt x="65671" y="13737"/>
                  <a:pt x="62398" y="12965"/>
                </a:cubicBezTo>
                <a:cubicBezTo>
                  <a:pt x="59124" y="12193"/>
                  <a:pt x="55391" y="11806"/>
                  <a:pt x="51198" y="11806"/>
                </a:cubicBezTo>
                <a:cubicBezTo>
                  <a:pt x="47226" y="11806"/>
                  <a:pt x="43584" y="12321"/>
                  <a:pt x="40274" y="13351"/>
                </a:cubicBezTo>
                <a:cubicBezTo>
                  <a:pt x="36964" y="14381"/>
                  <a:pt x="34095" y="15852"/>
                  <a:pt x="31668" y="17765"/>
                </a:cubicBezTo>
                <a:cubicBezTo>
                  <a:pt x="29240" y="19677"/>
                  <a:pt x="27364" y="22013"/>
                  <a:pt x="26040" y="24771"/>
                </a:cubicBezTo>
                <a:cubicBezTo>
                  <a:pt x="24716" y="27530"/>
                  <a:pt x="24054" y="30601"/>
                  <a:pt x="24054" y="33985"/>
                </a:cubicBezTo>
                <a:cubicBezTo>
                  <a:pt x="24201" y="37516"/>
                  <a:pt x="24735" y="40605"/>
                  <a:pt x="25654" y="43253"/>
                </a:cubicBezTo>
                <a:cubicBezTo>
                  <a:pt x="26574" y="45902"/>
                  <a:pt x="28192" y="48421"/>
                  <a:pt x="30509" y="50812"/>
                </a:cubicBezTo>
                <a:cubicBezTo>
                  <a:pt x="32826" y="53202"/>
                  <a:pt x="36026" y="55593"/>
                  <a:pt x="40109" y="57984"/>
                </a:cubicBezTo>
                <a:cubicBezTo>
                  <a:pt x="44191" y="60375"/>
                  <a:pt x="49469" y="63115"/>
                  <a:pt x="55943" y="66204"/>
                </a:cubicBezTo>
                <a:cubicBezTo>
                  <a:pt x="63299" y="69588"/>
                  <a:pt x="69625" y="72843"/>
                  <a:pt x="74921" y="75969"/>
                </a:cubicBezTo>
                <a:cubicBezTo>
                  <a:pt x="80218" y="79096"/>
                  <a:pt x="84558" y="82388"/>
                  <a:pt x="87941" y="85845"/>
                </a:cubicBezTo>
                <a:cubicBezTo>
                  <a:pt x="91325" y="89302"/>
                  <a:pt x="93808" y="93146"/>
                  <a:pt x="95389" y="97375"/>
                </a:cubicBezTo>
                <a:cubicBezTo>
                  <a:pt x="96971" y="101605"/>
                  <a:pt x="97762" y="106515"/>
                  <a:pt x="97762" y="112106"/>
                </a:cubicBezTo>
                <a:cubicBezTo>
                  <a:pt x="97762" y="119536"/>
                  <a:pt x="96548" y="125972"/>
                  <a:pt x="94120" y="131415"/>
                </a:cubicBezTo>
                <a:cubicBezTo>
                  <a:pt x="91693" y="136859"/>
                  <a:pt x="88162" y="141346"/>
                  <a:pt x="83528" y="144877"/>
                </a:cubicBezTo>
                <a:cubicBezTo>
                  <a:pt x="78893" y="148408"/>
                  <a:pt x="73248" y="151038"/>
                  <a:pt x="66590" y="152766"/>
                </a:cubicBezTo>
                <a:cubicBezTo>
                  <a:pt x="59933" y="154495"/>
                  <a:pt x="52412" y="155359"/>
                  <a:pt x="44026" y="155359"/>
                </a:cubicBezTo>
                <a:cubicBezTo>
                  <a:pt x="37553" y="155359"/>
                  <a:pt x="30711" y="154808"/>
                  <a:pt x="23503" y="153704"/>
                </a:cubicBezTo>
                <a:cubicBezTo>
                  <a:pt x="16294" y="152601"/>
                  <a:pt x="8459" y="151019"/>
                  <a:pt x="0" y="148960"/>
                </a:cubicBezTo>
                <a:lnTo>
                  <a:pt x="0" y="116961"/>
                </a:lnTo>
                <a:lnTo>
                  <a:pt x="13131" y="11696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32">
            <a:extLst xmlns:a="http://schemas.openxmlformats.org/drawingml/2006/main">
              <a:ext uri="{FF2B5EF4-FFF2-40B4-BE49-F238E27FC236}">
                <a16:creationId xmlns:a16="http://schemas.microsoft.com/office/drawing/2014/main" id="{1B8DB59C-A135-4F0E-81FA-EF855A5F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8184" y="5843428"/>
            <a:ext cx="110671" cy="150615"/>
          </a:xfrm>
          <a:custGeom xmlns:a="http://schemas.openxmlformats.org/drawingml/2006/main">
            <a:pathLst>
              <a:path w="110671" h="150615">
                <a:moveTo>
                  <a:pt x="110671" y="0"/>
                </a:moveTo>
                <a:lnTo>
                  <a:pt x="110671" y="35750"/>
                </a:lnTo>
                <a:lnTo>
                  <a:pt x="98203" y="35750"/>
                </a:lnTo>
                <a:cubicBezTo>
                  <a:pt x="96658" y="30895"/>
                  <a:pt x="95169" y="26923"/>
                  <a:pt x="93734" y="23834"/>
                </a:cubicBezTo>
                <a:cubicBezTo>
                  <a:pt x="92300" y="20744"/>
                  <a:pt x="90663" y="18353"/>
                  <a:pt x="88824" y="16661"/>
                </a:cubicBezTo>
                <a:cubicBezTo>
                  <a:pt x="86985" y="14970"/>
                  <a:pt x="84778" y="13811"/>
                  <a:pt x="82204" y="13186"/>
                </a:cubicBezTo>
                <a:cubicBezTo>
                  <a:pt x="79629" y="12560"/>
                  <a:pt x="76429" y="12248"/>
                  <a:pt x="72604" y="12248"/>
                </a:cubicBezTo>
                <a:lnTo>
                  <a:pt x="37736" y="12248"/>
                </a:lnTo>
                <a:lnTo>
                  <a:pt x="37736" y="68852"/>
                </a:lnTo>
                <a:lnTo>
                  <a:pt x="62342" y="68852"/>
                </a:lnTo>
                <a:cubicBezTo>
                  <a:pt x="64917" y="68852"/>
                  <a:pt x="67069" y="68558"/>
                  <a:pt x="68797" y="67970"/>
                </a:cubicBezTo>
                <a:cubicBezTo>
                  <a:pt x="70526" y="67381"/>
                  <a:pt x="71997" y="66370"/>
                  <a:pt x="73211" y="64935"/>
                </a:cubicBezTo>
                <a:cubicBezTo>
                  <a:pt x="74425" y="63501"/>
                  <a:pt x="75454" y="61588"/>
                  <a:pt x="76300" y="59198"/>
                </a:cubicBezTo>
                <a:cubicBezTo>
                  <a:pt x="77146" y="56807"/>
                  <a:pt x="77900" y="53846"/>
                  <a:pt x="78562" y="50315"/>
                </a:cubicBezTo>
                <a:lnTo>
                  <a:pt x="90921" y="50315"/>
                </a:lnTo>
                <a:lnTo>
                  <a:pt x="90921" y="98755"/>
                </a:lnTo>
                <a:lnTo>
                  <a:pt x="78562" y="98755"/>
                </a:lnTo>
                <a:cubicBezTo>
                  <a:pt x="77753" y="95077"/>
                  <a:pt x="76926" y="92079"/>
                  <a:pt x="76080" y="89762"/>
                </a:cubicBezTo>
                <a:cubicBezTo>
                  <a:pt x="75234" y="87445"/>
                  <a:pt x="74204" y="85624"/>
                  <a:pt x="72990" y="84300"/>
                </a:cubicBezTo>
                <a:cubicBezTo>
                  <a:pt x="71776" y="82976"/>
                  <a:pt x="70324" y="82075"/>
                  <a:pt x="68632" y="81597"/>
                </a:cubicBezTo>
                <a:cubicBezTo>
                  <a:pt x="66940" y="81119"/>
                  <a:pt x="64843" y="80880"/>
                  <a:pt x="62342" y="80880"/>
                </a:cubicBezTo>
                <a:lnTo>
                  <a:pt x="37736" y="80880"/>
                </a:lnTo>
                <a:lnTo>
                  <a:pt x="37736" y="122257"/>
                </a:lnTo>
                <a:cubicBezTo>
                  <a:pt x="37736" y="126450"/>
                  <a:pt x="37939" y="129760"/>
                  <a:pt x="38343" y="132188"/>
                </a:cubicBezTo>
                <a:cubicBezTo>
                  <a:pt x="38748" y="134615"/>
                  <a:pt x="39575" y="136546"/>
                  <a:pt x="40826" y="137981"/>
                </a:cubicBezTo>
                <a:cubicBezTo>
                  <a:pt x="42076" y="139415"/>
                  <a:pt x="43805" y="140500"/>
                  <a:pt x="46012" y="141236"/>
                </a:cubicBezTo>
                <a:cubicBezTo>
                  <a:pt x="48219" y="141971"/>
                  <a:pt x="51161" y="142744"/>
                  <a:pt x="54839" y="143553"/>
                </a:cubicBezTo>
                <a:lnTo>
                  <a:pt x="54839" y="150615"/>
                </a:lnTo>
                <a:lnTo>
                  <a:pt x="0" y="150615"/>
                </a:lnTo>
                <a:lnTo>
                  <a:pt x="0" y="143553"/>
                </a:lnTo>
                <a:cubicBezTo>
                  <a:pt x="3531" y="142450"/>
                  <a:pt x="6253" y="141548"/>
                  <a:pt x="8165" y="140850"/>
                </a:cubicBezTo>
                <a:cubicBezTo>
                  <a:pt x="10078" y="140151"/>
                  <a:pt x="11475" y="139158"/>
                  <a:pt x="12358" y="137870"/>
                </a:cubicBezTo>
                <a:cubicBezTo>
                  <a:pt x="13241" y="136583"/>
                  <a:pt x="13737" y="134781"/>
                  <a:pt x="13848" y="132464"/>
                </a:cubicBezTo>
                <a:cubicBezTo>
                  <a:pt x="13958" y="130147"/>
                  <a:pt x="14013" y="126818"/>
                  <a:pt x="14013" y="122478"/>
                </a:cubicBezTo>
                <a:lnTo>
                  <a:pt x="14013" y="28137"/>
                </a:lnTo>
                <a:cubicBezTo>
                  <a:pt x="14013" y="23650"/>
                  <a:pt x="13921" y="20247"/>
                  <a:pt x="13737" y="17930"/>
                </a:cubicBezTo>
                <a:cubicBezTo>
                  <a:pt x="13553" y="15613"/>
                  <a:pt x="13020" y="13848"/>
                  <a:pt x="12137" y="12634"/>
                </a:cubicBezTo>
                <a:cubicBezTo>
                  <a:pt x="11255" y="11420"/>
                  <a:pt x="9875" y="10501"/>
                  <a:pt x="8000" y="9875"/>
                </a:cubicBezTo>
                <a:cubicBezTo>
                  <a:pt x="6124" y="9250"/>
                  <a:pt x="3457" y="8386"/>
                  <a:pt x="0" y="7282"/>
                </a:cubicBezTo>
                <a:lnTo>
                  <a:pt x="0" y="0"/>
                </a:lnTo>
                <a:lnTo>
                  <a:pt x="1106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33">
            <a:extLst xmlns:a="http://schemas.openxmlformats.org/drawingml/2006/main">
              <a:ext uri="{FF2B5EF4-FFF2-40B4-BE49-F238E27FC236}">
                <a16:creationId xmlns:a16="http://schemas.microsoft.com/office/drawing/2014/main" id="{3EF14C4A-CC23-4581-BF0E-4C592CAB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209" y="5843428"/>
            <a:ext cx="131084" cy="150615"/>
          </a:xfrm>
          <a:custGeom xmlns:a="http://schemas.openxmlformats.org/drawingml/2006/main">
            <a:pathLst>
              <a:path w="131084" h="150615">
                <a:moveTo>
                  <a:pt x="0" y="0"/>
                </a:moveTo>
                <a:lnTo>
                  <a:pt x="131084" y="0"/>
                </a:lnTo>
                <a:lnTo>
                  <a:pt x="131084" y="40716"/>
                </a:lnTo>
                <a:lnTo>
                  <a:pt x="118616" y="40716"/>
                </a:lnTo>
                <a:cubicBezTo>
                  <a:pt x="117071" y="34978"/>
                  <a:pt x="115582" y="30288"/>
                  <a:pt x="114147" y="26647"/>
                </a:cubicBezTo>
                <a:cubicBezTo>
                  <a:pt x="112713" y="23006"/>
                  <a:pt x="111039" y="20137"/>
                  <a:pt x="109127" y="18041"/>
                </a:cubicBezTo>
                <a:cubicBezTo>
                  <a:pt x="107214" y="15944"/>
                  <a:pt x="104934" y="14491"/>
                  <a:pt x="102286" y="13682"/>
                </a:cubicBezTo>
                <a:cubicBezTo>
                  <a:pt x="99637" y="12873"/>
                  <a:pt x="96327" y="12395"/>
                  <a:pt x="92355" y="12248"/>
                </a:cubicBezTo>
                <a:lnTo>
                  <a:pt x="77349" y="12248"/>
                </a:lnTo>
                <a:lnTo>
                  <a:pt x="77349" y="122257"/>
                </a:lnTo>
                <a:cubicBezTo>
                  <a:pt x="77422" y="125935"/>
                  <a:pt x="77606" y="128970"/>
                  <a:pt x="77900" y="131360"/>
                </a:cubicBezTo>
                <a:cubicBezTo>
                  <a:pt x="78195" y="133751"/>
                  <a:pt x="78875" y="135719"/>
                  <a:pt x="79942" y="137264"/>
                </a:cubicBezTo>
                <a:cubicBezTo>
                  <a:pt x="81008" y="138808"/>
                  <a:pt x="82608" y="140040"/>
                  <a:pt x="84741" y="140960"/>
                </a:cubicBezTo>
                <a:cubicBezTo>
                  <a:pt x="86875" y="141879"/>
                  <a:pt x="89854" y="142744"/>
                  <a:pt x="93679" y="143553"/>
                </a:cubicBezTo>
                <a:lnTo>
                  <a:pt x="93679" y="150615"/>
                </a:lnTo>
                <a:lnTo>
                  <a:pt x="37405" y="150615"/>
                </a:lnTo>
                <a:lnTo>
                  <a:pt x="37405" y="143553"/>
                </a:lnTo>
                <a:cubicBezTo>
                  <a:pt x="40274" y="143038"/>
                  <a:pt x="42720" y="142486"/>
                  <a:pt x="44743" y="141898"/>
                </a:cubicBezTo>
                <a:cubicBezTo>
                  <a:pt x="46766" y="141309"/>
                  <a:pt x="48439" y="140335"/>
                  <a:pt x="49764" y="138974"/>
                </a:cubicBezTo>
                <a:cubicBezTo>
                  <a:pt x="51088" y="137613"/>
                  <a:pt x="52062" y="135627"/>
                  <a:pt x="52688" y="133015"/>
                </a:cubicBezTo>
                <a:cubicBezTo>
                  <a:pt x="53313" y="130404"/>
                  <a:pt x="53625" y="126818"/>
                  <a:pt x="53625" y="122257"/>
                </a:cubicBezTo>
                <a:lnTo>
                  <a:pt x="53625" y="12248"/>
                </a:lnTo>
                <a:lnTo>
                  <a:pt x="38730" y="12248"/>
                </a:lnTo>
                <a:cubicBezTo>
                  <a:pt x="36596" y="12248"/>
                  <a:pt x="34739" y="12340"/>
                  <a:pt x="33157" y="12524"/>
                </a:cubicBezTo>
                <a:cubicBezTo>
                  <a:pt x="31576" y="12708"/>
                  <a:pt x="30160" y="13020"/>
                  <a:pt x="28909" y="13462"/>
                </a:cubicBezTo>
                <a:cubicBezTo>
                  <a:pt x="27659" y="13903"/>
                  <a:pt x="26518" y="14473"/>
                  <a:pt x="25489" y="15172"/>
                </a:cubicBezTo>
                <a:cubicBezTo>
                  <a:pt x="24459" y="15871"/>
                  <a:pt x="23466" y="16698"/>
                  <a:pt x="22509" y="17654"/>
                </a:cubicBezTo>
                <a:cubicBezTo>
                  <a:pt x="20670" y="19420"/>
                  <a:pt x="18942" y="22050"/>
                  <a:pt x="17323" y="25544"/>
                </a:cubicBezTo>
                <a:cubicBezTo>
                  <a:pt x="15705" y="29038"/>
                  <a:pt x="14160" y="34095"/>
                  <a:pt x="12689" y="40716"/>
                </a:cubicBezTo>
                <a:lnTo>
                  <a:pt x="0" y="407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83F98845-45D6-4757-93F4-861E1CDEB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362b0f6cf4e50"/>
          <a:stretch xmlns:a="http://schemas.openxmlformats.org/drawingml/2006/main"/>
        </p:blipFill>
        <p:spPr>
          <a:xfrm xmlns:a="http://schemas.openxmlformats.org/drawingml/2006/main">
            <a:off x="11108555" y="5510450"/>
            <a:ext cx="686971" cy="686971"/>
          </a:xfrm>
          <a:prstGeom xmlns:a="http://schemas.openxmlformats.org/drawingml/2006/main" prst="rect">
            <a:avLst/>
          </a:prstGeom>
        </p:spPr>
      </p:pic>
      <p:pic>
        <p:nvPic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9CB5C5E-9DD2-4D92-A15D-D7E30EBF4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0db40a9e14db0"/>
          <a:stretch xmlns:a="http://schemas.openxmlformats.org/drawingml/2006/main"/>
        </p:blipFill>
        <p:spPr>
          <a:xfrm xmlns:a="http://schemas.openxmlformats.org/drawingml/2006/main">
            <a:off x="11142542" y="5540732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451" name="text-436 next">
            <a:extLst xmlns:a="http://schemas.openxmlformats.org/drawingml/2006/main">
              <a:ext uri="{FF2B5EF4-FFF2-40B4-BE49-F238E27FC236}">
                <a16:creationId xmlns:a16="http://schemas.microsoft.com/office/drawing/2014/main" id="{A8593E35-CB92-496B-B1CB-28BDF58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8524" y="7011277"/>
            <a:ext cx="599285" cy="423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452" name="text-437 ：">
            <a:extLst xmlns:a="http://schemas.openxmlformats.org/drawingml/2006/main">
              <a:ext uri="{FF2B5EF4-FFF2-40B4-BE49-F238E27FC236}">
                <a16:creationId xmlns:a16="http://schemas.microsoft.com/office/drawing/2014/main" id="{11A47C69-A607-4DFB-8DD9-C551445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2282" y="7012419"/>
            <a:ext cx="355542" cy="42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defRPr>
            </a:pPr>
            <a:r>
              <a: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453" name="path-438">
            <a:extLst xmlns:a="http://schemas.openxmlformats.org/drawingml/2006/main">
              <a:ext uri="{FF2B5EF4-FFF2-40B4-BE49-F238E27FC236}">
                <a16:creationId xmlns:a16="http://schemas.microsoft.com/office/drawing/2014/main" id="{BD2F2BE3-5D74-48EE-A71C-DBEF013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0507" y="7107486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39">
            <a:extLst xmlns:a="http://schemas.openxmlformats.org/drawingml/2006/main">
              <a:ext uri="{FF2B5EF4-FFF2-40B4-BE49-F238E27FC236}">
                <a16:creationId xmlns:a16="http://schemas.microsoft.com/office/drawing/2014/main" id="{41A4160C-A3DF-4CFA-A7BF-183B9128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4038" y="7265800"/>
            <a:ext cx="106037" cy="112989"/>
          </a:xfrm>
          <a:custGeom xmlns:a="http://schemas.openxmlformats.org/drawingml/2006/main">
            <a:pathLst>
              <a:path w="106037" h="112989">
                <a:moveTo>
                  <a:pt x="41047" y="112989"/>
                </a:moveTo>
                <a:cubicBezTo>
                  <a:pt x="32955" y="112989"/>
                  <a:pt x="25838" y="111536"/>
                  <a:pt x="19696" y="108630"/>
                </a:cubicBezTo>
                <a:cubicBezTo>
                  <a:pt x="13553" y="105725"/>
                  <a:pt x="8735" y="101311"/>
                  <a:pt x="5241" y="95389"/>
                </a:cubicBezTo>
                <a:cubicBezTo>
                  <a:pt x="1747" y="89468"/>
                  <a:pt x="0" y="82240"/>
                  <a:pt x="0" y="73707"/>
                </a:cubicBezTo>
                <a:cubicBezTo>
                  <a:pt x="0" y="65027"/>
                  <a:pt x="1361" y="55924"/>
                  <a:pt x="4083" y="46398"/>
                </a:cubicBezTo>
                <a:cubicBezTo>
                  <a:pt x="6804" y="36872"/>
                  <a:pt x="11034" y="28486"/>
                  <a:pt x="16772" y="21241"/>
                </a:cubicBezTo>
                <a:cubicBezTo>
                  <a:pt x="22509" y="13995"/>
                  <a:pt x="29443" y="8643"/>
                  <a:pt x="37571" y="5186"/>
                </a:cubicBezTo>
                <a:cubicBezTo>
                  <a:pt x="45699" y="1729"/>
                  <a:pt x="54802" y="0"/>
                  <a:pt x="64880" y="0"/>
                </a:cubicBezTo>
                <a:cubicBezTo>
                  <a:pt x="74002" y="0"/>
                  <a:pt x="81652" y="1673"/>
                  <a:pt x="87831" y="5020"/>
                </a:cubicBezTo>
                <a:cubicBezTo>
                  <a:pt x="94010" y="8367"/>
                  <a:pt x="98589" y="13020"/>
                  <a:pt x="101568" y="18979"/>
                </a:cubicBezTo>
                <a:cubicBezTo>
                  <a:pt x="104548" y="24937"/>
                  <a:pt x="106037" y="31852"/>
                  <a:pt x="106037" y="39723"/>
                </a:cubicBezTo>
                <a:cubicBezTo>
                  <a:pt x="106037" y="49433"/>
                  <a:pt x="104419" y="59179"/>
                  <a:pt x="101182" y="68963"/>
                </a:cubicBezTo>
                <a:cubicBezTo>
                  <a:pt x="97946" y="78746"/>
                  <a:pt x="93477" y="86948"/>
                  <a:pt x="87776" y="93569"/>
                </a:cubicBezTo>
                <a:cubicBezTo>
                  <a:pt x="82075" y="100189"/>
                  <a:pt x="75326" y="105081"/>
                  <a:pt x="67528" y="108244"/>
                </a:cubicBezTo>
                <a:cubicBezTo>
                  <a:pt x="59731" y="111407"/>
                  <a:pt x="50904" y="112989"/>
                  <a:pt x="41047" y="112989"/>
                </a:cubicBezTo>
                <a:moveTo>
                  <a:pt x="29682" y="80880"/>
                </a:moveTo>
                <a:cubicBezTo>
                  <a:pt x="29682" y="87794"/>
                  <a:pt x="30803" y="92962"/>
                  <a:pt x="33047" y="96382"/>
                </a:cubicBezTo>
                <a:cubicBezTo>
                  <a:pt x="35291" y="99803"/>
                  <a:pt x="38840" y="101513"/>
                  <a:pt x="43695" y="101513"/>
                </a:cubicBezTo>
                <a:cubicBezTo>
                  <a:pt x="49947" y="101513"/>
                  <a:pt x="55373" y="98479"/>
                  <a:pt x="59970" y="92410"/>
                </a:cubicBezTo>
                <a:cubicBezTo>
                  <a:pt x="64568" y="86341"/>
                  <a:pt x="68411" y="77165"/>
                  <a:pt x="71501" y="64880"/>
                </a:cubicBezTo>
                <a:cubicBezTo>
                  <a:pt x="74590" y="52596"/>
                  <a:pt x="76135" y="41929"/>
                  <a:pt x="76135" y="32881"/>
                </a:cubicBezTo>
                <a:cubicBezTo>
                  <a:pt x="76135" y="25525"/>
                  <a:pt x="75013" y="20119"/>
                  <a:pt x="72770" y="16661"/>
                </a:cubicBezTo>
                <a:cubicBezTo>
                  <a:pt x="70526" y="13204"/>
                  <a:pt x="67050" y="11475"/>
                  <a:pt x="62342" y="11475"/>
                </a:cubicBezTo>
                <a:cubicBezTo>
                  <a:pt x="56163" y="11475"/>
                  <a:pt x="50812" y="14473"/>
                  <a:pt x="46288" y="20468"/>
                </a:cubicBezTo>
                <a:cubicBezTo>
                  <a:pt x="41764" y="26463"/>
                  <a:pt x="37865" y="35732"/>
                  <a:pt x="34592" y="48274"/>
                </a:cubicBezTo>
                <a:cubicBezTo>
                  <a:pt x="31318" y="60816"/>
                  <a:pt x="29682" y="71685"/>
                  <a:pt x="29682" y="80880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40">
            <a:extLst xmlns:a="http://schemas.openxmlformats.org/drawingml/2006/main">
              <a:ext uri="{FF2B5EF4-FFF2-40B4-BE49-F238E27FC236}">
                <a16:creationId xmlns:a16="http://schemas.microsoft.com/office/drawing/2014/main" id="{7F581CC9-A051-44A1-8260-3E48B10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240" y="7219016"/>
            <a:ext cx="60687" cy="159773"/>
          </a:xfrm>
          <a:custGeom xmlns:a="http://schemas.openxmlformats.org/drawingml/2006/main">
            <a:pathLst>
              <a:path w="60687" h="159773">
                <a:moveTo>
                  <a:pt x="22178" y="33323"/>
                </a:moveTo>
                <a:cubicBezTo>
                  <a:pt x="23797" y="26261"/>
                  <a:pt x="24606" y="21001"/>
                  <a:pt x="24606" y="17544"/>
                </a:cubicBezTo>
                <a:cubicBezTo>
                  <a:pt x="24606" y="15926"/>
                  <a:pt x="24440" y="14657"/>
                  <a:pt x="24109" y="13737"/>
                </a:cubicBezTo>
                <a:cubicBezTo>
                  <a:pt x="23778" y="12818"/>
                  <a:pt x="23282" y="12064"/>
                  <a:pt x="22620" y="11475"/>
                </a:cubicBezTo>
                <a:cubicBezTo>
                  <a:pt x="21958" y="10887"/>
                  <a:pt x="21075" y="10427"/>
                  <a:pt x="19972" y="10096"/>
                </a:cubicBezTo>
                <a:cubicBezTo>
                  <a:pt x="18868" y="9765"/>
                  <a:pt x="16698" y="9379"/>
                  <a:pt x="13462" y="8938"/>
                </a:cubicBezTo>
                <a:lnTo>
                  <a:pt x="15227" y="1765"/>
                </a:lnTo>
                <a:lnTo>
                  <a:pt x="48219" y="0"/>
                </a:lnTo>
                <a:lnTo>
                  <a:pt x="60687" y="0"/>
                </a:lnTo>
                <a:lnTo>
                  <a:pt x="32440" y="123250"/>
                </a:lnTo>
                <a:cubicBezTo>
                  <a:pt x="31263" y="128400"/>
                  <a:pt x="30675" y="132703"/>
                  <a:pt x="30675" y="136160"/>
                </a:cubicBezTo>
                <a:cubicBezTo>
                  <a:pt x="30675" y="139029"/>
                  <a:pt x="31153" y="141015"/>
                  <a:pt x="32109" y="142119"/>
                </a:cubicBezTo>
                <a:cubicBezTo>
                  <a:pt x="33065" y="143222"/>
                  <a:pt x="34426" y="143774"/>
                  <a:pt x="36192" y="143774"/>
                </a:cubicBezTo>
                <a:cubicBezTo>
                  <a:pt x="38325" y="143774"/>
                  <a:pt x="40716" y="142762"/>
                  <a:pt x="43364" y="140739"/>
                </a:cubicBezTo>
                <a:cubicBezTo>
                  <a:pt x="46012" y="138716"/>
                  <a:pt x="49138" y="135645"/>
                  <a:pt x="52743" y="131526"/>
                </a:cubicBezTo>
                <a:lnTo>
                  <a:pt x="60687" y="139470"/>
                </a:lnTo>
                <a:cubicBezTo>
                  <a:pt x="53478" y="146826"/>
                  <a:pt x="47023" y="152049"/>
                  <a:pt x="41323" y="155139"/>
                </a:cubicBezTo>
                <a:cubicBezTo>
                  <a:pt x="35622" y="158228"/>
                  <a:pt x="29351" y="159773"/>
                  <a:pt x="22509" y="159773"/>
                </a:cubicBezTo>
                <a:cubicBezTo>
                  <a:pt x="14712" y="159773"/>
                  <a:pt x="9011" y="157860"/>
                  <a:pt x="5407" y="154035"/>
                </a:cubicBezTo>
                <a:cubicBezTo>
                  <a:pt x="1802" y="150210"/>
                  <a:pt x="0" y="144436"/>
                  <a:pt x="0" y="136712"/>
                </a:cubicBezTo>
                <a:cubicBezTo>
                  <a:pt x="0" y="132372"/>
                  <a:pt x="809" y="126597"/>
                  <a:pt x="2427" y="119388"/>
                </a:cubicBezTo>
                <a:lnTo>
                  <a:pt x="22178" y="3332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41">
            <a:extLst xmlns:a="http://schemas.openxmlformats.org/drawingml/2006/main">
              <a:ext uri="{FF2B5EF4-FFF2-40B4-BE49-F238E27FC236}">
                <a16:creationId xmlns:a16="http://schemas.microsoft.com/office/drawing/2014/main" id="{EB213E0F-C563-4118-8DD9-6196EBA3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967" y="7219016"/>
            <a:ext cx="126119" cy="159773"/>
          </a:xfrm>
          <a:custGeom xmlns:a="http://schemas.openxmlformats.org/drawingml/2006/main">
            <a:pathLst>
              <a:path w="126119" h="159773">
                <a:moveTo>
                  <a:pt x="118175" y="131526"/>
                </a:moveTo>
                <a:lnTo>
                  <a:pt x="126119" y="139470"/>
                </a:lnTo>
                <a:cubicBezTo>
                  <a:pt x="118395" y="147194"/>
                  <a:pt x="111738" y="152509"/>
                  <a:pt x="106148" y="155415"/>
                </a:cubicBezTo>
                <a:cubicBezTo>
                  <a:pt x="100557" y="158320"/>
                  <a:pt x="94672" y="159773"/>
                  <a:pt x="88493" y="159773"/>
                </a:cubicBezTo>
                <a:cubicBezTo>
                  <a:pt x="82314" y="159773"/>
                  <a:pt x="77422" y="158063"/>
                  <a:pt x="73818" y="154642"/>
                </a:cubicBezTo>
                <a:cubicBezTo>
                  <a:pt x="70213" y="151222"/>
                  <a:pt x="68411" y="146716"/>
                  <a:pt x="68411" y="141125"/>
                </a:cubicBezTo>
                <a:cubicBezTo>
                  <a:pt x="68411" y="139286"/>
                  <a:pt x="68632" y="137521"/>
                  <a:pt x="69073" y="135829"/>
                </a:cubicBezTo>
                <a:lnTo>
                  <a:pt x="67639" y="135498"/>
                </a:lnTo>
                <a:cubicBezTo>
                  <a:pt x="60650" y="143958"/>
                  <a:pt x="54122" y="150118"/>
                  <a:pt x="48053" y="153980"/>
                </a:cubicBezTo>
                <a:cubicBezTo>
                  <a:pt x="41985" y="157842"/>
                  <a:pt x="34720" y="159773"/>
                  <a:pt x="26261" y="159773"/>
                </a:cubicBezTo>
                <a:cubicBezTo>
                  <a:pt x="17949" y="159773"/>
                  <a:pt x="11494" y="156757"/>
                  <a:pt x="6896" y="150725"/>
                </a:cubicBezTo>
                <a:cubicBezTo>
                  <a:pt x="2299" y="144693"/>
                  <a:pt x="0" y="135976"/>
                  <a:pt x="0" y="124574"/>
                </a:cubicBezTo>
                <a:cubicBezTo>
                  <a:pt x="0" y="114644"/>
                  <a:pt x="1434" y="104787"/>
                  <a:pt x="4303" y="95003"/>
                </a:cubicBezTo>
                <a:cubicBezTo>
                  <a:pt x="7172" y="85220"/>
                  <a:pt x="11292" y="76779"/>
                  <a:pt x="16661" y="69680"/>
                </a:cubicBezTo>
                <a:cubicBezTo>
                  <a:pt x="22031" y="62581"/>
                  <a:pt x="28780" y="56991"/>
                  <a:pt x="36909" y="52908"/>
                </a:cubicBezTo>
                <a:cubicBezTo>
                  <a:pt x="45037" y="48826"/>
                  <a:pt x="54214" y="46784"/>
                  <a:pt x="64439" y="46784"/>
                </a:cubicBezTo>
                <a:cubicBezTo>
                  <a:pt x="70986" y="46784"/>
                  <a:pt x="77312" y="47925"/>
                  <a:pt x="83417" y="50205"/>
                </a:cubicBezTo>
                <a:lnTo>
                  <a:pt x="87169" y="33323"/>
                </a:lnTo>
                <a:cubicBezTo>
                  <a:pt x="87610" y="31484"/>
                  <a:pt x="88125" y="28836"/>
                  <a:pt x="88714" y="25378"/>
                </a:cubicBezTo>
                <a:cubicBezTo>
                  <a:pt x="89302" y="21921"/>
                  <a:pt x="89596" y="19310"/>
                  <a:pt x="89596" y="17544"/>
                </a:cubicBezTo>
                <a:cubicBezTo>
                  <a:pt x="89596" y="15926"/>
                  <a:pt x="89431" y="14657"/>
                  <a:pt x="89100" y="13737"/>
                </a:cubicBezTo>
                <a:cubicBezTo>
                  <a:pt x="88769" y="12818"/>
                  <a:pt x="88272" y="12064"/>
                  <a:pt x="87610" y="11475"/>
                </a:cubicBezTo>
                <a:cubicBezTo>
                  <a:pt x="86948" y="10887"/>
                  <a:pt x="86066" y="10427"/>
                  <a:pt x="84962" y="10096"/>
                </a:cubicBezTo>
                <a:cubicBezTo>
                  <a:pt x="83859" y="9765"/>
                  <a:pt x="81689" y="9379"/>
                  <a:pt x="78452" y="8938"/>
                </a:cubicBezTo>
                <a:lnTo>
                  <a:pt x="80218" y="1765"/>
                </a:lnTo>
                <a:lnTo>
                  <a:pt x="113209" y="0"/>
                </a:lnTo>
                <a:lnTo>
                  <a:pt x="125678" y="0"/>
                </a:lnTo>
                <a:lnTo>
                  <a:pt x="97762" y="123581"/>
                </a:lnTo>
                <a:cubicBezTo>
                  <a:pt x="96658" y="128436"/>
                  <a:pt x="96107" y="132629"/>
                  <a:pt x="96107" y="136160"/>
                </a:cubicBezTo>
                <a:cubicBezTo>
                  <a:pt x="96107" y="138588"/>
                  <a:pt x="96511" y="140463"/>
                  <a:pt x="97320" y="141787"/>
                </a:cubicBezTo>
                <a:cubicBezTo>
                  <a:pt x="98129" y="143112"/>
                  <a:pt x="99527" y="143774"/>
                  <a:pt x="101513" y="143774"/>
                </a:cubicBezTo>
                <a:cubicBezTo>
                  <a:pt x="103794" y="143774"/>
                  <a:pt x="106258" y="142744"/>
                  <a:pt x="108906" y="140684"/>
                </a:cubicBezTo>
                <a:cubicBezTo>
                  <a:pt x="111554" y="138624"/>
                  <a:pt x="114644" y="135572"/>
                  <a:pt x="118175" y="131526"/>
                </a:cubicBezTo>
                <a:moveTo>
                  <a:pt x="75914" y="89376"/>
                </a:moveTo>
                <a:cubicBezTo>
                  <a:pt x="77091" y="83932"/>
                  <a:pt x="77680" y="78526"/>
                  <a:pt x="77680" y="73156"/>
                </a:cubicBezTo>
                <a:cubicBezTo>
                  <a:pt x="77680" y="68227"/>
                  <a:pt x="76760" y="64512"/>
                  <a:pt x="74921" y="62011"/>
                </a:cubicBezTo>
                <a:cubicBezTo>
                  <a:pt x="73082" y="59510"/>
                  <a:pt x="70066" y="58260"/>
                  <a:pt x="65873" y="58260"/>
                </a:cubicBezTo>
                <a:cubicBezTo>
                  <a:pt x="59032" y="58260"/>
                  <a:pt x="52963" y="61699"/>
                  <a:pt x="47667" y="68577"/>
                </a:cubicBezTo>
                <a:cubicBezTo>
                  <a:pt x="42371" y="75454"/>
                  <a:pt x="38104" y="84705"/>
                  <a:pt x="34868" y="96327"/>
                </a:cubicBezTo>
                <a:cubicBezTo>
                  <a:pt x="31631" y="107950"/>
                  <a:pt x="30013" y="118359"/>
                  <a:pt x="30013" y="127554"/>
                </a:cubicBezTo>
                <a:cubicBezTo>
                  <a:pt x="30013" y="132923"/>
                  <a:pt x="30803" y="136933"/>
                  <a:pt x="32385" y="139581"/>
                </a:cubicBezTo>
                <a:cubicBezTo>
                  <a:pt x="33966" y="142229"/>
                  <a:pt x="36412" y="143553"/>
                  <a:pt x="39723" y="143553"/>
                </a:cubicBezTo>
                <a:cubicBezTo>
                  <a:pt x="44578" y="143553"/>
                  <a:pt x="49524" y="141181"/>
                  <a:pt x="54563" y="136436"/>
                </a:cubicBezTo>
                <a:cubicBezTo>
                  <a:pt x="59602" y="131691"/>
                  <a:pt x="63666" y="126119"/>
                  <a:pt x="66756" y="119719"/>
                </a:cubicBezTo>
                <a:cubicBezTo>
                  <a:pt x="69846" y="113320"/>
                  <a:pt x="72604" y="104566"/>
                  <a:pt x="75032" y="93458"/>
                </a:cubicBezTo>
                <a:lnTo>
                  <a:pt x="75914" y="8937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42">
            <a:extLst xmlns:a="http://schemas.openxmlformats.org/drawingml/2006/main">
              <a:ext uri="{FF2B5EF4-FFF2-40B4-BE49-F238E27FC236}">
                <a16:creationId xmlns:a16="http://schemas.microsoft.com/office/drawing/2014/main" id="{4A96D636-8E42-4521-82F9-D0F96C1E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785" y="7166923"/>
            <a:ext cx="218621" cy="121522"/>
          </a:xfrm>
          <a:custGeom xmlns:a="http://schemas.openxmlformats.org/drawingml/2006/main">
            <a:pathLst>
              <a:path w="218621" h="121522">
                <a:moveTo>
                  <a:pt x="218621" y="70471"/>
                </a:moveTo>
                <a:lnTo>
                  <a:pt x="32808" y="70471"/>
                </a:lnTo>
                <a:lnTo>
                  <a:pt x="66499" y="113430"/>
                </a:lnTo>
                <a:lnTo>
                  <a:pt x="57818" y="121522"/>
                </a:lnTo>
                <a:lnTo>
                  <a:pt x="0" y="65469"/>
                </a:lnTo>
                <a:lnTo>
                  <a:pt x="0" y="56053"/>
                </a:lnTo>
                <a:lnTo>
                  <a:pt x="57818" y="0"/>
                </a:lnTo>
                <a:lnTo>
                  <a:pt x="66499" y="8092"/>
                </a:lnTo>
                <a:lnTo>
                  <a:pt x="32808" y="50904"/>
                </a:lnTo>
                <a:lnTo>
                  <a:pt x="218621" y="50904"/>
                </a:lnTo>
                <a:lnTo>
                  <a:pt x="218621" y="7047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43">
            <a:extLst xmlns:a="http://schemas.openxmlformats.org/drawingml/2006/main">
              <a:ext uri="{FF2B5EF4-FFF2-40B4-BE49-F238E27FC236}">
                <a16:creationId xmlns:a16="http://schemas.microsoft.com/office/drawing/2014/main" id="{C7329955-817B-43DC-9D09-FF1C876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61" y="7107486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7D5F211-7212-4BE8-888B-12EB4AF7C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1f09d0c2c437c"/>
          <a:stretch xmlns:a="http://schemas.openxmlformats.org/drawingml/2006/main"/>
        </p:blipFill>
        <p:spPr>
          <a:xfrm xmlns:a="http://schemas.openxmlformats.org/drawingml/2006/main">
            <a:off x="14267717" y="6929588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8BBD56C0-EF84-43E1-BCF5-53285F628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06739d2424eb6"/>
          <a:stretch xmlns:a="http://schemas.openxmlformats.org/drawingml/2006/main"/>
        </p:blipFill>
        <p:spPr>
          <a:xfrm xmlns:a="http://schemas.openxmlformats.org/drawingml/2006/main">
            <a:off x="14304842" y="6959957"/>
            <a:ext cx="542925" cy="552450"/>
          </a:xfrm>
          <a:prstGeom xmlns:a="http://schemas.openxmlformats.org/drawingml/2006/main" prst="rect">
            <a:avLst/>
          </a:prstGeom>
        </p:spPr>
      </p:pic>
      <p:sp>
        <p:nvSpPr>
          <p:cNvPr id="461" name="path-446">
            <a:extLst xmlns:a="http://schemas.openxmlformats.org/drawingml/2006/main">
              <a:ext uri="{FF2B5EF4-FFF2-40B4-BE49-F238E27FC236}">
                <a16:creationId xmlns:a16="http://schemas.microsoft.com/office/drawing/2014/main" id="{306EE0DB-7630-423B-AEE3-A9DB726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680" y="6855929"/>
            <a:ext cx="374851" cy="70620"/>
          </a:xfrm>
          <a:custGeom xmlns:a="http://schemas.openxmlformats.org/drawingml/2006/main">
            <a:pathLst>
              <a:path w="374851" h="70620">
                <a:moveTo>
                  <a:pt x="0" y="0"/>
                </a:moveTo>
                <a:lnTo>
                  <a:pt x="280694" y="2"/>
                </a:lnTo>
                <a:lnTo>
                  <a:pt x="280694" y="28249"/>
                </a:lnTo>
                <a:lnTo>
                  <a:pt x="0" y="28247"/>
                </a:lnTo>
                <a:lnTo>
                  <a:pt x="0" y="0"/>
                </a:lnTo>
                <a:moveTo>
                  <a:pt x="261862" y="-42369"/>
                </a:moveTo>
                <a:lnTo>
                  <a:pt x="374851" y="14126"/>
                </a:lnTo>
                <a:lnTo>
                  <a:pt x="261862" y="70620"/>
                </a:lnTo>
                <a:lnTo>
                  <a:pt x="261862" y="-42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47">
            <a:extLst xmlns:a="http://schemas.openxmlformats.org/drawingml/2006/main">
              <a:ext uri="{FF2B5EF4-FFF2-40B4-BE49-F238E27FC236}">
                <a16:creationId xmlns:a16="http://schemas.microsoft.com/office/drawing/2014/main" id="{28764C89-3ADA-40DD-BDC2-B880DEB8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3028" y="6855911"/>
            <a:ext cx="282816" cy="70619"/>
          </a:xfrm>
          <a:custGeom xmlns:a="http://schemas.openxmlformats.org/drawingml/2006/main">
            <a:pathLst>
              <a:path w="282816" h="70619">
                <a:moveTo>
                  <a:pt x="0" y="0"/>
                </a:moveTo>
                <a:lnTo>
                  <a:pt x="188659" y="1"/>
                </a:lnTo>
                <a:lnTo>
                  <a:pt x="188659" y="28248"/>
                </a:lnTo>
                <a:lnTo>
                  <a:pt x="0" y="28247"/>
                </a:lnTo>
                <a:lnTo>
                  <a:pt x="0" y="0"/>
                </a:lnTo>
                <a:moveTo>
                  <a:pt x="169827" y="-42370"/>
                </a:moveTo>
                <a:lnTo>
                  <a:pt x="282816" y="14125"/>
                </a:lnTo>
                <a:lnTo>
                  <a:pt x="169827" y="70619"/>
                </a:lnTo>
                <a:lnTo>
                  <a:pt x="169827" y="-423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896F3BCD-6D65-4B79-B5B6-078CA2D0A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93480b3141c1"/>
          <a:stretch xmlns:a="http://schemas.openxmlformats.org/drawingml/2006/main"/>
        </p:blipFill>
        <p:spPr>
          <a:xfrm xmlns:a="http://schemas.openxmlformats.org/drawingml/2006/main">
            <a:off x="10774109" y="6888912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1E8B03E-F4CC-4E8E-BF38-C543DAB31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27f0a178741ec"/>
          <a:stretch xmlns:a="http://schemas.openxmlformats.org/drawingml/2006/main"/>
        </p:blipFill>
        <p:spPr>
          <a:xfrm xmlns:a="http://schemas.openxmlformats.org/drawingml/2006/main">
            <a:off x="10790117" y="6959957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E3F0103-24A6-4934-8B33-875B151C7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3b64c86b346b9"/>
          <a:stretch xmlns:a="http://schemas.openxmlformats.org/drawingml/2006/main"/>
        </p:blipFill>
        <p:spPr>
          <a:xfrm xmlns:a="http://schemas.openxmlformats.org/drawingml/2006/main">
            <a:off x="9689418" y="6888912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B13C57C1-8F82-4CBF-848F-8D46AE25A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485be80414da9"/>
          <a:stretch xmlns:a="http://schemas.openxmlformats.org/drawingml/2006/main"/>
        </p:blipFill>
        <p:spPr>
          <a:xfrm xmlns:a="http://schemas.openxmlformats.org/drawingml/2006/main">
            <a:off x="9704267" y="6959957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AB82DB5-B24C-448D-B30F-4381FE4A3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8a8b089d04a95"/>
          <a:stretch xmlns:a="http://schemas.openxmlformats.org/drawingml/2006/main"/>
        </p:blipFill>
        <p:spPr>
          <a:xfrm xmlns:a="http://schemas.openxmlformats.org/drawingml/2006/main">
            <a:off x="8663482" y="6888912"/>
            <a:ext cx="686971" cy="691490"/>
          </a:xfrm>
          <a:prstGeom xmlns:a="http://schemas.openxmlformats.org/drawingml/2006/main" prst="rect">
            <a:avLst/>
          </a:prstGeom>
        </p:spPr>
      </p:pic>
      <p:pic>
        <p:nvPic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6C348A77-F459-4DCA-9E6E-90C42C6AF6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797a29fab4a7e"/>
          <a:stretch xmlns:a="http://schemas.openxmlformats.org/drawingml/2006/main"/>
        </p:blipFill>
        <p:spPr>
          <a:xfrm xmlns:a="http://schemas.openxmlformats.org/drawingml/2006/main">
            <a:off x="8675567" y="6959957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469" name="text-454 maximize">
            <a:extLst xmlns:a="http://schemas.openxmlformats.org/drawingml/2006/main">
              <a:ext uri="{FF2B5EF4-FFF2-40B4-BE49-F238E27FC236}">
                <a16:creationId xmlns:a16="http://schemas.microsoft.com/office/drawing/2014/main" id="{11840BC4-5F6A-4210-BCA8-F47E4FB3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2741" y="6618931"/>
            <a:ext cx="1249594" cy="42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maximize</a:t>
            </a:r>
          </a:p>
        </p:txBody>
      </p:sp>
      <p:sp>
        <p:nvSpPr>
          <p:cNvPr id="470" name="path-455">
            <a:extLst xmlns:a="http://schemas.openxmlformats.org/drawingml/2006/main">
              <a:ext uri="{FF2B5EF4-FFF2-40B4-BE49-F238E27FC236}">
                <a16:creationId xmlns:a16="http://schemas.microsoft.com/office/drawing/2014/main" id="{60C152BB-E06E-4DE8-98E2-8C600A5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274" y="6719730"/>
            <a:ext cx="187726" cy="244956"/>
          </a:xfrm>
          <a:custGeom xmlns:a="http://schemas.openxmlformats.org/drawingml/2006/main">
            <a:pathLst>
              <a:path w="187726" h="244956">
                <a:moveTo>
                  <a:pt x="151976" y="165216"/>
                </a:moveTo>
                <a:cubicBezTo>
                  <a:pt x="149131" y="178261"/>
                  <a:pt x="144987" y="189540"/>
                  <a:pt x="139544" y="199054"/>
                </a:cubicBezTo>
                <a:cubicBezTo>
                  <a:pt x="134100" y="208568"/>
                  <a:pt x="126867" y="216856"/>
                  <a:pt x="117844" y="223918"/>
                </a:cubicBezTo>
                <a:cubicBezTo>
                  <a:pt x="108820" y="230979"/>
                  <a:pt x="99380" y="236251"/>
                  <a:pt x="89523" y="239733"/>
                </a:cubicBezTo>
                <a:cubicBezTo>
                  <a:pt x="79666" y="243215"/>
                  <a:pt x="69833" y="244956"/>
                  <a:pt x="60025" y="244956"/>
                </a:cubicBezTo>
                <a:cubicBezTo>
                  <a:pt x="50021" y="244956"/>
                  <a:pt x="41267" y="243681"/>
                  <a:pt x="33764" y="241131"/>
                </a:cubicBezTo>
                <a:cubicBezTo>
                  <a:pt x="26261" y="238581"/>
                  <a:pt x="20008" y="235172"/>
                  <a:pt x="15006" y="230906"/>
                </a:cubicBezTo>
                <a:cubicBezTo>
                  <a:pt x="10004" y="226639"/>
                  <a:pt x="6253" y="221809"/>
                  <a:pt x="3752" y="216414"/>
                </a:cubicBezTo>
                <a:cubicBezTo>
                  <a:pt x="1251" y="211020"/>
                  <a:pt x="0" y="205478"/>
                  <a:pt x="0" y="199790"/>
                </a:cubicBezTo>
                <a:cubicBezTo>
                  <a:pt x="0" y="190472"/>
                  <a:pt x="2060" y="182062"/>
                  <a:pt x="6179" y="174559"/>
                </a:cubicBezTo>
                <a:cubicBezTo>
                  <a:pt x="10298" y="167055"/>
                  <a:pt x="16085" y="160092"/>
                  <a:pt x="23539" y="153667"/>
                </a:cubicBezTo>
                <a:cubicBezTo>
                  <a:pt x="30993" y="147243"/>
                  <a:pt x="41243" y="140010"/>
                  <a:pt x="54287" y="131967"/>
                </a:cubicBezTo>
                <a:lnTo>
                  <a:pt x="65027" y="146385"/>
                </a:lnTo>
                <a:cubicBezTo>
                  <a:pt x="57181" y="152564"/>
                  <a:pt x="51100" y="158179"/>
                  <a:pt x="46784" y="163230"/>
                </a:cubicBezTo>
                <a:cubicBezTo>
                  <a:pt x="42469" y="168281"/>
                  <a:pt x="39379" y="173284"/>
                  <a:pt x="37516" y="178237"/>
                </a:cubicBezTo>
                <a:cubicBezTo>
                  <a:pt x="35652" y="183190"/>
                  <a:pt x="34720" y="188707"/>
                  <a:pt x="34720" y="194788"/>
                </a:cubicBezTo>
                <a:cubicBezTo>
                  <a:pt x="34720" y="200378"/>
                  <a:pt x="35922" y="205601"/>
                  <a:pt x="38325" y="210456"/>
                </a:cubicBezTo>
                <a:cubicBezTo>
                  <a:pt x="40728" y="215311"/>
                  <a:pt x="44234" y="219112"/>
                  <a:pt x="48844" y="221858"/>
                </a:cubicBezTo>
                <a:cubicBezTo>
                  <a:pt x="53454" y="224604"/>
                  <a:pt x="58848" y="225977"/>
                  <a:pt x="65027" y="225977"/>
                </a:cubicBezTo>
                <a:cubicBezTo>
                  <a:pt x="75816" y="225977"/>
                  <a:pt x="84398" y="222103"/>
                  <a:pt x="90773" y="214355"/>
                </a:cubicBezTo>
                <a:cubicBezTo>
                  <a:pt x="97149" y="206606"/>
                  <a:pt x="102151" y="194641"/>
                  <a:pt x="105780" y="178457"/>
                </a:cubicBezTo>
                <a:lnTo>
                  <a:pt x="128142" y="77827"/>
                </a:lnTo>
                <a:cubicBezTo>
                  <a:pt x="131183" y="64194"/>
                  <a:pt x="134444" y="53012"/>
                  <a:pt x="137926" y="44283"/>
                </a:cubicBezTo>
                <a:cubicBezTo>
                  <a:pt x="141407" y="35554"/>
                  <a:pt x="145698" y="28002"/>
                  <a:pt x="150799" y="21627"/>
                </a:cubicBezTo>
                <a:lnTo>
                  <a:pt x="149916" y="20008"/>
                </a:lnTo>
                <a:lnTo>
                  <a:pt x="143148" y="20008"/>
                </a:lnTo>
                <a:cubicBezTo>
                  <a:pt x="129809" y="20008"/>
                  <a:pt x="119413" y="20646"/>
                  <a:pt x="111959" y="21921"/>
                </a:cubicBezTo>
                <a:cubicBezTo>
                  <a:pt x="104505" y="23196"/>
                  <a:pt x="99037" y="25305"/>
                  <a:pt x="95555" y="28247"/>
                </a:cubicBezTo>
                <a:cubicBezTo>
                  <a:pt x="92073" y="31190"/>
                  <a:pt x="90332" y="35799"/>
                  <a:pt x="90332" y="42076"/>
                </a:cubicBezTo>
                <a:cubicBezTo>
                  <a:pt x="90332" y="48452"/>
                  <a:pt x="92735" y="55268"/>
                  <a:pt x="97541" y="62526"/>
                </a:cubicBezTo>
                <a:lnTo>
                  <a:pt x="62968" y="76797"/>
                </a:lnTo>
                <a:cubicBezTo>
                  <a:pt x="60123" y="71599"/>
                  <a:pt x="58162" y="67332"/>
                  <a:pt x="57083" y="63997"/>
                </a:cubicBezTo>
                <a:cubicBezTo>
                  <a:pt x="56004" y="60663"/>
                  <a:pt x="55464" y="57328"/>
                  <a:pt x="55464" y="53993"/>
                </a:cubicBezTo>
                <a:cubicBezTo>
                  <a:pt x="55464" y="50462"/>
                  <a:pt x="56445" y="46637"/>
                  <a:pt x="58407" y="42518"/>
                </a:cubicBezTo>
                <a:cubicBezTo>
                  <a:pt x="60761" y="37516"/>
                  <a:pt x="64292" y="32514"/>
                  <a:pt x="69000" y="27512"/>
                </a:cubicBezTo>
                <a:cubicBezTo>
                  <a:pt x="73511" y="22902"/>
                  <a:pt x="79102" y="18537"/>
                  <a:pt x="85771" y="14418"/>
                </a:cubicBezTo>
                <a:cubicBezTo>
                  <a:pt x="91852" y="10593"/>
                  <a:pt x="97345" y="7699"/>
                  <a:pt x="102249" y="5738"/>
                </a:cubicBezTo>
                <a:cubicBezTo>
                  <a:pt x="108036" y="3482"/>
                  <a:pt x="114509" y="1913"/>
                  <a:pt x="121669" y="1030"/>
                </a:cubicBezTo>
                <a:cubicBezTo>
                  <a:pt x="127848" y="343"/>
                  <a:pt x="136626" y="0"/>
                  <a:pt x="148003" y="0"/>
                </a:cubicBezTo>
                <a:lnTo>
                  <a:pt x="181694" y="0"/>
                </a:lnTo>
                <a:lnTo>
                  <a:pt x="187726" y="10740"/>
                </a:lnTo>
                <a:cubicBezTo>
                  <a:pt x="185568" y="16232"/>
                  <a:pt x="183656" y="22289"/>
                  <a:pt x="181988" y="28909"/>
                </a:cubicBezTo>
                <a:cubicBezTo>
                  <a:pt x="180321" y="35530"/>
                  <a:pt x="178702" y="42420"/>
                  <a:pt x="177133" y="49580"/>
                </a:cubicBezTo>
                <a:lnTo>
                  <a:pt x="151976" y="16521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56">
            <a:extLst xmlns:a="http://schemas.openxmlformats.org/drawingml/2006/main">
              <a:ext uri="{FF2B5EF4-FFF2-40B4-BE49-F238E27FC236}">
                <a16:creationId xmlns:a16="http://schemas.microsoft.com/office/drawing/2014/main" id="{2A082306-BBE8-408C-BDB2-BD92AC18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23" y="6833208"/>
            <a:ext cx="134505" cy="151387"/>
          </a:xfrm>
          <a:custGeom xmlns:a="http://schemas.openxmlformats.org/drawingml/2006/main">
            <a:pathLst>
              <a:path w="134505" h="151387">
                <a:moveTo>
                  <a:pt x="82755" y="48219"/>
                </a:moveTo>
                <a:cubicBezTo>
                  <a:pt x="88493" y="37479"/>
                  <a:pt x="92006" y="30252"/>
                  <a:pt x="93293" y="26537"/>
                </a:cubicBezTo>
                <a:cubicBezTo>
                  <a:pt x="94580" y="22822"/>
                  <a:pt x="95224" y="19457"/>
                  <a:pt x="95224" y="16441"/>
                </a:cubicBezTo>
                <a:cubicBezTo>
                  <a:pt x="95224" y="11144"/>
                  <a:pt x="92098" y="8092"/>
                  <a:pt x="85845" y="7282"/>
                </a:cubicBezTo>
                <a:lnTo>
                  <a:pt x="87500" y="0"/>
                </a:lnTo>
                <a:lnTo>
                  <a:pt x="134505" y="0"/>
                </a:lnTo>
                <a:lnTo>
                  <a:pt x="132850" y="7282"/>
                </a:lnTo>
                <a:cubicBezTo>
                  <a:pt x="130202" y="7871"/>
                  <a:pt x="127903" y="8882"/>
                  <a:pt x="125954" y="10317"/>
                </a:cubicBezTo>
                <a:cubicBezTo>
                  <a:pt x="124004" y="11751"/>
                  <a:pt x="122184" y="13627"/>
                  <a:pt x="120492" y="15944"/>
                </a:cubicBezTo>
                <a:cubicBezTo>
                  <a:pt x="118800" y="18261"/>
                  <a:pt x="116299" y="22362"/>
                  <a:pt x="112989" y="28247"/>
                </a:cubicBezTo>
                <a:lnTo>
                  <a:pt x="44467" y="151387"/>
                </a:lnTo>
                <a:lnTo>
                  <a:pt x="16772" y="151387"/>
                </a:lnTo>
                <a:lnTo>
                  <a:pt x="12027" y="33433"/>
                </a:lnTo>
                <a:cubicBezTo>
                  <a:pt x="11880" y="29240"/>
                  <a:pt x="11586" y="25470"/>
                  <a:pt x="11144" y="22123"/>
                </a:cubicBezTo>
                <a:cubicBezTo>
                  <a:pt x="10703" y="18776"/>
                  <a:pt x="10004" y="16036"/>
                  <a:pt x="9048" y="13903"/>
                </a:cubicBezTo>
                <a:cubicBezTo>
                  <a:pt x="8092" y="11770"/>
                  <a:pt x="6896" y="10206"/>
                  <a:pt x="5462" y="9213"/>
                </a:cubicBezTo>
                <a:cubicBezTo>
                  <a:pt x="4027" y="8220"/>
                  <a:pt x="2207" y="7577"/>
                  <a:pt x="0" y="7282"/>
                </a:cubicBezTo>
                <a:lnTo>
                  <a:pt x="1655" y="0"/>
                </a:lnTo>
                <a:lnTo>
                  <a:pt x="58701" y="0"/>
                </a:lnTo>
                <a:lnTo>
                  <a:pt x="57046" y="7282"/>
                </a:lnTo>
                <a:cubicBezTo>
                  <a:pt x="53809" y="7503"/>
                  <a:pt x="51290" y="8312"/>
                  <a:pt x="49488" y="9710"/>
                </a:cubicBezTo>
                <a:cubicBezTo>
                  <a:pt x="47685" y="11108"/>
                  <a:pt x="46398" y="12983"/>
                  <a:pt x="45626" y="15337"/>
                </a:cubicBezTo>
                <a:cubicBezTo>
                  <a:pt x="44853" y="17691"/>
                  <a:pt x="44467" y="21222"/>
                  <a:pt x="44467" y="25930"/>
                </a:cubicBezTo>
                <a:lnTo>
                  <a:pt x="44467" y="30675"/>
                </a:lnTo>
                <a:cubicBezTo>
                  <a:pt x="44467" y="32293"/>
                  <a:pt x="44504" y="34022"/>
                  <a:pt x="44578" y="35861"/>
                </a:cubicBezTo>
                <a:lnTo>
                  <a:pt x="45350" y="74590"/>
                </a:lnTo>
                <a:cubicBezTo>
                  <a:pt x="45644" y="89376"/>
                  <a:pt x="45791" y="102874"/>
                  <a:pt x="45791" y="115085"/>
                </a:cubicBezTo>
                <a:lnTo>
                  <a:pt x="47115" y="115085"/>
                </a:lnTo>
                <a:lnTo>
                  <a:pt x="82755" y="48219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57">
            <a:extLst xmlns:a="http://schemas.openxmlformats.org/drawingml/2006/main">
              <a:ext uri="{FF2B5EF4-FFF2-40B4-BE49-F238E27FC236}">
                <a16:creationId xmlns:a16="http://schemas.microsoft.com/office/drawing/2014/main" id="{C3430329-E86F-4D6B-866F-828BE0D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554" y="6833208"/>
            <a:ext cx="129871" cy="150615"/>
          </a:xfrm>
          <a:custGeom xmlns:a="http://schemas.openxmlformats.org/drawingml/2006/main">
            <a:pathLst>
              <a:path w="129871" h="150615">
                <a:moveTo>
                  <a:pt x="129871" y="0"/>
                </a:moveTo>
                <a:lnTo>
                  <a:pt x="121154" y="39943"/>
                </a:lnTo>
                <a:lnTo>
                  <a:pt x="107030" y="39943"/>
                </a:lnTo>
                <a:cubicBezTo>
                  <a:pt x="106957" y="31778"/>
                  <a:pt x="106479" y="26059"/>
                  <a:pt x="105596" y="22785"/>
                </a:cubicBezTo>
                <a:cubicBezTo>
                  <a:pt x="104713" y="19512"/>
                  <a:pt x="103297" y="17048"/>
                  <a:pt x="101348" y="15392"/>
                </a:cubicBezTo>
                <a:cubicBezTo>
                  <a:pt x="99398" y="13737"/>
                  <a:pt x="96658" y="12910"/>
                  <a:pt x="93127" y="12910"/>
                </a:cubicBezTo>
                <a:lnTo>
                  <a:pt x="83307" y="12910"/>
                </a:lnTo>
                <a:lnTo>
                  <a:pt x="59584" y="120823"/>
                </a:lnTo>
                <a:cubicBezTo>
                  <a:pt x="59069" y="123250"/>
                  <a:pt x="58701" y="125310"/>
                  <a:pt x="58480" y="127002"/>
                </a:cubicBezTo>
                <a:cubicBezTo>
                  <a:pt x="58260" y="128694"/>
                  <a:pt x="58149" y="130937"/>
                  <a:pt x="58149" y="133733"/>
                </a:cubicBezTo>
                <a:cubicBezTo>
                  <a:pt x="58149" y="137116"/>
                  <a:pt x="59014" y="139507"/>
                  <a:pt x="60742" y="140905"/>
                </a:cubicBezTo>
                <a:cubicBezTo>
                  <a:pt x="62471" y="142302"/>
                  <a:pt x="65174" y="143112"/>
                  <a:pt x="68852" y="143332"/>
                </a:cubicBezTo>
                <a:lnTo>
                  <a:pt x="67308" y="150615"/>
                </a:lnTo>
                <a:lnTo>
                  <a:pt x="8717" y="150615"/>
                </a:lnTo>
                <a:lnTo>
                  <a:pt x="10262" y="143332"/>
                </a:lnTo>
                <a:cubicBezTo>
                  <a:pt x="13498" y="142891"/>
                  <a:pt x="16073" y="141935"/>
                  <a:pt x="17985" y="140463"/>
                </a:cubicBezTo>
                <a:cubicBezTo>
                  <a:pt x="19898" y="138992"/>
                  <a:pt x="21498" y="136804"/>
                  <a:pt x="22785" y="133898"/>
                </a:cubicBezTo>
                <a:cubicBezTo>
                  <a:pt x="24073" y="130993"/>
                  <a:pt x="25378" y="126634"/>
                  <a:pt x="26702" y="120823"/>
                </a:cubicBezTo>
                <a:lnTo>
                  <a:pt x="50426" y="12910"/>
                </a:lnTo>
                <a:lnTo>
                  <a:pt x="41598" y="12910"/>
                </a:lnTo>
                <a:cubicBezTo>
                  <a:pt x="37553" y="12910"/>
                  <a:pt x="34279" y="13517"/>
                  <a:pt x="31778" y="14730"/>
                </a:cubicBezTo>
                <a:cubicBezTo>
                  <a:pt x="29277" y="15944"/>
                  <a:pt x="26482" y="18482"/>
                  <a:pt x="23392" y="22344"/>
                </a:cubicBezTo>
                <a:cubicBezTo>
                  <a:pt x="20303" y="26206"/>
                  <a:pt x="17323" y="31300"/>
                  <a:pt x="14455" y="37626"/>
                </a:cubicBezTo>
                <a:lnTo>
                  <a:pt x="0" y="37626"/>
                </a:lnTo>
                <a:lnTo>
                  <a:pt x="8276" y="0"/>
                </a:lnTo>
                <a:lnTo>
                  <a:pt x="1298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58">
            <a:extLst xmlns:a="http://schemas.openxmlformats.org/drawingml/2006/main">
              <a:ext uri="{FF2B5EF4-FFF2-40B4-BE49-F238E27FC236}">
                <a16:creationId xmlns:a16="http://schemas.microsoft.com/office/drawing/2014/main" id="{970BC197-9A66-4787-B041-D93B7E2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4257" y="6831443"/>
            <a:ext cx="123581" cy="154146"/>
          </a:xfrm>
          <a:custGeom xmlns:a="http://schemas.openxmlformats.org/drawingml/2006/main">
            <a:pathLst>
              <a:path w="123581" h="154146">
                <a:moveTo>
                  <a:pt x="123581" y="5407"/>
                </a:moveTo>
                <a:lnTo>
                  <a:pt x="116520" y="37626"/>
                </a:lnTo>
                <a:lnTo>
                  <a:pt x="102065" y="37626"/>
                </a:lnTo>
                <a:cubicBezTo>
                  <a:pt x="101844" y="31079"/>
                  <a:pt x="101182" y="26151"/>
                  <a:pt x="100079" y="22840"/>
                </a:cubicBezTo>
                <a:cubicBezTo>
                  <a:pt x="98975" y="19530"/>
                  <a:pt x="97247" y="17048"/>
                  <a:pt x="94893" y="15392"/>
                </a:cubicBezTo>
                <a:cubicBezTo>
                  <a:pt x="92539" y="13737"/>
                  <a:pt x="89339" y="12910"/>
                  <a:pt x="85293" y="12910"/>
                </a:cubicBezTo>
                <a:cubicBezTo>
                  <a:pt x="79114" y="12910"/>
                  <a:pt x="73009" y="15337"/>
                  <a:pt x="66977" y="20192"/>
                </a:cubicBezTo>
                <a:cubicBezTo>
                  <a:pt x="60945" y="25047"/>
                  <a:pt x="55373" y="32385"/>
                  <a:pt x="50260" y="42205"/>
                </a:cubicBezTo>
                <a:cubicBezTo>
                  <a:pt x="45148" y="52026"/>
                  <a:pt x="41028" y="63630"/>
                  <a:pt x="37902" y="77018"/>
                </a:cubicBezTo>
                <a:cubicBezTo>
                  <a:pt x="34776" y="90406"/>
                  <a:pt x="33212" y="102470"/>
                  <a:pt x="33212" y="113209"/>
                </a:cubicBezTo>
                <a:cubicBezTo>
                  <a:pt x="33212" y="119388"/>
                  <a:pt x="33783" y="124501"/>
                  <a:pt x="34923" y="128547"/>
                </a:cubicBezTo>
                <a:cubicBezTo>
                  <a:pt x="36063" y="132592"/>
                  <a:pt x="38049" y="135719"/>
                  <a:pt x="40881" y="137926"/>
                </a:cubicBezTo>
                <a:cubicBezTo>
                  <a:pt x="43713" y="140132"/>
                  <a:pt x="47630" y="141236"/>
                  <a:pt x="52632" y="141236"/>
                </a:cubicBezTo>
                <a:cubicBezTo>
                  <a:pt x="60283" y="141236"/>
                  <a:pt x="66627" y="139323"/>
                  <a:pt x="71666" y="135498"/>
                </a:cubicBezTo>
                <a:cubicBezTo>
                  <a:pt x="76705" y="131673"/>
                  <a:pt x="81247" y="125089"/>
                  <a:pt x="85293" y="115747"/>
                </a:cubicBezTo>
                <a:lnTo>
                  <a:pt x="99748" y="115747"/>
                </a:lnTo>
                <a:lnTo>
                  <a:pt x="92686" y="148298"/>
                </a:lnTo>
                <a:cubicBezTo>
                  <a:pt x="85551" y="150357"/>
                  <a:pt x="78452" y="151847"/>
                  <a:pt x="71390" y="152766"/>
                </a:cubicBezTo>
                <a:cubicBezTo>
                  <a:pt x="64328" y="153686"/>
                  <a:pt x="56752" y="154146"/>
                  <a:pt x="48660" y="154146"/>
                </a:cubicBezTo>
                <a:cubicBezTo>
                  <a:pt x="32992" y="154146"/>
                  <a:pt x="20965" y="149861"/>
                  <a:pt x="12579" y="141291"/>
                </a:cubicBezTo>
                <a:cubicBezTo>
                  <a:pt x="4193" y="132721"/>
                  <a:pt x="0" y="120381"/>
                  <a:pt x="0" y="104272"/>
                </a:cubicBezTo>
                <a:cubicBezTo>
                  <a:pt x="0" y="98166"/>
                  <a:pt x="662" y="91141"/>
                  <a:pt x="1986" y="83197"/>
                </a:cubicBezTo>
                <a:cubicBezTo>
                  <a:pt x="4119" y="70618"/>
                  <a:pt x="7650" y="58995"/>
                  <a:pt x="12579" y="48329"/>
                </a:cubicBezTo>
                <a:cubicBezTo>
                  <a:pt x="17507" y="37663"/>
                  <a:pt x="23705" y="28707"/>
                  <a:pt x="31171" y="21461"/>
                </a:cubicBezTo>
                <a:cubicBezTo>
                  <a:pt x="38638" y="14216"/>
                  <a:pt x="47023" y="8827"/>
                  <a:pt x="56329" y="5296"/>
                </a:cubicBezTo>
                <a:cubicBezTo>
                  <a:pt x="65634" y="1765"/>
                  <a:pt x="75694" y="0"/>
                  <a:pt x="86507" y="0"/>
                </a:cubicBezTo>
                <a:cubicBezTo>
                  <a:pt x="99086" y="0"/>
                  <a:pt x="111444" y="1802"/>
                  <a:pt x="123581" y="5407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59">
            <a:extLst xmlns:a="http://schemas.openxmlformats.org/drawingml/2006/main">
              <a:ext uri="{FF2B5EF4-FFF2-40B4-BE49-F238E27FC236}">
                <a16:creationId xmlns:a16="http://schemas.microsoft.com/office/drawing/2014/main" id="{B80B1465-72D6-4DEB-824B-322383EB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812" y="6832436"/>
            <a:ext cx="138588" cy="151387"/>
          </a:xfrm>
          <a:custGeom xmlns:a="http://schemas.openxmlformats.org/drawingml/2006/main">
            <a:pathLst>
              <a:path w="138588" h="151387">
                <a:moveTo>
                  <a:pt x="93789" y="104713"/>
                </a:moveTo>
                <a:lnTo>
                  <a:pt x="50646" y="104713"/>
                </a:lnTo>
                <a:lnTo>
                  <a:pt x="49102" y="107472"/>
                </a:lnTo>
                <a:cubicBezTo>
                  <a:pt x="44982" y="114901"/>
                  <a:pt x="42242" y="120529"/>
                  <a:pt x="40881" y="124354"/>
                </a:cubicBezTo>
                <a:cubicBezTo>
                  <a:pt x="39520" y="128179"/>
                  <a:pt x="38840" y="131710"/>
                  <a:pt x="38840" y="134946"/>
                </a:cubicBezTo>
                <a:cubicBezTo>
                  <a:pt x="38840" y="140243"/>
                  <a:pt x="41966" y="143295"/>
                  <a:pt x="48219" y="144105"/>
                </a:cubicBezTo>
                <a:lnTo>
                  <a:pt x="46564" y="151387"/>
                </a:lnTo>
                <a:lnTo>
                  <a:pt x="0" y="151387"/>
                </a:lnTo>
                <a:lnTo>
                  <a:pt x="1655" y="144105"/>
                </a:lnTo>
                <a:cubicBezTo>
                  <a:pt x="4230" y="143516"/>
                  <a:pt x="6492" y="142523"/>
                  <a:pt x="8441" y="141125"/>
                </a:cubicBezTo>
                <a:cubicBezTo>
                  <a:pt x="10390" y="139728"/>
                  <a:pt x="12248" y="137834"/>
                  <a:pt x="14013" y="135443"/>
                </a:cubicBezTo>
                <a:cubicBezTo>
                  <a:pt x="15779" y="133052"/>
                  <a:pt x="18280" y="128951"/>
                  <a:pt x="21516" y="123140"/>
                </a:cubicBezTo>
                <a:lnTo>
                  <a:pt x="90038" y="0"/>
                </a:lnTo>
                <a:lnTo>
                  <a:pt x="121816" y="0"/>
                </a:lnTo>
                <a:lnTo>
                  <a:pt x="126561" y="117954"/>
                </a:lnTo>
                <a:cubicBezTo>
                  <a:pt x="126708" y="122147"/>
                  <a:pt x="127002" y="125917"/>
                  <a:pt x="127443" y="129264"/>
                </a:cubicBezTo>
                <a:cubicBezTo>
                  <a:pt x="127885" y="132611"/>
                  <a:pt x="128583" y="135351"/>
                  <a:pt x="129540" y="137484"/>
                </a:cubicBezTo>
                <a:cubicBezTo>
                  <a:pt x="130496" y="139617"/>
                  <a:pt x="131691" y="141181"/>
                  <a:pt x="133126" y="142174"/>
                </a:cubicBezTo>
                <a:cubicBezTo>
                  <a:pt x="134560" y="143167"/>
                  <a:pt x="136381" y="143810"/>
                  <a:pt x="138588" y="144105"/>
                </a:cubicBezTo>
                <a:lnTo>
                  <a:pt x="136933" y="151387"/>
                </a:lnTo>
                <a:lnTo>
                  <a:pt x="79886" y="151387"/>
                </a:lnTo>
                <a:lnTo>
                  <a:pt x="81542" y="144105"/>
                </a:lnTo>
                <a:cubicBezTo>
                  <a:pt x="84778" y="143884"/>
                  <a:pt x="87334" y="143056"/>
                  <a:pt x="89210" y="141622"/>
                </a:cubicBezTo>
                <a:cubicBezTo>
                  <a:pt x="91086" y="140188"/>
                  <a:pt x="92392" y="138238"/>
                  <a:pt x="93127" y="135774"/>
                </a:cubicBezTo>
                <a:cubicBezTo>
                  <a:pt x="93863" y="133310"/>
                  <a:pt x="94231" y="129871"/>
                  <a:pt x="94231" y="125457"/>
                </a:cubicBezTo>
                <a:cubicBezTo>
                  <a:pt x="94231" y="122294"/>
                  <a:pt x="94157" y="118984"/>
                  <a:pt x="94010" y="115526"/>
                </a:cubicBezTo>
                <a:lnTo>
                  <a:pt x="93789" y="104713"/>
                </a:lnTo>
                <a:moveTo>
                  <a:pt x="57487" y="91803"/>
                </a:moveTo>
                <a:lnTo>
                  <a:pt x="93458" y="91803"/>
                </a:lnTo>
                <a:lnTo>
                  <a:pt x="93017" y="65322"/>
                </a:lnTo>
                <a:cubicBezTo>
                  <a:pt x="92870" y="55906"/>
                  <a:pt x="92796" y="48108"/>
                  <a:pt x="92796" y="41929"/>
                </a:cubicBezTo>
                <a:cubicBezTo>
                  <a:pt x="92796" y="37222"/>
                  <a:pt x="92833" y="32403"/>
                  <a:pt x="92907" y="27475"/>
                </a:cubicBezTo>
                <a:lnTo>
                  <a:pt x="91583" y="27475"/>
                </a:lnTo>
                <a:lnTo>
                  <a:pt x="57487" y="9180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60">
            <a:extLst xmlns:a="http://schemas.openxmlformats.org/drawingml/2006/main">
              <a:ext uri="{FF2B5EF4-FFF2-40B4-BE49-F238E27FC236}">
                <a16:creationId xmlns:a16="http://schemas.microsoft.com/office/drawing/2014/main" id="{889B44C3-8244-4114-B10C-2CA8145B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188" y="6707960"/>
            <a:ext cx="92980" cy="279088"/>
          </a:xfrm>
          <a:custGeom xmlns:a="http://schemas.openxmlformats.org/drawingml/2006/main">
            <a:pathLst>
              <a:path w="92980" h="279088">
                <a:moveTo>
                  <a:pt x="25452" y="138146"/>
                </a:moveTo>
                <a:cubicBezTo>
                  <a:pt x="25452" y="172474"/>
                  <a:pt x="30969" y="200771"/>
                  <a:pt x="42003" y="223035"/>
                </a:cubicBezTo>
                <a:cubicBezTo>
                  <a:pt x="53037" y="245299"/>
                  <a:pt x="69882" y="260207"/>
                  <a:pt x="92539" y="267759"/>
                </a:cubicBezTo>
                <a:lnTo>
                  <a:pt x="89008" y="279088"/>
                </a:lnTo>
                <a:cubicBezTo>
                  <a:pt x="60270" y="271536"/>
                  <a:pt x="38251" y="255279"/>
                  <a:pt x="22951" y="230317"/>
                </a:cubicBezTo>
                <a:cubicBezTo>
                  <a:pt x="7650" y="205356"/>
                  <a:pt x="0" y="175123"/>
                  <a:pt x="0" y="139617"/>
                </a:cubicBezTo>
                <a:cubicBezTo>
                  <a:pt x="0" y="104210"/>
                  <a:pt x="7675" y="73977"/>
                  <a:pt x="23024" y="48918"/>
                </a:cubicBezTo>
                <a:cubicBezTo>
                  <a:pt x="38374" y="23858"/>
                  <a:pt x="60368" y="7552"/>
                  <a:pt x="89008" y="0"/>
                </a:cubicBezTo>
                <a:lnTo>
                  <a:pt x="92980" y="11328"/>
                </a:lnTo>
                <a:cubicBezTo>
                  <a:pt x="70029" y="18880"/>
                  <a:pt x="53037" y="33617"/>
                  <a:pt x="42003" y="55538"/>
                </a:cubicBezTo>
                <a:cubicBezTo>
                  <a:pt x="30969" y="77459"/>
                  <a:pt x="25452" y="104995"/>
                  <a:pt x="25452" y="138146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61">
            <a:extLst xmlns:a="http://schemas.openxmlformats.org/drawingml/2006/main">
              <a:ext uri="{FF2B5EF4-FFF2-40B4-BE49-F238E27FC236}">
                <a16:creationId xmlns:a16="http://schemas.microsoft.com/office/drawing/2014/main" id="{B632C5F3-FB76-43A6-BD77-8ED3E00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385" y="6714286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62">
            <a:extLst xmlns:a="http://schemas.openxmlformats.org/drawingml/2006/main">
              <a:ext uri="{FF2B5EF4-FFF2-40B4-BE49-F238E27FC236}">
                <a16:creationId xmlns:a16="http://schemas.microsoft.com/office/drawing/2014/main" id="{1CA15F66-0314-4F06-ADAB-759BB33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372" y="6707960"/>
            <a:ext cx="92980" cy="279088"/>
          </a:xfrm>
          <a:custGeom xmlns:a="http://schemas.openxmlformats.org/drawingml/2006/main">
            <a:pathLst>
              <a:path w="92980" h="279088">
                <a:moveTo>
                  <a:pt x="67528" y="138146"/>
                </a:moveTo>
                <a:cubicBezTo>
                  <a:pt x="67528" y="104995"/>
                  <a:pt x="62036" y="77459"/>
                  <a:pt x="51051" y="55538"/>
                </a:cubicBezTo>
                <a:cubicBezTo>
                  <a:pt x="40066" y="33617"/>
                  <a:pt x="23049" y="18880"/>
                  <a:pt x="0" y="11328"/>
                </a:cubicBezTo>
                <a:lnTo>
                  <a:pt x="3972" y="0"/>
                </a:lnTo>
                <a:cubicBezTo>
                  <a:pt x="32612" y="7552"/>
                  <a:pt x="54606" y="23858"/>
                  <a:pt x="69956" y="48918"/>
                </a:cubicBezTo>
                <a:cubicBezTo>
                  <a:pt x="85305" y="73977"/>
                  <a:pt x="92980" y="104210"/>
                  <a:pt x="92980" y="139617"/>
                </a:cubicBezTo>
                <a:cubicBezTo>
                  <a:pt x="92980" y="175123"/>
                  <a:pt x="85330" y="205356"/>
                  <a:pt x="70029" y="230317"/>
                </a:cubicBezTo>
                <a:cubicBezTo>
                  <a:pt x="54729" y="255279"/>
                  <a:pt x="32710" y="271536"/>
                  <a:pt x="3972" y="279088"/>
                </a:cubicBezTo>
                <a:lnTo>
                  <a:pt x="441" y="267759"/>
                </a:lnTo>
                <a:cubicBezTo>
                  <a:pt x="23098" y="260207"/>
                  <a:pt x="39943" y="245299"/>
                  <a:pt x="50977" y="223035"/>
                </a:cubicBezTo>
                <a:cubicBezTo>
                  <a:pt x="62011" y="200771"/>
                  <a:pt x="67528" y="172474"/>
                  <a:pt x="67528" y="138146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1496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path-1">
            <a:extLst xmlns:a="http://schemas.openxmlformats.org/drawingml/2006/main">
              <a:ext uri="{FF2B5EF4-FFF2-40B4-BE49-F238E27FC236}">
                <a16:creationId xmlns:a16="http://schemas.microsoft.com/office/drawing/2014/main" id="{309BC70F-32F2-4847-8373-2141DF9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496"/>
            <a:ext cx="15240000" cy="9268009"/>
          </a:xfrm>
          <a:custGeom xmlns:a="http://schemas.openxmlformats.org/drawingml/2006/main">
            <a:pathLst>
              <a:path w="15240000" h="9268009">
                <a:moveTo>
                  <a:pt x="0" y="9268009"/>
                </a:moveTo>
                <a:lnTo>
                  <a:pt x="15240000" y="9268009"/>
                </a:lnTo>
                <a:lnTo>
                  <a:pt x="15240000" y="0"/>
                </a:lnTo>
                <a:lnTo>
                  <a:pt x="0" y="0"/>
                </a:lnTo>
                <a:lnTo>
                  <a:pt x="0" y="92680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 From">
            <a:extLst xmlns:a="http://schemas.openxmlformats.org/drawingml/2006/main">
              <a:ext uri="{FF2B5EF4-FFF2-40B4-BE49-F238E27FC236}">
                <a16:creationId xmlns:a16="http://schemas.microsoft.com/office/drawing/2014/main" id="{C0ECC626-2A85-4100-AE99-B629A84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463" y="130866"/>
            <a:ext cx="784157" cy="47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3" name="text-2 Deep">
            <a:extLst xmlns:a="http://schemas.openxmlformats.org/drawingml/2006/main">
              <a:ext uri="{FF2B5EF4-FFF2-40B4-BE49-F238E27FC236}">
                <a16:creationId xmlns:a16="http://schemas.microsoft.com/office/drawing/2014/main" id="{D815542C-4224-44BF-A7D9-2C1135D0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7962" y="132504"/>
            <a:ext cx="783227" cy="472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Deep</a:t>
            </a:r>
          </a:p>
        </p:txBody>
      </p:sp>
      <p:sp>
        <p:nvSpPr>
          <p:cNvPr id="4" name="text-2 Research">
            <a:extLst xmlns:a="http://schemas.openxmlformats.org/drawingml/2006/main">
              <a:ext uri="{FF2B5EF4-FFF2-40B4-BE49-F238E27FC236}">
                <a16:creationId xmlns:a16="http://schemas.microsoft.com/office/drawing/2014/main" id="{AF553C20-B30C-4B6A-9E64-692069CD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6786" y="131058"/>
            <a:ext cx="1329940" cy="474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5" name="text-2 Files">
            <a:extLst xmlns:a="http://schemas.openxmlformats.org/drawingml/2006/main">
              <a:ext uri="{FF2B5EF4-FFF2-40B4-BE49-F238E27FC236}">
                <a16:creationId xmlns:a16="http://schemas.microsoft.com/office/drawing/2014/main" id="{A9AE877D-8541-479B-AD8A-47C367F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1889" y="132244"/>
            <a:ext cx="680706" cy="472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" name="text-2 to">
            <a:extLst xmlns:a="http://schemas.openxmlformats.org/drawingml/2006/main">
              <a:ext uri="{FF2B5EF4-FFF2-40B4-BE49-F238E27FC236}">
                <a16:creationId xmlns:a16="http://schemas.microsoft.com/office/drawing/2014/main" id="{7306907C-E82B-4C7C-89AE-3E2D721F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074" y="128016"/>
            <a:ext cx="356773" cy="47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7" name="text-2 Verified">
            <a:extLst xmlns:a="http://schemas.openxmlformats.org/drawingml/2006/main">
              <a:ext uri="{FF2B5EF4-FFF2-40B4-BE49-F238E27FC236}">
                <a16:creationId xmlns:a16="http://schemas.microsoft.com/office/drawing/2014/main" id="{CB7318B9-8031-43BE-949A-9721F05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463" y="126195"/>
            <a:ext cx="1162842" cy="48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8" name="text-2 Task">
            <a:extLst xmlns:a="http://schemas.openxmlformats.org/drawingml/2006/main">
              <a:ext uri="{FF2B5EF4-FFF2-40B4-BE49-F238E27FC236}">
                <a16:creationId xmlns:a16="http://schemas.microsoft.com/office/drawing/2014/main" id="{34B938C2-749D-4B7A-994D-B28781C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6765" y="118544"/>
            <a:ext cx="703748" cy="492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9" name="text-2 Workspaces">
            <a:extLst xmlns:a="http://schemas.openxmlformats.org/drawingml/2006/main">
              <a:ext uri="{FF2B5EF4-FFF2-40B4-BE49-F238E27FC236}">
                <a16:creationId xmlns:a16="http://schemas.microsoft.com/office/drawing/2014/main" id="{8DDE5939-923B-4001-9316-9BD9E9F1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3547" y="128722"/>
            <a:ext cx="1753980" cy="477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Workspaces</a:t>
            </a:r>
          </a:p>
        </p:txBody>
      </p:sp>
      <p:sp>
        <p:nvSpPr>
          <p:cNvPr id="10" name="text-3 Context-grounded">
            <a:extLst xmlns:a="http://schemas.openxmlformats.org/drawingml/2006/main">
              <a:ext uri="{FF2B5EF4-FFF2-40B4-BE49-F238E27FC236}">
                <a16:creationId xmlns:a16="http://schemas.microsoft.com/office/drawing/2014/main" id="{103EB36C-97D8-4485-8688-811F9930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4290" y="617659"/>
            <a:ext cx="1775410" cy="32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Context-grounded</a:t>
            </a:r>
          </a:p>
        </p:txBody>
      </p:sp>
      <p:sp>
        <p:nvSpPr>
          <p:cNvPr id="11" name="text-3 task">
            <a:extLst xmlns:a="http://schemas.openxmlformats.org/drawingml/2006/main">
              <a:ext uri="{FF2B5EF4-FFF2-40B4-BE49-F238E27FC236}">
                <a16:creationId xmlns:a16="http://schemas.microsoft.com/office/drawing/2014/main" id="{394A5413-D645-4AE2-A8C2-9801882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950" y="618006"/>
            <a:ext cx="444365" cy="32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2" name="text-3 synthesis">
            <a:extLst xmlns:a="http://schemas.openxmlformats.org/drawingml/2006/main">
              <a:ext uri="{FF2B5EF4-FFF2-40B4-BE49-F238E27FC236}">
                <a16:creationId xmlns:a16="http://schemas.microsoft.com/office/drawing/2014/main" id="{4E332574-C9EE-41F8-B747-D86FB80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4594" y="618170"/>
            <a:ext cx="914189" cy="32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3" name="text-3 from">
            <a:extLst xmlns:a="http://schemas.openxmlformats.org/drawingml/2006/main">
              <a:ext uri="{FF2B5EF4-FFF2-40B4-BE49-F238E27FC236}">
                <a16:creationId xmlns:a16="http://schemas.microsoft.com/office/drawing/2014/main" id="{6384D7F4-C9DF-4947-87BA-1309534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076" y="619735"/>
            <a:ext cx="501543" cy="32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14" name="text-3 research">
            <a:extLst xmlns:a="http://schemas.openxmlformats.org/drawingml/2006/main">
              <a:ext uri="{FF2B5EF4-FFF2-40B4-BE49-F238E27FC236}">
                <a16:creationId xmlns:a16="http://schemas.microsoft.com/office/drawing/2014/main" id="{8D0AEAAE-3FC2-42D8-8266-C340AB3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1270" y="619645"/>
            <a:ext cx="858054" cy="32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15" name="text-3 files">
            <a:extLst xmlns:a="http://schemas.openxmlformats.org/drawingml/2006/main">
              <a:ext uri="{FF2B5EF4-FFF2-40B4-BE49-F238E27FC236}">
                <a16:creationId xmlns:a16="http://schemas.microsoft.com/office/drawing/2014/main" id="{48FB3D82-46EB-427B-B1FC-94E0FF17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813" y="618527"/>
            <a:ext cx="431397" cy="32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16" name="path-4">
            <a:extLst xmlns:a="http://schemas.openxmlformats.org/drawingml/2006/main">
              <a:ext uri="{FF2B5EF4-FFF2-40B4-BE49-F238E27FC236}">
                <a16:creationId xmlns:a16="http://schemas.microsoft.com/office/drawing/2014/main" id="{921C7EBB-A733-45E1-845D-54F78A57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86" y="959489"/>
            <a:ext cx="11793899" cy="191"/>
          </a:xfrm>
          <a:custGeom xmlns:a="http://schemas.openxmlformats.org/drawingml/2006/main">
            <a:pathLst>
              <a:path w="11793899" h="191">
                <a:moveTo>
                  <a:pt x="0" y="0"/>
                </a:moveTo>
                <a:lnTo>
                  <a:pt x="11793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7" name="path-5">
            <a:extLst xmlns:a="http://schemas.openxmlformats.org/drawingml/2006/main">
              <a:ext uri="{FF2B5EF4-FFF2-40B4-BE49-F238E27FC236}">
                <a16:creationId xmlns:a16="http://schemas.microsoft.com/office/drawing/2014/main" id="{9553F272-FA1E-4561-BF21-D5CACF5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86" y="959489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8" name="path-6">
            <a:extLst xmlns:a="http://schemas.openxmlformats.org/drawingml/2006/main">
              <a:ext uri="{FF2B5EF4-FFF2-40B4-BE49-F238E27FC236}">
                <a16:creationId xmlns:a16="http://schemas.microsoft.com/office/drawing/2014/main" id="{64865FC7-D595-499E-893E-13FF5677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85" y="959489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9" name="text-7 WorkRover">
            <a:extLst xmlns:a="http://schemas.openxmlformats.org/drawingml/2006/main">
              <a:ext uri="{FF2B5EF4-FFF2-40B4-BE49-F238E27FC236}">
                <a16:creationId xmlns:a16="http://schemas.microsoft.com/office/drawing/2014/main" id="{B56BDDF5-C84D-4217-A01A-4E8C28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6641" y="619008"/>
            <a:ext cx="1079317" cy="31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WorkRover</a:t>
            </a:r>
          </a:p>
        </p:txBody>
      </p:sp>
      <p:sp>
        <p:nvSpPr>
          <p:cNvPr id="20" name="text-7 admission">
            <a:extLst xmlns:a="http://schemas.openxmlformats.org/drawingml/2006/main">
              <a:ext uri="{FF2B5EF4-FFF2-40B4-BE49-F238E27FC236}">
                <a16:creationId xmlns:a16="http://schemas.microsoft.com/office/drawing/2014/main" id="{0C1573A1-2102-4281-921B-B1C779F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5686" y="621679"/>
            <a:ext cx="973423" cy="31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admission</a:t>
            </a:r>
          </a:p>
        </p:txBody>
      </p:sp>
      <p:sp>
        <p:nvSpPr>
          <p:cNvPr id="21" name="path-8">
            <a:extLst xmlns:a="http://schemas.openxmlformats.org/drawingml/2006/main">
              <a:ext uri="{FF2B5EF4-FFF2-40B4-BE49-F238E27FC236}">
                <a16:creationId xmlns:a16="http://schemas.microsoft.com/office/drawing/2014/main" id="{D95168CA-1B7C-4259-8260-AA97B0C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58" y="959489"/>
            <a:ext cx="2685662" cy="191"/>
          </a:xfrm>
          <a:custGeom xmlns:a="http://schemas.openxmlformats.org/drawingml/2006/main">
            <a:pathLst>
              <a:path w="2685662" h="191">
                <a:moveTo>
                  <a:pt x="0" y="0"/>
                </a:moveTo>
                <a:lnTo>
                  <a:pt x="2685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2" name="path-9">
            <a:extLst xmlns:a="http://schemas.openxmlformats.org/drawingml/2006/main">
              <a:ext uri="{FF2B5EF4-FFF2-40B4-BE49-F238E27FC236}">
                <a16:creationId xmlns:a16="http://schemas.microsoft.com/office/drawing/2014/main" id="{81D4B765-129B-4728-82A4-0B537AC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58" y="959489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" name="path-10">
            <a:extLst xmlns:a="http://schemas.openxmlformats.org/drawingml/2006/main">
              <a:ext uri="{FF2B5EF4-FFF2-40B4-BE49-F238E27FC236}">
                <a16:creationId xmlns:a16="http://schemas.microsoft.com/office/drawing/2014/main" id="{62CA2066-16F0-48AB-A647-74085B7C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421" y="959489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4" name="path-11">
            <a:extLst xmlns:a="http://schemas.openxmlformats.org/drawingml/2006/main">
              <a:ext uri="{FF2B5EF4-FFF2-40B4-BE49-F238E27FC236}">
                <a16:creationId xmlns:a16="http://schemas.microsoft.com/office/drawing/2014/main" id="{18B5C76C-7CE2-48E7-875F-76235E84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1174342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3" y="0"/>
                </a:moveTo>
                <a:lnTo>
                  <a:pt x="2762396" y="0"/>
                </a:lnTo>
                <a:cubicBezTo>
                  <a:pt x="2844245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5" y="4872561"/>
                  <a:pt x="2762396" y="4872561"/>
                </a:cubicBezTo>
                <a:lnTo>
                  <a:pt x="122773" y="4872561"/>
                </a:lnTo>
                <a:cubicBezTo>
                  <a:pt x="40924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4" y="0"/>
                  <a:pt x="122773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dash"/>
          </a:ln>
        </p:spPr>
      </p:sp>
      <p:sp>
        <p:nvSpPr>
          <p:cNvPr id="25" name="path-12">
            <a:extLst xmlns:a="http://schemas.openxmlformats.org/drawingml/2006/main">
              <a:ext uri="{FF2B5EF4-FFF2-40B4-BE49-F238E27FC236}">
                <a16:creationId xmlns:a16="http://schemas.microsoft.com/office/drawing/2014/main" id="{88AB1593-CAC0-40F5-B614-0D4C5451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43" y="1316299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6" y="0"/>
                </a:moveTo>
                <a:cubicBezTo>
                  <a:pt x="237854" y="0"/>
                  <a:pt x="285676" y="19809"/>
                  <a:pt x="320930" y="55063"/>
                </a:cubicBezTo>
                <a:cubicBezTo>
                  <a:pt x="356184" y="90318"/>
                  <a:pt x="375993" y="138139"/>
                  <a:pt x="375993" y="187997"/>
                </a:cubicBezTo>
                <a:cubicBezTo>
                  <a:pt x="375993" y="237854"/>
                  <a:pt x="356184" y="285676"/>
                  <a:pt x="320930" y="320930"/>
                </a:cubicBezTo>
                <a:cubicBezTo>
                  <a:pt x="285676" y="356185"/>
                  <a:pt x="237854" y="375993"/>
                  <a:pt x="187996" y="375993"/>
                </a:cubicBezTo>
                <a:cubicBezTo>
                  <a:pt x="138139" y="375993"/>
                  <a:pt x="90317" y="356185"/>
                  <a:pt x="55063" y="320930"/>
                </a:cubicBezTo>
                <a:cubicBezTo>
                  <a:pt x="19808" y="285676"/>
                  <a:pt x="0" y="237854"/>
                  <a:pt x="0" y="187997"/>
                </a:cubicBezTo>
                <a:cubicBezTo>
                  <a:pt x="0" y="138139"/>
                  <a:pt x="19808" y="90318"/>
                  <a:pt x="55063" y="55063"/>
                </a:cubicBezTo>
                <a:cubicBezTo>
                  <a:pt x="90317" y="19809"/>
                  <a:pt x="138139" y="0"/>
                  <a:pt x="187996" y="0"/>
                </a:cubicBez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3 1">
            <a:extLst xmlns:a="http://schemas.openxmlformats.org/drawingml/2006/main">
              <a:ext uri="{FF2B5EF4-FFF2-40B4-BE49-F238E27FC236}">
                <a16:creationId xmlns:a16="http://schemas.microsoft.com/office/drawing/2014/main" id="{0822630B-A9E2-4B0E-9B63-6DBE5403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137" y="1287538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-14 Index">
            <a:extLst xmlns:a="http://schemas.openxmlformats.org/drawingml/2006/main">
              <a:ext uri="{FF2B5EF4-FFF2-40B4-BE49-F238E27FC236}">
                <a16:creationId xmlns:a16="http://schemas.microsoft.com/office/drawing/2014/main" id="{9F483E10-A463-4F2C-8837-88B52E06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72" y="1199493"/>
            <a:ext cx="640339" cy="36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Index</a:t>
            </a:r>
          </a:p>
        </p:txBody>
      </p:sp>
      <p:sp>
        <p:nvSpPr>
          <p:cNvPr id="28" name="text-14 source">
            <a:extLst xmlns:a="http://schemas.openxmlformats.org/drawingml/2006/main">
              <a:ext uri="{FF2B5EF4-FFF2-40B4-BE49-F238E27FC236}">
                <a16:creationId xmlns:a16="http://schemas.microsoft.com/office/drawing/2014/main" id="{1D8B5284-09F0-4D2B-B853-7AE691B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83" y="1201485"/>
            <a:ext cx="752357" cy="366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29" name="text-15 workspace">
            <a:extLst xmlns:a="http://schemas.openxmlformats.org/drawingml/2006/main">
              <a:ext uri="{FF2B5EF4-FFF2-40B4-BE49-F238E27FC236}">
                <a16:creationId xmlns:a16="http://schemas.microsoft.com/office/drawing/2014/main" id="{D8558989-3CFD-421D-9C97-EFDA8A22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72" y="1427319"/>
            <a:ext cx="1210011" cy="36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30" name="path-16">
            <a:extLst xmlns:a="http://schemas.openxmlformats.org/drawingml/2006/main">
              <a:ext uri="{FF2B5EF4-FFF2-40B4-BE49-F238E27FC236}">
                <a16:creationId xmlns:a16="http://schemas.microsoft.com/office/drawing/2014/main" id="{FAEC9BE2-10D0-4698-BE13-9D89B9E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5" y="1174342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6" y="0"/>
                </a:lnTo>
                <a:cubicBezTo>
                  <a:pt x="2844246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6" y="4872561"/>
                  <a:pt x="2762396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3FBFB"/>
          </a:solidFill>
          <a:ln xmlns:a="http://schemas.openxmlformats.org/drawingml/2006/main" w="42630">
            <a:solidFill>
              <a:srgbClr val="65D1D2"/>
            </a:solidFill>
            <a:prstDash val="dash"/>
          </a:ln>
        </p:spPr>
      </p:sp>
      <p:sp>
        <p:nvSpPr>
          <p:cNvPr id="31" name="path-17">
            <a:extLst xmlns:a="http://schemas.openxmlformats.org/drawingml/2006/main">
              <a:ext uri="{FF2B5EF4-FFF2-40B4-BE49-F238E27FC236}">
                <a16:creationId xmlns:a16="http://schemas.microsoft.com/office/drawing/2014/main" id="{F4B5A934-88CE-4FFE-BF9D-275E3C6F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379" y="1316299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4" y="0"/>
                  <a:pt x="285676" y="19809"/>
                  <a:pt x="320930" y="55063"/>
                </a:cubicBezTo>
                <a:cubicBezTo>
                  <a:pt x="356185" y="90318"/>
                  <a:pt x="375993" y="138139"/>
                  <a:pt x="375993" y="187997"/>
                </a:cubicBezTo>
                <a:cubicBezTo>
                  <a:pt x="375993" y="237854"/>
                  <a:pt x="356185" y="285676"/>
                  <a:pt x="320930" y="320930"/>
                </a:cubicBezTo>
                <a:cubicBezTo>
                  <a:pt x="285676" y="356185"/>
                  <a:pt x="237854" y="375993"/>
                  <a:pt x="187997" y="375993"/>
                </a:cubicBezTo>
                <a:cubicBezTo>
                  <a:pt x="138140" y="375993"/>
                  <a:pt x="90317" y="356185"/>
                  <a:pt x="55063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3" y="55063"/>
                </a:cubicBezTo>
                <a:cubicBezTo>
                  <a:pt x="90317" y="19809"/>
                  <a:pt x="138140" y="0"/>
                  <a:pt x="187997" y="0"/>
                </a:cubicBez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8 2">
            <a:extLst xmlns:a="http://schemas.openxmlformats.org/drawingml/2006/main">
              <a:ext uri="{FF2B5EF4-FFF2-40B4-BE49-F238E27FC236}">
                <a16:creationId xmlns:a16="http://schemas.microsoft.com/office/drawing/2014/main" id="{E1AEED64-B76C-4C88-B50A-CE081B0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773" y="1287538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-19 Match">
            <a:extLst xmlns:a="http://schemas.openxmlformats.org/drawingml/2006/main">
              <a:ext uri="{FF2B5EF4-FFF2-40B4-BE49-F238E27FC236}">
                <a16:creationId xmlns:a16="http://schemas.microsoft.com/office/drawing/2014/main" id="{4A78E95D-871A-4054-BD60-F09D032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309" y="1201042"/>
            <a:ext cx="748559" cy="36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Match</a:t>
            </a:r>
          </a:p>
        </p:txBody>
      </p:sp>
      <p:sp>
        <p:nvSpPr>
          <p:cNvPr id="34" name="text-20 capabilities">
            <a:extLst xmlns:a="http://schemas.openxmlformats.org/drawingml/2006/main">
              <a:ext uri="{FF2B5EF4-FFF2-40B4-BE49-F238E27FC236}">
                <a16:creationId xmlns:a16="http://schemas.microsoft.com/office/drawing/2014/main" id="{0C1DC2FE-A79F-40A5-B1FA-5E71C76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309" y="1427289"/>
            <a:ext cx="1283805" cy="36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sp>
        <p:nvSpPr>
          <p:cNvPr id="35" name="path-21">
            <a:extLst xmlns:a="http://schemas.openxmlformats.org/drawingml/2006/main">
              <a:ext uri="{FF2B5EF4-FFF2-40B4-BE49-F238E27FC236}">
                <a16:creationId xmlns:a16="http://schemas.microsoft.com/office/drawing/2014/main" id="{A4482818-C7E3-4EA7-9503-BC41F16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732" y="1174342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3" y="0"/>
                </a:moveTo>
                <a:lnTo>
                  <a:pt x="2762397" y="0"/>
                </a:lnTo>
                <a:cubicBezTo>
                  <a:pt x="2844246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6" y="4872561"/>
                  <a:pt x="2762397" y="4872561"/>
                </a:cubicBezTo>
                <a:lnTo>
                  <a:pt x="122773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3" y="0"/>
                </a:cubicBezTo>
              </a:path>
            </a:pathLst>
          </a:custGeom>
          <a:solidFill xmlns:a="http://schemas.openxmlformats.org/drawingml/2006/main">
            <a:srgbClr val="F3FBF6"/>
          </a:solidFill>
          <a:ln xmlns:a="http://schemas.openxmlformats.org/drawingml/2006/main" w="42630">
            <a:solidFill>
              <a:srgbClr val="66D28E"/>
            </a:solidFill>
            <a:prstDash val="dash"/>
          </a:ln>
        </p:spPr>
      </p:sp>
      <p:sp>
        <p:nvSpPr>
          <p:cNvPr id="36" name="path-22">
            <a:extLst xmlns:a="http://schemas.openxmlformats.org/drawingml/2006/main">
              <a:ext uri="{FF2B5EF4-FFF2-40B4-BE49-F238E27FC236}">
                <a16:creationId xmlns:a16="http://schemas.microsoft.com/office/drawing/2014/main" id="{C9A1B443-5F12-4E86-9157-3F91B899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016" y="1316299"/>
            <a:ext cx="375992" cy="375993"/>
          </a:xfrm>
          <a:custGeom xmlns:a="http://schemas.openxmlformats.org/drawingml/2006/main">
            <a:pathLst>
              <a:path w="375992" h="375993">
                <a:moveTo>
                  <a:pt x="187996" y="0"/>
                </a:moveTo>
                <a:cubicBezTo>
                  <a:pt x="237853" y="0"/>
                  <a:pt x="285676" y="19809"/>
                  <a:pt x="320931" y="55063"/>
                </a:cubicBezTo>
                <a:cubicBezTo>
                  <a:pt x="356184" y="90318"/>
                  <a:pt x="375992" y="138139"/>
                  <a:pt x="375992" y="187997"/>
                </a:cubicBezTo>
                <a:cubicBezTo>
                  <a:pt x="375992" y="237854"/>
                  <a:pt x="356184" y="285676"/>
                  <a:pt x="320931" y="320930"/>
                </a:cubicBezTo>
                <a:cubicBezTo>
                  <a:pt x="285676" y="356185"/>
                  <a:pt x="237853" y="375993"/>
                  <a:pt x="187996" y="375993"/>
                </a:cubicBezTo>
                <a:cubicBezTo>
                  <a:pt x="138139" y="375993"/>
                  <a:pt x="90317" y="356185"/>
                  <a:pt x="55062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2" y="55063"/>
                </a:cubicBezTo>
                <a:cubicBezTo>
                  <a:pt x="90317" y="19809"/>
                  <a:pt x="138139" y="0"/>
                  <a:pt x="187996" y="0"/>
                </a:cubicBez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23 3">
            <a:extLst xmlns:a="http://schemas.openxmlformats.org/drawingml/2006/main">
              <a:ext uri="{FF2B5EF4-FFF2-40B4-BE49-F238E27FC236}">
                <a16:creationId xmlns:a16="http://schemas.microsoft.com/office/drawing/2014/main" id="{31A8F547-0469-4CBE-A1BD-EA3D725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2409" y="1287538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8" name="text-24 Plan">
            <a:extLst xmlns:a="http://schemas.openxmlformats.org/drawingml/2006/main">
              <a:ext uri="{FF2B5EF4-FFF2-40B4-BE49-F238E27FC236}">
                <a16:creationId xmlns:a16="http://schemas.microsoft.com/office/drawing/2014/main" id="{45888743-F29A-4C83-AD16-9B9C7295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2945" y="1202118"/>
            <a:ext cx="525301" cy="365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39" name="text-24 task">
            <a:extLst xmlns:a="http://schemas.openxmlformats.org/drawingml/2006/main">
              <a:ext uri="{FF2B5EF4-FFF2-40B4-BE49-F238E27FC236}">
                <a16:creationId xmlns:a16="http://schemas.microsoft.com/office/drawing/2014/main" id="{7526406E-7702-440F-95EB-9C0A7967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123" y="1200356"/>
            <a:ext cx="503609" cy="36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0" name="text-25 branches">
            <a:extLst xmlns:a="http://schemas.openxmlformats.org/drawingml/2006/main">
              <a:ext uri="{FF2B5EF4-FFF2-40B4-BE49-F238E27FC236}">
                <a16:creationId xmlns:a16="http://schemas.microsoft.com/office/drawing/2014/main" id="{FA40FC87-AC9F-4DA7-9298-1DF565C0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2945" y="1428271"/>
            <a:ext cx="1027692" cy="365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branches</a:t>
            </a:r>
          </a:p>
        </p:txBody>
      </p:sp>
      <p:sp>
        <p:nvSpPr>
          <p:cNvPr id="41" name="path-26">
            <a:extLst xmlns:a="http://schemas.openxmlformats.org/drawingml/2006/main">
              <a:ext uri="{FF2B5EF4-FFF2-40B4-BE49-F238E27FC236}">
                <a16:creationId xmlns:a16="http://schemas.microsoft.com/office/drawing/2014/main" id="{253E9650-C506-47B9-B332-EE345E6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368" y="1174342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7" y="0"/>
                </a:lnTo>
                <a:cubicBezTo>
                  <a:pt x="2844245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5" y="4872561"/>
                  <a:pt x="2762397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EF5EC"/>
          </a:solidFill>
          <a:ln xmlns:a="http://schemas.openxmlformats.org/drawingml/2006/main" w="42630">
            <a:solidFill>
              <a:srgbClr val="F07F0F"/>
            </a:solidFill>
            <a:prstDash val="dash"/>
          </a:ln>
        </p:spPr>
      </p:sp>
      <p:sp>
        <p:nvSpPr>
          <p:cNvPr id="42" name="path-27">
            <a:extLst xmlns:a="http://schemas.openxmlformats.org/drawingml/2006/main">
              <a:ext uri="{FF2B5EF4-FFF2-40B4-BE49-F238E27FC236}">
                <a16:creationId xmlns:a16="http://schemas.microsoft.com/office/drawing/2014/main" id="{326E52BC-5BA1-4A24-BB58-F4F5CF2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51" y="1316299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4" y="0"/>
                  <a:pt x="285677" y="19809"/>
                  <a:pt x="320931" y="55063"/>
                </a:cubicBezTo>
                <a:cubicBezTo>
                  <a:pt x="356185" y="90318"/>
                  <a:pt x="375993" y="138139"/>
                  <a:pt x="375993" y="187997"/>
                </a:cubicBezTo>
                <a:cubicBezTo>
                  <a:pt x="375993" y="237854"/>
                  <a:pt x="356185" y="285676"/>
                  <a:pt x="320931" y="320930"/>
                </a:cubicBezTo>
                <a:cubicBezTo>
                  <a:pt x="285677" y="356185"/>
                  <a:pt x="237854" y="375993"/>
                  <a:pt x="187997" y="375993"/>
                </a:cubicBezTo>
                <a:cubicBezTo>
                  <a:pt x="138140" y="375993"/>
                  <a:pt x="90318" y="356185"/>
                  <a:pt x="55064" y="320930"/>
                </a:cubicBezTo>
                <a:cubicBezTo>
                  <a:pt x="19810" y="285676"/>
                  <a:pt x="0" y="237854"/>
                  <a:pt x="0" y="187997"/>
                </a:cubicBezTo>
                <a:cubicBezTo>
                  <a:pt x="0" y="138139"/>
                  <a:pt x="19810" y="90318"/>
                  <a:pt x="55064" y="55063"/>
                </a:cubicBezTo>
                <a:cubicBezTo>
                  <a:pt x="90318" y="19809"/>
                  <a:pt x="138140" y="0"/>
                  <a:pt x="187997" y="0"/>
                </a:cubicBezTo>
              </a:path>
            </a:pathLst>
          </a:custGeom>
          <a:solidFill xmlns:a="http://schemas.openxmlformats.org/drawingml/2006/main">
            <a:srgbClr val="F07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28 4">
            <a:extLst xmlns:a="http://schemas.openxmlformats.org/drawingml/2006/main">
              <a:ext uri="{FF2B5EF4-FFF2-40B4-BE49-F238E27FC236}">
                <a16:creationId xmlns:a16="http://schemas.microsoft.com/office/drawing/2014/main" id="{8334BA65-25C7-4D57-947A-AE20046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1046" y="1287538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4" name="text-29 Assemble">
            <a:extLst xmlns:a="http://schemas.openxmlformats.org/drawingml/2006/main">
              <a:ext uri="{FF2B5EF4-FFF2-40B4-BE49-F238E27FC236}">
                <a16:creationId xmlns:a16="http://schemas.microsoft.com/office/drawing/2014/main" id="{D83A5309-5CE2-49B4-9915-F61498E8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1581" y="1202119"/>
            <a:ext cx="1078620" cy="365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Assemble</a:t>
            </a:r>
          </a:p>
        </p:txBody>
      </p:sp>
      <p:sp>
        <p:nvSpPr>
          <p:cNvPr id="45" name="text-30 Starter">
            <a:extLst xmlns:a="http://schemas.openxmlformats.org/drawingml/2006/main">
              <a:ext uri="{FF2B5EF4-FFF2-40B4-BE49-F238E27FC236}">
                <a16:creationId xmlns:a16="http://schemas.microsoft.com/office/drawing/2014/main" id="{AD1FB50B-33C3-4E72-89D6-81A7C608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1581" y="1426368"/>
            <a:ext cx="799233" cy="3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46" name="text-30 State">
            <a:extLst xmlns:a="http://schemas.openxmlformats.org/drawingml/2006/main">
              <a:ext uri="{FF2B5EF4-FFF2-40B4-BE49-F238E27FC236}">
                <a16:creationId xmlns:a16="http://schemas.microsoft.com/office/drawing/2014/main" id="{E7CE4AB9-4195-4F1C-8C4B-A38FB5D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2437" y="1425698"/>
            <a:ext cx="615727" cy="369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47" name="path-31">
            <a:extLst xmlns:a="http://schemas.openxmlformats.org/drawingml/2006/main">
              <a:ext uri="{FF2B5EF4-FFF2-40B4-BE49-F238E27FC236}">
                <a16:creationId xmlns:a16="http://schemas.microsoft.com/office/drawing/2014/main" id="{4B11EC6C-38BF-4F2D-934C-E0497C9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004" y="1174342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7" y="0"/>
                </a:lnTo>
                <a:cubicBezTo>
                  <a:pt x="2844244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4" y="4872561"/>
                  <a:pt x="2762397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EF3F3"/>
          </a:solidFill>
          <a:ln xmlns:a="http://schemas.openxmlformats.org/drawingml/2006/main" w="42630">
            <a:solidFill>
              <a:srgbClr val="F76666"/>
            </a:solidFill>
            <a:prstDash val="dash"/>
          </a:ln>
        </p:spPr>
      </p:sp>
      <p:sp>
        <p:nvSpPr>
          <p:cNvPr id="48" name="path-32">
            <a:extLst xmlns:a="http://schemas.openxmlformats.org/drawingml/2006/main">
              <a:ext uri="{FF2B5EF4-FFF2-40B4-BE49-F238E27FC236}">
                <a16:creationId xmlns:a16="http://schemas.microsoft.com/office/drawing/2014/main" id="{A55CA549-8432-4CAD-B586-046FBE1C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287" y="1316299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5" y="0"/>
                  <a:pt x="285677" y="19809"/>
                  <a:pt x="320931" y="55063"/>
                </a:cubicBezTo>
                <a:cubicBezTo>
                  <a:pt x="356186" y="90318"/>
                  <a:pt x="375993" y="138139"/>
                  <a:pt x="375993" y="187997"/>
                </a:cubicBezTo>
                <a:cubicBezTo>
                  <a:pt x="375993" y="237854"/>
                  <a:pt x="356186" y="285676"/>
                  <a:pt x="320931" y="320930"/>
                </a:cubicBezTo>
                <a:cubicBezTo>
                  <a:pt x="285677" y="356185"/>
                  <a:pt x="237855" y="375993"/>
                  <a:pt x="187997" y="375993"/>
                </a:cubicBezTo>
                <a:cubicBezTo>
                  <a:pt x="138139" y="375993"/>
                  <a:pt x="90318" y="356185"/>
                  <a:pt x="55064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4" y="55063"/>
                </a:cubicBezTo>
                <a:cubicBezTo>
                  <a:pt x="90318" y="19809"/>
                  <a:pt x="138139" y="0"/>
                  <a:pt x="187997" y="0"/>
                </a:cubicBez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33 5">
            <a:extLst xmlns:a="http://schemas.openxmlformats.org/drawingml/2006/main">
              <a:ext uri="{FF2B5EF4-FFF2-40B4-BE49-F238E27FC236}">
                <a16:creationId xmlns:a16="http://schemas.microsoft.com/office/drawing/2014/main" id="{B7903113-7496-4682-8320-81DE4C3E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9682" y="1287538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0" name="text-34 Execute">
            <a:extLst xmlns:a="http://schemas.openxmlformats.org/drawingml/2006/main">
              <a:ext uri="{FF2B5EF4-FFF2-40B4-BE49-F238E27FC236}">
                <a16:creationId xmlns:a16="http://schemas.microsoft.com/office/drawing/2014/main" id="{4C00A408-FDFB-4FF9-A95C-B4B67B0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218" y="1199119"/>
            <a:ext cx="886236" cy="368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51" name="text-34 and">
            <a:extLst xmlns:a="http://schemas.openxmlformats.org/drawingml/2006/main">
              <a:ext uri="{FF2B5EF4-FFF2-40B4-BE49-F238E27FC236}">
                <a16:creationId xmlns:a16="http://schemas.microsoft.com/office/drawing/2014/main" id="{D873B134-57AF-4ADF-B478-1A29C60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7951" y="1201473"/>
            <a:ext cx="459936" cy="36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52" name="text-35 verify">
            <a:extLst xmlns:a="http://schemas.openxmlformats.org/drawingml/2006/main">
              <a:ext uri="{FF2B5EF4-FFF2-40B4-BE49-F238E27FC236}">
                <a16:creationId xmlns:a16="http://schemas.microsoft.com/office/drawing/2014/main" id="{C856E059-ED89-4556-A23E-3A037832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218" y="1429488"/>
            <a:ext cx="658418" cy="364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53" name="path-36">
            <a:extLst xmlns:a="http://schemas.openxmlformats.org/drawingml/2006/main">
              <a:ext uri="{FF2B5EF4-FFF2-40B4-BE49-F238E27FC236}">
                <a16:creationId xmlns:a16="http://schemas.microsoft.com/office/drawing/2014/main" id="{42FB81A2-2782-4EB1-8A71-9FF58B75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629" y="1726822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4" name="path-37">
            <a:extLst xmlns:a="http://schemas.openxmlformats.org/drawingml/2006/main">
              <a:ext uri="{FF2B5EF4-FFF2-40B4-BE49-F238E27FC236}">
                <a16:creationId xmlns:a16="http://schemas.microsoft.com/office/drawing/2014/main" id="{07801D08-9171-4158-85B2-7D8BDFC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9" y="1665435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38">
            <a:extLst xmlns:a="http://schemas.openxmlformats.org/drawingml/2006/main">
              <a:ext uri="{FF2B5EF4-FFF2-40B4-BE49-F238E27FC236}">
                <a16:creationId xmlns:a16="http://schemas.microsoft.com/office/drawing/2014/main" id="{DB962BA6-01E2-4E45-B151-17929D69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266" y="1726822"/>
            <a:ext cx="53714" cy="191"/>
          </a:xfrm>
          <a:custGeom xmlns:a="http://schemas.openxmlformats.org/drawingml/2006/main">
            <a:pathLst>
              <a:path w="53714" h="191">
                <a:moveTo>
                  <a:pt x="0" y="0"/>
                </a:moveTo>
                <a:lnTo>
                  <a:pt x="53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6" name="path-39">
            <a:extLst xmlns:a="http://schemas.openxmlformats.org/drawingml/2006/main">
              <a:ext uri="{FF2B5EF4-FFF2-40B4-BE49-F238E27FC236}">
                <a16:creationId xmlns:a16="http://schemas.microsoft.com/office/drawing/2014/main" id="{17805A3B-6752-4D96-BC1F-97A1310A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305" y="1665435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0">
            <a:extLst xmlns:a="http://schemas.openxmlformats.org/drawingml/2006/main">
              <a:ext uri="{FF2B5EF4-FFF2-40B4-BE49-F238E27FC236}">
                <a16:creationId xmlns:a16="http://schemas.microsoft.com/office/drawing/2014/main" id="{5813C886-113D-4284-BC96-6CE28103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902" y="1726822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8" name="path-41">
            <a:extLst xmlns:a="http://schemas.openxmlformats.org/drawingml/2006/main">
              <a:ext uri="{FF2B5EF4-FFF2-40B4-BE49-F238E27FC236}">
                <a16:creationId xmlns:a16="http://schemas.microsoft.com/office/drawing/2014/main" id="{6585C7BF-D8BB-49C1-AA57-0062A5C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42" y="1665435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42">
            <a:extLst xmlns:a="http://schemas.openxmlformats.org/drawingml/2006/main">
              <a:ext uri="{FF2B5EF4-FFF2-40B4-BE49-F238E27FC236}">
                <a16:creationId xmlns:a16="http://schemas.microsoft.com/office/drawing/2014/main" id="{FC391DA1-AEAC-4F81-AB8E-A16B05D0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538" y="1726822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60" name="path-43">
            <a:extLst xmlns:a="http://schemas.openxmlformats.org/drawingml/2006/main">
              <a:ext uri="{FF2B5EF4-FFF2-40B4-BE49-F238E27FC236}">
                <a16:creationId xmlns:a16="http://schemas.microsoft.com/office/drawing/2014/main" id="{9EBE01B4-4897-4F51-BEA6-1773F2F0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579" y="1665435"/>
            <a:ext cx="107425" cy="122773"/>
          </a:xfrm>
          <a:custGeom xmlns:a="http://schemas.openxmlformats.org/drawingml/2006/main">
            <a:pathLst>
              <a:path w="107425" h="122773">
                <a:moveTo>
                  <a:pt x="107425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5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44">
            <a:extLst xmlns:a="http://schemas.openxmlformats.org/drawingml/2006/main">
              <a:ext uri="{FF2B5EF4-FFF2-40B4-BE49-F238E27FC236}">
                <a16:creationId xmlns:a16="http://schemas.microsoft.com/office/drawing/2014/main" id="{96D9D73F-9026-4920-AF17-D2AC7D8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1864942"/>
            <a:ext cx="2654970" cy="736639"/>
          </a:xfrm>
          <a:custGeom xmlns:a="http://schemas.openxmlformats.org/drawingml/2006/main">
            <a:pathLst>
              <a:path w="2654970" h="736639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652232"/>
                </a:lnTo>
                <a:cubicBezTo>
                  <a:pt x="2654970" y="708504"/>
                  <a:pt x="2626835" y="736639"/>
                  <a:pt x="2570563" y="736639"/>
                </a:cubicBezTo>
                <a:lnTo>
                  <a:pt x="84406" y="736639"/>
                </a:lnTo>
                <a:cubicBezTo>
                  <a:pt x="28136" y="736639"/>
                  <a:pt x="0" y="708504"/>
                  <a:pt x="0" y="652232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941D64-912E-4BC5-A02C-0E66971A1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c8a3d4cf446b4"/>
          <a:stretch xmlns:a="http://schemas.openxmlformats.org/drawingml/2006/main"/>
        </p:blipFill>
        <p:spPr>
          <a:xfrm xmlns:a="http://schemas.openxmlformats.org/drawingml/2006/main">
            <a:off x="345939" y="1937389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63" name="text-46 Exported">
            <a:extLst xmlns:a="http://schemas.openxmlformats.org/drawingml/2006/main">
              <a:ext uri="{FF2B5EF4-FFF2-40B4-BE49-F238E27FC236}">
                <a16:creationId xmlns:a16="http://schemas.microsoft.com/office/drawing/2014/main" id="{9D1FC1EE-ED7E-4B9A-90FB-27C7D024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1842211"/>
            <a:ext cx="927770" cy="33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Exported</a:t>
            </a:r>
          </a:p>
        </p:txBody>
      </p:sp>
      <p:sp>
        <p:nvSpPr>
          <p:cNvPr id="64" name="text-47 research">
            <a:extLst xmlns:a="http://schemas.openxmlformats.org/drawingml/2006/main">
              <a:ext uri="{FF2B5EF4-FFF2-40B4-BE49-F238E27FC236}">
                <a16:creationId xmlns:a16="http://schemas.microsoft.com/office/drawing/2014/main" id="{CA16F30F-697B-4878-A992-2A04C0AD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2050973"/>
            <a:ext cx="886644" cy="333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65" name="text-47 files">
            <a:extLst xmlns:a="http://schemas.openxmlformats.org/drawingml/2006/main">
              <a:ext uri="{FF2B5EF4-FFF2-40B4-BE49-F238E27FC236}">
                <a16:creationId xmlns:a16="http://schemas.microsoft.com/office/drawing/2014/main" id="{66CD7923-B42C-4994-A313-0BB0E29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247" y="2049831"/>
            <a:ext cx="445762" cy="334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6" name="path-48">
            <a:extLst xmlns:a="http://schemas.openxmlformats.org/drawingml/2006/main">
              <a:ext uri="{FF2B5EF4-FFF2-40B4-BE49-F238E27FC236}">
                <a16:creationId xmlns:a16="http://schemas.microsoft.com/office/drawing/2014/main" id="{5D279BD0-106E-4F22-B712-5ABBDE50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44" y="2601581"/>
            <a:ext cx="191" cy="161140"/>
          </a:xfrm>
          <a:custGeom xmlns:a="http://schemas.openxmlformats.org/drawingml/2006/main">
            <a:pathLst>
              <a:path w="191" h="161140">
                <a:moveTo>
                  <a:pt x="0" y="0"/>
                </a:moveTo>
                <a:lnTo>
                  <a:pt x="0" y="16114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67" name="path-49">
            <a:extLst xmlns:a="http://schemas.openxmlformats.org/drawingml/2006/main">
              <a:ext uri="{FF2B5EF4-FFF2-40B4-BE49-F238E27FC236}">
                <a16:creationId xmlns:a16="http://schemas.microsoft.com/office/drawing/2014/main" id="{B679976D-0324-49F5-8578-9CAE614B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58" y="2755047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6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6" y="10742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0">
            <a:extLst xmlns:a="http://schemas.openxmlformats.org/drawingml/2006/main">
              <a:ext uri="{FF2B5EF4-FFF2-40B4-BE49-F238E27FC236}">
                <a16:creationId xmlns:a16="http://schemas.microsoft.com/office/drawing/2014/main" id="{4D83A8AB-71A3-45CE-BA59-F65D518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2862474"/>
            <a:ext cx="2654970" cy="1542338"/>
          </a:xfrm>
          <a:custGeom xmlns:a="http://schemas.openxmlformats.org/drawingml/2006/main">
            <a:pathLst>
              <a:path w="2654970" h="1542338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1457932"/>
                </a:lnTo>
                <a:cubicBezTo>
                  <a:pt x="2654970" y="1514202"/>
                  <a:pt x="2626835" y="1542338"/>
                  <a:pt x="2570563" y="1542338"/>
                </a:cubicBezTo>
                <a:lnTo>
                  <a:pt x="84406" y="1542338"/>
                </a:lnTo>
                <a:cubicBezTo>
                  <a:pt x="28136" y="1542338"/>
                  <a:pt x="0" y="1514202"/>
                  <a:pt x="0" y="1457932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2FED12-C950-436E-91D6-24A972528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747274b194be4"/>
          <a:stretch xmlns:a="http://schemas.openxmlformats.org/drawingml/2006/main"/>
        </p:blipFill>
        <p:spPr>
          <a:xfrm xmlns:a="http://schemas.openxmlformats.org/drawingml/2006/main">
            <a:off x="345939" y="2937514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70" name="text-52 Shared">
            <a:extLst xmlns:a="http://schemas.openxmlformats.org/drawingml/2006/main">
              <a:ext uri="{FF2B5EF4-FFF2-40B4-BE49-F238E27FC236}">
                <a16:creationId xmlns:a16="http://schemas.microsoft.com/office/drawing/2014/main" id="{5E3FBE56-1267-48B0-AB55-2C51A9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2944794"/>
            <a:ext cx="730465" cy="332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Shared</a:t>
            </a:r>
          </a:p>
        </p:txBody>
      </p:sp>
      <p:sp>
        <p:nvSpPr>
          <p:cNvPr id="71" name="text-52 file">
            <a:extLst xmlns:a="http://schemas.openxmlformats.org/drawingml/2006/main">
              <a:ext uri="{FF2B5EF4-FFF2-40B4-BE49-F238E27FC236}">
                <a16:creationId xmlns:a16="http://schemas.microsoft.com/office/drawing/2014/main" id="{22509DF2-B2A4-4EB9-82A5-98A7034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02" y="2943257"/>
            <a:ext cx="352137" cy="335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2" name="text-52 index">
            <a:extLst xmlns:a="http://schemas.openxmlformats.org/drawingml/2006/main">
              <a:ext uri="{FF2B5EF4-FFF2-40B4-BE49-F238E27FC236}">
                <a16:creationId xmlns:a16="http://schemas.microsoft.com/office/drawing/2014/main" id="{75FE7292-1D1D-4E48-BECA-D6356677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959" y="2942265"/>
            <a:ext cx="578834" cy="336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index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22BD37-706F-409E-BD2E-937819CF4B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61ec65fea4b4b"/>
          <a:stretch xmlns:a="http://schemas.openxmlformats.org/drawingml/2006/main"/>
        </p:blipFill>
        <p:spPr>
          <a:xfrm xmlns:a="http://schemas.openxmlformats.org/drawingml/2006/main">
            <a:off x="298314" y="3375664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4" name="text-54 File">
            <a:extLst xmlns:a="http://schemas.openxmlformats.org/drawingml/2006/main">
              <a:ext uri="{FF2B5EF4-FFF2-40B4-BE49-F238E27FC236}">
                <a16:creationId xmlns:a16="http://schemas.microsoft.com/office/drawing/2014/main" id="{072A512A-98D4-4C46-AFC7-E7975AAB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3343570"/>
            <a:ext cx="362438" cy="322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5" name="text-54 metadata">
            <a:extLst xmlns:a="http://schemas.openxmlformats.org/drawingml/2006/main">
              <a:ext uri="{FF2B5EF4-FFF2-40B4-BE49-F238E27FC236}">
                <a16:creationId xmlns:a16="http://schemas.microsoft.com/office/drawing/2014/main" id="{9C7F2DF3-6006-40EE-9288-ADCB1B9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726" y="3341447"/>
            <a:ext cx="961482" cy="32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metadata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C3FA3C-1770-496B-A968-D684AD0F77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d0ba48a0f4d27"/>
          <a:stretch xmlns:a="http://schemas.openxmlformats.org/drawingml/2006/main"/>
        </p:blipFill>
        <p:spPr>
          <a:xfrm xmlns:a="http://schemas.openxmlformats.org/drawingml/2006/main">
            <a:off x="298314" y="3709039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7" name="text-56 Document">
            <a:extLst xmlns:a="http://schemas.openxmlformats.org/drawingml/2006/main">
              <a:ext uri="{FF2B5EF4-FFF2-40B4-BE49-F238E27FC236}">
                <a16:creationId xmlns:a16="http://schemas.microsoft.com/office/drawing/2014/main" id="{E0A8BC54-A7CA-4C08-99C3-364CD603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3680454"/>
            <a:ext cx="1002854" cy="32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Document</a:t>
            </a:r>
          </a:p>
        </p:txBody>
      </p:sp>
      <p:sp>
        <p:nvSpPr>
          <p:cNvPr id="78" name="text-56 structure">
            <a:extLst xmlns:a="http://schemas.openxmlformats.org/drawingml/2006/main">
              <a:ext uri="{FF2B5EF4-FFF2-40B4-BE49-F238E27FC236}">
                <a16:creationId xmlns:a16="http://schemas.microsoft.com/office/drawing/2014/main" id="{058AC280-CC49-40D1-8AC1-3703348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911" y="3680267"/>
            <a:ext cx="885619" cy="323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structure</a:t>
            </a:r>
          </a:p>
        </p:txBody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D9AD86-4660-42FD-988F-9CA0C9B68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a11a5a13e46c5"/>
          <a:stretch xmlns:a="http://schemas.openxmlformats.org/drawingml/2006/main"/>
        </p:blipFill>
        <p:spPr>
          <a:xfrm xmlns:a="http://schemas.openxmlformats.org/drawingml/2006/main">
            <a:off x="298314" y="4042414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0" name="text-58 Source">
            <a:extLst xmlns:a="http://schemas.openxmlformats.org/drawingml/2006/main">
              <a:ext uri="{FF2B5EF4-FFF2-40B4-BE49-F238E27FC236}">
                <a16:creationId xmlns:a16="http://schemas.microsoft.com/office/drawing/2014/main" id="{C2AD8538-6537-4484-9398-D999FA10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4018078"/>
            <a:ext cx="666665" cy="323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81" name="text-58 relations">
            <a:extLst xmlns:a="http://schemas.openxmlformats.org/drawingml/2006/main">
              <a:ext uri="{FF2B5EF4-FFF2-40B4-BE49-F238E27FC236}">
                <a16:creationId xmlns:a16="http://schemas.microsoft.com/office/drawing/2014/main" id="{BB5F7EAF-86F5-471C-9117-D36B758E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820" y="4018182"/>
            <a:ext cx="857396" cy="323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sp>
        <p:nvSpPr>
          <p:cNvPr id="82" name="path-59">
            <a:extLst xmlns:a="http://schemas.openxmlformats.org/drawingml/2006/main">
              <a:ext uri="{FF2B5EF4-FFF2-40B4-BE49-F238E27FC236}">
                <a16:creationId xmlns:a16="http://schemas.microsoft.com/office/drawing/2014/main" id="{697D5AD2-CA25-46C5-B8ED-04E75BB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44" y="4404812"/>
            <a:ext cx="191" cy="314607"/>
          </a:xfrm>
          <a:custGeom xmlns:a="http://schemas.openxmlformats.org/drawingml/2006/main">
            <a:pathLst>
              <a:path w="191" h="314607">
                <a:moveTo>
                  <a:pt x="0" y="0"/>
                </a:moveTo>
                <a:lnTo>
                  <a:pt x="0" y="314607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83" name="path-60">
            <a:extLst xmlns:a="http://schemas.openxmlformats.org/drawingml/2006/main">
              <a:ext uri="{FF2B5EF4-FFF2-40B4-BE49-F238E27FC236}">
                <a16:creationId xmlns:a16="http://schemas.microsoft.com/office/drawing/2014/main" id="{C9C8CC14-B6F3-4BCC-B1B1-7D65187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58" y="4711745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6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6" y="10742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ext-61 Eligibility">
            <a:extLst xmlns:a="http://schemas.openxmlformats.org/drawingml/2006/main">
              <a:ext uri="{FF2B5EF4-FFF2-40B4-BE49-F238E27FC236}">
                <a16:creationId xmlns:a16="http://schemas.microsoft.com/office/drawing/2014/main" id="{B968869E-AD12-4819-8730-B9D31847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8551" y="4445373"/>
            <a:ext cx="768532" cy="27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Eligibility</a:t>
            </a:r>
          </a:p>
        </p:txBody>
      </p:sp>
      <p:sp>
        <p:nvSpPr>
          <p:cNvPr id="85" name="path-62">
            <a:extLst xmlns:a="http://schemas.openxmlformats.org/drawingml/2006/main">
              <a:ext uri="{FF2B5EF4-FFF2-40B4-BE49-F238E27FC236}">
                <a16:creationId xmlns:a16="http://schemas.microsoft.com/office/drawing/2014/main" id="{1E205C66-4840-4731-915B-928C0C28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4819172"/>
            <a:ext cx="2654970" cy="506439"/>
          </a:xfrm>
          <a:custGeom xmlns:a="http://schemas.openxmlformats.org/drawingml/2006/main">
            <a:pathLst>
              <a:path w="2654970" h="506439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422033"/>
                </a:lnTo>
                <a:cubicBezTo>
                  <a:pt x="2654970" y="478304"/>
                  <a:pt x="2626835" y="506439"/>
                  <a:pt x="2570563" y="506439"/>
                </a:cubicBezTo>
                <a:lnTo>
                  <a:pt x="84406" y="506439"/>
                </a:lnTo>
                <a:cubicBezTo>
                  <a:pt x="28136" y="506439"/>
                  <a:pt x="0" y="478304"/>
                  <a:pt x="0" y="422033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74EED6-7DFC-48C3-92E6-DCDA5E5CB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8b1448a9e4f38"/>
          <a:stretch xmlns:a="http://schemas.openxmlformats.org/drawingml/2006/main"/>
        </p:blipFill>
        <p:spPr>
          <a:xfrm xmlns:a="http://schemas.openxmlformats.org/drawingml/2006/main">
            <a:off x="345939" y="4871089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87" name="text-64 Eligible">
            <a:extLst xmlns:a="http://schemas.openxmlformats.org/drawingml/2006/main">
              <a:ext uri="{FF2B5EF4-FFF2-40B4-BE49-F238E27FC236}">
                <a16:creationId xmlns:a16="http://schemas.microsoft.com/office/drawing/2014/main" id="{6409A6E2-8E3C-412F-9D5F-7718E68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4855211"/>
            <a:ext cx="761046" cy="33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Eligible</a:t>
            </a:r>
          </a:p>
        </p:txBody>
      </p:sp>
      <p:sp>
        <p:nvSpPr>
          <p:cNvPr id="88" name="text-64 files">
            <a:extLst xmlns:a="http://schemas.openxmlformats.org/drawingml/2006/main">
              <a:ext uri="{FF2B5EF4-FFF2-40B4-BE49-F238E27FC236}">
                <a16:creationId xmlns:a16="http://schemas.microsoft.com/office/drawing/2014/main" id="{87B00547-8A44-4F1C-AEB0-52F5043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650" y="4854238"/>
            <a:ext cx="445762" cy="334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89" name="text-65 One">
            <a:extLst xmlns:a="http://schemas.openxmlformats.org/drawingml/2006/main">
              <a:ext uri="{FF2B5EF4-FFF2-40B4-BE49-F238E27FC236}">
                <a16:creationId xmlns:a16="http://schemas.microsoft.com/office/drawing/2014/main" id="{64E6EAF9-B1AD-4FC6-A601-2A653B93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03" y="5502095"/>
            <a:ext cx="415265" cy="311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90" name="text-65 source">
            <a:extLst xmlns:a="http://schemas.openxmlformats.org/drawingml/2006/main">
              <a:ext uri="{FF2B5EF4-FFF2-40B4-BE49-F238E27FC236}">
                <a16:creationId xmlns:a16="http://schemas.microsoft.com/office/drawing/2014/main" id="{512F054D-098B-4CAA-A215-354047A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374" y="5501391"/>
            <a:ext cx="641701" cy="312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91" name="text-65 collection">
            <a:extLst xmlns:a="http://schemas.openxmlformats.org/drawingml/2006/main">
              <a:ext uri="{FF2B5EF4-FFF2-40B4-BE49-F238E27FC236}">
                <a16:creationId xmlns:a16="http://schemas.microsoft.com/office/drawing/2014/main" id="{9D0F0BD6-C5B4-4E05-B9A0-DA20E55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154" y="5500986"/>
            <a:ext cx="926192" cy="312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collection</a:t>
            </a:r>
          </a:p>
        </p:txBody>
      </p:sp>
      <p:sp>
        <p:nvSpPr>
          <p:cNvPr id="92" name="path-66">
            <a:extLst xmlns:a="http://schemas.openxmlformats.org/drawingml/2006/main">
              <a:ext uri="{FF2B5EF4-FFF2-40B4-BE49-F238E27FC236}">
                <a16:creationId xmlns:a16="http://schemas.microsoft.com/office/drawing/2014/main" id="{BADB6F7A-FBB5-47A5-AFE8-BAE36DDE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1864942"/>
            <a:ext cx="2654970" cy="798026"/>
          </a:xfrm>
          <a:custGeom xmlns:a="http://schemas.openxmlformats.org/drawingml/2006/main">
            <a:pathLst>
              <a:path w="2654970" h="798026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713619"/>
                </a:lnTo>
                <a:cubicBezTo>
                  <a:pt x="2654970" y="769890"/>
                  <a:pt x="2626834" y="798026"/>
                  <a:pt x="2570564" y="798026"/>
                </a:cubicBezTo>
                <a:lnTo>
                  <a:pt x="84406" y="798026"/>
                </a:lnTo>
                <a:cubicBezTo>
                  <a:pt x="28135" y="798026"/>
                  <a:pt x="0" y="769890"/>
                  <a:pt x="0" y="7136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A0592D-B15C-4B6F-9C6F-88376F122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1f3bfe8644a6f"/>
          <a:stretch xmlns:a="http://schemas.openxmlformats.org/drawingml/2006/main"/>
        </p:blipFill>
        <p:spPr>
          <a:xfrm xmlns:a="http://schemas.openxmlformats.org/drawingml/2006/main">
            <a:off x="3384414" y="1937389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94" name="text-68 Job">
            <a:extLst xmlns:a="http://schemas.openxmlformats.org/drawingml/2006/main">
              <a:ext uri="{FF2B5EF4-FFF2-40B4-BE49-F238E27FC236}">
                <a16:creationId xmlns:a16="http://schemas.microsoft.com/office/drawing/2014/main" id="{6009E6B3-CB36-475C-B3F7-A6DFF701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389" y="1946917"/>
            <a:ext cx="372468" cy="33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95" name="text-68 Skills">
            <a:extLst xmlns:a="http://schemas.openxmlformats.org/drawingml/2006/main">
              <a:ext uri="{FF2B5EF4-FFF2-40B4-BE49-F238E27FC236}">
                <a16:creationId xmlns:a16="http://schemas.microsoft.com/office/drawing/2014/main" id="{957F788B-6DCC-489F-A4D5-5F7553C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840" y="1946768"/>
            <a:ext cx="536915" cy="3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96" name="text-69 Professional">
            <a:extLst xmlns:a="http://schemas.openxmlformats.org/drawingml/2006/main">
              <a:ext uri="{FF2B5EF4-FFF2-40B4-BE49-F238E27FC236}">
                <a16:creationId xmlns:a16="http://schemas.microsoft.com/office/drawing/2014/main" id="{926448F7-E45B-4F30-B597-03D0DCF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3205" y="2307072"/>
            <a:ext cx="1177272" cy="32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Professional</a:t>
            </a:r>
          </a:p>
        </p:txBody>
      </p:sp>
      <p:sp>
        <p:nvSpPr>
          <p:cNvPr id="97" name="text-69 goal">
            <a:extLst xmlns:a="http://schemas.openxmlformats.org/drawingml/2006/main">
              <a:ext uri="{FF2B5EF4-FFF2-40B4-BE49-F238E27FC236}">
                <a16:creationId xmlns:a16="http://schemas.microsoft.com/office/drawing/2014/main" id="{A2863785-AD9C-4D0B-A4AD-B3BA79D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806" y="2307841"/>
            <a:ext cx="449012" cy="3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98" name="path-70">
            <a:extLst xmlns:a="http://schemas.openxmlformats.org/drawingml/2006/main">
              <a:ext uri="{FF2B5EF4-FFF2-40B4-BE49-F238E27FC236}">
                <a16:creationId xmlns:a16="http://schemas.microsoft.com/office/drawing/2014/main" id="{8C2DB26C-2B1E-4E10-9283-8CF3EFFB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2662967"/>
            <a:ext cx="191" cy="115100"/>
          </a:xfrm>
          <a:custGeom xmlns:a="http://schemas.openxmlformats.org/drawingml/2006/main">
            <a:pathLst>
              <a:path w="191" h="115100">
                <a:moveTo>
                  <a:pt x="0" y="0"/>
                </a:moveTo>
                <a:lnTo>
                  <a:pt x="0" y="11510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99" name="path-71">
            <a:extLst xmlns:a="http://schemas.openxmlformats.org/drawingml/2006/main">
              <a:ext uri="{FF2B5EF4-FFF2-40B4-BE49-F238E27FC236}">
                <a16:creationId xmlns:a16="http://schemas.microsoft.com/office/drawing/2014/main" id="{B8C0C118-4BAD-46EA-832F-5D37D19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294" y="2770394"/>
            <a:ext cx="122774" cy="107426"/>
          </a:xfrm>
          <a:custGeom xmlns:a="http://schemas.openxmlformats.org/drawingml/2006/main">
            <a:pathLst>
              <a:path w="122774" h="107426">
                <a:moveTo>
                  <a:pt x="61387" y="107426"/>
                </a:moveTo>
                <a:lnTo>
                  <a:pt x="0" y="0"/>
                </a:lnTo>
                <a:lnTo>
                  <a:pt x="122774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72">
            <a:extLst xmlns:a="http://schemas.openxmlformats.org/drawingml/2006/main">
              <a:ext uri="{FF2B5EF4-FFF2-40B4-BE49-F238E27FC236}">
                <a16:creationId xmlns:a16="http://schemas.microsoft.com/office/drawing/2014/main" id="{8C3120A0-A5C1-479F-9584-38265AF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2877820"/>
            <a:ext cx="2654970" cy="798025"/>
          </a:xfrm>
          <a:custGeom xmlns:a="http://schemas.openxmlformats.org/drawingml/2006/main">
            <a:pathLst>
              <a:path w="2654970" h="798025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713619"/>
                </a:lnTo>
                <a:cubicBezTo>
                  <a:pt x="2654970" y="769890"/>
                  <a:pt x="2626834" y="798025"/>
                  <a:pt x="2570564" y="798025"/>
                </a:cubicBezTo>
                <a:lnTo>
                  <a:pt x="84406" y="798025"/>
                </a:lnTo>
                <a:cubicBezTo>
                  <a:pt x="28135" y="798025"/>
                  <a:pt x="0" y="769890"/>
                  <a:pt x="0" y="7136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30A4E3A-B946-42A0-9BA2-057192624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1fc8bdae444a8"/>
          <a:stretch xmlns:a="http://schemas.openxmlformats.org/drawingml/2006/main"/>
        </p:blipFill>
        <p:spPr>
          <a:xfrm xmlns:a="http://schemas.openxmlformats.org/drawingml/2006/main">
            <a:off x="3384414" y="2947039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02" name="text-74 File">
            <a:extLst xmlns:a="http://schemas.openxmlformats.org/drawingml/2006/main">
              <a:ext uri="{FF2B5EF4-FFF2-40B4-BE49-F238E27FC236}">
                <a16:creationId xmlns:a16="http://schemas.microsoft.com/office/drawing/2014/main" id="{3F69D66B-6A4F-47E9-93FD-179D881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389" y="2959610"/>
            <a:ext cx="385912" cy="33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03" name="text-74 Skills">
            <a:extLst xmlns:a="http://schemas.openxmlformats.org/drawingml/2006/main">
              <a:ext uri="{FF2B5EF4-FFF2-40B4-BE49-F238E27FC236}">
                <a16:creationId xmlns:a16="http://schemas.microsoft.com/office/drawing/2014/main" id="{34EA55AC-BB6E-4870-A340-05ABBF9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3161" y="2959646"/>
            <a:ext cx="536916" cy="3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104" name="text-75 File">
            <a:extLst xmlns:a="http://schemas.openxmlformats.org/drawingml/2006/main">
              <a:ext uri="{FF2B5EF4-FFF2-40B4-BE49-F238E27FC236}">
                <a16:creationId xmlns:a16="http://schemas.microsoft.com/office/drawing/2014/main" id="{DC252810-C05C-4684-9C75-0D7D05F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3776" y="3320550"/>
            <a:ext cx="362438" cy="32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05" name="text-75 operations">
            <a:extLst xmlns:a="http://schemas.openxmlformats.org/drawingml/2006/main">
              <a:ext uri="{FF2B5EF4-FFF2-40B4-BE49-F238E27FC236}">
                <a16:creationId xmlns:a16="http://schemas.microsoft.com/office/drawing/2014/main" id="{F4031C4D-8873-4B3A-A58D-58CE781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930" y="3319971"/>
            <a:ext cx="1041083" cy="322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operations</a:t>
            </a:r>
          </a:p>
        </p:txBody>
      </p:sp>
      <p:sp>
        <p:nvSpPr>
          <p:cNvPr id="106" name="path-76">
            <a:extLst xmlns:a="http://schemas.openxmlformats.org/drawingml/2006/main">
              <a:ext uri="{FF2B5EF4-FFF2-40B4-BE49-F238E27FC236}">
                <a16:creationId xmlns:a16="http://schemas.microsoft.com/office/drawing/2014/main" id="{DEEEBC31-C09F-46FB-B47F-D8092252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4166939"/>
            <a:ext cx="2654970" cy="798026"/>
          </a:xfrm>
          <a:custGeom xmlns:a="http://schemas.openxmlformats.org/drawingml/2006/main">
            <a:pathLst>
              <a:path w="2654970" h="798026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6"/>
                  <a:pt x="2654970" y="84407"/>
                </a:cubicBezTo>
                <a:lnTo>
                  <a:pt x="2654970" y="713620"/>
                </a:lnTo>
                <a:cubicBezTo>
                  <a:pt x="2654970" y="769890"/>
                  <a:pt x="2626834" y="798026"/>
                  <a:pt x="2570564" y="798026"/>
                </a:cubicBezTo>
                <a:lnTo>
                  <a:pt x="84406" y="798026"/>
                </a:lnTo>
                <a:cubicBezTo>
                  <a:pt x="28135" y="798026"/>
                  <a:pt x="0" y="769890"/>
                  <a:pt x="0" y="713620"/>
                </a:cubicBezTo>
                <a:lnTo>
                  <a:pt x="0" y="84407"/>
                </a:lnTo>
                <a:cubicBezTo>
                  <a:pt x="0" y="28136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4105FC1-FBDE-424A-A8EB-AE46366B0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a99789e2b47a9"/>
          <a:stretch xmlns:a="http://schemas.openxmlformats.org/drawingml/2006/main"/>
        </p:blipFill>
        <p:spPr>
          <a:xfrm xmlns:a="http://schemas.openxmlformats.org/drawingml/2006/main">
            <a:off x="3384414" y="4261489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108" name="text-78 App">
            <a:extLst xmlns:a="http://schemas.openxmlformats.org/drawingml/2006/main">
              <a:ext uri="{FF2B5EF4-FFF2-40B4-BE49-F238E27FC236}">
                <a16:creationId xmlns:a16="http://schemas.microsoft.com/office/drawing/2014/main" id="{FBF2A47D-7109-4026-9E88-03FF6A51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744" y="4215694"/>
            <a:ext cx="452287" cy="344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109" name="text-78 Skills">
            <a:extLst xmlns:a="http://schemas.openxmlformats.org/drawingml/2006/main">
              <a:ext uri="{FF2B5EF4-FFF2-40B4-BE49-F238E27FC236}">
                <a16:creationId xmlns:a16="http://schemas.microsoft.com/office/drawing/2014/main" id="{506472E5-1A92-4B09-9135-2C8BD5D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6335" y="4215620"/>
            <a:ext cx="554253" cy="344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110" name="text-79 When">
            <a:extLst xmlns:a="http://schemas.openxmlformats.org/drawingml/2006/main">
              <a:ext uri="{FF2B5EF4-FFF2-40B4-BE49-F238E27FC236}">
                <a16:creationId xmlns:a16="http://schemas.microsoft.com/office/drawing/2014/main" id="{D7A7C5DA-72D7-4C51-B8D0-0B4482D7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102" y="4604019"/>
            <a:ext cx="573271" cy="311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When</a:t>
            </a:r>
          </a:p>
        </p:txBody>
      </p:sp>
      <p:sp>
        <p:nvSpPr>
          <p:cNvPr id="111" name="text-79 required">
            <a:extLst xmlns:a="http://schemas.openxmlformats.org/drawingml/2006/main">
              <a:ext uri="{FF2B5EF4-FFF2-40B4-BE49-F238E27FC236}">
                <a16:creationId xmlns:a16="http://schemas.microsoft.com/office/drawing/2014/main" id="{FA7275A0-ACE7-4D7F-8B01-9EB840D8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566" y="4604004"/>
            <a:ext cx="799582" cy="311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sp>
        <p:nvSpPr>
          <p:cNvPr id="112" name="path-80">
            <a:extLst xmlns:a="http://schemas.openxmlformats.org/drawingml/2006/main">
              <a:ext uri="{FF2B5EF4-FFF2-40B4-BE49-F238E27FC236}">
                <a16:creationId xmlns:a16="http://schemas.microsoft.com/office/drawing/2014/main" id="{7C6302F2-53F9-4753-BBB0-C2F681E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66" y="3276833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3" name="path-81">
            <a:extLst xmlns:a="http://schemas.openxmlformats.org/drawingml/2006/main">
              <a:ext uri="{FF2B5EF4-FFF2-40B4-BE49-F238E27FC236}">
                <a16:creationId xmlns:a16="http://schemas.microsoft.com/office/drawing/2014/main" id="{5E5635DE-D547-4537-BF18-F0FA3B0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99" y="2755047"/>
            <a:ext cx="191" cy="521786"/>
          </a:xfrm>
          <a:custGeom xmlns:a="http://schemas.openxmlformats.org/drawingml/2006/main">
            <a:pathLst>
              <a:path w="191" h="521786">
                <a:moveTo>
                  <a:pt x="0" y="5217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4" name="path-82">
            <a:extLst xmlns:a="http://schemas.openxmlformats.org/drawingml/2006/main">
              <a:ext uri="{FF2B5EF4-FFF2-40B4-BE49-F238E27FC236}">
                <a16:creationId xmlns:a16="http://schemas.microsoft.com/office/drawing/2014/main" id="{99BFE1AE-9FE6-438B-AA12-E4160E5D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99" y="2755047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5" name="path-83">
            <a:extLst xmlns:a="http://schemas.openxmlformats.org/drawingml/2006/main">
              <a:ext uri="{FF2B5EF4-FFF2-40B4-BE49-F238E27FC236}">
                <a16:creationId xmlns:a16="http://schemas.microsoft.com/office/drawing/2014/main" id="{F50D2B71-E508-4A34-B201-104E426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405" y="2693661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84">
            <a:extLst xmlns:a="http://schemas.openxmlformats.org/drawingml/2006/main">
              <a:ext uri="{FF2B5EF4-FFF2-40B4-BE49-F238E27FC236}">
                <a16:creationId xmlns:a16="http://schemas.microsoft.com/office/drawing/2014/main" id="{FA3AE6EA-5303-4C4A-969F-B4011C5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1864942"/>
            <a:ext cx="828719" cy="368319"/>
          </a:xfrm>
          <a:custGeom xmlns:a="http://schemas.openxmlformats.org/drawingml/2006/main">
            <a:pathLst>
              <a:path w="828719" h="368319">
                <a:moveTo>
                  <a:pt x="61386" y="0"/>
                </a:moveTo>
                <a:lnTo>
                  <a:pt x="767331" y="0"/>
                </a:lnTo>
                <a:cubicBezTo>
                  <a:pt x="808257" y="0"/>
                  <a:pt x="828719" y="20462"/>
                  <a:pt x="828719" y="61387"/>
                </a:cubicBezTo>
                <a:lnTo>
                  <a:pt x="828719" y="306933"/>
                </a:lnTo>
                <a:cubicBezTo>
                  <a:pt x="828719" y="347857"/>
                  <a:pt x="808257" y="368319"/>
                  <a:pt x="767331" y="368319"/>
                </a:cubicBezTo>
                <a:lnTo>
                  <a:pt x="61386" y="368319"/>
                </a:lnTo>
                <a:cubicBezTo>
                  <a:pt x="20462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2" y="0"/>
                  <a:pt x="6138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B8C0CD"/>
            </a:solidFill>
            <a:prstDash val="solid"/>
          </a:ln>
        </p:spPr>
      </p:sp>
      <p:sp>
        <p:nvSpPr>
          <p:cNvPr id="117" name="text-85 Annotate">
            <a:extLst xmlns:a="http://schemas.openxmlformats.org/drawingml/2006/main">
              <a:ext uri="{FF2B5EF4-FFF2-40B4-BE49-F238E27FC236}">
                <a16:creationId xmlns:a16="http://schemas.microsoft.com/office/drawing/2014/main" id="{80A5DB12-0899-48DD-9BD3-5482ACB0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9675" y="1909626"/>
            <a:ext cx="762284" cy="262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Annotate</a:t>
            </a:r>
          </a:p>
        </p:txBody>
      </p:sp>
      <p:sp>
        <p:nvSpPr>
          <p:cNvPr id="118" name="path-86">
            <a:extLst xmlns:a="http://schemas.openxmlformats.org/drawingml/2006/main">
              <a:ext uri="{FF2B5EF4-FFF2-40B4-BE49-F238E27FC236}">
                <a16:creationId xmlns:a16="http://schemas.microsoft.com/office/drawing/2014/main" id="{DD2ECB32-8B9D-4E9F-A7CA-A5AE310E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957" y="1864942"/>
            <a:ext cx="828720" cy="368319"/>
          </a:xfrm>
          <a:custGeom xmlns:a="http://schemas.openxmlformats.org/drawingml/2006/main">
            <a:pathLst>
              <a:path w="828720" h="368319">
                <a:moveTo>
                  <a:pt x="61387" y="0"/>
                </a:moveTo>
                <a:lnTo>
                  <a:pt x="767332" y="0"/>
                </a:lnTo>
                <a:cubicBezTo>
                  <a:pt x="808257" y="0"/>
                  <a:pt x="828720" y="20462"/>
                  <a:pt x="828720" y="61387"/>
                </a:cubicBezTo>
                <a:lnTo>
                  <a:pt x="828720" y="306933"/>
                </a:lnTo>
                <a:cubicBezTo>
                  <a:pt x="828720" y="347857"/>
                  <a:pt x="808257" y="368319"/>
                  <a:pt x="767332" y="368319"/>
                </a:cubicBezTo>
                <a:lnTo>
                  <a:pt x="61387" y="368319"/>
                </a:lnTo>
                <a:cubicBezTo>
                  <a:pt x="20462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2" y="0"/>
                  <a:pt x="61387" y="0"/>
                </a:cubicBezTo>
              </a:path>
            </a:pathLst>
          </a:custGeom>
          <a:solidFill xmlns:a="http://schemas.openxmlformats.org/drawingml/2006/main">
            <a:srgbClr val="F3FBF6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19" name="text-87 Reconcile">
            <a:extLst xmlns:a="http://schemas.openxmlformats.org/drawingml/2006/main">
              <a:ext uri="{FF2B5EF4-FFF2-40B4-BE49-F238E27FC236}">
                <a16:creationId xmlns:a16="http://schemas.microsoft.com/office/drawing/2014/main" id="{22E114CC-8B89-4148-B13D-5D174AC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1134" y="1910017"/>
            <a:ext cx="762423" cy="26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rPr>
              <a:t>Reconcile</a:t>
            </a:r>
          </a:p>
        </p:txBody>
      </p:sp>
      <p:sp>
        <p:nvSpPr>
          <p:cNvPr id="120" name="path-88">
            <a:extLst xmlns:a="http://schemas.openxmlformats.org/drawingml/2006/main">
              <a:ext uri="{FF2B5EF4-FFF2-40B4-BE49-F238E27FC236}">
                <a16:creationId xmlns:a16="http://schemas.microsoft.com/office/drawing/2014/main" id="{D9300CB2-EDB6-4405-B353-3E730E10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82" y="1864942"/>
            <a:ext cx="828720" cy="368319"/>
          </a:xfrm>
          <a:custGeom xmlns:a="http://schemas.openxmlformats.org/drawingml/2006/main">
            <a:pathLst>
              <a:path w="828720" h="368319">
                <a:moveTo>
                  <a:pt x="61388" y="0"/>
                </a:moveTo>
                <a:lnTo>
                  <a:pt x="767333" y="0"/>
                </a:lnTo>
                <a:cubicBezTo>
                  <a:pt x="808258" y="0"/>
                  <a:pt x="828720" y="20462"/>
                  <a:pt x="828720" y="61387"/>
                </a:cubicBezTo>
                <a:lnTo>
                  <a:pt x="828720" y="306933"/>
                </a:lnTo>
                <a:cubicBezTo>
                  <a:pt x="828720" y="347857"/>
                  <a:pt x="808258" y="368319"/>
                  <a:pt x="767333" y="368319"/>
                </a:cubicBezTo>
                <a:lnTo>
                  <a:pt x="61388" y="368319"/>
                </a:lnTo>
                <a:cubicBezTo>
                  <a:pt x="20463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3" y="0"/>
                  <a:pt x="6138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B8C0CD"/>
            </a:solidFill>
            <a:prstDash val="solid"/>
          </a:ln>
        </p:spPr>
      </p:sp>
      <p:sp>
        <p:nvSpPr>
          <p:cNvPr id="121" name="text-89 Revise">
            <a:extLst xmlns:a="http://schemas.openxmlformats.org/drawingml/2006/main">
              <a:ext uri="{FF2B5EF4-FFF2-40B4-BE49-F238E27FC236}">
                <a16:creationId xmlns:a16="http://schemas.microsoft.com/office/drawing/2014/main" id="{F477CA22-18C7-403C-8CE5-9DDEFF8A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3515" y="1893724"/>
            <a:ext cx="587518" cy="292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Revise</a:t>
            </a:r>
          </a:p>
        </p:txBody>
      </p:sp>
      <p:sp>
        <p:nvSpPr>
          <p:cNvPr id="122" name="path-90">
            <a:extLst xmlns:a="http://schemas.openxmlformats.org/drawingml/2006/main">
              <a:ext uri="{FF2B5EF4-FFF2-40B4-BE49-F238E27FC236}">
                <a16:creationId xmlns:a16="http://schemas.microsoft.com/office/drawing/2014/main" id="{91F1E059-CD89-4969-8D5E-0D342632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2233261"/>
            <a:ext cx="191" cy="122773"/>
          </a:xfrm>
          <a:custGeom xmlns:a="http://schemas.openxmlformats.org/drawingml/2006/main">
            <a:pathLst>
              <a:path w="191" h="122773">
                <a:moveTo>
                  <a:pt x="0" y="0"/>
                </a:moveTo>
                <a:lnTo>
                  <a:pt x="0" y="122773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23" name="path-91">
            <a:extLst xmlns:a="http://schemas.openxmlformats.org/drawingml/2006/main">
              <a:ext uri="{FF2B5EF4-FFF2-40B4-BE49-F238E27FC236}">
                <a16:creationId xmlns:a16="http://schemas.microsoft.com/office/drawing/2014/main" id="{1B3868AC-16EC-4D52-96F4-2D1857EA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2348361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92">
            <a:extLst xmlns:a="http://schemas.openxmlformats.org/drawingml/2006/main">
              <a:ext uri="{FF2B5EF4-FFF2-40B4-BE49-F238E27FC236}">
                <a16:creationId xmlns:a16="http://schemas.microsoft.com/office/drawing/2014/main" id="{F14120AC-BAF0-4BFA-8157-561DB9A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2455788"/>
            <a:ext cx="2654970" cy="1028225"/>
          </a:xfrm>
          <a:custGeom xmlns:a="http://schemas.openxmlformats.org/drawingml/2006/main">
            <a:pathLst>
              <a:path w="2654970" h="1028225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943819"/>
                </a:lnTo>
                <a:cubicBezTo>
                  <a:pt x="2654970" y="1000090"/>
                  <a:pt x="2626834" y="1028225"/>
                  <a:pt x="2570563" y="1028225"/>
                </a:cubicBezTo>
                <a:lnTo>
                  <a:pt x="84406" y="1028225"/>
                </a:lnTo>
                <a:cubicBezTo>
                  <a:pt x="28135" y="1028225"/>
                  <a:pt x="0" y="1000090"/>
                  <a:pt x="0" y="9438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8677C2-5F8C-43F3-8699-F62FED60E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7aba59654bf6"/>
          <a:stretch xmlns:a="http://schemas.openxmlformats.org/drawingml/2006/main"/>
        </p:blipFill>
        <p:spPr>
          <a:xfrm xmlns:a="http://schemas.openxmlformats.org/drawingml/2006/main">
            <a:off x="6422889" y="2527939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26" name="text-94 Branch">
            <a:extLst xmlns:a="http://schemas.openxmlformats.org/drawingml/2006/main">
              <a:ext uri="{FF2B5EF4-FFF2-40B4-BE49-F238E27FC236}">
                <a16:creationId xmlns:a16="http://schemas.microsoft.com/office/drawing/2014/main" id="{F8C64B6D-D9B5-43CE-ABB2-25A63A78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2537669"/>
            <a:ext cx="734412" cy="333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27" name="text-94 Plan">
            <a:extLst xmlns:a="http://schemas.openxmlformats.org/drawingml/2006/main">
              <a:ext uri="{FF2B5EF4-FFF2-40B4-BE49-F238E27FC236}">
                <a16:creationId xmlns:a16="http://schemas.microsoft.com/office/drawing/2014/main" id="{172DEC4B-1734-4FB2-916D-E7A14F3D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0280" y="2537677"/>
            <a:ext cx="478935" cy="33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28" name="text-95 File">
            <a:extLst xmlns:a="http://schemas.openxmlformats.org/drawingml/2006/main">
              <a:ext uri="{FF2B5EF4-FFF2-40B4-BE49-F238E27FC236}">
                <a16:creationId xmlns:a16="http://schemas.microsoft.com/office/drawing/2014/main" id="{1BCED1F2-0B89-45AA-A894-9681FC3D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2885441"/>
            <a:ext cx="350340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29" name="text-95 roles">
            <a:extLst xmlns:a="http://schemas.openxmlformats.org/drawingml/2006/main">
              <a:ext uri="{FF2B5EF4-FFF2-40B4-BE49-F238E27FC236}">
                <a16:creationId xmlns:a16="http://schemas.microsoft.com/office/drawing/2014/main" id="{2DAA3383-FE88-4CDC-A9AF-91485EB8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9993" y="2885200"/>
            <a:ext cx="474468" cy="311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roles</a:t>
            </a:r>
          </a:p>
        </p:txBody>
      </p:sp>
      <p:sp>
        <p:nvSpPr>
          <p:cNvPr id="130" name="text-96 Operation">
            <a:extLst xmlns:a="http://schemas.openxmlformats.org/drawingml/2006/main">
              <a:ext uri="{FF2B5EF4-FFF2-40B4-BE49-F238E27FC236}">
                <a16:creationId xmlns:a16="http://schemas.microsoft.com/office/drawing/2014/main" id="{C0D8F198-A310-49D9-970A-B56690E5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3145733"/>
            <a:ext cx="951185" cy="312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Operation</a:t>
            </a:r>
          </a:p>
        </p:txBody>
      </p:sp>
      <p:sp>
        <p:nvSpPr>
          <p:cNvPr id="131" name="text-96 dependencies">
            <a:extLst xmlns:a="http://schemas.openxmlformats.org/drawingml/2006/main">
              <a:ext uri="{FF2B5EF4-FFF2-40B4-BE49-F238E27FC236}">
                <a16:creationId xmlns:a16="http://schemas.microsoft.com/office/drawing/2014/main" id="{42559BB6-87B2-4D48-A1E4-1D60D31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592" y="3146074"/>
            <a:ext cx="1267556" cy="31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132" name="path-97">
            <a:extLst xmlns:a="http://schemas.openxmlformats.org/drawingml/2006/main">
              <a:ext uri="{FF2B5EF4-FFF2-40B4-BE49-F238E27FC236}">
                <a16:creationId xmlns:a16="http://schemas.microsoft.com/office/drawing/2014/main" id="{96600260-0DBE-465F-9D29-2E4B2835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3484013"/>
            <a:ext cx="191" cy="184160"/>
          </a:xfrm>
          <a:custGeom xmlns:a="http://schemas.openxmlformats.org/drawingml/2006/main">
            <a:pathLst>
              <a:path w="191" h="184160">
                <a:moveTo>
                  <a:pt x="0" y="0"/>
                </a:moveTo>
                <a:lnTo>
                  <a:pt x="0" y="18416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33" name="path-98">
            <a:extLst xmlns:a="http://schemas.openxmlformats.org/drawingml/2006/main">
              <a:ext uri="{FF2B5EF4-FFF2-40B4-BE49-F238E27FC236}">
                <a16:creationId xmlns:a16="http://schemas.microsoft.com/office/drawing/2014/main" id="{C4B81E59-E698-4ACE-96E1-D82C47E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3660500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ext-99 Branch">
            <a:extLst xmlns:a="http://schemas.openxmlformats.org/drawingml/2006/main">
              <a:ext uri="{FF2B5EF4-FFF2-40B4-BE49-F238E27FC236}">
                <a16:creationId xmlns:a16="http://schemas.microsoft.com/office/drawing/2014/main" id="{5716B25F-0663-4C7F-9B7F-3D99938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2803" y="3447593"/>
            <a:ext cx="580350" cy="26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35" name="text-99 gate">
            <a:extLst xmlns:a="http://schemas.openxmlformats.org/drawingml/2006/main">
              <a:ext uri="{FF2B5EF4-FFF2-40B4-BE49-F238E27FC236}">
                <a16:creationId xmlns:a16="http://schemas.microsoft.com/office/drawing/2014/main" id="{79C77CE6-A0F1-4649-9E16-231F74FE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923" y="3446490"/>
            <a:ext cx="387829" cy="270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136" name="path-100">
            <a:extLst xmlns:a="http://schemas.openxmlformats.org/drawingml/2006/main">
              <a:ext uri="{FF2B5EF4-FFF2-40B4-BE49-F238E27FC236}">
                <a16:creationId xmlns:a16="http://schemas.microsoft.com/office/drawing/2014/main" id="{1AE72EB0-20C0-4479-8045-B78DDF5B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3767926"/>
            <a:ext cx="2654970" cy="498766"/>
          </a:xfrm>
          <a:custGeom xmlns:a="http://schemas.openxmlformats.org/drawingml/2006/main">
            <a:pathLst>
              <a:path w="2654970" h="498766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7"/>
                </a:cubicBezTo>
                <a:lnTo>
                  <a:pt x="2654970" y="414359"/>
                </a:lnTo>
                <a:cubicBezTo>
                  <a:pt x="2654970" y="470631"/>
                  <a:pt x="2626834" y="498766"/>
                  <a:pt x="2570563" y="498766"/>
                </a:cubicBezTo>
                <a:lnTo>
                  <a:pt x="84406" y="498766"/>
                </a:lnTo>
                <a:cubicBezTo>
                  <a:pt x="28135" y="498766"/>
                  <a:pt x="0" y="470631"/>
                  <a:pt x="0" y="414359"/>
                </a:cubicBezTo>
                <a:lnTo>
                  <a:pt x="0" y="84407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E07C6B2-E1D7-482D-A89F-76BBA2032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c1083c3544ce3"/>
          <a:stretch xmlns:a="http://schemas.openxmlformats.org/drawingml/2006/main"/>
        </p:blipFill>
        <p:spPr>
          <a:xfrm xmlns:a="http://schemas.openxmlformats.org/drawingml/2006/main">
            <a:off x="6422889" y="3823339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38" name="text-102 Branch">
            <a:extLst xmlns:a="http://schemas.openxmlformats.org/drawingml/2006/main">
              <a:ext uri="{FF2B5EF4-FFF2-40B4-BE49-F238E27FC236}">
                <a16:creationId xmlns:a16="http://schemas.microsoft.com/office/drawing/2014/main" id="{E831B746-2D2A-47E1-B288-92469C93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3803767"/>
            <a:ext cx="734412" cy="333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39" name="text-102 workspace">
            <a:extLst xmlns:a="http://schemas.openxmlformats.org/drawingml/2006/main">
              <a:ext uri="{FF2B5EF4-FFF2-40B4-BE49-F238E27FC236}">
                <a16:creationId xmlns:a16="http://schemas.microsoft.com/office/drawing/2014/main" id="{827FB6F4-951F-4DBE-A2D4-91BEB16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0280" y="3802970"/>
            <a:ext cx="1103226" cy="334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140" name="path-103">
            <a:extLst xmlns:a="http://schemas.openxmlformats.org/drawingml/2006/main">
              <a:ext uri="{FF2B5EF4-FFF2-40B4-BE49-F238E27FC236}">
                <a16:creationId xmlns:a16="http://schemas.microsoft.com/office/drawing/2014/main" id="{20EF9363-74F7-4118-BCFB-1EA2321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4266692"/>
            <a:ext cx="191" cy="138120"/>
          </a:xfrm>
          <a:custGeom xmlns:a="http://schemas.openxmlformats.org/drawingml/2006/main">
            <a:pathLst>
              <a:path w="191" h="138120">
                <a:moveTo>
                  <a:pt x="0" y="0"/>
                </a:moveTo>
                <a:lnTo>
                  <a:pt x="0" y="13812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41" name="path-104">
            <a:extLst xmlns:a="http://schemas.openxmlformats.org/drawingml/2006/main">
              <a:ext uri="{FF2B5EF4-FFF2-40B4-BE49-F238E27FC236}">
                <a16:creationId xmlns:a16="http://schemas.microsoft.com/office/drawing/2014/main" id="{CD32B6E3-F9C9-402E-B99D-361E04F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4397139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05">
            <a:extLst xmlns:a="http://schemas.openxmlformats.org/drawingml/2006/main">
              <a:ext uri="{FF2B5EF4-FFF2-40B4-BE49-F238E27FC236}">
                <a16:creationId xmlns:a16="http://schemas.microsoft.com/office/drawing/2014/main" id="{E60BC3B7-F41E-45B5-B2B7-DF0C9BF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4504565"/>
            <a:ext cx="2654970" cy="1258425"/>
          </a:xfrm>
          <a:custGeom xmlns:a="http://schemas.openxmlformats.org/drawingml/2006/main">
            <a:pathLst>
              <a:path w="2654970" h="1258425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1174019"/>
                </a:lnTo>
                <a:cubicBezTo>
                  <a:pt x="2654970" y="1230290"/>
                  <a:pt x="2626834" y="1258425"/>
                  <a:pt x="2570563" y="1258425"/>
                </a:cubicBezTo>
                <a:lnTo>
                  <a:pt x="84406" y="1258425"/>
                </a:lnTo>
                <a:cubicBezTo>
                  <a:pt x="28135" y="1258425"/>
                  <a:pt x="0" y="1230290"/>
                  <a:pt x="0" y="11740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A61DA35-C482-4F6D-B0F7-E057EB957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86d9e8f0f4ecf"/>
          <a:stretch xmlns:a="http://schemas.openxmlformats.org/drawingml/2006/main"/>
        </p:blipFill>
        <p:spPr>
          <a:xfrm xmlns:a="http://schemas.openxmlformats.org/drawingml/2006/main">
            <a:off x="6422889" y="4575814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44" name="text-107 Task">
            <a:extLst xmlns:a="http://schemas.openxmlformats.org/drawingml/2006/main">
              <a:ext uri="{FF2B5EF4-FFF2-40B4-BE49-F238E27FC236}">
                <a16:creationId xmlns:a16="http://schemas.microsoft.com/office/drawing/2014/main" id="{9F1A2BE8-81AE-4487-81ED-60A5474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4576734"/>
            <a:ext cx="495822" cy="346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45" name="text-107 Blueprint">
            <a:extLst xmlns:a="http://schemas.openxmlformats.org/drawingml/2006/main">
              <a:ext uri="{FF2B5EF4-FFF2-40B4-BE49-F238E27FC236}">
                <a16:creationId xmlns:a16="http://schemas.microsoft.com/office/drawing/2014/main" id="{F79DC4FA-B68E-4E28-933A-B31A19F9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029" y="4585869"/>
            <a:ext cx="952725" cy="333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Blueprint</a:t>
            </a:r>
          </a:p>
        </p:txBody>
      </p:sp>
      <p:sp>
        <p:nvSpPr>
          <p:cNvPr id="146" name="text-108 Deliverables">
            <a:extLst xmlns:a="http://schemas.openxmlformats.org/drawingml/2006/main">
              <a:ext uri="{FF2B5EF4-FFF2-40B4-BE49-F238E27FC236}">
                <a16:creationId xmlns:a16="http://schemas.microsoft.com/office/drawing/2014/main" id="{B4A8DE88-90CE-4CD9-B496-3B64B3A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4903298"/>
            <a:ext cx="1139819" cy="311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Deliverables</a:t>
            </a:r>
          </a:p>
        </p:txBody>
      </p:sp>
      <p:sp>
        <p:nvSpPr>
          <p:cNvPr id="147" name="text-109 Preservation">
            <a:extLst xmlns:a="http://schemas.openxmlformats.org/drawingml/2006/main">
              <a:ext uri="{FF2B5EF4-FFF2-40B4-BE49-F238E27FC236}">
                <a16:creationId xmlns:a16="http://schemas.microsoft.com/office/drawing/2014/main" id="{153D141F-63D2-4451-83C1-E94EADAA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5171906"/>
            <a:ext cx="1174749" cy="31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Preservation</a:t>
            </a:r>
          </a:p>
        </p:txBody>
      </p:sp>
      <p:sp>
        <p:nvSpPr>
          <p:cNvPr id="148" name="text-109 rules">
            <a:extLst xmlns:a="http://schemas.openxmlformats.org/drawingml/2006/main">
              <a:ext uri="{FF2B5EF4-FFF2-40B4-BE49-F238E27FC236}">
                <a16:creationId xmlns:a16="http://schemas.microsoft.com/office/drawing/2014/main" id="{3B599624-8EF7-4704-85AE-E0011AE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4232" y="5171834"/>
            <a:ext cx="474693" cy="311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149" name="text-110 Outcome">
            <a:extLst xmlns:a="http://schemas.openxmlformats.org/drawingml/2006/main">
              <a:ext uri="{FF2B5EF4-FFF2-40B4-BE49-F238E27FC236}">
                <a16:creationId xmlns:a16="http://schemas.microsoft.com/office/drawing/2014/main" id="{3861D7CC-4B2C-435D-B054-1E63AD80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5439278"/>
            <a:ext cx="863733" cy="313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150" name="text-110 checks">
            <a:extLst xmlns:a="http://schemas.openxmlformats.org/drawingml/2006/main">
              <a:ext uri="{FF2B5EF4-FFF2-40B4-BE49-F238E27FC236}">
                <a16:creationId xmlns:a16="http://schemas.microsoft.com/office/drawing/2014/main" id="{43FE5D21-AF0F-4BDA-B140-052CFBC8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140" y="5439575"/>
            <a:ext cx="633947" cy="312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51" name="path-111">
            <a:extLst xmlns:a="http://schemas.openxmlformats.org/drawingml/2006/main">
              <a:ext uri="{FF2B5EF4-FFF2-40B4-BE49-F238E27FC236}">
                <a16:creationId xmlns:a16="http://schemas.microsoft.com/office/drawing/2014/main" id="{92836D16-8278-44BC-9E24-116DEB50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468" y="1864942"/>
            <a:ext cx="2654971" cy="882432"/>
          </a:xfrm>
          <a:custGeom xmlns:a="http://schemas.openxmlformats.org/drawingml/2006/main">
            <a:pathLst>
              <a:path w="2654971" h="882432">
                <a:moveTo>
                  <a:pt x="84407" y="0"/>
                </a:moveTo>
                <a:lnTo>
                  <a:pt x="2570564" y="0"/>
                </a:lnTo>
                <a:cubicBezTo>
                  <a:pt x="2626835" y="0"/>
                  <a:pt x="2654971" y="28135"/>
                  <a:pt x="2654971" y="84406"/>
                </a:cubicBezTo>
                <a:lnTo>
                  <a:pt x="2654971" y="798026"/>
                </a:lnTo>
                <a:cubicBezTo>
                  <a:pt x="2654971" y="854297"/>
                  <a:pt x="2626835" y="882432"/>
                  <a:pt x="2570564" y="882432"/>
                </a:cubicBezTo>
                <a:lnTo>
                  <a:pt x="84407" y="882432"/>
                </a:lnTo>
                <a:cubicBezTo>
                  <a:pt x="28136" y="882432"/>
                  <a:pt x="0" y="854297"/>
                  <a:pt x="0" y="798026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E7007E-8777-40B6-BC7E-1CF9CF283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49048505d4434"/>
          <a:stretch xmlns:a="http://schemas.openxmlformats.org/drawingml/2006/main"/>
        </p:blipFill>
        <p:spPr>
          <a:xfrm xmlns:a="http://schemas.openxmlformats.org/drawingml/2006/main">
            <a:off x="9461364" y="1937389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53" name="text-113 New">
            <a:extLst xmlns:a="http://schemas.openxmlformats.org/drawingml/2006/main">
              <a:ext uri="{FF2B5EF4-FFF2-40B4-BE49-F238E27FC236}">
                <a16:creationId xmlns:a16="http://schemas.microsoft.com/office/drawing/2014/main" id="{CD88FBD9-A261-4A9B-B2A7-9C429507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61" y="1945936"/>
            <a:ext cx="493076" cy="33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New</a:t>
            </a:r>
          </a:p>
        </p:txBody>
      </p:sp>
      <p:sp>
        <p:nvSpPr>
          <p:cNvPr id="154" name="text-113 instruction">
            <a:extLst xmlns:a="http://schemas.openxmlformats.org/drawingml/2006/main">
              <a:ext uri="{FF2B5EF4-FFF2-40B4-BE49-F238E27FC236}">
                <a16:creationId xmlns:a16="http://schemas.microsoft.com/office/drawing/2014/main" id="{1167AF48-20B9-4A9B-A80D-8D92B50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7475" y="1945834"/>
            <a:ext cx="1102105" cy="334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155" name="text-114 Goal">
            <a:extLst xmlns:a="http://schemas.openxmlformats.org/drawingml/2006/main">
              <a:ext uri="{FF2B5EF4-FFF2-40B4-BE49-F238E27FC236}">
                <a16:creationId xmlns:a16="http://schemas.microsoft.com/office/drawing/2014/main" id="{C1F6C540-84E0-4D67-991E-0B230329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234" y="2391879"/>
            <a:ext cx="475951" cy="32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156" name="text-114 and">
            <a:extLst xmlns:a="http://schemas.openxmlformats.org/drawingml/2006/main">
              <a:ext uri="{FF2B5EF4-FFF2-40B4-BE49-F238E27FC236}">
                <a16:creationId xmlns:a16="http://schemas.microsoft.com/office/drawing/2014/main" id="{2CD8F5A4-9FFB-47B6-9991-F1A9A08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646" y="2391897"/>
            <a:ext cx="396452" cy="322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57" name="text-114 outcomes">
            <a:extLst xmlns:a="http://schemas.openxmlformats.org/drawingml/2006/main">
              <a:ext uri="{FF2B5EF4-FFF2-40B4-BE49-F238E27FC236}">
                <a16:creationId xmlns:a16="http://schemas.microsoft.com/office/drawing/2014/main" id="{2A4A6609-11DE-4FDC-9338-479B35E8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639" y="2390719"/>
            <a:ext cx="950756" cy="324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158" name="path-115">
            <a:extLst xmlns:a="http://schemas.openxmlformats.org/drawingml/2006/main">
              <a:ext uri="{FF2B5EF4-FFF2-40B4-BE49-F238E27FC236}">
                <a16:creationId xmlns:a16="http://schemas.microsoft.com/office/drawing/2014/main" id="{6DAA825A-1552-49A5-950E-9CC307C4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3" y="2747374"/>
            <a:ext cx="191" cy="130447"/>
          </a:xfrm>
          <a:custGeom xmlns:a="http://schemas.openxmlformats.org/drawingml/2006/main">
            <a:pathLst>
              <a:path w="191" h="130447">
                <a:moveTo>
                  <a:pt x="0" y="0"/>
                </a:moveTo>
                <a:lnTo>
                  <a:pt x="0" y="130447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sp>
        <p:nvSpPr>
          <p:cNvPr id="159" name="path-116">
            <a:extLst xmlns:a="http://schemas.openxmlformats.org/drawingml/2006/main">
              <a:ext uri="{FF2B5EF4-FFF2-40B4-BE49-F238E27FC236}">
                <a16:creationId xmlns:a16="http://schemas.microsoft.com/office/drawing/2014/main" id="{97936C41-A46E-4646-AEE3-997EC450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567" y="2870147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F07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17">
            <a:extLst xmlns:a="http://schemas.openxmlformats.org/drawingml/2006/main">
              <a:ext uri="{FF2B5EF4-FFF2-40B4-BE49-F238E27FC236}">
                <a16:creationId xmlns:a16="http://schemas.microsoft.com/office/drawing/2014/main" id="{52D4FDEB-5645-4973-80E1-69431053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468" y="2977574"/>
            <a:ext cx="2654971" cy="2363383"/>
          </a:xfrm>
          <a:custGeom xmlns:a="http://schemas.openxmlformats.org/drawingml/2006/main">
            <a:pathLst>
              <a:path w="2654971" h="2363383">
                <a:moveTo>
                  <a:pt x="84407" y="0"/>
                </a:moveTo>
                <a:lnTo>
                  <a:pt x="2570564" y="0"/>
                </a:lnTo>
                <a:cubicBezTo>
                  <a:pt x="2626835" y="0"/>
                  <a:pt x="2654971" y="28135"/>
                  <a:pt x="2654971" y="84406"/>
                </a:cubicBezTo>
                <a:lnTo>
                  <a:pt x="2654971" y="2278977"/>
                </a:lnTo>
                <a:cubicBezTo>
                  <a:pt x="2654971" y="2335248"/>
                  <a:pt x="2626835" y="2363383"/>
                  <a:pt x="2570564" y="2363383"/>
                </a:cubicBezTo>
                <a:lnTo>
                  <a:pt x="84407" y="2363383"/>
                </a:lnTo>
                <a:cubicBezTo>
                  <a:pt x="28136" y="2363383"/>
                  <a:pt x="0" y="2335248"/>
                  <a:pt x="0" y="2278977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E9D4DD3-A620-48B0-AF09-FED5FB950B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fdf27ae3448ca"/>
          <a:stretch xmlns:a="http://schemas.openxmlformats.org/drawingml/2006/main"/>
        </p:blipFill>
        <p:spPr>
          <a:xfrm xmlns:a="http://schemas.openxmlformats.org/drawingml/2006/main">
            <a:off x="9461364" y="3070864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162" name="text-119 Starter">
            <a:extLst xmlns:a="http://schemas.openxmlformats.org/drawingml/2006/main">
              <a:ext uri="{FF2B5EF4-FFF2-40B4-BE49-F238E27FC236}">
                <a16:creationId xmlns:a16="http://schemas.microsoft.com/office/drawing/2014/main" id="{61A4C9FC-03E6-4C07-A49D-E9905F2A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7369" y="3085998"/>
            <a:ext cx="775713" cy="35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163" name="text-119 State">
            <a:extLst xmlns:a="http://schemas.openxmlformats.org/drawingml/2006/main">
              <a:ext uri="{FF2B5EF4-FFF2-40B4-BE49-F238E27FC236}">
                <a16:creationId xmlns:a16="http://schemas.microsoft.com/office/drawing/2014/main" id="{D7CF5D31-6080-4A4D-9C49-9F7E602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4375" y="3085342"/>
            <a:ext cx="597605" cy="3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64" name="path-120">
            <a:extLst xmlns:a="http://schemas.openxmlformats.org/drawingml/2006/main">
              <a:ext uri="{FF2B5EF4-FFF2-40B4-BE49-F238E27FC236}">
                <a16:creationId xmlns:a16="http://schemas.microsoft.com/office/drawing/2014/main" id="{FF69BB81-F9E7-46E3-B0C2-B042690B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3576093"/>
            <a:ext cx="2394076" cy="414359"/>
          </a:xfrm>
          <a:custGeom xmlns:a="http://schemas.openxmlformats.org/drawingml/2006/main">
            <a:pathLst>
              <a:path w="2394076" h="414359">
                <a:moveTo>
                  <a:pt x="69060" y="0"/>
                </a:moveTo>
                <a:lnTo>
                  <a:pt x="2325017" y="0"/>
                </a:lnTo>
                <a:cubicBezTo>
                  <a:pt x="2371058" y="0"/>
                  <a:pt x="2394076" y="23020"/>
                  <a:pt x="2394076" y="69061"/>
                </a:cubicBezTo>
                <a:lnTo>
                  <a:pt x="2394076" y="345300"/>
                </a:lnTo>
                <a:cubicBezTo>
                  <a:pt x="2394076" y="391340"/>
                  <a:pt x="2371058" y="414359"/>
                  <a:pt x="2325017" y="414359"/>
                </a:cubicBezTo>
                <a:lnTo>
                  <a:pt x="69060" y="414359"/>
                </a:lnTo>
                <a:cubicBezTo>
                  <a:pt x="23020" y="414359"/>
                  <a:pt x="0" y="391340"/>
                  <a:pt x="0" y="345300"/>
                </a:cubicBezTo>
                <a:lnTo>
                  <a:pt x="0" y="69061"/>
                </a:lnTo>
                <a:cubicBezTo>
                  <a:pt x="0" y="23020"/>
                  <a:pt x="23020" y="0"/>
                  <a:pt x="69060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65" name="text-121 Selected">
            <a:extLst xmlns:a="http://schemas.openxmlformats.org/drawingml/2006/main">
              <a:ext uri="{FF2B5EF4-FFF2-40B4-BE49-F238E27FC236}">
                <a16:creationId xmlns:a16="http://schemas.microsoft.com/office/drawing/2014/main" id="{5956B0D1-7E00-44A0-B51A-C14F1FE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676" y="3604023"/>
            <a:ext cx="868553" cy="33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Selected</a:t>
            </a:r>
          </a:p>
        </p:txBody>
      </p:sp>
      <p:sp>
        <p:nvSpPr>
          <p:cNvPr id="166" name="text-121 files">
            <a:extLst xmlns:a="http://schemas.openxmlformats.org/drawingml/2006/main">
              <a:ext uri="{FF2B5EF4-FFF2-40B4-BE49-F238E27FC236}">
                <a16:creationId xmlns:a16="http://schemas.microsoft.com/office/drawing/2014/main" id="{DA1499E0-0DB7-446F-947D-A416738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093" y="3603486"/>
            <a:ext cx="445763" cy="3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167" name="path-122">
            <a:extLst xmlns:a="http://schemas.openxmlformats.org/drawingml/2006/main">
              <a:ext uri="{FF2B5EF4-FFF2-40B4-BE49-F238E27FC236}">
                <a16:creationId xmlns:a16="http://schemas.microsoft.com/office/drawing/2014/main" id="{A8C1ACF7-30DF-4D31-A278-92F0A4D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4151592"/>
            <a:ext cx="1150999" cy="337626"/>
          </a:xfrm>
          <a:custGeom xmlns:a="http://schemas.openxmlformats.org/drawingml/2006/main">
            <a:pathLst>
              <a:path w="1150999" h="337626">
                <a:moveTo>
                  <a:pt x="53714" y="0"/>
                </a:moveTo>
                <a:lnTo>
                  <a:pt x="1097286" y="0"/>
                </a:lnTo>
                <a:cubicBezTo>
                  <a:pt x="1133095" y="0"/>
                  <a:pt x="1150999" y="17904"/>
                  <a:pt x="1150999" y="53713"/>
                </a:cubicBezTo>
                <a:lnTo>
                  <a:pt x="1150999" y="283913"/>
                </a:lnTo>
                <a:cubicBezTo>
                  <a:pt x="1150999" y="319722"/>
                  <a:pt x="1133095" y="337626"/>
                  <a:pt x="1097286" y="337626"/>
                </a:cubicBezTo>
                <a:lnTo>
                  <a:pt x="53714" y="337626"/>
                </a:lnTo>
                <a:cubicBezTo>
                  <a:pt x="17904" y="337626"/>
                  <a:pt x="0" y="319722"/>
                  <a:pt x="0" y="283913"/>
                </a:cubicBezTo>
                <a:lnTo>
                  <a:pt x="0" y="53713"/>
                </a:lnTo>
                <a:cubicBezTo>
                  <a:pt x="0" y="17904"/>
                  <a:pt x="17904" y="0"/>
                  <a:pt x="53714" y="0"/>
                </a:cubicBezTo>
              </a:path>
            </a:pathLst>
          </a:custGeom>
          <a:solidFill xmlns:a="http://schemas.openxmlformats.org/drawingml/2006/main">
            <a:srgbClr val="FFF3EC"/>
          </a:solidFill>
          <a:ln xmlns:a="http://schemas.openxmlformats.org/drawingml/2006/main" w="42630">
            <a:solidFill>
              <a:srgbClr val="AD5D0B"/>
            </a:solidFill>
            <a:prstDash val="solid"/>
          </a:ln>
        </p:spPr>
      </p:sp>
      <p:sp>
        <p:nvSpPr>
          <p:cNvPr id="168" name="text-123 Editable">
            <a:extLst xmlns:a="http://schemas.openxmlformats.org/drawingml/2006/main">
              <a:ext uri="{FF2B5EF4-FFF2-40B4-BE49-F238E27FC236}">
                <a16:creationId xmlns:a16="http://schemas.microsoft.com/office/drawing/2014/main" id="{39DDCEA2-9AFA-4125-BC67-1D2AF80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7898" y="4158188"/>
            <a:ext cx="766163" cy="30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defRPr>
            </a:pPr>
            <a:r>
              <a: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rPr>
              <a:t>Editable</a:t>
            </a:r>
          </a:p>
        </p:txBody>
      </p:sp>
      <p:sp>
        <p:nvSpPr>
          <p:cNvPr id="169" name="path-124">
            <a:extLst xmlns:a="http://schemas.openxmlformats.org/drawingml/2006/main">
              <a:ext uri="{FF2B5EF4-FFF2-40B4-BE49-F238E27FC236}">
                <a16:creationId xmlns:a16="http://schemas.microsoft.com/office/drawing/2014/main" id="{661C07D4-C0EA-45BD-9E72-F0A2469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993" y="4151592"/>
            <a:ext cx="1150998" cy="337626"/>
          </a:xfrm>
          <a:custGeom xmlns:a="http://schemas.openxmlformats.org/drawingml/2006/main">
            <a:pathLst>
              <a:path w="1150998" h="337626">
                <a:moveTo>
                  <a:pt x="53713" y="0"/>
                </a:moveTo>
                <a:lnTo>
                  <a:pt x="1097286" y="0"/>
                </a:lnTo>
                <a:cubicBezTo>
                  <a:pt x="1133095" y="0"/>
                  <a:pt x="1150998" y="17904"/>
                  <a:pt x="1150998" y="53713"/>
                </a:cubicBezTo>
                <a:lnTo>
                  <a:pt x="1150998" y="283913"/>
                </a:lnTo>
                <a:cubicBezTo>
                  <a:pt x="1150998" y="319722"/>
                  <a:pt x="1133095" y="337626"/>
                  <a:pt x="1097286" y="337626"/>
                </a:cubicBezTo>
                <a:lnTo>
                  <a:pt x="53713" y="337626"/>
                </a:lnTo>
                <a:cubicBezTo>
                  <a:pt x="17904" y="337626"/>
                  <a:pt x="0" y="319722"/>
                  <a:pt x="0" y="283913"/>
                </a:cubicBezTo>
                <a:lnTo>
                  <a:pt x="0" y="53713"/>
                </a:lnTo>
                <a:cubicBezTo>
                  <a:pt x="0" y="17904"/>
                  <a:pt x="17904" y="0"/>
                  <a:pt x="53713" y="0"/>
                </a:cubicBez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170" name="text-125 Protected">
            <a:extLst xmlns:a="http://schemas.openxmlformats.org/drawingml/2006/main">
              <a:ext uri="{FF2B5EF4-FFF2-40B4-BE49-F238E27FC236}">
                <a16:creationId xmlns:a16="http://schemas.microsoft.com/office/drawing/2014/main" id="{722CAEDE-3682-408C-A8C5-55B30FAA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1871" y="4158145"/>
            <a:ext cx="904037" cy="30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Protected</a:t>
            </a:r>
          </a:p>
        </p:txBody>
      </p:sp>
      <p:sp>
        <p:nvSpPr>
          <p:cNvPr id="171" name="path-126">
            <a:extLst xmlns:a="http://schemas.openxmlformats.org/drawingml/2006/main">
              <a:ext uri="{FF2B5EF4-FFF2-40B4-BE49-F238E27FC236}">
                <a16:creationId xmlns:a16="http://schemas.microsoft.com/office/drawing/2014/main" id="{88B2452A-C0D8-43DD-934D-CC9398C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4734765"/>
            <a:ext cx="2394076" cy="468073"/>
          </a:xfrm>
          <a:custGeom xmlns:a="http://schemas.openxmlformats.org/drawingml/2006/main">
            <a:pathLst>
              <a:path w="2394076" h="468073">
                <a:moveTo>
                  <a:pt x="69060" y="0"/>
                </a:moveTo>
                <a:lnTo>
                  <a:pt x="2325017" y="0"/>
                </a:lnTo>
                <a:cubicBezTo>
                  <a:pt x="2371058" y="0"/>
                  <a:pt x="2394076" y="23020"/>
                  <a:pt x="2394076" y="69060"/>
                </a:cubicBezTo>
                <a:lnTo>
                  <a:pt x="2394076" y="399013"/>
                </a:lnTo>
                <a:cubicBezTo>
                  <a:pt x="2394076" y="445053"/>
                  <a:pt x="2371058" y="468073"/>
                  <a:pt x="2325017" y="468073"/>
                </a:cubicBezTo>
                <a:lnTo>
                  <a:pt x="69060" y="468073"/>
                </a:lnTo>
                <a:cubicBezTo>
                  <a:pt x="23020" y="468073"/>
                  <a:pt x="0" y="445053"/>
                  <a:pt x="0" y="399013"/>
                </a:cubicBezTo>
                <a:lnTo>
                  <a:pt x="0" y="69060"/>
                </a:lnTo>
                <a:cubicBezTo>
                  <a:pt x="0" y="23020"/>
                  <a:pt x="23020" y="0"/>
                  <a:pt x="69060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4B9EB0E-AAD5-49FA-BFD3-B92A60B5A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a18893b9b40d6"/>
          <a:stretch xmlns:a="http://schemas.openxmlformats.org/drawingml/2006/main"/>
        </p:blipFill>
        <p:spPr>
          <a:xfrm xmlns:a="http://schemas.openxmlformats.org/drawingml/2006/main">
            <a:off x="9566139" y="4823464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3" name="text-128 Required">
            <a:extLst xmlns:a="http://schemas.openxmlformats.org/drawingml/2006/main">
              <a:ext uri="{FF2B5EF4-FFF2-40B4-BE49-F238E27FC236}">
                <a16:creationId xmlns:a16="http://schemas.microsoft.com/office/drawing/2014/main" id="{6F117390-6DC4-43A4-AE4C-C09A02B2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0013" y="4795175"/>
            <a:ext cx="869309" cy="312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sp>
        <p:nvSpPr>
          <p:cNvPr id="174" name="text-128 app">
            <a:extLst xmlns:a="http://schemas.openxmlformats.org/drawingml/2006/main">
              <a:ext uri="{FF2B5EF4-FFF2-40B4-BE49-F238E27FC236}">
                <a16:creationId xmlns:a16="http://schemas.microsoft.com/office/drawing/2014/main" id="{7E245152-E9A2-4274-A9B0-8CFEFEAB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9437" y="4795986"/>
            <a:ext cx="392512" cy="311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175" name="text-128 state">
            <a:extLst xmlns:a="http://schemas.openxmlformats.org/drawingml/2006/main">
              <a:ext uri="{FF2B5EF4-FFF2-40B4-BE49-F238E27FC236}">
                <a16:creationId xmlns:a16="http://schemas.microsoft.com/office/drawing/2014/main" id="{402970A4-F9DC-4F9E-A5AB-CFCA738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2210" y="4792478"/>
            <a:ext cx="509609" cy="316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76" name="text-129 Solver-visible">
            <a:extLst xmlns:a="http://schemas.openxmlformats.org/drawingml/2006/main">
              <a:ext uri="{FF2B5EF4-FFF2-40B4-BE49-F238E27FC236}">
                <a16:creationId xmlns:a16="http://schemas.microsoft.com/office/drawing/2014/main" id="{95535C43-2FBE-43AC-8EA8-0062472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425" y="5501171"/>
            <a:ext cx="1258807" cy="31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Solver-visible</a:t>
            </a:r>
          </a:p>
        </p:txBody>
      </p:sp>
      <p:sp>
        <p:nvSpPr>
          <p:cNvPr id="177" name="text-129 inputs">
            <a:extLst xmlns:a="http://schemas.openxmlformats.org/drawingml/2006/main">
              <a:ext uri="{FF2B5EF4-FFF2-40B4-BE49-F238E27FC236}">
                <a16:creationId xmlns:a16="http://schemas.microsoft.com/office/drawing/2014/main" id="{D9A6A585-1D13-4C41-B13D-C420DF4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8271" y="5501971"/>
            <a:ext cx="611740" cy="31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178" name="path-130">
            <a:extLst xmlns:a="http://schemas.openxmlformats.org/drawingml/2006/main">
              <a:ext uri="{FF2B5EF4-FFF2-40B4-BE49-F238E27FC236}">
                <a16:creationId xmlns:a16="http://schemas.microsoft.com/office/drawing/2014/main" id="{8FF8B9F6-3EEB-45F0-BBD2-A5CA747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530" y="3054307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79" name="path-131">
            <a:extLst xmlns:a="http://schemas.openxmlformats.org/drawingml/2006/main">
              <a:ext uri="{FF2B5EF4-FFF2-40B4-BE49-F238E27FC236}">
                <a16:creationId xmlns:a16="http://schemas.microsoft.com/office/drawing/2014/main" id="{7D251020-33B3-42F4-A2B7-203E5F6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2133508"/>
            <a:ext cx="191" cy="920799"/>
          </a:xfrm>
          <a:custGeom xmlns:a="http://schemas.openxmlformats.org/drawingml/2006/main">
            <a:pathLst>
              <a:path w="191" h="920799">
                <a:moveTo>
                  <a:pt x="0" y="9207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0" name="path-132">
            <a:extLst xmlns:a="http://schemas.openxmlformats.org/drawingml/2006/main">
              <a:ext uri="{FF2B5EF4-FFF2-40B4-BE49-F238E27FC236}">
                <a16:creationId xmlns:a16="http://schemas.microsoft.com/office/drawing/2014/main" id="{4EB1DF85-4C5B-4130-9CE8-DA29BE0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2133508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1" name="path-133">
            <a:extLst xmlns:a="http://schemas.openxmlformats.org/drawingml/2006/main">
              <a:ext uri="{FF2B5EF4-FFF2-40B4-BE49-F238E27FC236}">
                <a16:creationId xmlns:a16="http://schemas.microsoft.com/office/drawing/2014/main" id="{E31FB24E-A50F-4A16-9363-68E3CFB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769" y="2072121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34">
            <a:extLst xmlns:a="http://schemas.openxmlformats.org/drawingml/2006/main">
              <a:ext uri="{FF2B5EF4-FFF2-40B4-BE49-F238E27FC236}">
                <a16:creationId xmlns:a16="http://schemas.microsoft.com/office/drawing/2014/main" id="{8B8E7E70-E182-4600-8727-EDAD7859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530" y="5072391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3" name="path-135">
            <a:extLst xmlns:a="http://schemas.openxmlformats.org/drawingml/2006/main">
              <a:ext uri="{FF2B5EF4-FFF2-40B4-BE49-F238E27FC236}">
                <a16:creationId xmlns:a16="http://schemas.microsoft.com/office/drawing/2014/main" id="{A9288A44-9497-4BBC-827B-DD50F08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3936739"/>
            <a:ext cx="191" cy="1135652"/>
          </a:xfrm>
          <a:custGeom xmlns:a="http://schemas.openxmlformats.org/drawingml/2006/main">
            <a:pathLst>
              <a:path w="191" h="1135652">
                <a:moveTo>
                  <a:pt x="0" y="11356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4" name="path-136">
            <a:extLst xmlns:a="http://schemas.openxmlformats.org/drawingml/2006/main">
              <a:ext uri="{FF2B5EF4-FFF2-40B4-BE49-F238E27FC236}">
                <a16:creationId xmlns:a16="http://schemas.microsoft.com/office/drawing/2014/main" id="{B6AE0119-1064-4CE5-9D7E-01F2367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3936739"/>
            <a:ext cx="3130716" cy="191"/>
          </a:xfrm>
          <a:custGeom xmlns:a="http://schemas.openxmlformats.org/drawingml/2006/main">
            <a:pathLst>
              <a:path w="3130716" h="191">
                <a:moveTo>
                  <a:pt x="0" y="0"/>
                </a:moveTo>
                <a:lnTo>
                  <a:pt x="31307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5" name="path-137">
            <a:extLst xmlns:a="http://schemas.openxmlformats.org/drawingml/2006/main">
              <a:ext uri="{FF2B5EF4-FFF2-40B4-BE49-F238E27FC236}">
                <a16:creationId xmlns:a16="http://schemas.microsoft.com/office/drawing/2014/main" id="{2B0225F5-1308-46D6-A136-D3C7920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405" y="3875352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138 File">
            <a:extLst xmlns:a="http://schemas.openxmlformats.org/drawingml/2006/main">
              <a:ext uri="{FF2B5EF4-FFF2-40B4-BE49-F238E27FC236}">
                <a16:creationId xmlns:a16="http://schemas.microsoft.com/office/drawing/2014/main" id="{54ABB752-12F3-4555-8C86-95C3D11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294" y="3670185"/>
            <a:ext cx="311237" cy="26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87" name="text-138 selection">
            <a:extLst xmlns:a="http://schemas.openxmlformats.org/drawingml/2006/main">
              <a:ext uri="{FF2B5EF4-FFF2-40B4-BE49-F238E27FC236}">
                <a16:creationId xmlns:a16="http://schemas.microsoft.com/office/drawing/2014/main" id="{BDA19F5B-FBAC-4840-A9C8-2076FBBC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4272" y="3669900"/>
            <a:ext cx="740828" cy="2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selection</a:t>
            </a:r>
          </a:p>
        </p:txBody>
      </p:sp>
      <p:sp>
        <p:nvSpPr>
          <p:cNvPr id="188" name="path-139">
            <a:extLst xmlns:a="http://schemas.openxmlformats.org/drawingml/2006/main">
              <a:ext uri="{FF2B5EF4-FFF2-40B4-BE49-F238E27FC236}">
                <a16:creationId xmlns:a16="http://schemas.microsoft.com/office/drawing/2014/main" id="{C47D31BE-101D-4FD8-A7EB-609640B6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802" y="4811498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89" name="path-140">
            <a:extLst xmlns:a="http://schemas.openxmlformats.org/drawingml/2006/main">
              <a:ext uri="{FF2B5EF4-FFF2-40B4-BE49-F238E27FC236}">
                <a16:creationId xmlns:a16="http://schemas.microsoft.com/office/drawing/2014/main" id="{0F830A2E-268F-48DF-860E-C621677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36" y="2133508"/>
            <a:ext cx="191" cy="2677990"/>
          </a:xfrm>
          <a:custGeom xmlns:a="http://schemas.openxmlformats.org/drawingml/2006/main">
            <a:pathLst>
              <a:path w="191" h="2677990">
                <a:moveTo>
                  <a:pt x="0" y="26779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90" name="path-141">
            <a:extLst xmlns:a="http://schemas.openxmlformats.org/drawingml/2006/main">
              <a:ext uri="{FF2B5EF4-FFF2-40B4-BE49-F238E27FC236}">
                <a16:creationId xmlns:a16="http://schemas.microsoft.com/office/drawing/2014/main" id="{B68D4FE7-6E37-47C9-AC32-CE226B6D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36" y="2133508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91" name="path-142">
            <a:extLst xmlns:a="http://schemas.openxmlformats.org/drawingml/2006/main">
              <a:ext uri="{FF2B5EF4-FFF2-40B4-BE49-F238E27FC236}">
                <a16:creationId xmlns:a16="http://schemas.microsoft.com/office/drawing/2014/main" id="{3E025873-9C08-4393-9D95-4DFF967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042" y="2072121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43">
            <a:extLst xmlns:a="http://schemas.openxmlformats.org/drawingml/2006/main">
              <a:ext uri="{FF2B5EF4-FFF2-40B4-BE49-F238E27FC236}">
                <a16:creationId xmlns:a16="http://schemas.microsoft.com/office/drawing/2014/main" id="{968E2430-4F9D-462B-B4D0-7B5B8342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1864942"/>
            <a:ext cx="2654969" cy="491092"/>
          </a:xfrm>
          <a:custGeom xmlns:a="http://schemas.openxmlformats.org/drawingml/2006/main">
            <a:pathLst>
              <a:path w="2654969" h="491092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5"/>
                  <a:pt x="2654969" y="84406"/>
                </a:cubicBezTo>
                <a:lnTo>
                  <a:pt x="2654969" y="406686"/>
                </a:lnTo>
                <a:cubicBezTo>
                  <a:pt x="2654969" y="462957"/>
                  <a:pt x="2626834" y="491092"/>
                  <a:pt x="2570564" y="491092"/>
                </a:cubicBezTo>
                <a:lnTo>
                  <a:pt x="84406" y="491092"/>
                </a:lnTo>
                <a:cubicBezTo>
                  <a:pt x="28134" y="491092"/>
                  <a:pt x="0" y="462957"/>
                  <a:pt x="0" y="406686"/>
                </a:cubicBezTo>
                <a:lnTo>
                  <a:pt x="0" y="84406"/>
                </a:lnTo>
                <a:cubicBezTo>
                  <a:pt x="0" y="28135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6AF0C02-23A0-4A5A-A21D-83FDD3F69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51993c29f49f2"/>
          <a:stretch xmlns:a="http://schemas.openxmlformats.org/drawingml/2006/main"/>
        </p:blipFill>
        <p:spPr>
          <a:xfrm xmlns:a="http://schemas.openxmlformats.org/drawingml/2006/main">
            <a:off x="12499839" y="1918339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194" name="text-145 Fresh">
            <a:extLst xmlns:a="http://schemas.openxmlformats.org/drawingml/2006/main">
              <a:ext uri="{FF2B5EF4-FFF2-40B4-BE49-F238E27FC236}">
                <a16:creationId xmlns:a16="http://schemas.microsoft.com/office/drawing/2014/main" id="{076C161B-95AF-4928-A742-B4C1CF7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298" y="1905061"/>
            <a:ext cx="559344" cy="32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Fresh</a:t>
            </a:r>
          </a:p>
        </p:txBody>
      </p:sp>
      <p:sp>
        <p:nvSpPr>
          <p:cNvPr id="195" name="text-145 Demonstrator">
            <a:extLst xmlns:a="http://schemas.openxmlformats.org/drawingml/2006/main">
              <a:ext uri="{FF2B5EF4-FFF2-40B4-BE49-F238E27FC236}">
                <a16:creationId xmlns:a16="http://schemas.microsoft.com/office/drawing/2014/main" id="{BBF06AD5-623A-423C-9D9C-D213756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2080" y="1905169"/>
            <a:ext cx="1397527" cy="32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Demonstrator</a:t>
            </a:r>
          </a:p>
        </p:txBody>
      </p:sp>
      <p:sp>
        <p:nvSpPr>
          <p:cNvPr id="196" name="path-146">
            <a:extLst xmlns:a="http://schemas.openxmlformats.org/drawingml/2006/main">
              <a:ext uri="{FF2B5EF4-FFF2-40B4-BE49-F238E27FC236}">
                <a16:creationId xmlns:a16="http://schemas.microsoft.com/office/drawing/2014/main" id="{4231C1FA-5B6E-4D08-B3E0-8B4EB818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590" y="2356034"/>
            <a:ext cx="191" cy="92080"/>
          </a:xfrm>
          <a:custGeom xmlns:a="http://schemas.openxmlformats.org/drawingml/2006/main">
            <a:pathLst>
              <a:path w="191" h="92080">
                <a:moveTo>
                  <a:pt x="0" y="0"/>
                </a:moveTo>
                <a:lnTo>
                  <a:pt x="0" y="9208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197" name="path-147">
            <a:extLst xmlns:a="http://schemas.openxmlformats.org/drawingml/2006/main">
              <a:ext uri="{FF2B5EF4-FFF2-40B4-BE49-F238E27FC236}">
                <a16:creationId xmlns:a16="http://schemas.microsoft.com/office/drawing/2014/main" id="{625DA564-B1B3-4ADE-ACB0-5DCDA82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203" y="2440441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48">
            <a:extLst xmlns:a="http://schemas.openxmlformats.org/drawingml/2006/main">
              <a:ext uri="{FF2B5EF4-FFF2-40B4-BE49-F238E27FC236}">
                <a16:creationId xmlns:a16="http://schemas.microsoft.com/office/drawing/2014/main" id="{F2E4F444-6B05-4A31-B95C-C2E701D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2547867"/>
            <a:ext cx="2654969" cy="644559"/>
          </a:xfrm>
          <a:custGeom xmlns:a="http://schemas.openxmlformats.org/drawingml/2006/main">
            <a:pathLst>
              <a:path w="2654969" h="644559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6"/>
                  <a:pt x="2654969" y="84406"/>
                </a:cubicBezTo>
                <a:lnTo>
                  <a:pt x="2654969" y="560153"/>
                </a:lnTo>
                <a:cubicBezTo>
                  <a:pt x="2654969" y="616423"/>
                  <a:pt x="2626834" y="644559"/>
                  <a:pt x="2570564" y="644559"/>
                </a:cubicBezTo>
                <a:lnTo>
                  <a:pt x="84406" y="644559"/>
                </a:lnTo>
                <a:cubicBezTo>
                  <a:pt x="28134" y="644559"/>
                  <a:pt x="0" y="616423"/>
                  <a:pt x="0" y="560153"/>
                </a:cubicBezTo>
                <a:lnTo>
                  <a:pt x="0" y="84406"/>
                </a:lnTo>
                <a:cubicBezTo>
                  <a:pt x="0" y="28136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E0B81D5-C178-4B0B-A2B7-225B229845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774a2a2de4380"/>
          <a:stretch xmlns:a="http://schemas.openxmlformats.org/drawingml/2006/main"/>
        </p:blipFill>
        <p:spPr>
          <a:xfrm xmlns:a="http://schemas.openxmlformats.org/drawingml/2006/main">
            <a:off x="12499839" y="2604139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200" name="text-150 Reference">
            <a:extLst xmlns:a="http://schemas.openxmlformats.org/drawingml/2006/main">
              <a:ext uri="{FF2B5EF4-FFF2-40B4-BE49-F238E27FC236}">
                <a16:creationId xmlns:a16="http://schemas.microsoft.com/office/drawing/2014/main" id="{5CE105A3-D842-4F42-86B2-C4A6290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298" y="2582047"/>
            <a:ext cx="1026609" cy="335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201" name="text-150 State">
            <a:extLst xmlns:a="http://schemas.openxmlformats.org/drawingml/2006/main">
              <a:ext uri="{FF2B5EF4-FFF2-40B4-BE49-F238E27FC236}">
                <a16:creationId xmlns:a16="http://schemas.microsoft.com/office/drawing/2014/main" id="{1778C1B4-50B8-4EAF-ABD2-AFF604F2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9424" y="2581755"/>
            <a:ext cx="561381" cy="3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02" name="text-151 Recomputable">
            <a:extLst xmlns:a="http://schemas.openxmlformats.org/drawingml/2006/main">
              <a:ext uri="{FF2B5EF4-FFF2-40B4-BE49-F238E27FC236}">
                <a16:creationId xmlns:a16="http://schemas.microsoft.com/office/drawing/2014/main" id="{8CEAC918-8BF2-498A-A0BC-383C52A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5492" y="2876046"/>
            <a:ext cx="1339557" cy="313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Recomputable</a:t>
            </a:r>
          </a:p>
        </p:txBody>
      </p:sp>
      <p:sp>
        <p:nvSpPr>
          <p:cNvPr id="203" name="text-151 anchors">
            <a:extLst xmlns:a="http://schemas.openxmlformats.org/drawingml/2006/main">
              <a:ext uri="{FF2B5EF4-FFF2-40B4-BE49-F238E27FC236}">
                <a16:creationId xmlns:a16="http://schemas.microsoft.com/office/drawing/2014/main" id="{2FE17FA5-D3B7-44B5-BCF2-4A83CE3B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5115" y="2877550"/>
            <a:ext cx="752844" cy="311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anchors</a:t>
            </a:r>
          </a:p>
        </p:txBody>
      </p:sp>
      <p:sp>
        <p:nvSpPr>
          <p:cNvPr id="204" name="path-152">
            <a:extLst xmlns:a="http://schemas.openxmlformats.org/drawingml/2006/main">
              <a:ext uri="{FF2B5EF4-FFF2-40B4-BE49-F238E27FC236}">
                <a16:creationId xmlns:a16="http://schemas.microsoft.com/office/drawing/2014/main" id="{E9575A5D-9816-4917-8458-F4FD0E4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3315200"/>
            <a:ext cx="2654969" cy="537133"/>
          </a:xfrm>
          <a:custGeom xmlns:a="http://schemas.openxmlformats.org/drawingml/2006/main">
            <a:pathLst>
              <a:path w="2654969" h="537133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6"/>
                  <a:pt x="2654969" y="84406"/>
                </a:cubicBezTo>
                <a:lnTo>
                  <a:pt x="2654969" y="452726"/>
                </a:lnTo>
                <a:cubicBezTo>
                  <a:pt x="2654969" y="508997"/>
                  <a:pt x="2626834" y="537133"/>
                  <a:pt x="2570564" y="537133"/>
                </a:cubicBezTo>
                <a:lnTo>
                  <a:pt x="84406" y="537133"/>
                </a:lnTo>
                <a:cubicBezTo>
                  <a:pt x="28134" y="537133"/>
                  <a:pt x="0" y="508997"/>
                  <a:pt x="0" y="452726"/>
                </a:cubicBezTo>
                <a:lnTo>
                  <a:pt x="0" y="84406"/>
                </a:lnTo>
                <a:cubicBezTo>
                  <a:pt x="0" y="28136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solid"/>
          </a:ln>
        </p:spPr>
      </p:sp>
      <p:sp>
        <p:nvSpPr>
          <p:cNvPr id="205" name="text-153 Instruction">
            <a:extLst xmlns:a="http://schemas.openxmlformats.org/drawingml/2006/main">
              <a:ext uri="{FF2B5EF4-FFF2-40B4-BE49-F238E27FC236}">
                <a16:creationId xmlns:a16="http://schemas.microsoft.com/office/drawing/2014/main" id="{2173C9A0-31CB-4D11-8FEC-1726A25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3716" y="3307630"/>
            <a:ext cx="1071399" cy="32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206" name="text-153 and">
            <a:extLst xmlns:a="http://schemas.openxmlformats.org/drawingml/2006/main">
              <a:ext uri="{FF2B5EF4-FFF2-40B4-BE49-F238E27FC236}">
                <a16:creationId xmlns:a16="http://schemas.microsoft.com/office/drawing/2014/main" id="{3ADB63AF-A3E9-4B49-8E34-47C92ABF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5425" y="3308663"/>
            <a:ext cx="405818" cy="32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07" name="text-154 visible">
            <a:extLst xmlns:a="http://schemas.openxmlformats.org/drawingml/2006/main">
              <a:ext uri="{FF2B5EF4-FFF2-40B4-BE49-F238E27FC236}">
                <a16:creationId xmlns:a16="http://schemas.microsoft.com/office/drawing/2014/main" id="{2313D875-3CA5-4598-89D4-A587A2AD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0455" y="3516084"/>
            <a:ext cx="644644" cy="32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visible</a:t>
            </a:r>
          </a:p>
        </p:txBody>
      </p:sp>
      <p:sp>
        <p:nvSpPr>
          <p:cNvPr id="208" name="text-154 invariants">
            <a:extLst xmlns:a="http://schemas.openxmlformats.org/drawingml/2006/main">
              <a:ext uri="{FF2B5EF4-FFF2-40B4-BE49-F238E27FC236}">
                <a16:creationId xmlns:a16="http://schemas.microsoft.com/office/drawing/2014/main" id="{B8665235-CEE0-4D7C-9FF7-B636533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5604" y="3514820"/>
            <a:ext cx="1000261" cy="32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invariants</a:t>
            </a:r>
          </a:p>
        </p:txBody>
      </p:sp>
      <p:sp>
        <p:nvSpPr>
          <p:cNvPr id="209" name="path-155">
            <a:extLst xmlns:a="http://schemas.openxmlformats.org/drawingml/2006/main">
              <a:ext uri="{FF2B5EF4-FFF2-40B4-BE49-F238E27FC236}">
                <a16:creationId xmlns:a16="http://schemas.microsoft.com/office/drawing/2014/main" id="{9D360494-239E-4620-9152-E55F403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480" y="3852333"/>
            <a:ext cx="191" cy="130446"/>
          </a:xfrm>
          <a:custGeom xmlns:a="http://schemas.openxmlformats.org/drawingml/2006/main">
            <a:pathLst>
              <a:path w="191" h="130446">
                <a:moveTo>
                  <a:pt x="0" y="0"/>
                </a:moveTo>
                <a:lnTo>
                  <a:pt x="0" y="1304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solid"/>
          </a:ln>
        </p:spPr>
      </p:sp>
      <p:sp>
        <p:nvSpPr>
          <p:cNvPr id="210" name="path-156">
            <a:extLst xmlns:a="http://schemas.openxmlformats.org/drawingml/2006/main">
              <a:ext uri="{FF2B5EF4-FFF2-40B4-BE49-F238E27FC236}">
                <a16:creationId xmlns:a16="http://schemas.microsoft.com/office/drawing/2014/main" id="{5ABAAA70-347A-4318-8D10-D8B0A15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093" y="3975106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07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57">
            <a:extLst xmlns:a="http://schemas.openxmlformats.org/drawingml/2006/main">
              <a:ext uri="{FF2B5EF4-FFF2-40B4-BE49-F238E27FC236}">
                <a16:creationId xmlns:a16="http://schemas.microsoft.com/office/drawing/2014/main" id="{E9D7E232-3721-46E1-A086-67188B6F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4082532"/>
            <a:ext cx="1250752" cy="491093"/>
          </a:xfrm>
          <a:custGeom xmlns:a="http://schemas.openxmlformats.org/drawingml/2006/main">
            <a:pathLst>
              <a:path w="1250752" h="491093">
                <a:moveTo>
                  <a:pt x="84406" y="0"/>
                </a:moveTo>
                <a:lnTo>
                  <a:pt x="1166345" y="0"/>
                </a:lnTo>
                <a:cubicBezTo>
                  <a:pt x="1222615" y="0"/>
                  <a:pt x="1250752" y="28135"/>
                  <a:pt x="1250752" y="84406"/>
                </a:cubicBezTo>
                <a:lnTo>
                  <a:pt x="1250752" y="406686"/>
                </a:lnTo>
                <a:cubicBezTo>
                  <a:pt x="1250752" y="462958"/>
                  <a:pt x="1222615" y="491093"/>
                  <a:pt x="1166345" y="491093"/>
                </a:cubicBezTo>
                <a:lnTo>
                  <a:pt x="84406" y="491093"/>
                </a:lnTo>
                <a:cubicBezTo>
                  <a:pt x="28134" y="491093"/>
                  <a:pt x="0" y="462958"/>
                  <a:pt x="0" y="406686"/>
                </a:cubicBezTo>
                <a:lnTo>
                  <a:pt x="0" y="84406"/>
                </a:lnTo>
                <a:cubicBezTo>
                  <a:pt x="0" y="28135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2" name="text-158 Evaluation">
            <a:extLst xmlns:a="http://schemas.openxmlformats.org/drawingml/2006/main">
              <a:ext uri="{FF2B5EF4-FFF2-40B4-BE49-F238E27FC236}">
                <a16:creationId xmlns:a16="http://schemas.microsoft.com/office/drawing/2014/main" id="{4E97D7EA-F8E1-4D4E-B1D7-8DD5E38B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243" y="4064612"/>
            <a:ext cx="1021003" cy="312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13" name="text-159 Contract">
            <a:extLst xmlns:a="http://schemas.openxmlformats.org/drawingml/2006/main">
              <a:ext uri="{FF2B5EF4-FFF2-40B4-BE49-F238E27FC236}">
                <a16:creationId xmlns:a16="http://schemas.microsoft.com/office/drawing/2014/main" id="{7B8B402B-F320-41D2-B385-D586CAF2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3161" y="4252682"/>
            <a:ext cx="832071" cy="31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214" name="path-160">
            <a:extLst xmlns:a="http://schemas.openxmlformats.org/drawingml/2006/main">
              <a:ext uri="{FF2B5EF4-FFF2-40B4-BE49-F238E27FC236}">
                <a16:creationId xmlns:a16="http://schemas.microsoft.com/office/drawing/2014/main" id="{97B3C2B7-A2A7-45AE-85B0-0894CCC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4082532"/>
            <a:ext cx="1250752" cy="491093"/>
          </a:xfrm>
          <a:custGeom xmlns:a="http://schemas.openxmlformats.org/drawingml/2006/main">
            <a:pathLst>
              <a:path w="1250752" h="491093">
                <a:moveTo>
                  <a:pt x="84407" y="0"/>
                </a:moveTo>
                <a:lnTo>
                  <a:pt x="1166347" y="0"/>
                </a:lnTo>
                <a:cubicBezTo>
                  <a:pt x="1222617" y="0"/>
                  <a:pt x="1250752" y="28135"/>
                  <a:pt x="1250752" y="84406"/>
                </a:cubicBezTo>
                <a:lnTo>
                  <a:pt x="1250752" y="406686"/>
                </a:lnTo>
                <a:cubicBezTo>
                  <a:pt x="1250752" y="462958"/>
                  <a:pt x="1222617" y="491093"/>
                  <a:pt x="1166347" y="491093"/>
                </a:cubicBezTo>
                <a:lnTo>
                  <a:pt x="84407" y="491093"/>
                </a:lnTo>
                <a:cubicBezTo>
                  <a:pt x="28136" y="491093"/>
                  <a:pt x="0" y="462958"/>
                  <a:pt x="0" y="406686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5" name="text-161 Compiled">
            <a:extLst xmlns:a="http://schemas.openxmlformats.org/drawingml/2006/main">
              <a:ext uri="{FF2B5EF4-FFF2-40B4-BE49-F238E27FC236}">
                <a16:creationId xmlns:a16="http://schemas.microsoft.com/office/drawing/2014/main" id="{4F9A427B-D496-4448-9CEF-F43C78B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0577" y="4064231"/>
            <a:ext cx="905441" cy="311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Compiled</a:t>
            </a:r>
          </a:p>
        </p:txBody>
      </p:sp>
      <p:sp>
        <p:nvSpPr>
          <p:cNvPr id="216" name="text-162 Verifier">
            <a:extLst xmlns:a="http://schemas.openxmlformats.org/drawingml/2006/main">
              <a:ext uri="{FF2B5EF4-FFF2-40B4-BE49-F238E27FC236}">
                <a16:creationId xmlns:a16="http://schemas.microsoft.com/office/drawing/2014/main" id="{39B6A0FE-F6D5-4EA8-98D6-FD234CC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0333" y="4249320"/>
            <a:ext cx="727342" cy="317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217" name="path-163">
            <a:extLst xmlns:a="http://schemas.openxmlformats.org/drawingml/2006/main">
              <a:ext uri="{FF2B5EF4-FFF2-40B4-BE49-F238E27FC236}">
                <a16:creationId xmlns:a16="http://schemas.microsoft.com/office/drawing/2014/main" id="{6B21954D-C824-46F4-A36B-F66A773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857" y="4328079"/>
            <a:ext cx="53712" cy="191"/>
          </a:xfrm>
          <a:custGeom xmlns:a="http://schemas.openxmlformats.org/drawingml/2006/main">
            <a:pathLst>
              <a:path w="53712" h="191">
                <a:moveTo>
                  <a:pt x="0" y="0"/>
                </a:moveTo>
                <a:lnTo>
                  <a:pt x="53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8" name="path-164">
            <a:extLst xmlns:a="http://schemas.openxmlformats.org/drawingml/2006/main">
              <a:ext uri="{FF2B5EF4-FFF2-40B4-BE49-F238E27FC236}">
                <a16:creationId xmlns:a16="http://schemas.microsoft.com/office/drawing/2014/main" id="{B076C6C4-A8E9-4D32-B188-9B12884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896" y="4266692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165">
            <a:extLst xmlns:a="http://schemas.openxmlformats.org/drawingml/2006/main">
              <a:ext uri="{FF2B5EF4-FFF2-40B4-BE49-F238E27FC236}">
                <a16:creationId xmlns:a16="http://schemas.microsoft.com/office/drawing/2014/main" id="{601860C5-FCD8-4021-B4E5-94E4E8CF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2870147"/>
            <a:ext cx="69061" cy="191"/>
          </a:xfrm>
          <a:custGeom xmlns:a="http://schemas.openxmlformats.org/drawingml/2006/main">
            <a:pathLst>
              <a:path w="69061" h="191">
                <a:moveTo>
                  <a:pt x="69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0" name="path-166">
            <a:extLst xmlns:a="http://schemas.openxmlformats.org/drawingml/2006/main">
              <a:ext uri="{FF2B5EF4-FFF2-40B4-BE49-F238E27FC236}">
                <a16:creationId xmlns:a16="http://schemas.microsoft.com/office/drawing/2014/main" id="{696B0B30-CE37-4190-AAAF-66DB7B2A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2870147"/>
            <a:ext cx="191" cy="1457932"/>
          </a:xfrm>
          <a:custGeom xmlns:a="http://schemas.openxmlformats.org/drawingml/2006/main">
            <a:pathLst>
              <a:path w="191" h="1457932">
                <a:moveTo>
                  <a:pt x="0" y="0"/>
                </a:moveTo>
                <a:lnTo>
                  <a:pt x="0" y="1457932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1" name="path-167">
            <a:extLst xmlns:a="http://schemas.openxmlformats.org/drawingml/2006/main">
              <a:ext uri="{FF2B5EF4-FFF2-40B4-BE49-F238E27FC236}">
                <a16:creationId xmlns:a16="http://schemas.microsoft.com/office/drawing/2014/main" id="{8CC7D90E-F380-444E-8586-7DD8E4A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4328079"/>
            <a:ext cx="28392" cy="191"/>
          </a:xfrm>
          <a:custGeom xmlns:a="http://schemas.openxmlformats.org/drawingml/2006/main">
            <a:pathLst>
              <a:path w="28392" h="191">
                <a:moveTo>
                  <a:pt x="0" y="0"/>
                </a:moveTo>
                <a:lnTo>
                  <a:pt x="28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2" name="path-168">
            <a:extLst xmlns:a="http://schemas.openxmlformats.org/drawingml/2006/main">
              <a:ext uri="{FF2B5EF4-FFF2-40B4-BE49-F238E27FC236}">
                <a16:creationId xmlns:a16="http://schemas.microsoft.com/office/drawing/2014/main" id="{B110BD62-7B3D-4F6A-AFB6-95FD5D6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7763" y="4299073"/>
            <a:ext cx="48342" cy="58011"/>
          </a:xfrm>
          <a:custGeom xmlns:a="http://schemas.openxmlformats.org/drawingml/2006/main">
            <a:pathLst>
              <a:path w="48342" h="58011">
                <a:moveTo>
                  <a:pt x="48342" y="29005"/>
                </a:moveTo>
                <a:lnTo>
                  <a:pt x="0" y="58011"/>
                </a:lnTo>
                <a:lnTo>
                  <a:pt x="0" y="0"/>
                </a:lnTo>
                <a:lnTo>
                  <a:pt x="48342" y="29005"/>
                </a:lnTo>
              </a:path>
            </a:pathLst>
          </a:custGeom>
          <a:solidFill xmlns:a="http://schemas.openxmlformats.org/drawingml/2006/main">
            <a:srgbClr val="168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69 Acceptance">
            <a:extLst xmlns:a="http://schemas.openxmlformats.org/drawingml/2006/main">
              <a:ext uri="{FF2B5EF4-FFF2-40B4-BE49-F238E27FC236}">
                <a16:creationId xmlns:a16="http://schemas.microsoft.com/office/drawing/2014/main" id="{BC6C51FE-FA89-46A4-B955-D875998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242" y="4548470"/>
            <a:ext cx="1060498" cy="30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Acceptance</a:t>
            </a:r>
          </a:p>
        </p:txBody>
      </p:sp>
      <p:sp>
        <p:nvSpPr>
          <p:cNvPr id="224" name="text-169 tests">
            <a:extLst xmlns:a="http://schemas.openxmlformats.org/drawingml/2006/main">
              <a:ext uri="{FF2B5EF4-FFF2-40B4-BE49-F238E27FC236}">
                <a16:creationId xmlns:a16="http://schemas.microsoft.com/office/drawing/2014/main" id="{0E8DBC16-F349-4655-99D7-8709E39D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210" y="4548092"/>
            <a:ext cx="463025" cy="304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tests</a:t>
            </a:r>
          </a:p>
        </p:txBody>
      </p:sp>
      <p:sp>
        <p:nvSpPr>
          <p:cNvPr id="225" name="path-170">
            <a:extLst xmlns:a="http://schemas.openxmlformats.org/drawingml/2006/main">
              <a:ext uri="{FF2B5EF4-FFF2-40B4-BE49-F238E27FC236}">
                <a16:creationId xmlns:a16="http://schemas.microsoft.com/office/drawing/2014/main" id="{D7AF8125-FC5C-4600-A1D4-42E611D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4849865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0" y="0"/>
                </a:moveTo>
                <a:lnTo>
                  <a:pt x="1204711" y="0"/>
                </a:lnTo>
                <a:cubicBezTo>
                  <a:pt x="1235404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4" y="383666"/>
                  <a:pt x="1204711" y="383666"/>
                </a:cubicBezTo>
                <a:lnTo>
                  <a:pt x="46040" y="383666"/>
                </a:lnTo>
                <a:cubicBezTo>
                  <a:pt x="15346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6" y="0"/>
                  <a:pt x="4604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26" name="text-171 Starter">
            <a:extLst xmlns:a="http://schemas.openxmlformats.org/drawingml/2006/main">
              <a:ext uri="{FF2B5EF4-FFF2-40B4-BE49-F238E27FC236}">
                <a16:creationId xmlns:a16="http://schemas.microsoft.com/office/drawing/2014/main" id="{0BEB2BBB-3261-4B9F-92BA-8FDD3481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1608" y="4804091"/>
            <a:ext cx="611172" cy="28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227" name="text-172 state">
            <a:extLst xmlns:a="http://schemas.openxmlformats.org/drawingml/2006/main">
              <a:ext uri="{FF2B5EF4-FFF2-40B4-BE49-F238E27FC236}">
                <a16:creationId xmlns:a16="http://schemas.microsoft.com/office/drawing/2014/main" id="{88EEFFFF-C327-433A-94E3-BFD7FBB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9041" y="4972109"/>
            <a:ext cx="456898" cy="283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28" name="path-173">
            <a:extLst xmlns:a="http://schemas.openxmlformats.org/drawingml/2006/main">
              <a:ext uri="{FF2B5EF4-FFF2-40B4-BE49-F238E27FC236}">
                <a16:creationId xmlns:a16="http://schemas.microsoft.com/office/drawing/2014/main" id="{B5481C6A-675A-491A-8D38-472E93E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4978162"/>
            <a:ext cx="127071" cy="127071"/>
          </a:xfrm>
          <a:custGeom xmlns:a="http://schemas.openxmlformats.org/drawingml/2006/main">
            <a:pathLst>
              <a:path w="127071" h="127071">
                <a:moveTo>
                  <a:pt x="0" y="0"/>
                </a:moveTo>
                <a:lnTo>
                  <a:pt x="127071" y="127071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29" name="path-174">
            <a:extLst xmlns:a="http://schemas.openxmlformats.org/drawingml/2006/main">
              <a:ext uri="{FF2B5EF4-FFF2-40B4-BE49-F238E27FC236}">
                <a16:creationId xmlns:a16="http://schemas.microsoft.com/office/drawing/2014/main" id="{B27CAB6F-4393-4CFF-B212-6AFCE4FB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4978162"/>
            <a:ext cx="127071" cy="127071"/>
          </a:xfrm>
          <a:custGeom xmlns:a="http://schemas.openxmlformats.org/drawingml/2006/main">
            <a:pathLst>
              <a:path w="127071" h="127071">
                <a:moveTo>
                  <a:pt x="0" y="127071"/>
                </a:moveTo>
                <a:lnTo>
                  <a:pt x="127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30" name="path-175">
            <a:extLst xmlns:a="http://schemas.openxmlformats.org/drawingml/2006/main">
              <a:ext uri="{FF2B5EF4-FFF2-40B4-BE49-F238E27FC236}">
                <a16:creationId xmlns:a16="http://schemas.microsoft.com/office/drawing/2014/main" id="{BD97F0A4-9431-4BA6-AF4A-006E710F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4849865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1" y="0"/>
                </a:moveTo>
                <a:lnTo>
                  <a:pt x="1204713" y="0"/>
                </a:lnTo>
                <a:cubicBezTo>
                  <a:pt x="1235407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7" y="383666"/>
                  <a:pt x="1204713" y="383666"/>
                </a:cubicBezTo>
                <a:lnTo>
                  <a:pt x="46041" y="383666"/>
                </a:lnTo>
                <a:cubicBezTo>
                  <a:pt x="15348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8" y="0"/>
                  <a:pt x="4604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1" name="text-176 Reference">
            <a:extLst xmlns:a="http://schemas.openxmlformats.org/drawingml/2006/main">
              <a:ext uri="{FF2B5EF4-FFF2-40B4-BE49-F238E27FC236}">
                <a16:creationId xmlns:a16="http://schemas.microsoft.com/office/drawing/2014/main" id="{80994DB9-D05A-4C51-91F9-A0B23AF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0436" y="4804002"/>
            <a:ext cx="861032" cy="281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232" name="text-177 state">
            <a:extLst xmlns:a="http://schemas.openxmlformats.org/drawingml/2006/main">
              <a:ext uri="{FF2B5EF4-FFF2-40B4-BE49-F238E27FC236}">
                <a16:creationId xmlns:a16="http://schemas.microsoft.com/office/drawing/2014/main" id="{0C37FB3D-2DDB-4DB6-B749-255432F2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3259" y="4972609"/>
            <a:ext cx="456896" cy="28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33" name="path-178">
            <a:extLst xmlns:a="http://schemas.openxmlformats.org/drawingml/2006/main">
              <a:ext uri="{FF2B5EF4-FFF2-40B4-BE49-F238E27FC236}">
                <a16:creationId xmlns:a16="http://schemas.microsoft.com/office/drawing/2014/main" id="{4395352D-AD6C-49D9-A8BB-AC94D60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015" y="5041698"/>
            <a:ext cx="58241" cy="52946"/>
          </a:xfrm>
          <a:custGeom xmlns:a="http://schemas.openxmlformats.org/drawingml/2006/main">
            <a:pathLst>
              <a:path w="58241" h="52946">
                <a:moveTo>
                  <a:pt x="0" y="0"/>
                </a:moveTo>
                <a:lnTo>
                  <a:pt x="58241" y="529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34" name="path-179">
            <a:extLst xmlns:a="http://schemas.openxmlformats.org/drawingml/2006/main">
              <a:ext uri="{FF2B5EF4-FFF2-40B4-BE49-F238E27FC236}">
                <a16:creationId xmlns:a16="http://schemas.microsoft.com/office/drawing/2014/main" id="{A377B78F-5DB3-45BF-A520-0BC9DEB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256" y="4972868"/>
            <a:ext cx="100596" cy="121775"/>
          </a:xfrm>
          <a:custGeom xmlns:a="http://schemas.openxmlformats.org/drawingml/2006/main">
            <a:pathLst>
              <a:path w="100596" h="121775">
                <a:moveTo>
                  <a:pt x="0" y="121775"/>
                </a:moveTo>
                <a:lnTo>
                  <a:pt x="100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35" name="path-180">
            <a:extLst xmlns:a="http://schemas.openxmlformats.org/drawingml/2006/main">
              <a:ext uri="{FF2B5EF4-FFF2-40B4-BE49-F238E27FC236}">
                <a16:creationId xmlns:a16="http://schemas.microsoft.com/office/drawing/2014/main" id="{3AFF6790-8C0A-4E1B-A090-88DA62CE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5279571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0" y="0"/>
                </a:moveTo>
                <a:lnTo>
                  <a:pt x="1204711" y="0"/>
                </a:lnTo>
                <a:cubicBezTo>
                  <a:pt x="1235404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4" y="383666"/>
                  <a:pt x="1204711" y="383666"/>
                </a:cubicBezTo>
                <a:lnTo>
                  <a:pt x="46040" y="383666"/>
                </a:lnTo>
                <a:cubicBezTo>
                  <a:pt x="15346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6" y="0"/>
                  <a:pt x="4604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6" name="text-181 Violating">
            <a:extLst xmlns:a="http://schemas.openxmlformats.org/drawingml/2006/main">
              <a:ext uri="{FF2B5EF4-FFF2-40B4-BE49-F238E27FC236}">
                <a16:creationId xmlns:a16="http://schemas.microsoft.com/office/drawing/2014/main" id="{CF458367-95A1-4E9A-A960-03E560AD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1520" y="5234679"/>
            <a:ext cx="791294" cy="279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Violating</a:t>
            </a:r>
          </a:p>
        </p:txBody>
      </p:sp>
      <p:sp>
        <p:nvSpPr>
          <p:cNvPr id="237" name="text-182 mutants">
            <a:extLst xmlns:a="http://schemas.openxmlformats.org/drawingml/2006/main">
              <a:ext uri="{FF2B5EF4-FFF2-40B4-BE49-F238E27FC236}">
                <a16:creationId xmlns:a16="http://schemas.microsoft.com/office/drawing/2014/main" id="{E7DBCD6B-9F53-4D6B-9905-2E77BC4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2660" y="5403915"/>
            <a:ext cx="729241" cy="281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mutants</a:t>
            </a:r>
          </a:p>
        </p:txBody>
      </p:sp>
      <p:sp>
        <p:nvSpPr>
          <p:cNvPr id="238" name="path-183">
            <a:extLst xmlns:a="http://schemas.openxmlformats.org/drawingml/2006/main">
              <a:ext uri="{FF2B5EF4-FFF2-40B4-BE49-F238E27FC236}">
                <a16:creationId xmlns:a16="http://schemas.microsoft.com/office/drawing/2014/main" id="{D5B1D66B-F085-42CE-A46E-1EE254A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5407869"/>
            <a:ext cx="127071" cy="127070"/>
          </a:xfrm>
          <a:custGeom xmlns:a="http://schemas.openxmlformats.org/drawingml/2006/main">
            <a:pathLst>
              <a:path w="127071" h="127070">
                <a:moveTo>
                  <a:pt x="0" y="0"/>
                </a:moveTo>
                <a:lnTo>
                  <a:pt x="127071" y="12707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39" name="path-184">
            <a:extLst xmlns:a="http://schemas.openxmlformats.org/drawingml/2006/main">
              <a:ext uri="{FF2B5EF4-FFF2-40B4-BE49-F238E27FC236}">
                <a16:creationId xmlns:a16="http://schemas.microsoft.com/office/drawing/2014/main" id="{F95A7396-86B3-4C3F-B2FA-9471B88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5407869"/>
            <a:ext cx="127071" cy="127070"/>
          </a:xfrm>
          <a:custGeom xmlns:a="http://schemas.openxmlformats.org/drawingml/2006/main">
            <a:pathLst>
              <a:path w="127071" h="127070">
                <a:moveTo>
                  <a:pt x="0" y="127070"/>
                </a:moveTo>
                <a:lnTo>
                  <a:pt x="127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40" name="path-185">
            <a:extLst xmlns:a="http://schemas.openxmlformats.org/drawingml/2006/main">
              <a:ext uri="{FF2B5EF4-FFF2-40B4-BE49-F238E27FC236}">
                <a16:creationId xmlns:a16="http://schemas.microsoft.com/office/drawing/2014/main" id="{581D02CD-4738-447C-B9C0-3E53EAE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5279571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1" y="0"/>
                </a:moveTo>
                <a:lnTo>
                  <a:pt x="1204713" y="0"/>
                </a:lnTo>
                <a:cubicBezTo>
                  <a:pt x="1235407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7" y="383666"/>
                  <a:pt x="1204713" y="383666"/>
                </a:cubicBezTo>
                <a:lnTo>
                  <a:pt x="46041" y="383666"/>
                </a:lnTo>
                <a:cubicBezTo>
                  <a:pt x="15348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8" y="0"/>
                  <a:pt x="4604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41" name="text-186 Valid">
            <a:extLst xmlns:a="http://schemas.openxmlformats.org/drawingml/2006/main">
              <a:ext uri="{FF2B5EF4-FFF2-40B4-BE49-F238E27FC236}">
                <a16:creationId xmlns:a16="http://schemas.microsoft.com/office/drawing/2014/main" id="{473F541F-A54A-4B76-898C-117CF38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5573" y="5260017"/>
            <a:ext cx="405601" cy="250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Valid</a:t>
            </a:r>
          </a:p>
        </p:txBody>
      </p:sp>
      <p:sp>
        <p:nvSpPr>
          <p:cNvPr id="242" name="text-187 alternatives">
            <a:extLst xmlns:a="http://schemas.openxmlformats.org/drawingml/2006/main">
              <a:ext uri="{FF2B5EF4-FFF2-40B4-BE49-F238E27FC236}">
                <a16:creationId xmlns:a16="http://schemas.microsoft.com/office/drawing/2014/main" id="{A9F1D7C0-1D85-4688-919A-CF0C402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6956" y="5414438"/>
            <a:ext cx="898566" cy="245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alternatives</a:t>
            </a:r>
          </a:p>
        </p:txBody>
      </p:sp>
      <p:sp>
        <p:nvSpPr>
          <p:cNvPr id="243" name="path-188">
            <a:extLst xmlns:a="http://schemas.openxmlformats.org/drawingml/2006/main">
              <a:ext uri="{FF2B5EF4-FFF2-40B4-BE49-F238E27FC236}">
                <a16:creationId xmlns:a16="http://schemas.microsoft.com/office/drawing/2014/main" id="{8C5ACABB-C25F-48F2-B681-37358DE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015" y="5471404"/>
            <a:ext cx="58241" cy="52946"/>
          </a:xfrm>
          <a:custGeom xmlns:a="http://schemas.openxmlformats.org/drawingml/2006/main">
            <a:pathLst>
              <a:path w="58241" h="52946">
                <a:moveTo>
                  <a:pt x="0" y="0"/>
                </a:moveTo>
                <a:lnTo>
                  <a:pt x="58241" y="529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4" name="path-189">
            <a:extLst xmlns:a="http://schemas.openxmlformats.org/drawingml/2006/main">
              <a:ext uri="{FF2B5EF4-FFF2-40B4-BE49-F238E27FC236}">
                <a16:creationId xmlns:a16="http://schemas.microsoft.com/office/drawing/2014/main" id="{26930064-F8C1-403A-9F9A-4FF31C7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256" y="5402574"/>
            <a:ext cx="100596" cy="121775"/>
          </a:xfrm>
          <a:custGeom xmlns:a="http://schemas.openxmlformats.org/drawingml/2006/main">
            <a:pathLst>
              <a:path w="100596" h="121775">
                <a:moveTo>
                  <a:pt x="0" y="121775"/>
                </a:moveTo>
                <a:lnTo>
                  <a:pt x="100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5" name="path-190">
            <a:extLst xmlns:a="http://schemas.openxmlformats.org/drawingml/2006/main">
              <a:ext uri="{FF2B5EF4-FFF2-40B4-BE49-F238E27FC236}">
                <a16:creationId xmlns:a16="http://schemas.microsoft.com/office/drawing/2014/main" id="{344DF191-B86B-4BD4-B032-0BD6C96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5724623"/>
            <a:ext cx="2654969" cy="260893"/>
          </a:xfrm>
          <a:custGeom xmlns:a="http://schemas.openxmlformats.org/drawingml/2006/main">
            <a:pathLst>
              <a:path w="2654969" h="260893">
                <a:moveTo>
                  <a:pt x="53712" y="0"/>
                </a:moveTo>
                <a:lnTo>
                  <a:pt x="2601257" y="0"/>
                </a:lnTo>
                <a:cubicBezTo>
                  <a:pt x="2637066" y="0"/>
                  <a:pt x="2654969" y="17904"/>
                  <a:pt x="2654969" y="53713"/>
                </a:cubicBezTo>
                <a:lnTo>
                  <a:pt x="2654969" y="207179"/>
                </a:lnTo>
                <a:cubicBezTo>
                  <a:pt x="2654969" y="242989"/>
                  <a:pt x="2637066" y="260893"/>
                  <a:pt x="2601257" y="260893"/>
                </a:cubicBezTo>
                <a:lnTo>
                  <a:pt x="53712" y="260893"/>
                </a:lnTo>
                <a:cubicBezTo>
                  <a:pt x="17903" y="260893"/>
                  <a:pt x="0" y="242989"/>
                  <a:pt x="0" y="207179"/>
                </a:cubicBezTo>
                <a:lnTo>
                  <a:pt x="0" y="53713"/>
                </a:lnTo>
                <a:cubicBezTo>
                  <a:pt x="0" y="17904"/>
                  <a:pt x="17903" y="0"/>
                  <a:pt x="53712" y="0"/>
                </a:cubicBez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6" name="text-191 Admitted">
            <a:extLst xmlns:a="http://schemas.openxmlformats.org/drawingml/2006/main">
              <a:ext uri="{FF2B5EF4-FFF2-40B4-BE49-F238E27FC236}">
                <a16:creationId xmlns:a16="http://schemas.microsoft.com/office/drawing/2014/main" id="{1348C0F4-2021-44EF-8E54-A6AC419A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3787" y="5698960"/>
            <a:ext cx="845096" cy="29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Admitted</a:t>
            </a:r>
          </a:p>
        </p:txBody>
      </p:sp>
      <p:sp>
        <p:nvSpPr>
          <p:cNvPr id="247" name="text-191 task">
            <a:extLst xmlns:a="http://schemas.openxmlformats.org/drawingml/2006/main">
              <a:ext uri="{FF2B5EF4-FFF2-40B4-BE49-F238E27FC236}">
                <a16:creationId xmlns:a16="http://schemas.microsoft.com/office/drawing/2014/main" id="{00FFB58A-E7AC-44B0-A23C-FC06B695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7989" y="5700071"/>
            <a:ext cx="399905" cy="292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48" name="path-192">
            <a:extLst xmlns:a="http://schemas.openxmlformats.org/drawingml/2006/main">
              <a:ext uri="{FF2B5EF4-FFF2-40B4-BE49-F238E27FC236}">
                <a16:creationId xmlns:a16="http://schemas.microsoft.com/office/drawing/2014/main" id="{F0061D63-C7DC-4161-8246-43AE82D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4964965"/>
            <a:ext cx="191" cy="1327485"/>
          </a:xfrm>
          <a:custGeom xmlns:a="http://schemas.openxmlformats.org/drawingml/2006/main">
            <a:pathLst>
              <a:path w="191" h="1327485">
                <a:moveTo>
                  <a:pt x="0" y="0"/>
                </a:moveTo>
                <a:lnTo>
                  <a:pt x="0" y="1327485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49" name="path-193">
            <a:extLst xmlns:a="http://schemas.openxmlformats.org/drawingml/2006/main">
              <a:ext uri="{FF2B5EF4-FFF2-40B4-BE49-F238E27FC236}">
                <a16:creationId xmlns:a16="http://schemas.microsoft.com/office/drawing/2014/main" id="{C7D674DD-EA02-415C-BEFE-D0E36B25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6292450"/>
            <a:ext cx="7596591" cy="191"/>
          </a:xfrm>
          <a:custGeom xmlns:a="http://schemas.openxmlformats.org/drawingml/2006/main">
            <a:pathLst>
              <a:path w="7596591" h="191">
                <a:moveTo>
                  <a:pt x="0" y="0"/>
                </a:moveTo>
                <a:lnTo>
                  <a:pt x="7596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0" name="path-194">
            <a:extLst xmlns:a="http://schemas.openxmlformats.org/drawingml/2006/main">
              <a:ext uri="{FF2B5EF4-FFF2-40B4-BE49-F238E27FC236}">
                <a16:creationId xmlns:a16="http://schemas.microsoft.com/office/drawing/2014/main" id="{69813DE4-6D22-4193-8203-A92EB901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272" y="4964965"/>
            <a:ext cx="191" cy="1327485"/>
          </a:xfrm>
          <a:custGeom xmlns:a="http://schemas.openxmlformats.org/drawingml/2006/main">
            <a:pathLst>
              <a:path w="191" h="1327485">
                <a:moveTo>
                  <a:pt x="0" y="1327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1" name="path-195">
            <a:extLst xmlns:a="http://schemas.openxmlformats.org/drawingml/2006/main">
              <a:ext uri="{FF2B5EF4-FFF2-40B4-BE49-F238E27FC236}">
                <a16:creationId xmlns:a16="http://schemas.microsoft.com/office/drawing/2014/main" id="{36D9B9E9-E274-4084-895B-FBB37A4E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746" y="4964965"/>
            <a:ext cx="222526" cy="191"/>
          </a:xfrm>
          <a:custGeom xmlns:a="http://schemas.openxmlformats.org/drawingml/2006/main">
            <a:pathLst>
              <a:path w="222526" h="191">
                <a:moveTo>
                  <a:pt x="22252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2" name="path-196">
            <a:extLst xmlns:a="http://schemas.openxmlformats.org/drawingml/2006/main">
              <a:ext uri="{FF2B5EF4-FFF2-40B4-BE49-F238E27FC236}">
                <a16:creationId xmlns:a16="http://schemas.microsoft.com/office/drawing/2014/main" id="{33F5041B-51BE-4E00-936F-47D6359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991" y="4903578"/>
            <a:ext cx="107427" cy="122773"/>
          </a:xfrm>
          <a:custGeom xmlns:a="http://schemas.openxmlformats.org/drawingml/2006/main">
            <a:pathLst>
              <a:path w="107427" h="122773">
                <a:moveTo>
                  <a:pt x="0" y="61387"/>
                </a:moveTo>
                <a:lnTo>
                  <a:pt x="107427" y="0"/>
                </a:lnTo>
                <a:lnTo>
                  <a:pt x="107427" y="122773"/>
                </a:lnTo>
                <a:lnTo>
                  <a:pt x="0" y="61387"/>
                </a:lnTo>
              </a:path>
            </a:pathLst>
          </a:custGeom>
          <a:solidFill xmlns:a="http://schemas.openxmlformats.org/drawingml/2006/main">
            <a:srgbClr val="07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197">
            <a:extLst xmlns:a="http://schemas.openxmlformats.org/drawingml/2006/main">
              <a:ext uri="{FF2B5EF4-FFF2-40B4-BE49-F238E27FC236}">
                <a16:creationId xmlns:a16="http://schemas.microsoft.com/office/drawing/2014/main" id="{83A67570-0E55-4A68-8114-36B88A5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818" y="6054577"/>
            <a:ext cx="2102491" cy="214853"/>
          </a:xfrm>
          <a:custGeom xmlns:a="http://schemas.openxmlformats.org/drawingml/2006/main">
            <a:pathLst>
              <a:path w="2102491" h="214853">
                <a:moveTo>
                  <a:pt x="30693" y="0"/>
                </a:moveTo>
                <a:lnTo>
                  <a:pt x="2071797" y="0"/>
                </a:lnTo>
                <a:cubicBezTo>
                  <a:pt x="2092259" y="0"/>
                  <a:pt x="2102491" y="10231"/>
                  <a:pt x="2102491" y="30693"/>
                </a:cubicBezTo>
                <a:lnTo>
                  <a:pt x="2102491" y="184160"/>
                </a:lnTo>
                <a:cubicBezTo>
                  <a:pt x="2102491" y="204622"/>
                  <a:pt x="2092259" y="214853"/>
                  <a:pt x="2071797" y="214853"/>
                </a:cubicBezTo>
                <a:lnTo>
                  <a:pt x="30693" y="214853"/>
                </a:lnTo>
                <a:cubicBezTo>
                  <a:pt x="10231" y="214853"/>
                  <a:pt x="0" y="204622"/>
                  <a:pt x="0" y="184160"/>
                </a:cubicBezTo>
                <a:lnTo>
                  <a:pt x="0" y="30693"/>
                </a:ln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text-198 Bind">
            <a:extLst xmlns:a="http://schemas.openxmlformats.org/drawingml/2006/main">
              <a:ext uri="{FF2B5EF4-FFF2-40B4-BE49-F238E27FC236}">
                <a16:creationId xmlns:a16="http://schemas.microsoft.com/office/drawing/2014/main" id="{97B025B9-2BAB-41BC-A042-2DD2681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4880" y="6008356"/>
            <a:ext cx="423042" cy="290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Bind</a:t>
            </a:r>
          </a:p>
        </p:txBody>
      </p:sp>
      <p:sp>
        <p:nvSpPr>
          <p:cNvPr id="255" name="text-198 App">
            <a:extLst xmlns:a="http://schemas.openxmlformats.org/drawingml/2006/main">
              <a:ext uri="{FF2B5EF4-FFF2-40B4-BE49-F238E27FC236}">
                <a16:creationId xmlns:a16="http://schemas.microsoft.com/office/drawing/2014/main" id="{647718B6-DC70-453E-A2A3-FF88129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7471" y="6008404"/>
            <a:ext cx="381598" cy="290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56" name="text-198 Context">
            <a:extLst xmlns:a="http://schemas.openxmlformats.org/drawingml/2006/main">
              <a:ext uri="{FF2B5EF4-FFF2-40B4-BE49-F238E27FC236}">
                <a16:creationId xmlns:a16="http://schemas.microsoft.com/office/drawing/2014/main" id="{BBA228DB-AE75-46C1-86D0-4E038D5D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626" y="6005784"/>
            <a:ext cx="704202" cy="293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57" name="path-199">
            <a:extLst xmlns:a="http://schemas.openxmlformats.org/drawingml/2006/main">
              <a:ext uri="{FF2B5EF4-FFF2-40B4-BE49-F238E27FC236}">
                <a16:creationId xmlns:a16="http://schemas.microsoft.com/office/drawing/2014/main" id="{B1FF3129-9BED-4529-870B-FC29AE1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6491956"/>
            <a:ext cx="15039715" cy="391339"/>
          </a:xfrm>
          <a:custGeom xmlns:a="http://schemas.openxmlformats.org/drawingml/2006/main">
            <a:pathLst>
              <a:path w="15039715" h="391339">
                <a:moveTo>
                  <a:pt x="76733" y="0"/>
                </a:moveTo>
                <a:lnTo>
                  <a:pt x="14962980" y="0"/>
                </a:lnTo>
                <a:cubicBezTo>
                  <a:pt x="15014136" y="0"/>
                  <a:pt x="15039715" y="25578"/>
                  <a:pt x="15039715" y="76734"/>
                </a:cubicBezTo>
                <a:lnTo>
                  <a:pt x="15039715" y="314607"/>
                </a:lnTo>
                <a:cubicBezTo>
                  <a:pt x="15039715" y="365762"/>
                  <a:pt x="15014136" y="391339"/>
                  <a:pt x="14962980" y="391339"/>
                </a:cubicBezTo>
                <a:lnTo>
                  <a:pt x="76733" y="391339"/>
                </a:lnTo>
                <a:cubicBezTo>
                  <a:pt x="25578" y="391339"/>
                  <a:pt x="0" y="365762"/>
                  <a:pt x="0" y="314607"/>
                </a:cubicBezTo>
                <a:lnTo>
                  <a:pt x="0" y="76734"/>
                </a:lnTo>
                <a:cubicBezTo>
                  <a:pt x="0" y="25578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3F5F8"/>
          </a:solidFill>
          <a:ln xmlns:a="http://schemas.openxmlformats.org/drawingml/2006/main" w="42630">
            <a:solidFill>
              <a:srgbClr val="9AA6B8"/>
            </a:solidFill>
            <a:prstDash val="dash"/>
          </a:ln>
        </p:spPr>
      </p:sp>
      <p:sp>
        <p:nvSpPr>
          <p:cNvPr id="258" name="text-200 Original">
            <a:extLst xmlns:a="http://schemas.openxmlformats.org/drawingml/2006/main">
              <a:ext uri="{FF2B5EF4-FFF2-40B4-BE49-F238E27FC236}">
                <a16:creationId xmlns:a16="http://schemas.microsoft.com/office/drawing/2014/main" id="{63D91AD0-EBC1-45DC-B4CB-966879F9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46" y="6526103"/>
            <a:ext cx="756435" cy="30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Original</a:t>
            </a:r>
          </a:p>
        </p:txBody>
      </p:sp>
      <p:sp>
        <p:nvSpPr>
          <p:cNvPr id="259" name="text-200 query:">
            <a:extLst xmlns:a="http://schemas.openxmlformats.org/drawingml/2006/main">
              <a:ext uri="{FF2B5EF4-FFF2-40B4-BE49-F238E27FC236}">
                <a16:creationId xmlns:a16="http://schemas.microsoft.com/office/drawing/2014/main" id="{6C437D21-11FC-40E9-954E-E4E6A4C5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327" y="6526703"/>
            <a:ext cx="606633" cy="300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query:</a:t>
            </a:r>
          </a:p>
        </p:txBody>
      </p:sp>
      <p:sp>
        <p:nvSpPr>
          <p:cNvPr id="260" name="text-200 construction">
            <a:extLst xmlns:a="http://schemas.openxmlformats.org/drawingml/2006/main">
              <a:ext uri="{FF2B5EF4-FFF2-40B4-BE49-F238E27FC236}">
                <a16:creationId xmlns:a16="http://schemas.microsoft.com/office/drawing/2014/main" id="{995C5654-8372-4B36-8FA4-9BC36CA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955" y="6524956"/>
            <a:ext cx="1144394" cy="30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261" name="text-200 context">
            <a:extLst xmlns:a="http://schemas.openxmlformats.org/drawingml/2006/main">
              <a:ext uri="{FF2B5EF4-FFF2-40B4-BE49-F238E27FC236}">
                <a16:creationId xmlns:a16="http://schemas.microsoft.com/office/drawing/2014/main" id="{76022FBB-FADB-4E94-A84F-1BB3208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9931" y="6522632"/>
            <a:ext cx="707445" cy="30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62" name="text-200 only">
            <a:extLst xmlns:a="http://schemas.openxmlformats.org/drawingml/2006/main">
              <a:ext uri="{FF2B5EF4-FFF2-40B4-BE49-F238E27FC236}">
                <a16:creationId xmlns:a16="http://schemas.microsoft.com/office/drawing/2014/main" id="{4A6D36DD-A5DB-4E87-B9E8-E326C08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6681" y="6526171"/>
            <a:ext cx="419020" cy="30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only</a:t>
            </a:r>
          </a:p>
        </p:txBody>
      </p:sp>
      <p:sp>
        <p:nvSpPr>
          <p:cNvPr id="263" name="text-201 Internal">
            <a:extLst xmlns:a="http://schemas.openxmlformats.org/drawingml/2006/main">
              <a:ext uri="{FF2B5EF4-FFF2-40B4-BE49-F238E27FC236}">
                <a16:creationId xmlns:a16="http://schemas.microsoft.com/office/drawing/2014/main" id="{1190D404-A673-4941-9429-2952B15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259" y="6524721"/>
            <a:ext cx="722068" cy="302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Internal</a:t>
            </a:r>
          </a:p>
        </p:txBody>
      </p:sp>
      <p:sp>
        <p:nvSpPr>
          <p:cNvPr id="264" name="text-201 records">
            <a:extLst xmlns:a="http://schemas.openxmlformats.org/drawingml/2006/main">
              <a:ext uri="{FF2B5EF4-FFF2-40B4-BE49-F238E27FC236}">
                <a16:creationId xmlns:a16="http://schemas.microsoft.com/office/drawing/2014/main" id="{14A1729C-A4CD-42EF-88AF-7BC657CC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833" y="6525481"/>
            <a:ext cx="682542" cy="301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records</a:t>
            </a:r>
          </a:p>
        </p:txBody>
      </p:sp>
      <p:sp>
        <p:nvSpPr>
          <p:cNvPr id="265" name="text-201 and">
            <a:extLst xmlns:a="http://schemas.openxmlformats.org/drawingml/2006/main">
              <a:ext uri="{FF2B5EF4-FFF2-40B4-BE49-F238E27FC236}">
                <a16:creationId xmlns:a16="http://schemas.microsoft.com/office/drawing/2014/main" id="{0BA0DD4C-6149-44A6-881F-637E48B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0090" y="6526189"/>
            <a:ext cx="370018" cy="300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66" name="text-201 hidden">
            <a:extLst xmlns:a="http://schemas.openxmlformats.org/drawingml/2006/main">
              <a:ext uri="{FF2B5EF4-FFF2-40B4-BE49-F238E27FC236}">
                <a16:creationId xmlns:a16="http://schemas.microsoft.com/office/drawing/2014/main" id="{F8A03AD2-7E16-4276-93EF-26B006FB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9950" y="6526165"/>
            <a:ext cx="632358" cy="300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hidden</a:t>
            </a:r>
          </a:p>
        </p:txBody>
      </p:sp>
      <p:sp>
        <p:nvSpPr>
          <p:cNvPr id="267" name="text-201 evaluations">
            <a:extLst xmlns:a="http://schemas.openxmlformats.org/drawingml/2006/main">
              <a:ext uri="{FF2B5EF4-FFF2-40B4-BE49-F238E27FC236}">
                <a16:creationId xmlns:a16="http://schemas.microsoft.com/office/drawing/2014/main" id="{B5E7B9AC-338C-4245-9640-6E5EB3A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146" y="6525559"/>
            <a:ext cx="1043266" cy="30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evaluations</a:t>
            </a:r>
          </a:p>
        </p:txBody>
      </p:sp>
      <p:sp>
        <p:nvSpPr>
          <p:cNvPr id="268" name="text-201 stay">
            <a:extLst xmlns:a="http://schemas.openxmlformats.org/drawingml/2006/main">
              <a:ext uri="{FF2B5EF4-FFF2-40B4-BE49-F238E27FC236}">
                <a16:creationId xmlns:a16="http://schemas.microsoft.com/office/drawing/2014/main" id="{CB3044B1-FA32-4D94-8DF1-0B412F5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141" y="6522932"/>
            <a:ext cx="401351" cy="30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stay</a:t>
            </a:r>
          </a:p>
        </p:txBody>
      </p:sp>
      <p:sp>
        <p:nvSpPr>
          <p:cNvPr id="269" name="text-201 outside">
            <a:extLst xmlns:a="http://schemas.openxmlformats.org/drawingml/2006/main">
              <a:ext uri="{FF2B5EF4-FFF2-40B4-BE49-F238E27FC236}">
                <a16:creationId xmlns:a16="http://schemas.microsoft.com/office/drawing/2014/main" id="{1DC230A5-075F-4147-8C8B-D80BFC8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726" y="6526200"/>
            <a:ext cx="677122" cy="300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outside</a:t>
            </a:r>
          </a:p>
        </p:txBody>
      </p:sp>
      <p:sp>
        <p:nvSpPr>
          <p:cNvPr id="270" name="text-201 Solver">
            <a:extLst xmlns:a="http://schemas.openxmlformats.org/drawingml/2006/main">
              <a:ext uri="{FF2B5EF4-FFF2-40B4-BE49-F238E27FC236}">
                <a16:creationId xmlns:a16="http://schemas.microsoft.com/office/drawing/2014/main" id="{7270FBDB-8A7E-4275-857D-351DE83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2825" y="6526160"/>
            <a:ext cx="567391" cy="30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Solver</a:t>
            </a:r>
          </a:p>
        </p:txBody>
      </p:sp>
      <p:sp>
        <p:nvSpPr>
          <p:cNvPr id="271" name="text-201 inputs">
            <a:extLst xmlns:a="http://schemas.openxmlformats.org/drawingml/2006/main">
              <a:ext uri="{FF2B5EF4-FFF2-40B4-BE49-F238E27FC236}">
                <a16:creationId xmlns:a16="http://schemas.microsoft.com/office/drawing/2014/main" id="{993E53CE-8307-46CE-84E5-4DA5806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136" y="6526216"/>
            <a:ext cx="574767" cy="300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272" name="path-202">
            <a:extLst xmlns:a="http://schemas.openxmlformats.org/drawingml/2006/main">
              <a:ext uri="{FF2B5EF4-FFF2-40B4-BE49-F238E27FC236}">
                <a16:creationId xmlns:a16="http://schemas.microsoft.com/office/drawing/2014/main" id="{BBF8C23D-D62C-4309-9AAA-8BA8ECC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7044435"/>
            <a:ext cx="15039715" cy="2194570"/>
          </a:xfrm>
          <a:custGeom xmlns:a="http://schemas.openxmlformats.org/drawingml/2006/main">
            <a:pathLst>
              <a:path w="15039715" h="2194570">
                <a:moveTo>
                  <a:pt x="99753" y="0"/>
                </a:moveTo>
                <a:lnTo>
                  <a:pt x="14939961" y="0"/>
                </a:lnTo>
                <a:cubicBezTo>
                  <a:pt x="15006464" y="0"/>
                  <a:pt x="15039715" y="33251"/>
                  <a:pt x="15039715" y="99753"/>
                </a:cubicBezTo>
                <a:lnTo>
                  <a:pt x="15039715" y="2094818"/>
                </a:lnTo>
                <a:cubicBezTo>
                  <a:pt x="15039715" y="2161319"/>
                  <a:pt x="15006464" y="2194570"/>
                  <a:pt x="14939961" y="2194570"/>
                </a:cubicBezTo>
                <a:lnTo>
                  <a:pt x="99753" y="2194570"/>
                </a:lnTo>
                <a:cubicBezTo>
                  <a:pt x="33251" y="2194570"/>
                  <a:pt x="0" y="2161319"/>
                  <a:pt x="0" y="2094818"/>
                </a:cubicBezTo>
                <a:lnTo>
                  <a:pt x="0" y="99753"/>
                </a:lnTo>
                <a:cubicBezTo>
                  <a:pt x="0" y="33251"/>
                  <a:pt x="33251" y="0"/>
                  <a:pt x="99753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dash"/>
          </a:ln>
        </p:spPr>
      </p:sp>
      <p:sp>
        <p:nvSpPr>
          <p:cNvPr id="273" name="text-203 Proposed">
            <a:extLst xmlns:a="http://schemas.openxmlformats.org/drawingml/2006/main">
              <a:ext uri="{FF2B5EF4-FFF2-40B4-BE49-F238E27FC236}">
                <a16:creationId xmlns:a16="http://schemas.microsoft.com/office/drawing/2014/main" id="{C2367ABB-3705-47D0-ACCC-9E7189C3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599" y="7065293"/>
            <a:ext cx="934352" cy="32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Proposed</a:t>
            </a:r>
          </a:p>
        </p:txBody>
      </p:sp>
      <p:sp>
        <p:nvSpPr>
          <p:cNvPr id="274" name="text-203 task">
            <a:extLst xmlns:a="http://schemas.openxmlformats.org/drawingml/2006/main">
              <a:ext uri="{FF2B5EF4-FFF2-40B4-BE49-F238E27FC236}">
                <a16:creationId xmlns:a16="http://schemas.microsoft.com/office/drawing/2014/main" id="{973600AC-666E-40FC-A5A5-A2AB715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569" y="7063598"/>
            <a:ext cx="444366" cy="32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75" name="text-203 from">
            <a:extLst xmlns:a="http://schemas.openxmlformats.org/drawingml/2006/main">
              <a:ext uri="{FF2B5EF4-FFF2-40B4-BE49-F238E27FC236}">
                <a16:creationId xmlns:a16="http://schemas.microsoft.com/office/drawing/2014/main" id="{FDE808AD-5E98-4F93-AFD3-2E9130DC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214" y="7065328"/>
            <a:ext cx="501542" cy="32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276" name="text-203 case">
            <a:extLst xmlns:a="http://schemas.openxmlformats.org/drawingml/2006/main">
              <a:ext uri="{FF2B5EF4-FFF2-40B4-BE49-F238E27FC236}">
                <a16:creationId xmlns:a16="http://schemas.microsoft.com/office/drawing/2014/main" id="{F5AEA381-F8AB-4A30-8041-96DE5779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9408" y="7064188"/>
            <a:ext cx="461808" cy="323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case</a:t>
            </a:r>
          </a:p>
        </p:txBody>
      </p:sp>
      <p:sp>
        <p:nvSpPr>
          <p:cNvPr id="277" name="text-203 1781">
            <a:extLst xmlns:a="http://schemas.openxmlformats.org/drawingml/2006/main">
              <a:ext uri="{FF2B5EF4-FFF2-40B4-BE49-F238E27FC236}">
                <a16:creationId xmlns:a16="http://schemas.microsoft.com/office/drawing/2014/main" id="{AA52342B-8A2C-4039-8D40-EEA46B2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548" y="7065169"/>
            <a:ext cx="508276" cy="322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1781</a:t>
            </a:r>
          </a:p>
        </p:txBody>
      </p:sp>
      <p:sp>
        <p:nvSpPr>
          <p:cNvPr id="278" name="text-204 Output">
            <a:extLst xmlns:a="http://schemas.openxmlformats.org/drawingml/2006/main">
              <a:ext uri="{FF2B5EF4-FFF2-40B4-BE49-F238E27FC236}">
                <a16:creationId xmlns:a16="http://schemas.microsoft.com/office/drawing/2014/main" id="{0745C80C-5B38-4B09-8A25-FC1223F7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734" y="7074846"/>
            <a:ext cx="654439" cy="300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279" name="text-204 layout">
            <a:extLst xmlns:a="http://schemas.openxmlformats.org/drawingml/2006/main">
              <a:ext uri="{FF2B5EF4-FFF2-40B4-BE49-F238E27FC236}">
                <a16:creationId xmlns:a16="http://schemas.microsoft.com/office/drawing/2014/main" id="{88276791-3ADE-4F62-95B9-08240BB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0060" y="7074891"/>
            <a:ext cx="586967" cy="300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layout</a:t>
            </a:r>
          </a:p>
        </p:txBody>
      </p:sp>
      <p:sp>
        <p:nvSpPr>
          <p:cNvPr id="280" name="path-205">
            <a:extLst xmlns:a="http://schemas.openxmlformats.org/drawingml/2006/main">
              <a:ext uri="{FF2B5EF4-FFF2-40B4-BE49-F238E27FC236}">
                <a16:creationId xmlns:a16="http://schemas.microsoft.com/office/drawing/2014/main" id="{DD0C9AC6-FC81-455E-A27F-226527EB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" y="7535528"/>
            <a:ext cx="3483689" cy="598519"/>
          </a:xfrm>
          <a:custGeom xmlns:a="http://schemas.openxmlformats.org/drawingml/2006/main">
            <a:pathLst>
              <a:path w="3483689" h="598519">
                <a:moveTo>
                  <a:pt x="76733" y="0"/>
                </a:moveTo>
                <a:lnTo>
                  <a:pt x="3406956" y="0"/>
                </a:lnTo>
                <a:cubicBezTo>
                  <a:pt x="3458111" y="0"/>
                  <a:pt x="3483689" y="25578"/>
                  <a:pt x="3483689" y="76733"/>
                </a:cubicBezTo>
                <a:lnTo>
                  <a:pt x="3483689" y="521786"/>
                </a:lnTo>
                <a:cubicBezTo>
                  <a:pt x="3483689" y="572941"/>
                  <a:pt x="3458111" y="598519"/>
                  <a:pt x="3406956" y="598519"/>
                </a:cubicBezTo>
                <a:lnTo>
                  <a:pt x="76733" y="598519"/>
                </a:lnTo>
                <a:cubicBezTo>
                  <a:pt x="25578" y="598519"/>
                  <a:pt x="0" y="572941"/>
                  <a:pt x="0" y="521786"/>
                </a:cubicBezTo>
                <a:lnTo>
                  <a:pt x="0" y="76733"/>
                </a:lnTo>
                <a:cubicBezTo>
                  <a:pt x="0" y="25578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D35641E-C9BC-41F1-AC5E-5EDFE7AD5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4eb7156f74bab"/>
          <a:stretch xmlns:a="http://schemas.openxmlformats.org/drawingml/2006/main"/>
        </p:blipFill>
        <p:spPr>
          <a:xfrm xmlns:a="http://schemas.openxmlformats.org/drawingml/2006/main">
            <a:off x="384039" y="7614289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82" name="text-207 Household">
            <a:extLst xmlns:a="http://schemas.openxmlformats.org/drawingml/2006/main">
              <a:ext uri="{FF2B5EF4-FFF2-40B4-BE49-F238E27FC236}">
                <a16:creationId xmlns:a16="http://schemas.microsoft.com/office/drawing/2014/main" id="{78DE2413-F537-4AD5-9C68-E930FDA1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7548460"/>
            <a:ext cx="1088939" cy="33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Household</a:t>
            </a:r>
          </a:p>
        </p:txBody>
      </p:sp>
      <p:sp>
        <p:nvSpPr>
          <p:cNvPr id="283" name="text-207 totals">
            <a:extLst xmlns:a="http://schemas.openxmlformats.org/drawingml/2006/main">
              <a:ext uri="{FF2B5EF4-FFF2-40B4-BE49-F238E27FC236}">
                <a16:creationId xmlns:a16="http://schemas.microsoft.com/office/drawing/2014/main" id="{BFC720B5-3613-4B26-AE30-07CDFC7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103" y="7546050"/>
            <a:ext cx="611536" cy="33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totals</a:t>
            </a:r>
          </a:p>
        </p:txBody>
      </p:sp>
      <p:sp>
        <p:nvSpPr>
          <p:cNvPr id="284" name="text-208 IPSS">
            <a:extLst xmlns:a="http://schemas.openxmlformats.org/drawingml/2006/main">
              <a:ext uri="{FF2B5EF4-FFF2-40B4-BE49-F238E27FC236}">
                <a16:creationId xmlns:a16="http://schemas.microsoft.com/office/drawing/2014/main" id="{F0EF955A-3984-4C57-AF26-D611F18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7826780"/>
            <a:ext cx="383948" cy="29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IPSS</a:t>
            </a:r>
          </a:p>
        </p:txBody>
      </p:sp>
      <p:sp>
        <p:nvSpPr>
          <p:cNvPr id="285" name="text-208 workbook">
            <a:extLst xmlns:a="http://schemas.openxmlformats.org/drawingml/2006/main">
              <a:ext uri="{FF2B5EF4-FFF2-40B4-BE49-F238E27FC236}">
                <a16:creationId xmlns:a16="http://schemas.microsoft.com/office/drawing/2014/main" id="{05A2E2E9-BABC-4072-9923-4BB3029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613" y="7826848"/>
            <a:ext cx="870278" cy="29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286" name="text-208 1">
            <a:extLst xmlns:a="http://schemas.openxmlformats.org/drawingml/2006/main">
              <a:ext uri="{FF2B5EF4-FFF2-40B4-BE49-F238E27FC236}">
                <a16:creationId xmlns:a16="http://schemas.microsoft.com/office/drawing/2014/main" id="{14FC3770-07DF-4B2F-A06E-1DFBD9B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05" y="7826774"/>
            <a:ext cx="142313" cy="29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7" name="path-209">
            <a:extLst xmlns:a="http://schemas.openxmlformats.org/drawingml/2006/main">
              <a:ext uri="{FF2B5EF4-FFF2-40B4-BE49-F238E27FC236}">
                <a16:creationId xmlns:a16="http://schemas.microsoft.com/office/drawing/2014/main" id="{F75303A3-797E-4ABD-9912-101E409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" y="8256820"/>
            <a:ext cx="3483689" cy="598520"/>
          </a:xfrm>
          <a:custGeom xmlns:a="http://schemas.openxmlformats.org/drawingml/2006/main">
            <a:pathLst>
              <a:path w="3483689" h="598520">
                <a:moveTo>
                  <a:pt x="76733" y="0"/>
                </a:moveTo>
                <a:lnTo>
                  <a:pt x="3406956" y="0"/>
                </a:lnTo>
                <a:cubicBezTo>
                  <a:pt x="3458111" y="0"/>
                  <a:pt x="3483689" y="25579"/>
                  <a:pt x="3483689" y="76734"/>
                </a:cubicBezTo>
                <a:lnTo>
                  <a:pt x="3483689" y="521787"/>
                </a:lnTo>
                <a:cubicBezTo>
                  <a:pt x="3483689" y="572942"/>
                  <a:pt x="3458111" y="598520"/>
                  <a:pt x="3406956" y="598520"/>
                </a:cubicBezTo>
                <a:lnTo>
                  <a:pt x="76733" y="598520"/>
                </a:lnTo>
                <a:cubicBezTo>
                  <a:pt x="25578" y="598520"/>
                  <a:pt x="0" y="572942"/>
                  <a:pt x="0" y="521787"/>
                </a:cubicBezTo>
                <a:lnTo>
                  <a:pt x="0" y="76734"/>
                </a:lnTo>
                <a:cubicBezTo>
                  <a:pt x="0" y="25579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38748B6-E584-4EAB-874A-A12DF63CC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a6921b05a4f90"/>
          <a:stretch xmlns:a="http://schemas.openxmlformats.org/drawingml/2006/main"/>
        </p:blipFill>
        <p:spPr>
          <a:xfrm xmlns:a="http://schemas.openxmlformats.org/drawingml/2006/main">
            <a:off x="384039" y="8338189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89" name="text-211 Age">
            <a:extLst xmlns:a="http://schemas.openxmlformats.org/drawingml/2006/main">
              <a:ext uri="{FF2B5EF4-FFF2-40B4-BE49-F238E27FC236}">
                <a16:creationId xmlns:a16="http://schemas.microsoft.com/office/drawing/2014/main" id="{F9082423-8804-4FF7-AD82-15CC13CB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8269961"/>
            <a:ext cx="429429" cy="333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Age</a:t>
            </a:r>
          </a:p>
        </p:txBody>
      </p:sp>
      <p:sp>
        <p:nvSpPr>
          <p:cNvPr id="290" name="text-211 and">
            <a:extLst xmlns:a="http://schemas.openxmlformats.org/drawingml/2006/main">
              <a:ext uri="{FF2B5EF4-FFF2-40B4-BE49-F238E27FC236}">
                <a16:creationId xmlns:a16="http://schemas.microsoft.com/office/drawing/2014/main" id="{77B33AAA-733D-4C36-95F6-F0ABD713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482" y="8270069"/>
            <a:ext cx="419329" cy="333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91" name="text-211 family">
            <a:extLst xmlns:a="http://schemas.openxmlformats.org/drawingml/2006/main">
              <a:ext uri="{FF2B5EF4-FFF2-40B4-BE49-F238E27FC236}">
                <a16:creationId xmlns:a16="http://schemas.microsoft.com/office/drawing/2014/main" id="{F05392C7-C2E6-4E98-82AD-F3212D3C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94" y="8269270"/>
            <a:ext cx="663860" cy="334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family</a:t>
            </a:r>
          </a:p>
        </p:txBody>
      </p:sp>
      <p:sp>
        <p:nvSpPr>
          <p:cNvPr id="292" name="text-211 groups">
            <a:extLst xmlns:a="http://schemas.openxmlformats.org/drawingml/2006/main">
              <a:ext uri="{FF2B5EF4-FFF2-40B4-BE49-F238E27FC236}">
                <a16:creationId xmlns:a16="http://schemas.microsoft.com/office/drawing/2014/main" id="{8045B416-4A17-4BD6-B054-DDABD33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0402" y="8269643"/>
            <a:ext cx="722268" cy="33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groups</a:t>
            </a:r>
          </a:p>
        </p:txBody>
      </p:sp>
      <p:sp>
        <p:nvSpPr>
          <p:cNvPr id="293" name="text-212 IPSS">
            <a:extLst xmlns:a="http://schemas.openxmlformats.org/drawingml/2006/main">
              <a:ext uri="{FF2B5EF4-FFF2-40B4-BE49-F238E27FC236}">
                <a16:creationId xmlns:a16="http://schemas.microsoft.com/office/drawing/2014/main" id="{D34EDCCC-696A-4EA3-8BEC-1014AB5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8548073"/>
            <a:ext cx="383948" cy="29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IPSS</a:t>
            </a:r>
          </a:p>
        </p:txBody>
      </p:sp>
      <p:sp>
        <p:nvSpPr>
          <p:cNvPr id="294" name="text-212 workbook">
            <a:extLst xmlns:a="http://schemas.openxmlformats.org/drawingml/2006/main">
              <a:ext uri="{FF2B5EF4-FFF2-40B4-BE49-F238E27FC236}">
                <a16:creationId xmlns:a16="http://schemas.microsoft.com/office/drawing/2014/main" id="{C0FCE871-EDFF-4A0C-AE9A-DB1E9CB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613" y="8548141"/>
            <a:ext cx="870278" cy="29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295" name="text-212 2">
            <a:extLst xmlns:a="http://schemas.openxmlformats.org/drawingml/2006/main">
              <a:ext uri="{FF2B5EF4-FFF2-40B4-BE49-F238E27FC236}">
                <a16:creationId xmlns:a16="http://schemas.microsoft.com/office/drawing/2014/main" id="{AAA85002-B1DB-4596-8412-95F92676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05" y="8548066"/>
            <a:ext cx="142313" cy="29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6" name="text-213 Both">
            <a:extLst xmlns:a="http://schemas.openxmlformats.org/drawingml/2006/main">
              <a:ext uri="{FF2B5EF4-FFF2-40B4-BE49-F238E27FC236}">
                <a16:creationId xmlns:a16="http://schemas.microsoft.com/office/drawing/2014/main" id="{2FD227A6-2330-4B58-BEC1-23FAE52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17" y="8893329"/>
            <a:ext cx="460310" cy="300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Both</a:t>
            </a:r>
          </a:p>
        </p:txBody>
      </p:sp>
      <p:sp>
        <p:nvSpPr>
          <p:cNvPr id="297" name="text-213 inputs">
            <a:extLst xmlns:a="http://schemas.openxmlformats.org/drawingml/2006/main">
              <a:ext uri="{FF2B5EF4-FFF2-40B4-BE49-F238E27FC236}">
                <a16:creationId xmlns:a16="http://schemas.microsoft.com/office/drawing/2014/main" id="{CEDBC8C9-8107-47DE-BD31-20EDA399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115" y="8893337"/>
            <a:ext cx="590660" cy="300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298" name="text-213 unchanged">
            <a:extLst xmlns:a="http://schemas.openxmlformats.org/drawingml/2006/main">
              <a:ext uri="{FF2B5EF4-FFF2-40B4-BE49-F238E27FC236}">
                <a16:creationId xmlns:a16="http://schemas.microsoft.com/office/drawing/2014/main" id="{4987BF37-9708-421B-9C71-892152E0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3630" y="8893395"/>
            <a:ext cx="1025896" cy="30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unchanged</a:t>
            </a:r>
          </a:p>
        </p:txBody>
      </p:sp>
      <p:sp>
        <p:nvSpPr>
          <p:cNvPr id="299" name="path-214">
            <a:extLst xmlns:a="http://schemas.openxmlformats.org/drawingml/2006/main">
              <a:ext uri="{FF2B5EF4-FFF2-40B4-BE49-F238E27FC236}">
                <a16:creationId xmlns:a16="http://schemas.microsoft.com/office/drawing/2014/main" id="{460B6349-B541-4205-9C4C-CD39210D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135" y="7612261"/>
            <a:ext cx="3944088" cy="1074265"/>
          </a:xfrm>
          <a:custGeom xmlns:a="http://schemas.openxmlformats.org/drawingml/2006/main">
            <a:pathLst>
              <a:path w="3944088" h="1074265">
                <a:moveTo>
                  <a:pt x="84406" y="0"/>
                </a:moveTo>
                <a:lnTo>
                  <a:pt x="3859682" y="0"/>
                </a:lnTo>
                <a:cubicBezTo>
                  <a:pt x="3915953" y="0"/>
                  <a:pt x="3944088" y="28136"/>
                  <a:pt x="3944088" y="84407"/>
                </a:cubicBezTo>
                <a:lnTo>
                  <a:pt x="3944088" y="989859"/>
                </a:lnTo>
                <a:cubicBezTo>
                  <a:pt x="3944088" y="1046130"/>
                  <a:pt x="3915953" y="1074265"/>
                  <a:pt x="3859682" y="1074265"/>
                </a:cubicBezTo>
                <a:lnTo>
                  <a:pt x="84406" y="1074265"/>
                </a:lnTo>
                <a:cubicBezTo>
                  <a:pt x="28135" y="1074265"/>
                  <a:pt x="0" y="1046130"/>
                  <a:pt x="0" y="989859"/>
                </a:cubicBezTo>
                <a:lnTo>
                  <a:pt x="0" y="84407"/>
                </a:lnTo>
                <a:cubicBezTo>
                  <a:pt x="0" y="28136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00" name="text-215 Compare">
            <a:extLst xmlns:a="http://schemas.openxmlformats.org/drawingml/2006/main">
              <a:ext uri="{FF2B5EF4-FFF2-40B4-BE49-F238E27FC236}">
                <a16:creationId xmlns:a16="http://schemas.microsoft.com/office/drawing/2014/main" id="{0FA38215-3689-4D41-9900-F919F327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618" y="7628293"/>
            <a:ext cx="1055277" cy="37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301" name="text-216 single-person">
            <a:extLst xmlns:a="http://schemas.openxmlformats.org/drawingml/2006/main">
              <a:ext uri="{FF2B5EF4-FFF2-40B4-BE49-F238E27FC236}">
                <a16:creationId xmlns:a16="http://schemas.microsoft.com/office/drawing/2014/main" id="{4259FE42-2F0A-44F1-889F-3D06B6A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738" y="7873368"/>
            <a:ext cx="1540868" cy="376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single-person</a:t>
            </a:r>
          </a:p>
        </p:txBody>
      </p:sp>
      <p:sp>
        <p:nvSpPr>
          <p:cNvPr id="302" name="text-216 households">
            <a:extLst xmlns:a="http://schemas.openxmlformats.org/drawingml/2006/main">
              <a:ext uri="{FF2B5EF4-FFF2-40B4-BE49-F238E27FC236}">
                <a16:creationId xmlns:a16="http://schemas.microsoft.com/office/drawing/2014/main" id="{9B4389F7-50E2-47FB-8CEE-9D3127BF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858" y="7873420"/>
            <a:ext cx="1307394" cy="37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households</a:t>
            </a:r>
          </a:p>
        </p:txBody>
      </p:sp>
      <p:sp>
        <p:nvSpPr>
          <p:cNvPr id="303" name="text-217 Align">
            <a:extLst xmlns:a="http://schemas.openxmlformats.org/drawingml/2006/main">
              <a:ext uri="{FF2B5EF4-FFF2-40B4-BE49-F238E27FC236}">
                <a16:creationId xmlns:a16="http://schemas.microsoft.com/office/drawing/2014/main" id="{16CBADC6-D907-46B8-9930-528C16DF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2293" y="8310259"/>
            <a:ext cx="482382" cy="300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Align</a:t>
            </a:r>
          </a:p>
        </p:txBody>
      </p:sp>
      <p:sp>
        <p:nvSpPr>
          <p:cNvPr id="304" name="text-217 years">
            <a:extLst xmlns:a="http://schemas.openxmlformats.org/drawingml/2006/main">
              <a:ext uri="{FF2B5EF4-FFF2-40B4-BE49-F238E27FC236}">
                <a16:creationId xmlns:a16="http://schemas.microsoft.com/office/drawing/2014/main" id="{D3B85F77-1ACA-440D-937F-28E99E48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521" y="8310167"/>
            <a:ext cx="505173" cy="30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years</a:t>
            </a:r>
          </a:p>
        </p:txBody>
      </p:sp>
      <p:sp>
        <p:nvSpPr>
          <p:cNvPr id="305" name="text-217 and">
            <a:extLst xmlns:a="http://schemas.openxmlformats.org/drawingml/2006/main">
              <a:ext uri="{FF2B5EF4-FFF2-40B4-BE49-F238E27FC236}">
                <a16:creationId xmlns:a16="http://schemas.microsoft.com/office/drawing/2014/main" id="{C5FFD6BC-11D5-4DC4-8294-4CD2C59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524" y="8310236"/>
            <a:ext cx="370018" cy="300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306" name="text-217 cross-check">
            <a:extLst xmlns:a="http://schemas.openxmlformats.org/drawingml/2006/main">
              <a:ext uri="{FF2B5EF4-FFF2-40B4-BE49-F238E27FC236}">
                <a16:creationId xmlns:a16="http://schemas.microsoft.com/office/drawing/2014/main" id="{7C82A1A1-A247-4769-9901-9C4D4700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384" y="8310189"/>
            <a:ext cx="1034446" cy="300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cross-check</a:t>
            </a:r>
          </a:p>
        </p:txBody>
      </p:sp>
      <p:sp>
        <p:nvSpPr>
          <p:cNvPr id="307" name="text-217 totals">
            <a:extLst xmlns:a="http://schemas.openxmlformats.org/drawingml/2006/main">
              <a:ext uri="{FF2B5EF4-FFF2-40B4-BE49-F238E27FC236}">
                <a16:creationId xmlns:a16="http://schemas.microsoft.com/office/drawing/2014/main" id="{5955920A-FBBC-4A52-BBDF-0C05805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786" y="8307808"/>
            <a:ext cx="536536" cy="304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totals</a:t>
            </a:r>
          </a:p>
        </p:txBody>
      </p:sp>
      <p:sp>
        <p:nvSpPr>
          <p:cNvPr id="308" name="path-218">
            <a:extLst xmlns:a="http://schemas.openxmlformats.org/drawingml/2006/main">
              <a:ext uri="{FF2B5EF4-FFF2-40B4-BE49-F238E27FC236}">
                <a16:creationId xmlns:a16="http://schemas.microsoft.com/office/drawing/2014/main" id="{DBD8C8CE-C96B-4976-BBEA-DFDB476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62" y="7834788"/>
            <a:ext cx="291586" cy="191"/>
          </a:xfrm>
          <a:custGeom xmlns:a="http://schemas.openxmlformats.org/drawingml/2006/main">
            <a:pathLst>
              <a:path w="291586" h="191">
                <a:moveTo>
                  <a:pt x="0" y="0"/>
                </a:moveTo>
                <a:lnTo>
                  <a:pt x="291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09" name="path-219">
            <a:extLst xmlns:a="http://schemas.openxmlformats.org/drawingml/2006/main">
              <a:ext uri="{FF2B5EF4-FFF2-40B4-BE49-F238E27FC236}">
                <a16:creationId xmlns:a16="http://schemas.microsoft.com/office/drawing/2014/main" id="{5A12D831-7666-4450-91E7-A13F423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7834788"/>
            <a:ext cx="191" cy="314606"/>
          </a:xfrm>
          <a:custGeom xmlns:a="http://schemas.openxmlformats.org/drawingml/2006/main">
            <a:pathLst>
              <a:path w="191" h="314606">
                <a:moveTo>
                  <a:pt x="0" y="0"/>
                </a:moveTo>
                <a:lnTo>
                  <a:pt x="0" y="31460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0" name="path-220">
            <a:extLst xmlns:a="http://schemas.openxmlformats.org/drawingml/2006/main">
              <a:ext uri="{FF2B5EF4-FFF2-40B4-BE49-F238E27FC236}">
                <a16:creationId xmlns:a16="http://schemas.microsoft.com/office/drawing/2014/main" id="{3BD8C6CE-1787-44BF-9765-15BE5330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149394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1" name="path-221">
            <a:extLst xmlns:a="http://schemas.openxmlformats.org/drawingml/2006/main">
              <a:ext uri="{FF2B5EF4-FFF2-40B4-BE49-F238E27FC236}">
                <a16:creationId xmlns:a16="http://schemas.microsoft.com/office/drawing/2014/main" id="{38D3BA0F-B297-4033-B811-600B4720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708" y="8088007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22">
            <a:extLst xmlns:a="http://schemas.openxmlformats.org/drawingml/2006/main">
              <a:ext uri="{FF2B5EF4-FFF2-40B4-BE49-F238E27FC236}">
                <a16:creationId xmlns:a16="http://schemas.microsoft.com/office/drawing/2014/main" id="{7F5DC1A3-3ECD-4EE1-8204-214D2142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62" y="8556081"/>
            <a:ext cx="291586" cy="191"/>
          </a:xfrm>
          <a:custGeom xmlns:a="http://schemas.openxmlformats.org/drawingml/2006/main">
            <a:pathLst>
              <a:path w="291586" h="191">
                <a:moveTo>
                  <a:pt x="0" y="0"/>
                </a:moveTo>
                <a:lnTo>
                  <a:pt x="291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3" name="path-223">
            <a:extLst xmlns:a="http://schemas.openxmlformats.org/drawingml/2006/main">
              <a:ext uri="{FF2B5EF4-FFF2-40B4-BE49-F238E27FC236}">
                <a16:creationId xmlns:a16="http://schemas.microsoft.com/office/drawing/2014/main" id="{CBB5E567-8884-4388-B89A-3D868037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149394"/>
            <a:ext cx="191" cy="406687"/>
          </a:xfrm>
          <a:custGeom xmlns:a="http://schemas.openxmlformats.org/drawingml/2006/main">
            <a:pathLst>
              <a:path w="191" h="406687">
                <a:moveTo>
                  <a:pt x="0" y="4066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4" name="path-224">
            <a:extLst xmlns:a="http://schemas.openxmlformats.org/drawingml/2006/main">
              <a:ext uri="{FF2B5EF4-FFF2-40B4-BE49-F238E27FC236}">
                <a16:creationId xmlns:a16="http://schemas.microsoft.com/office/drawing/2014/main" id="{44082919-4EEC-41D3-8CE2-952FBBF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149394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5" name="path-225">
            <a:extLst xmlns:a="http://schemas.openxmlformats.org/drawingml/2006/main">
              <a:ext uri="{FF2B5EF4-FFF2-40B4-BE49-F238E27FC236}">
                <a16:creationId xmlns:a16="http://schemas.microsoft.com/office/drawing/2014/main" id="{19F377CA-E228-4267-9972-789DA73B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708" y="8088007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226">
            <a:extLst xmlns:a="http://schemas.openxmlformats.org/drawingml/2006/main">
              <a:ext uri="{FF2B5EF4-FFF2-40B4-BE49-F238E27FC236}">
                <a16:creationId xmlns:a16="http://schemas.microsoft.com/office/drawing/2014/main" id="{94DAA2E5-1582-4B23-B0B8-801CAE7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02" y="7451121"/>
            <a:ext cx="6138660" cy="1488625"/>
          </a:xfrm>
          <a:custGeom xmlns:a="http://schemas.openxmlformats.org/drawingml/2006/main">
            <a:pathLst>
              <a:path w="6138660" h="1488625">
                <a:moveTo>
                  <a:pt x="84406" y="0"/>
                </a:moveTo>
                <a:lnTo>
                  <a:pt x="6054251" y="0"/>
                </a:lnTo>
                <a:cubicBezTo>
                  <a:pt x="6110524" y="0"/>
                  <a:pt x="6138660" y="28135"/>
                  <a:pt x="6138660" y="84407"/>
                </a:cubicBezTo>
                <a:lnTo>
                  <a:pt x="6138660" y="1404219"/>
                </a:lnTo>
                <a:cubicBezTo>
                  <a:pt x="6138660" y="1460490"/>
                  <a:pt x="6110524" y="1488625"/>
                  <a:pt x="6054251" y="1488625"/>
                </a:cubicBezTo>
                <a:lnTo>
                  <a:pt x="84406" y="1488625"/>
                </a:lnTo>
                <a:cubicBezTo>
                  <a:pt x="28135" y="1488625"/>
                  <a:pt x="0" y="1460490"/>
                  <a:pt x="0" y="1404219"/>
                </a:cubicBezTo>
                <a:lnTo>
                  <a:pt x="0" y="84407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833CD55-F6B4-4A3F-AA81-86B695224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4262f8fc343e1"/>
          <a:stretch xmlns:a="http://schemas.openxmlformats.org/drawingml/2006/main"/>
        </p:blipFill>
        <p:spPr>
          <a:xfrm xmlns:a="http://schemas.openxmlformats.org/drawingml/2006/main">
            <a:off x="8975589" y="7528564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318" name="text-228 Comparison">
            <a:extLst xmlns:a="http://schemas.openxmlformats.org/drawingml/2006/main">
              <a:ext uri="{FF2B5EF4-FFF2-40B4-BE49-F238E27FC236}">
                <a16:creationId xmlns:a16="http://schemas.microsoft.com/office/drawing/2014/main" id="{AE3DF42E-BE39-475B-A199-D502FC09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6528" y="7499884"/>
            <a:ext cx="1260259" cy="3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Comparison</a:t>
            </a:r>
          </a:p>
        </p:txBody>
      </p:sp>
      <p:sp>
        <p:nvSpPr>
          <p:cNvPr id="319" name="text-228 workbook">
            <a:extLst xmlns:a="http://schemas.openxmlformats.org/drawingml/2006/main">
              <a:ext uri="{FF2B5EF4-FFF2-40B4-BE49-F238E27FC236}">
                <a16:creationId xmlns:a16="http://schemas.microsoft.com/office/drawing/2014/main" id="{016F4034-1785-466E-91BE-930C152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967" y="7499994"/>
            <a:ext cx="1067150" cy="34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320" name="path-229">
            <a:extLst xmlns:a="http://schemas.openxmlformats.org/drawingml/2006/main">
              <a:ext uri="{FF2B5EF4-FFF2-40B4-BE49-F238E27FC236}">
                <a16:creationId xmlns:a16="http://schemas.microsoft.com/office/drawing/2014/main" id="{B961902B-4157-4C4F-942A-5B712E5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926867"/>
            <a:ext cx="5893112" cy="276239"/>
          </a:xfrm>
          <a:custGeom xmlns:a="http://schemas.openxmlformats.org/drawingml/2006/main">
            <a:pathLst>
              <a:path w="5893112" h="276239">
                <a:moveTo>
                  <a:pt x="0" y="0"/>
                </a:moveTo>
                <a:lnTo>
                  <a:pt x="5893112" y="0"/>
                </a:lnTo>
                <a:lnTo>
                  <a:pt x="5893112" y="276239"/>
                </a:lnTo>
                <a:lnTo>
                  <a:pt x="0" y="27623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30">
            <a:extLst xmlns:a="http://schemas.openxmlformats.org/drawingml/2006/main">
              <a:ext uri="{FF2B5EF4-FFF2-40B4-BE49-F238E27FC236}">
                <a16:creationId xmlns:a16="http://schemas.microsoft.com/office/drawing/2014/main" id="{4B98F691-73CC-4F1D-AB42-DB97AA87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203107"/>
            <a:ext cx="5893112" cy="276240"/>
          </a:xfrm>
          <a:custGeom xmlns:a="http://schemas.openxmlformats.org/drawingml/2006/main">
            <a:pathLst>
              <a:path w="5893112" h="276240">
                <a:moveTo>
                  <a:pt x="0" y="0"/>
                </a:moveTo>
                <a:lnTo>
                  <a:pt x="5893112" y="0"/>
                </a:lnTo>
                <a:lnTo>
                  <a:pt x="5893112" y="276240"/>
                </a:lnTo>
                <a:lnTo>
                  <a:pt x="0" y="27624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31">
            <a:extLst xmlns:a="http://schemas.openxmlformats.org/drawingml/2006/main">
              <a:ext uri="{FF2B5EF4-FFF2-40B4-BE49-F238E27FC236}">
                <a16:creationId xmlns:a16="http://schemas.microsoft.com/office/drawing/2014/main" id="{AB3C141A-24D8-4674-AEE8-E669055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479347"/>
            <a:ext cx="5893112" cy="276239"/>
          </a:xfrm>
          <a:custGeom xmlns:a="http://schemas.openxmlformats.org/drawingml/2006/main">
            <a:pathLst>
              <a:path w="5893112" h="276239">
                <a:moveTo>
                  <a:pt x="0" y="0"/>
                </a:moveTo>
                <a:lnTo>
                  <a:pt x="5893112" y="0"/>
                </a:lnTo>
                <a:lnTo>
                  <a:pt x="5893112" y="276239"/>
                </a:lnTo>
                <a:lnTo>
                  <a:pt x="0" y="27623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232">
            <a:extLst xmlns:a="http://schemas.openxmlformats.org/drawingml/2006/main">
              <a:ext uri="{FF2B5EF4-FFF2-40B4-BE49-F238E27FC236}">
                <a16:creationId xmlns:a16="http://schemas.microsoft.com/office/drawing/2014/main" id="{388459AD-298E-4756-9F9B-4C96A47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926867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4" name="path-233">
            <a:extLst xmlns:a="http://schemas.openxmlformats.org/drawingml/2006/main">
              <a:ext uri="{FF2B5EF4-FFF2-40B4-BE49-F238E27FC236}">
                <a16:creationId xmlns:a16="http://schemas.microsoft.com/office/drawing/2014/main" id="{C8654843-272F-4776-9190-36D1A393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194" y="7926867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5" name="path-234">
            <a:extLst xmlns:a="http://schemas.openxmlformats.org/drawingml/2006/main">
              <a:ext uri="{FF2B5EF4-FFF2-40B4-BE49-F238E27FC236}">
                <a16:creationId xmlns:a16="http://schemas.microsoft.com/office/drawing/2014/main" id="{6D2CBD39-B3B1-4590-BE34-B9B502E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657" y="7926867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6" name="path-235">
            <a:extLst xmlns:a="http://schemas.openxmlformats.org/drawingml/2006/main">
              <a:ext uri="{FF2B5EF4-FFF2-40B4-BE49-F238E27FC236}">
                <a16:creationId xmlns:a16="http://schemas.microsoft.com/office/drawing/2014/main" id="{FF0E0498-B7C0-4777-A5B9-903F6443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122" y="7926867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7" name="path-236">
            <a:extLst xmlns:a="http://schemas.openxmlformats.org/drawingml/2006/main">
              <a:ext uri="{FF2B5EF4-FFF2-40B4-BE49-F238E27FC236}">
                <a16:creationId xmlns:a16="http://schemas.microsoft.com/office/drawing/2014/main" id="{0D138C61-FAEB-4FE5-9E30-B7AC22A2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4587" y="7926867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8" name="path-237">
            <a:extLst xmlns:a="http://schemas.openxmlformats.org/drawingml/2006/main">
              <a:ext uri="{FF2B5EF4-FFF2-40B4-BE49-F238E27FC236}">
                <a16:creationId xmlns:a16="http://schemas.microsoft.com/office/drawing/2014/main" id="{960EC319-D640-4AFA-A6CA-7F075D6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926867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9" name="path-238">
            <a:extLst xmlns:a="http://schemas.openxmlformats.org/drawingml/2006/main">
              <a:ext uri="{FF2B5EF4-FFF2-40B4-BE49-F238E27FC236}">
                <a16:creationId xmlns:a16="http://schemas.microsoft.com/office/drawing/2014/main" id="{1177E967-3E70-45B5-8767-752B624C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203107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0" name="path-239">
            <a:extLst xmlns:a="http://schemas.openxmlformats.org/drawingml/2006/main">
              <a:ext uri="{FF2B5EF4-FFF2-40B4-BE49-F238E27FC236}">
                <a16:creationId xmlns:a16="http://schemas.microsoft.com/office/drawing/2014/main" id="{0FBE4498-E71E-451D-8C45-582BFEC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479347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1" name="path-240">
            <a:extLst xmlns:a="http://schemas.openxmlformats.org/drawingml/2006/main">
              <a:ext uri="{FF2B5EF4-FFF2-40B4-BE49-F238E27FC236}">
                <a16:creationId xmlns:a16="http://schemas.microsoft.com/office/drawing/2014/main" id="{1C3BFAEB-B3AD-4B25-AE05-6C0C91E7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755586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2" name="text-241 2020">
            <a:extLst xmlns:a="http://schemas.openxmlformats.org/drawingml/2006/main">
              <a:ext uri="{FF2B5EF4-FFF2-40B4-BE49-F238E27FC236}">
                <a16:creationId xmlns:a16="http://schemas.microsoft.com/office/drawing/2014/main" id="{471A1A13-2EC9-4CAC-A7B9-5BE44CB6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6290" y="7896010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2020</a:t>
            </a:r>
          </a:p>
        </p:txBody>
      </p:sp>
      <p:sp>
        <p:nvSpPr>
          <p:cNvPr id="333" name="path-242">
            <a:extLst xmlns:a="http://schemas.openxmlformats.org/drawingml/2006/main">
              <a:ext uri="{FF2B5EF4-FFF2-40B4-BE49-F238E27FC236}">
                <a16:creationId xmlns:a16="http://schemas.microsoft.com/office/drawing/2014/main" id="{45575E3E-CD69-4222-A74A-03A7875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32" y="8310534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4" y="0"/>
                </a:moveTo>
                <a:lnTo>
                  <a:pt x="721294" y="0"/>
                </a:lnTo>
                <a:cubicBezTo>
                  <a:pt x="741756" y="0"/>
                  <a:pt x="751986" y="10231"/>
                  <a:pt x="751986" y="30693"/>
                </a:cubicBezTo>
                <a:cubicBezTo>
                  <a:pt x="751986" y="51155"/>
                  <a:pt x="741756" y="61387"/>
                  <a:pt x="721294" y="61387"/>
                </a:cubicBezTo>
                <a:lnTo>
                  <a:pt x="30694" y="61387"/>
                </a:lnTo>
                <a:cubicBezTo>
                  <a:pt x="10233" y="61387"/>
                  <a:pt x="0" y="51155"/>
                  <a:pt x="0" y="30693"/>
                </a:cubicBezTo>
                <a:cubicBezTo>
                  <a:pt x="0" y="10231"/>
                  <a:pt x="10233" y="0"/>
                  <a:pt x="30694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43">
            <a:extLst xmlns:a="http://schemas.openxmlformats.org/drawingml/2006/main">
              <a:ext uri="{FF2B5EF4-FFF2-40B4-BE49-F238E27FC236}">
                <a16:creationId xmlns:a16="http://schemas.microsoft.com/office/drawing/2014/main" id="{49FC8A6E-7427-4E24-9383-AA18CE1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32" y="8586773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4" y="0"/>
                </a:moveTo>
                <a:lnTo>
                  <a:pt x="721294" y="0"/>
                </a:lnTo>
                <a:cubicBezTo>
                  <a:pt x="741756" y="0"/>
                  <a:pt x="751986" y="10231"/>
                  <a:pt x="751986" y="30694"/>
                </a:cubicBezTo>
                <a:cubicBezTo>
                  <a:pt x="751986" y="51156"/>
                  <a:pt x="741756" y="61387"/>
                  <a:pt x="721294" y="61387"/>
                </a:cubicBezTo>
                <a:lnTo>
                  <a:pt x="30694" y="61387"/>
                </a:lnTo>
                <a:cubicBezTo>
                  <a:pt x="10233" y="61387"/>
                  <a:pt x="0" y="51156"/>
                  <a:pt x="0" y="30694"/>
                </a:cubicBezTo>
                <a:cubicBezTo>
                  <a:pt x="0" y="10231"/>
                  <a:pt x="10233" y="0"/>
                  <a:pt x="30694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text-244 2030">
            <a:extLst xmlns:a="http://schemas.openxmlformats.org/drawingml/2006/main">
              <a:ext uri="{FF2B5EF4-FFF2-40B4-BE49-F238E27FC236}">
                <a16:creationId xmlns:a16="http://schemas.microsoft.com/office/drawing/2014/main" id="{88AD0130-3A13-4F7C-831E-AB8FC4D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0755" y="7896010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2030</a:t>
            </a:r>
          </a:p>
        </p:txBody>
      </p:sp>
      <p:sp>
        <p:nvSpPr>
          <p:cNvPr id="336" name="path-245">
            <a:extLst xmlns:a="http://schemas.openxmlformats.org/drawingml/2006/main">
              <a:ext uri="{FF2B5EF4-FFF2-40B4-BE49-F238E27FC236}">
                <a16:creationId xmlns:a16="http://schemas.microsoft.com/office/drawing/2014/main" id="{264FE045-9CCC-40D4-9FBD-37C686C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98" y="8310534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3" y="0"/>
                </a:moveTo>
                <a:lnTo>
                  <a:pt x="721293" y="0"/>
                </a:lnTo>
                <a:cubicBezTo>
                  <a:pt x="741754" y="0"/>
                  <a:pt x="751986" y="10231"/>
                  <a:pt x="751986" y="30693"/>
                </a:cubicBezTo>
                <a:cubicBezTo>
                  <a:pt x="751986" y="51155"/>
                  <a:pt x="741754" y="61387"/>
                  <a:pt x="721293" y="61387"/>
                </a:cubicBezTo>
                <a:lnTo>
                  <a:pt x="30693" y="61387"/>
                </a:lnTo>
                <a:cubicBezTo>
                  <a:pt x="10231" y="61387"/>
                  <a:pt x="0" y="51155"/>
                  <a:pt x="0" y="30693"/>
                </a:cubicBez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46">
            <a:extLst xmlns:a="http://schemas.openxmlformats.org/drawingml/2006/main">
              <a:ext uri="{FF2B5EF4-FFF2-40B4-BE49-F238E27FC236}">
                <a16:creationId xmlns:a16="http://schemas.microsoft.com/office/drawing/2014/main" id="{3C754368-C9C4-4B32-A5F1-E54CFD4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98" y="8586773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3" y="0"/>
                </a:moveTo>
                <a:lnTo>
                  <a:pt x="721293" y="0"/>
                </a:lnTo>
                <a:cubicBezTo>
                  <a:pt x="741754" y="0"/>
                  <a:pt x="751986" y="10231"/>
                  <a:pt x="751986" y="30694"/>
                </a:cubicBezTo>
                <a:cubicBezTo>
                  <a:pt x="751986" y="51156"/>
                  <a:pt x="741754" y="61387"/>
                  <a:pt x="721293" y="61387"/>
                </a:cubicBezTo>
                <a:lnTo>
                  <a:pt x="30693" y="61387"/>
                </a:lnTo>
                <a:cubicBezTo>
                  <a:pt x="10231" y="61387"/>
                  <a:pt x="0" y="51156"/>
                  <a:pt x="0" y="30694"/>
                </a:cubicBez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text-247 2050">
            <a:extLst xmlns:a="http://schemas.openxmlformats.org/drawingml/2006/main">
              <a:ext uri="{FF2B5EF4-FFF2-40B4-BE49-F238E27FC236}">
                <a16:creationId xmlns:a16="http://schemas.microsoft.com/office/drawing/2014/main" id="{6946D277-513F-4D8C-8CDD-CB26CB2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5221" y="7896010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2050</a:t>
            </a:r>
          </a:p>
        </p:txBody>
      </p:sp>
      <p:sp>
        <p:nvSpPr>
          <p:cNvPr id="339" name="path-248">
            <a:extLst xmlns:a="http://schemas.openxmlformats.org/drawingml/2006/main">
              <a:ext uri="{FF2B5EF4-FFF2-40B4-BE49-F238E27FC236}">
                <a16:creationId xmlns:a16="http://schemas.microsoft.com/office/drawing/2014/main" id="{4F6C0ED2-2234-4EE3-B42B-E5FE82AD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363" y="8310534"/>
            <a:ext cx="751984" cy="61387"/>
          </a:xfrm>
          <a:custGeom xmlns:a="http://schemas.openxmlformats.org/drawingml/2006/main">
            <a:pathLst>
              <a:path w="751984" h="61387">
                <a:moveTo>
                  <a:pt x="30694" y="0"/>
                </a:moveTo>
                <a:lnTo>
                  <a:pt x="721291" y="0"/>
                </a:lnTo>
                <a:cubicBezTo>
                  <a:pt x="741754" y="0"/>
                  <a:pt x="751984" y="10231"/>
                  <a:pt x="751984" y="30693"/>
                </a:cubicBezTo>
                <a:cubicBezTo>
                  <a:pt x="751984" y="51155"/>
                  <a:pt x="741754" y="61387"/>
                  <a:pt x="721291" y="61387"/>
                </a:cubicBezTo>
                <a:lnTo>
                  <a:pt x="30694" y="61387"/>
                </a:lnTo>
                <a:cubicBezTo>
                  <a:pt x="10231" y="61387"/>
                  <a:pt x="0" y="51155"/>
                  <a:pt x="0" y="30693"/>
                </a:cubicBezTo>
                <a:cubicBezTo>
                  <a:pt x="0" y="10231"/>
                  <a:pt x="10231" y="0"/>
                  <a:pt x="30694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49">
            <a:extLst xmlns:a="http://schemas.openxmlformats.org/drawingml/2006/main">
              <a:ext uri="{FF2B5EF4-FFF2-40B4-BE49-F238E27FC236}">
                <a16:creationId xmlns:a16="http://schemas.microsoft.com/office/drawing/2014/main" id="{6D473C15-97DB-48D2-B9CA-36C3EB74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363" y="8586773"/>
            <a:ext cx="751984" cy="61387"/>
          </a:xfrm>
          <a:custGeom xmlns:a="http://schemas.openxmlformats.org/drawingml/2006/main">
            <a:pathLst>
              <a:path w="751984" h="61387">
                <a:moveTo>
                  <a:pt x="30694" y="0"/>
                </a:moveTo>
                <a:lnTo>
                  <a:pt x="721291" y="0"/>
                </a:lnTo>
                <a:cubicBezTo>
                  <a:pt x="741754" y="0"/>
                  <a:pt x="751984" y="10231"/>
                  <a:pt x="751984" y="30694"/>
                </a:cubicBezTo>
                <a:cubicBezTo>
                  <a:pt x="751984" y="51156"/>
                  <a:pt x="741754" y="61387"/>
                  <a:pt x="721291" y="61387"/>
                </a:cubicBezTo>
                <a:lnTo>
                  <a:pt x="30694" y="61387"/>
                </a:lnTo>
                <a:cubicBezTo>
                  <a:pt x="10231" y="61387"/>
                  <a:pt x="0" y="51156"/>
                  <a:pt x="0" y="30694"/>
                </a:cubicBezTo>
                <a:cubicBezTo>
                  <a:pt x="0" y="10231"/>
                  <a:pt x="10231" y="0"/>
                  <a:pt x="30694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text-250 Count">
            <a:extLst xmlns:a="http://schemas.openxmlformats.org/drawingml/2006/main">
              <a:ext uri="{FF2B5EF4-FFF2-40B4-BE49-F238E27FC236}">
                <a16:creationId xmlns:a16="http://schemas.microsoft.com/office/drawing/2014/main" id="{ADBB249C-EB72-4482-8300-8DB9E8BE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249" y="8171499"/>
            <a:ext cx="584654" cy="31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Count</a:t>
            </a:r>
          </a:p>
        </p:txBody>
      </p:sp>
      <p:sp>
        <p:nvSpPr>
          <p:cNvPr id="342" name="text-251 Share">
            <a:extLst xmlns:a="http://schemas.openxmlformats.org/drawingml/2006/main">
              <a:ext uri="{FF2B5EF4-FFF2-40B4-BE49-F238E27FC236}">
                <a16:creationId xmlns:a16="http://schemas.microsoft.com/office/drawing/2014/main" id="{4B17F3A0-8C2D-4C9F-B8E1-692CB68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249" y="8448600"/>
            <a:ext cx="565925" cy="311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Share</a:t>
            </a:r>
          </a:p>
        </p:txBody>
      </p:sp>
      <p:sp>
        <p:nvSpPr>
          <p:cNvPr id="343" name="path-252">
            <a:extLst xmlns:a="http://schemas.openxmlformats.org/drawingml/2006/main">
              <a:ext uri="{FF2B5EF4-FFF2-40B4-BE49-F238E27FC236}">
                <a16:creationId xmlns:a16="http://schemas.microsoft.com/office/drawing/2014/main" id="{DEDB2ED0-7F2E-4936-95FF-F80EF9E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23" y="8149394"/>
            <a:ext cx="452727" cy="191"/>
          </a:xfrm>
          <a:custGeom xmlns:a="http://schemas.openxmlformats.org/drawingml/2006/main">
            <a:pathLst>
              <a:path w="452727" h="191">
                <a:moveTo>
                  <a:pt x="0" y="0"/>
                </a:moveTo>
                <a:lnTo>
                  <a:pt x="4527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44" name="path-253">
            <a:extLst xmlns:a="http://schemas.openxmlformats.org/drawingml/2006/main">
              <a:ext uri="{FF2B5EF4-FFF2-40B4-BE49-F238E27FC236}">
                <a16:creationId xmlns:a16="http://schemas.microsoft.com/office/drawing/2014/main" id="{C8B2F53F-9136-4227-9198-3FF2AFD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76" y="8088007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text-254 Units">
            <a:extLst xmlns:a="http://schemas.openxmlformats.org/drawingml/2006/main">
              <a:ext uri="{FF2B5EF4-FFF2-40B4-BE49-F238E27FC236}">
                <a16:creationId xmlns:a16="http://schemas.microsoft.com/office/drawing/2014/main" id="{BE05D46B-2BD4-4E0C-8034-CAB374E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1317" y="8893475"/>
            <a:ext cx="504294" cy="30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Units</a:t>
            </a:r>
          </a:p>
        </p:txBody>
      </p:sp>
      <p:sp>
        <p:nvSpPr>
          <p:cNvPr id="346" name="text-254 and">
            <a:extLst xmlns:a="http://schemas.openxmlformats.org/drawingml/2006/main">
              <a:ext uri="{FF2B5EF4-FFF2-40B4-BE49-F238E27FC236}">
                <a16:creationId xmlns:a16="http://schemas.microsoft.com/office/drawing/2014/main" id="{96159071-3ABC-4F4B-86EA-0E2095B3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460" y="8893532"/>
            <a:ext cx="378765" cy="300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347" name="text-254 source">
            <a:extLst xmlns:a="http://schemas.openxmlformats.org/drawingml/2006/main">
              <a:ext uri="{FF2B5EF4-FFF2-40B4-BE49-F238E27FC236}">
                <a16:creationId xmlns:a16="http://schemas.microsoft.com/office/drawing/2014/main" id="{C2496808-D21B-42B8-9BEE-12FB4C74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129" y="8892957"/>
            <a:ext cx="619585" cy="30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348" name="text-254 sheets">
            <a:extLst xmlns:a="http://schemas.openxmlformats.org/drawingml/2006/main">
              <a:ext uri="{FF2B5EF4-FFF2-40B4-BE49-F238E27FC236}">
                <a16:creationId xmlns:a16="http://schemas.microsoft.com/office/drawing/2014/main" id="{CAE3D17A-2CC8-47E6-9AA3-8A9869C0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3434" y="8892996"/>
            <a:ext cx="606865" cy="301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sheets</a:t>
            </a:r>
          </a:p>
        </p:txBody>
      </p:sp>
      <p:sp>
        <p:nvSpPr>
          <p:cNvPr id="349" name="text-254 recorded">
            <a:extLst xmlns:a="http://schemas.openxmlformats.org/drawingml/2006/main">
              <a:ext uri="{FF2B5EF4-FFF2-40B4-BE49-F238E27FC236}">
                <a16:creationId xmlns:a16="http://schemas.microsoft.com/office/drawing/2014/main" id="{DC90A341-CE01-4C66-9825-227D05F7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0063" y="8892997"/>
            <a:ext cx="829622" cy="301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recorded</a:t>
            </a:r>
          </a:p>
        </p:txBody>
      </p:sp>
    </p:spTree>
    <p:extLst>
      <p:ext uri="{BB962C8B-B14F-4D97-AF65-F5344CB8AC3E}">
        <p14:creationId xmlns:p14="http://schemas.microsoft.com/office/powerpoint/2010/main" val="81378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2026-10-15T09:22:50.6200000Z</dcterms:created>
  <dcterms:modified xsi:type="dcterms:W3CDTF">2026-10-15T09:22:50.6200000Z</dcterms:modified>
</coreProperties>
</file>