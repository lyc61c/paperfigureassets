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5e4c5c8c614b66" /><Relationship Type="http://schemas.openxmlformats.org/officeDocument/2006/relationships/extended-properties" Target="/docProps/app.xml" Id="Rc8b6d8c75ead428f" /><Relationship Type="http://schemas.openxmlformats.org/officeDocument/2006/relationships/officeDocument" Target="/ppt/presentation.xml" Id="R32c3ba89d1cc40e3" /></Relationships>
</file>

<file path=ppt/presentation.xml><?xml version="1.0" encoding="utf-8"?>
<p:presentation xmlns:p="http://schemas.openxmlformats.org/presentationml/2006/main">
  <p:sldMasterIdLst>
    <p:sldMasterId xmlns:r="http://schemas.openxmlformats.org/officeDocument/2006/relationships" id="2147483648" r:id="Rc994749508fb46c0"/>
  </p:sldMasterIdLst>
  <p:notesMasterIdLst>
    <p:notesMasterId xmlns:r="http://schemas.openxmlformats.org/officeDocument/2006/relationships" r:id="R4c5d2db7bc9e427f"/>
  </p:notesMasterIdLst>
  <p:sldIdLst>
    <p:sldId xmlns:r="http://schemas.openxmlformats.org/officeDocument/2006/relationships" id="256" r:id="R4a3aac73ee194da8"/>
  </p:sldIdLst>
  <p:sldSz cx="18821400" cy="3143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405515cb6e4976" /><Relationship Type="http://schemas.openxmlformats.org/officeDocument/2006/relationships/slideMaster" Target="/ppt/slideMasters/slideMaster1.xml" Id="Rc994749508fb46c0" /><Relationship Type="http://schemas.openxmlformats.org/officeDocument/2006/relationships/notesMaster" Target="/ppt/notesMasters/notesMaster1.xml" Id="R4c5d2db7bc9e427f" /><Relationship Type="http://schemas.openxmlformats.org/officeDocument/2006/relationships/presProps" Target="/ppt/presProps.xml" Id="R4cbb2bc3e19149bc" /><Relationship Type="http://schemas.openxmlformats.org/officeDocument/2006/relationships/tableStyles" Target="/ppt/tableStyles.xml" Id="R12f6f8433c874060" /><Relationship Type="http://schemas.openxmlformats.org/officeDocument/2006/relationships/slide" Target="/ppt/slides/slide1.xml" Id="R4a3aac73ee194d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60d7e1bbb841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bc40024b924290" /><Relationship Type="http://schemas.openxmlformats.org/officeDocument/2006/relationships/notesMaster" Target="/ppt/notesMasters/notesMaster1.xml" Id="R66721b16710746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 not author-provided PowerPoint.</a:t>
            </a:r>
          </a:p>
          <a:p xmlns:a="http://schemas.openxmlformats.org/drawingml/2006/main">
            <a:r>
              <a:t>WorldClaw: Agentic 3D Open-World Generation at Scale</a:t>
            </a:r>
          </a:p>
          <a:p xmlns:a="http://schemas.openxmlformats.org/drawingml/2006/main">
            <a:r>
              <a:t>Source: https://arxiv.org/abs/2608.05248v1</a:t>
            </a:r>
          </a:p>
          <a:p xmlns:a="http://schemas.openxmlformats.org/drawingml/2006/main">
            <a:r>
              <a:t>Approved image: fig2_terrain_generation_and_refinement.png; SHA-256: 756264da080341c3477755a640bd7bc7accebbe04ca381f9e7d9288cab0a6cd6</a:t>
            </a:r>
          </a:p>
          <a:p xmlns:a="http://schemas.openxmlformats.org/drawingml/2006/main">
            <a:r>
              <a:t>Source paper artwork is flattened raster. Readable diagram labels, containers, arrows, bullets, code examples and vector geometry were manually reconstructed as native editable PowerPoint objects. Arrow paths are editable freeforms, not endpoint-bound connectors.</a:t>
            </a:r>
          </a:p>
          <a:p xmlns:a="http://schemas.openxmlformats.org/drawingml/2006/main">
            <a:r>
              <a:t>Complex 3D terrain/object illustrations, scene renderings, semantic layout maps, original application screenshots and small pictogram icons remain independent local raster objects (18), whose internal pixels and embedded tiny raster annotations are not editable. No whole-figure or whole-panel screenshot backdrop is used.</a:t>
            </a:r>
          </a:p>
          <a:p xmlns:a="http://schemas.openxmlformats.org/drawingml/2006/main">
            <a:r>
              <a:t>Source font metadata is not recoverable from flattened diagrams. Visually matched installed substitutes: Times New Roman, Consolas. Minor spacing, dashed line and antialiasing differences remain; this is not pixel-identical author source.</a:t>
            </a:r>
          </a:p>
          <a:p xmlns:a="http://schemas.openxmlformats.org/drawingml/2006/main">
            <a:r>
              <a:t>Final-file renderer: Artifact Tool PPTX roundtrip; this is not a PowerPoint application compatibility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aa06e4621041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08ba61bc7c43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c0b61e286549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fbf39e350249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c11e464b934c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64757752cb42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103DC7-87F8-45D6-BF20-710EF120815D}"/>
              </a:ext>
            </a:extLst>
          </p:cNvPr>
          <p:cNvSpPr>
            <a:spLocks xmlns:a="http://schemas.openxmlformats.org/drawingml/2006/main" noGrp="1"/>
          </p:cNvSpPr>
          <p:nvPr>
            <p:ph type="title" idx="0"/>
          </p:nvPr>
        </p:nvSpPr>
        <p:spPr>
          <a:xfrm xmlns:a="http://schemas.openxmlformats.org/drawingml/2006/main">
            <a:off x="1882140" y="1187450"/>
            <a:ext cx="15057120" cy="4540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46C40F-C32F-4E2B-9963-B6ADE0826D75}"/>
              </a:ext>
            </a:extLst>
          </p:cNvPr>
          <p:cNvSpPr>
            <a:spLocks xmlns:a="http://schemas.openxmlformats.org/drawingml/2006/main" noGrp="1"/>
          </p:cNvSpPr>
          <p:nvPr>
            <p:ph type="subTitle" idx="1"/>
          </p:nvPr>
        </p:nvSpPr>
        <p:spPr>
          <a:xfrm xmlns:a="http://schemas.openxmlformats.org/drawingml/2006/main">
            <a:off x="2823210" y="1728788"/>
            <a:ext cx="13174980" cy="349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62"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BA9ACB-A58C-4248-9F94-A5EE2169D794}"/>
              </a:ext>
            </a:extLst>
          </p:cNvPr>
          <p:cNvSpPr>
            <a:spLocks xmlns:a="http://schemas.openxmlformats.org/drawingml/2006/main" noGrp="1"/>
          </p:cNvSpPr>
          <p:nvPr>
            <p:ph type="title" idx="0"/>
          </p:nvPr>
        </p:nvSpPr>
        <p:spPr>
          <a:xfrm xmlns:a="http://schemas.openxmlformats.org/drawingml/2006/main">
            <a:off x="1882140" y="1309688"/>
            <a:ext cx="15057120" cy="523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9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D4FF12-2C2A-4122-950E-1DAF024CDEF5}"/>
              </a:ext>
            </a:extLst>
          </p:cNvPr>
          <p:cNvSpPr>
            <a:spLocks xmlns:a="http://schemas.openxmlformats.org/drawingml/2006/main" noGrp="1"/>
          </p:cNvSpPr>
          <p:nvPr>
            <p:ph type="title" idx="0"/>
          </p:nvPr>
        </p:nvSpPr>
        <p:spPr>
          <a:xfrm xmlns:a="http://schemas.openxmlformats.org/drawingml/2006/main">
            <a:off x="1058704" y="244475"/>
            <a:ext cx="16703993" cy="3841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1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6872A4-ABA1-45F6-BC12-C0C4EFDF9FCF}"/>
              </a:ext>
            </a:extLst>
          </p:cNvPr>
          <p:cNvSpPr>
            <a:spLocks xmlns:a="http://schemas.openxmlformats.org/drawingml/2006/main" noGrp="1"/>
          </p:cNvSpPr>
          <p:nvPr>
            <p:ph type="body" idx="1"/>
          </p:nvPr>
        </p:nvSpPr>
        <p:spPr>
          <a:xfrm xmlns:a="http://schemas.openxmlformats.org/drawingml/2006/main">
            <a:off x="1058704" y="873125"/>
            <a:ext cx="16703993" cy="1955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31" b="0">
                <a:solidFill>
                  <a:schemeClr val="tx1"/>
                </a:solidFill>
                <a:latin typeface="+mn-lt"/>
                <a:ea typeface="+mn-lt"/>
                <a:cs typeface="+mn-lt"/>
              </a:defRPr>
            </a:defPPr>
            <a:lvl1pPr marL="104775" indent="-104775">
              <a:lnSpc>
                <a:spcPct val="110000"/>
              </a:lnSpc>
              <a:spcBef>
                <a:spcPts val="0"/>
              </a:spcBef>
              <a:spcAft>
                <a:spcPts val="550"/>
              </a:spcAft>
              <a:buChar char="•"/>
            </a:lvl1pPr>
            <a:lvl2pPr marL="244475" indent="-104775">
              <a:lnSpc>
                <a:spcPct val="110000"/>
              </a:lnSpc>
              <a:spcBef>
                <a:spcPts val="0"/>
              </a:spcBef>
              <a:spcAft>
                <a:spcPts val="550"/>
              </a:spcAft>
              <a:buChar char="•"/>
            </a:lvl2pPr>
            <a:lvl3pPr marL="384175" indent="-104775">
              <a:lnSpc>
                <a:spcPct val="110000"/>
              </a:lnSpc>
              <a:spcBef>
                <a:spcPts val="0"/>
              </a:spcBef>
              <a:spcAft>
                <a:spcPts val="550"/>
              </a:spcAft>
              <a:buChar char="•"/>
            </a:lvl3pPr>
            <a:lvl4pPr marL="523875" indent="-104775">
              <a:lnSpc>
                <a:spcPct val="110000"/>
              </a:lnSpc>
              <a:spcBef>
                <a:spcPts val="0"/>
              </a:spcBef>
              <a:spcAft>
                <a:spcPts val="550"/>
              </a:spcAft>
              <a:buChar char="•"/>
            </a:lvl4pPr>
            <a:lvl5pPr marL="663575" indent="-104775">
              <a:lnSpc>
                <a:spcPct val="110000"/>
              </a:lnSpc>
              <a:spcBef>
                <a:spcPts val="0"/>
              </a:spcBef>
              <a:spcAft>
                <a:spcPts val="550"/>
              </a:spcAft>
              <a:buChar char="•"/>
            </a:lvl5pPr>
            <a:lvl6pPr marL="803275" indent="-104775">
              <a:lnSpc>
                <a:spcPct val="110000"/>
              </a:lnSpc>
              <a:spcBef>
                <a:spcPts val="0"/>
              </a:spcBef>
              <a:spcAft>
                <a:spcPts val="550"/>
              </a:spcAft>
              <a:buChar char="•"/>
            </a:lvl6pPr>
            <a:lvl7pPr marL="942975" indent="-104775">
              <a:lnSpc>
                <a:spcPct val="110000"/>
              </a:lnSpc>
              <a:spcBef>
                <a:spcPts val="0"/>
              </a:spcBef>
              <a:spcAft>
                <a:spcPts val="550"/>
              </a:spcAft>
              <a:buChar char="•"/>
            </a:lvl7pPr>
            <a:lvl8pPr marL="1082675" indent="-104775">
              <a:lnSpc>
                <a:spcPct val="110000"/>
              </a:lnSpc>
              <a:spcBef>
                <a:spcPts val="0"/>
              </a:spcBef>
              <a:spcAft>
                <a:spcPts val="550"/>
              </a:spcAft>
              <a:buChar char="•"/>
            </a:lvl8pPr>
            <a:lvl9pPr marL="1222375" indent="-104775">
              <a:lnSpc>
                <a:spcPct val="110000"/>
              </a:lnSpc>
              <a:spcBef>
                <a:spcPts val="0"/>
              </a:spcBef>
              <a:spcAft>
                <a:spcPts val="55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C92B7C-9F53-4408-BC70-396DB77B2791}"/>
              </a:ext>
            </a:extLst>
          </p:cNvPr>
          <p:cNvSpPr>
            <a:spLocks xmlns:a="http://schemas.openxmlformats.org/drawingml/2006/main" noGrp="1"/>
          </p:cNvSpPr>
          <p:nvPr>
            <p:ph type="title" idx="0"/>
          </p:nvPr>
        </p:nvSpPr>
        <p:spPr>
          <a:xfrm xmlns:a="http://schemas.openxmlformats.org/drawingml/2006/main">
            <a:off x="1058704" y="244475"/>
            <a:ext cx="16703993" cy="3841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1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06A6DB-A01F-4207-8EC1-EEDBEE978438}"/>
              </a:ext>
            </a:extLst>
          </p:cNvPr>
          <p:cNvSpPr>
            <a:spLocks xmlns:a="http://schemas.openxmlformats.org/drawingml/2006/main" noGrp="1"/>
          </p:cNvSpPr>
          <p:nvPr>
            <p:ph type="body" idx="1"/>
          </p:nvPr>
        </p:nvSpPr>
        <p:spPr>
          <a:xfrm xmlns:a="http://schemas.openxmlformats.org/drawingml/2006/main">
            <a:off x="1058704" y="873125"/>
            <a:ext cx="7763828" cy="1955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62" b="0">
                <a:solidFill>
                  <a:schemeClr val="tx1"/>
                </a:solidFill>
                <a:latin typeface="+mn-lt"/>
                <a:ea typeface="+mn-lt"/>
                <a:cs typeface="+mn-lt"/>
              </a:defRPr>
            </a:defPPr>
            <a:lvl1pPr marL="104775" indent="-104775">
              <a:lnSpc>
                <a:spcPct val="110000"/>
              </a:lnSpc>
              <a:spcBef>
                <a:spcPts val="0"/>
              </a:spcBef>
              <a:spcAft>
                <a:spcPts val="550"/>
              </a:spcAft>
              <a:buChar char="•"/>
            </a:lvl1pPr>
            <a:lvl2pPr marL="244475" indent="-104775">
              <a:lnSpc>
                <a:spcPct val="110000"/>
              </a:lnSpc>
              <a:spcBef>
                <a:spcPts val="0"/>
              </a:spcBef>
              <a:spcAft>
                <a:spcPts val="550"/>
              </a:spcAft>
              <a:buChar char="•"/>
            </a:lvl2pPr>
            <a:lvl3pPr marL="384175" indent="-104775">
              <a:lnSpc>
                <a:spcPct val="110000"/>
              </a:lnSpc>
              <a:spcBef>
                <a:spcPts val="0"/>
              </a:spcBef>
              <a:spcAft>
                <a:spcPts val="550"/>
              </a:spcAft>
              <a:buChar char="•"/>
            </a:lvl3pPr>
            <a:lvl4pPr marL="523875" indent="-104775">
              <a:lnSpc>
                <a:spcPct val="110000"/>
              </a:lnSpc>
              <a:spcBef>
                <a:spcPts val="0"/>
              </a:spcBef>
              <a:spcAft>
                <a:spcPts val="550"/>
              </a:spcAft>
              <a:buChar char="•"/>
            </a:lvl4pPr>
            <a:lvl5pPr marL="663575" indent="-104775">
              <a:lnSpc>
                <a:spcPct val="110000"/>
              </a:lnSpc>
              <a:spcBef>
                <a:spcPts val="0"/>
              </a:spcBef>
              <a:spcAft>
                <a:spcPts val="550"/>
              </a:spcAft>
              <a:buChar char="•"/>
            </a:lvl5pPr>
            <a:lvl6pPr marL="803275" indent="-104775">
              <a:lnSpc>
                <a:spcPct val="110000"/>
              </a:lnSpc>
              <a:spcBef>
                <a:spcPts val="0"/>
              </a:spcBef>
              <a:spcAft>
                <a:spcPts val="550"/>
              </a:spcAft>
              <a:buChar char="•"/>
            </a:lvl6pPr>
            <a:lvl7pPr marL="942975" indent="-104775">
              <a:lnSpc>
                <a:spcPct val="110000"/>
              </a:lnSpc>
              <a:spcBef>
                <a:spcPts val="0"/>
              </a:spcBef>
              <a:spcAft>
                <a:spcPts val="550"/>
              </a:spcAft>
              <a:buChar char="•"/>
            </a:lvl7pPr>
            <a:lvl8pPr marL="1082675" indent="-104775">
              <a:lnSpc>
                <a:spcPct val="110000"/>
              </a:lnSpc>
              <a:spcBef>
                <a:spcPts val="0"/>
              </a:spcBef>
              <a:spcAft>
                <a:spcPts val="550"/>
              </a:spcAft>
              <a:buChar char="•"/>
            </a:lvl8pPr>
            <a:lvl9pPr marL="1222375" indent="-104775">
              <a:lnSpc>
                <a:spcPct val="110000"/>
              </a:lnSpc>
              <a:spcBef>
                <a:spcPts val="0"/>
              </a:spcBef>
              <a:spcAft>
                <a:spcPts val="55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9361F1-67DA-46F5-B964-885340F282AE}"/>
              </a:ext>
            </a:extLst>
          </p:cNvPr>
          <p:cNvSpPr>
            <a:spLocks xmlns:a="http://schemas.openxmlformats.org/drawingml/2006/main" noGrp="1"/>
          </p:cNvSpPr>
          <p:nvPr>
            <p:ph type="body" idx="2"/>
          </p:nvPr>
        </p:nvSpPr>
        <p:spPr>
          <a:xfrm xmlns:a="http://schemas.openxmlformats.org/drawingml/2006/main">
            <a:off x="9998869" y="873125"/>
            <a:ext cx="7763828" cy="1955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62" b="0">
                <a:solidFill>
                  <a:schemeClr val="tx1"/>
                </a:solidFill>
                <a:latin typeface="+mn-lt"/>
                <a:ea typeface="+mn-lt"/>
                <a:cs typeface="+mn-lt"/>
              </a:defRPr>
            </a:defPPr>
            <a:lvl1pPr marL="104775" indent="-104775">
              <a:lnSpc>
                <a:spcPct val="110000"/>
              </a:lnSpc>
              <a:spcBef>
                <a:spcPts val="0"/>
              </a:spcBef>
              <a:spcAft>
                <a:spcPts val="550"/>
              </a:spcAft>
              <a:buChar char="•"/>
            </a:lvl1pPr>
            <a:lvl2pPr marL="244475" indent="-104775">
              <a:lnSpc>
                <a:spcPct val="110000"/>
              </a:lnSpc>
              <a:spcBef>
                <a:spcPts val="0"/>
              </a:spcBef>
              <a:spcAft>
                <a:spcPts val="550"/>
              </a:spcAft>
              <a:buChar char="•"/>
            </a:lvl2pPr>
            <a:lvl3pPr marL="384175" indent="-104775">
              <a:lnSpc>
                <a:spcPct val="110000"/>
              </a:lnSpc>
              <a:spcBef>
                <a:spcPts val="0"/>
              </a:spcBef>
              <a:spcAft>
                <a:spcPts val="550"/>
              </a:spcAft>
              <a:buChar char="•"/>
            </a:lvl3pPr>
            <a:lvl4pPr marL="523875" indent="-104775">
              <a:lnSpc>
                <a:spcPct val="110000"/>
              </a:lnSpc>
              <a:spcBef>
                <a:spcPts val="0"/>
              </a:spcBef>
              <a:spcAft>
                <a:spcPts val="550"/>
              </a:spcAft>
              <a:buChar char="•"/>
            </a:lvl4pPr>
            <a:lvl5pPr marL="663575" indent="-104775">
              <a:lnSpc>
                <a:spcPct val="110000"/>
              </a:lnSpc>
              <a:spcBef>
                <a:spcPts val="0"/>
              </a:spcBef>
              <a:spcAft>
                <a:spcPts val="550"/>
              </a:spcAft>
              <a:buChar char="•"/>
            </a:lvl5pPr>
            <a:lvl6pPr marL="803275" indent="-104775">
              <a:lnSpc>
                <a:spcPct val="110000"/>
              </a:lnSpc>
              <a:spcBef>
                <a:spcPts val="0"/>
              </a:spcBef>
              <a:spcAft>
                <a:spcPts val="550"/>
              </a:spcAft>
              <a:buChar char="•"/>
            </a:lvl6pPr>
            <a:lvl7pPr marL="942975" indent="-104775">
              <a:lnSpc>
                <a:spcPct val="110000"/>
              </a:lnSpc>
              <a:spcBef>
                <a:spcPts val="0"/>
              </a:spcBef>
              <a:spcAft>
                <a:spcPts val="550"/>
              </a:spcAft>
              <a:buChar char="•"/>
            </a:lvl7pPr>
            <a:lvl8pPr marL="1082675" indent="-104775">
              <a:lnSpc>
                <a:spcPct val="110000"/>
              </a:lnSpc>
              <a:spcBef>
                <a:spcPts val="0"/>
              </a:spcBef>
              <a:spcAft>
                <a:spcPts val="550"/>
              </a:spcAft>
              <a:buChar char="•"/>
            </a:lvl8pPr>
            <a:lvl9pPr marL="1222375" indent="-104775">
              <a:lnSpc>
                <a:spcPct val="110000"/>
              </a:lnSpc>
              <a:spcBef>
                <a:spcPts val="0"/>
              </a:spcBef>
              <a:spcAft>
                <a:spcPts val="55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5CE54C-D4E5-4257-B7C9-44BC922167AD}"/>
              </a:ext>
            </a:extLst>
          </p:cNvPr>
          <p:cNvSpPr>
            <a:spLocks xmlns:a="http://schemas.openxmlformats.org/drawingml/2006/main" noGrp="1"/>
          </p:cNvSpPr>
          <p:nvPr>
            <p:ph type="title" idx="0"/>
          </p:nvPr>
        </p:nvSpPr>
        <p:spPr>
          <a:xfrm xmlns:a="http://schemas.openxmlformats.org/drawingml/2006/main">
            <a:off x="1058704" y="244475"/>
            <a:ext cx="16703993" cy="3841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1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E8FC0A-F50A-4725-8CA4-7032372A59FA}"/>
              </a:ext>
            </a:extLst>
          </p:cNvPr>
          <p:cNvSpPr>
            <a:spLocks xmlns:a="http://schemas.openxmlformats.org/drawingml/2006/main" noGrp="1"/>
          </p:cNvSpPr>
          <p:nvPr>
            <p:ph type="body" idx="1"/>
          </p:nvPr>
        </p:nvSpPr>
        <p:spPr>
          <a:xfrm xmlns:a="http://schemas.openxmlformats.org/drawingml/2006/main">
            <a:off x="1058704" y="873125"/>
            <a:ext cx="7763828" cy="1955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31" b="0">
                <a:solidFill>
                  <a:schemeClr val="tx1"/>
                </a:solidFill>
                <a:latin typeface="+mn-lt"/>
                <a:ea typeface="+mn-lt"/>
                <a:cs typeface="+mn-lt"/>
              </a:defRPr>
            </a:defPPr>
            <a:lvl1pPr marL="104775" indent="-104775">
              <a:lnSpc>
                <a:spcPct val="110000"/>
              </a:lnSpc>
              <a:spcBef>
                <a:spcPts val="0"/>
              </a:spcBef>
              <a:spcAft>
                <a:spcPts val="550"/>
              </a:spcAft>
              <a:buChar char="•"/>
            </a:lvl1pPr>
            <a:lvl2pPr marL="244475" indent="-104775">
              <a:lnSpc>
                <a:spcPct val="110000"/>
              </a:lnSpc>
              <a:spcBef>
                <a:spcPts val="0"/>
              </a:spcBef>
              <a:spcAft>
                <a:spcPts val="550"/>
              </a:spcAft>
              <a:buChar char="•"/>
            </a:lvl2pPr>
            <a:lvl3pPr marL="384175" indent="-104775">
              <a:lnSpc>
                <a:spcPct val="110000"/>
              </a:lnSpc>
              <a:spcBef>
                <a:spcPts val="0"/>
              </a:spcBef>
              <a:spcAft>
                <a:spcPts val="550"/>
              </a:spcAft>
              <a:buChar char="•"/>
            </a:lvl3pPr>
            <a:lvl4pPr marL="523875" indent="-104775">
              <a:lnSpc>
                <a:spcPct val="110000"/>
              </a:lnSpc>
              <a:spcBef>
                <a:spcPts val="0"/>
              </a:spcBef>
              <a:spcAft>
                <a:spcPts val="550"/>
              </a:spcAft>
              <a:buChar char="•"/>
            </a:lvl4pPr>
            <a:lvl5pPr marL="663575" indent="-104775">
              <a:lnSpc>
                <a:spcPct val="110000"/>
              </a:lnSpc>
              <a:spcBef>
                <a:spcPts val="0"/>
              </a:spcBef>
              <a:spcAft>
                <a:spcPts val="550"/>
              </a:spcAft>
              <a:buChar char="•"/>
            </a:lvl5pPr>
            <a:lvl6pPr marL="803275" indent="-104775">
              <a:lnSpc>
                <a:spcPct val="110000"/>
              </a:lnSpc>
              <a:spcBef>
                <a:spcPts val="0"/>
              </a:spcBef>
              <a:spcAft>
                <a:spcPts val="550"/>
              </a:spcAft>
              <a:buChar char="•"/>
            </a:lvl6pPr>
            <a:lvl7pPr marL="942975" indent="-104775">
              <a:lnSpc>
                <a:spcPct val="110000"/>
              </a:lnSpc>
              <a:spcBef>
                <a:spcPts val="0"/>
              </a:spcBef>
              <a:spcAft>
                <a:spcPts val="550"/>
              </a:spcAft>
              <a:buChar char="•"/>
            </a:lvl7pPr>
            <a:lvl8pPr marL="1082675" indent="-104775">
              <a:lnSpc>
                <a:spcPct val="110000"/>
              </a:lnSpc>
              <a:spcBef>
                <a:spcPts val="0"/>
              </a:spcBef>
              <a:spcAft>
                <a:spcPts val="550"/>
              </a:spcAft>
              <a:buChar char="•"/>
            </a:lvl8pPr>
            <a:lvl9pPr marL="1222375" indent="-104775">
              <a:lnSpc>
                <a:spcPct val="110000"/>
              </a:lnSpc>
              <a:spcBef>
                <a:spcPts val="0"/>
              </a:spcBef>
              <a:spcAft>
                <a:spcPts val="55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a27be27584448f" /><Relationship Type="http://schemas.openxmlformats.org/officeDocument/2006/relationships/slideLayout" Target="/ppt/slideLayouts/slideLayout1.xml" Id="Rd7c69f5da2264adf" /><Relationship Type="http://schemas.openxmlformats.org/officeDocument/2006/relationships/slideLayout" Target="/ppt/slideLayouts/slideLayout2.xml" Id="R43be557e17934845" /><Relationship Type="http://schemas.openxmlformats.org/officeDocument/2006/relationships/slideLayout" Target="/ppt/slideLayouts/slideLayout3.xml" Id="R7b2c40d3f35c4b44" /><Relationship Type="http://schemas.openxmlformats.org/officeDocument/2006/relationships/slideLayout" Target="/ppt/slideLayouts/slideLayout4.xml" Id="R1fcc05443e104605" /><Relationship Type="http://schemas.openxmlformats.org/officeDocument/2006/relationships/slideLayout" Target="/ppt/slideLayouts/slideLayout5.xml" Id="R87970c79e92743c4" /><Relationship Type="http://schemas.openxmlformats.org/officeDocument/2006/relationships/slideLayout" Target="/ppt/slideLayouts/slideLayout6.xml" Id="Rf5e766e7ecad48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c69f5da2264adf"/>
    <p:sldLayoutId xmlns:r="http://schemas.openxmlformats.org/officeDocument/2006/relationships" id="2147483650" r:id="R43be557e17934845"/>
    <p:sldLayoutId xmlns:r="http://schemas.openxmlformats.org/officeDocument/2006/relationships" id="2147483651" r:id="R7b2c40d3f35c4b44"/>
    <p:sldLayoutId xmlns:r="http://schemas.openxmlformats.org/officeDocument/2006/relationships" id="2147483652" r:id="R1fcc05443e104605"/>
    <p:sldLayoutId xmlns:r="http://schemas.openxmlformats.org/officeDocument/2006/relationships" id="2147483653" r:id="R87970c79e92743c4"/>
    <p:sldLayoutId xmlns:r="http://schemas.openxmlformats.org/officeDocument/2006/relationships" id="2147483654" r:id="Rf5e766e7ecad48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d26cf4a72d4e17" /><Relationship Type="http://schemas.openxmlformats.org/officeDocument/2006/relationships/image" Target="/ppt/media/image.png" Id="R1a7c4906037a4a59" /><Relationship Type="http://schemas.openxmlformats.org/officeDocument/2006/relationships/image" Target="/ppt/media/image2.png" Id="R75b2b6819ccd44e2" /><Relationship Type="http://schemas.openxmlformats.org/officeDocument/2006/relationships/image" Target="/ppt/media/image3.png" Id="Rfd1e1174a72b4d12" /><Relationship Type="http://schemas.openxmlformats.org/officeDocument/2006/relationships/image" Target="/ppt/media/image4.png" Id="R315b40ff480744c0" /><Relationship Type="http://schemas.openxmlformats.org/officeDocument/2006/relationships/image" Target="/ppt/media/image5.png" Id="R2a7f4debdf7847e1" /><Relationship Type="http://schemas.openxmlformats.org/officeDocument/2006/relationships/image" Target="/ppt/media/image6.png" Id="Rfc77c79a848044b1" /><Relationship Type="http://schemas.openxmlformats.org/officeDocument/2006/relationships/image" Target="/ppt/media/image7.png" Id="R1cf9012259084845" /><Relationship Type="http://schemas.openxmlformats.org/officeDocument/2006/relationships/image" Target="/ppt/media/image8.png" Id="R4d139606fce047ec" /><Relationship Type="http://schemas.openxmlformats.org/officeDocument/2006/relationships/image" Target="/ppt/media/image9.png" Id="R0a3e6d52f0fb4a08" /><Relationship Type="http://schemas.openxmlformats.org/officeDocument/2006/relationships/image" Target="/ppt/media/image10.png" Id="R2ebb4ac66ad94273" /><Relationship Type="http://schemas.openxmlformats.org/officeDocument/2006/relationships/image" Target="/ppt/media/image11.png" Id="R38fc7ac5684d4c59" /><Relationship Type="http://schemas.openxmlformats.org/officeDocument/2006/relationships/image" Target="/ppt/media/image12.png" Id="R8054985d691e459b" /><Relationship Type="http://schemas.openxmlformats.org/officeDocument/2006/relationships/image" Target="/ppt/media/image13.png" Id="Ra6236986b2c949c0" /><Relationship Type="http://schemas.openxmlformats.org/officeDocument/2006/relationships/image" Target="/ppt/media/image14.png" Id="R62754b15e823404d" /><Relationship Type="http://schemas.openxmlformats.org/officeDocument/2006/relationships/image" Target="/ppt/media/image15.png" Id="Rd1e3cb3a60054cfb" /><Relationship Type="http://schemas.openxmlformats.org/officeDocument/2006/relationships/image" Target="/ppt/media/image16.png" Id="Rcf5267c5a5cb4bb9" /><Relationship Type="http://schemas.openxmlformats.org/officeDocument/2006/relationships/image" Target="/ppt/media/image17.png" Id="Rde749d6d9b6245be" /><Relationship Type="http://schemas.openxmlformats.org/officeDocument/2006/relationships/image" Target="/ppt/media/image18.png" Id="R0b3506c133f441b1" /><Relationship Type="http://schemas.openxmlformats.org/officeDocument/2006/relationships/notesSlide" Target="/ppt/notesSlides/notesSlide1.xml" Id="Reb9302cc9c35404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 name="Initial terrain frame">
            <a:extLst xmlns:a="http://schemas.openxmlformats.org/drawingml/2006/main">
              <a:ext uri="{FF2B5EF4-FFF2-40B4-BE49-F238E27FC236}">
                <a16:creationId xmlns:a16="http://schemas.microsoft.com/office/drawing/2014/main" id="{797BEC69-80F0-4AE3-A932-A2DD5D4EDA34}"/>
              </a:ext>
            </a:extLst>
          </p:cNvPr>
          <p:cNvSpPr>
            <a:spLocks xmlns:a="http://schemas.openxmlformats.org/drawingml/2006/main" noGrp="1"/>
          </p:cNvSpPr>
          <p:nvPr/>
        </p:nvSpPr>
        <p:spPr>
          <a:xfrm xmlns:a="http://schemas.openxmlformats.org/drawingml/2006/main">
            <a:off x="95250" y="381000"/>
            <a:ext cx="9067800" cy="2647950"/>
          </a:xfrm>
          <a:custGeom xmlns:a="http://schemas.openxmlformats.org/drawingml/2006/main">
            <a:pathLst>
              <a:path w="9067800" h="2647950">
                <a:moveTo>
                  <a:pt x="104775" y="0"/>
                </a:moveTo>
                <a:lnTo>
                  <a:pt x="8963025" y="0"/>
                </a:lnTo>
                <a:cubicBezTo>
                  <a:pt x="9020891" y="0"/>
                  <a:pt x="9067800" y="46909"/>
                  <a:pt x="9067800" y="104775"/>
                </a:cubicBezTo>
                <a:lnTo>
                  <a:pt x="9067800" y="2543175"/>
                </a:lnTo>
                <a:cubicBezTo>
                  <a:pt x="9067800" y="2601041"/>
                  <a:pt x="9020891" y="2647950"/>
                  <a:pt x="8963025" y="2647950"/>
                </a:cubicBezTo>
                <a:lnTo>
                  <a:pt x="104775" y="2647950"/>
                </a:lnTo>
                <a:cubicBezTo>
                  <a:pt x="46909" y="2647950"/>
                  <a:pt x="0" y="2601041"/>
                  <a:pt x="0" y="2543175"/>
                </a:cubicBezTo>
                <a:lnTo>
                  <a:pt x="0" y="104775"/>
                </a:lnTo>
                <a:cubicBezTo>
                  <a:pt x="0" y="46909"/>
                  <a:pt x="46909" y="0"/>
                  <a:pt x="104775" y="0"/>
                </a:cubicBezTo>
                <a:close/>
              </a:path>
            </a:pathLst>
          </a:custGeom>
          <a:solidFill xmlns:a="http://schemas.openxmlformats.org/drawingml/2006/main">
            <a:srgbClr val="FFFFFF"/>
          </a:solidFill>
          <a:ln xmlns:a="http://schemas.openxmlformats.org/drawingml/2006/main" w="24765">
            <a:solidFill>
              <a:srgbClr val="007FB3"/>
            </a:solidFill>
            <a:prstDash val="solid"/>
          </a:ln>
        </p:spPr>
      </p:sp>
      <p:sp>
        <p:nvSpPr>
          <p:cNvPr id="2" name="Asset scattering frame">
            <a:extLst xmlns:a="http://schemas.openxmlformats.org/drawingml/2006/main">
              <a:ext uri="{FF2B5EF4-FFF2-40B4-BE49-F238E27FC236}">
                <a16:creationId xmlns:a16="http://schemas.microsoft.com/office/drawing/2014/main" id="{650B0BB2-6140-4969-94EB-BEA7436AB661}"/>
              </a:ext>
            </a:extLst>
          </p:cNvPr>
          <p:cNvSpPr>
            <a:spLocks xmlns:a="http://schemas.openxmlformats.org/drawingml/2006/main" noGrp="1"/>
          </p:cNvSpPr>
          <p:nvPr/>
        </p:nvSpPr>
        <p:spPr>
          <a:xfrm xmlns:a="http://schemas.openxmlformats.org/drawingml/2006/main">
            <a:off x="9420225" y="381000"/>
            <a:ext cx="5162550" cy="2647950"/>
          </a:xfrm>
          <a:custGeom xmlns:a="http://schemas.openxmlformats.org/drawingml/2006/main">
            <a:pathLst>
              <a:path w="5162550" h="2647950">
                <a:moveTo>
                  <a:pt x="104775" y="0"/>
                </a:moveTo>
                <a:lnTo>
                  <a:pt x="5057775" y="0"/>
                </a:lnTo>
                <a:cubicBezTo>
                  <a:pt x="5115641" y="0"/>
                  <a:pt x="5162550" y="46909"/>
                  <a:pt x="5162550" y="104775"/>
                </a:cubicBezTo>
                <a:lnTo>
                  <a:pt x="5162550" y="2543175"/>
                </a:lnTo>
                <a:cubicBezTo>
                  <a:pt x="5162550" y="2601041"/>
                  <a:pt x="5115641" y="2647950"/>
                  <a:pt x="5057775" y="2647950"/>
                </a:cubicBezTo>
                <a:lnTo>
                  <a:pt x="104775" y="2647950"/>
                </a:lnTo>
                <a:cubicBezTo>
                  <a:pt x="46909" y="2647950"/>
                  <a:pt x="0" y="2601041"/>
                  <a:pt x="0" y="2543175"/>
                </a:cubicBezTo>
                <a:lnTo>
                  <a:pt x="0" y="104775"/>
                </a:lnTo>
                <a:cubicBezTo>
                  <a:pt x="0" y="46909"/>
                  <a:pt x="46909" y="0"/>
                  <a:pt x="104775" y="0"/>
                </a:cubicBezTo>
                <a:close/>
              </a:path>
            </a:pathLst>
          </a:custGeom>
          <a:solidFill xmlns:a="http://schemas.openxmlformats.org/drawingml/2006/main">
            <a:srgbClr val="FFFFFF"/>
          </a:solidFill>
          <a:ln xmlns:a="http://schemas.openxmlformats.org/drawingml/2006/main" w="24765">
            <a:solidFill>
              <a:srgbClr val="007FB3"/>
            </a:solidFill>
            <a:prstDash val="solid"/>
          </a:ln>
        </p:spPr>
      </p:sp>
      <p:sp>
        <p:nvSpPr>
          <p:cNvPr id="3" name="Terrain refinement frame">
            <a:extLst xmlns:a="http://schemas.openxmlformats.org/drawingml/2006/main">
              <a:ext uri="{FF2B5EF4-FFF2-40B4-BE49-F238E27FC236}">
                <a16:creationId xmlns:a16="http://schemas.microsoft.com/office/drawing/2014/main" id="{4D3EA4A9-D3B3-471B-A728-379C7BFF25DF}"/>
              </a:ext>
            </a:extLst>
          </p:cNvPr>
          <p:cNvSpPr>
            <a:spLocks xmlns:a="http://schemas.openxmlformats.org/drawingml/2006/main" noGrp="1"/>
          </p:cNvSpPr>
          <p:nvPr/>
        </p:nvSpPr>
        <p:spPr>
          <a:xfrm xmlns:a="http://schemas.openxmlformats.org/drawingml/2006/main">
            <a:off x="14887575" y="381000"/>
            <a:ext cx="3790950" cy="2647950"/>
          </a:xfrm>
          <a:custGeom xmlns:a="http://schemas.openxmlformats.org/drawingml/2006/main">
            <a:pathLst>
              <a:path w="3790950" h="2647950">
                <a:moveTo>
                  <a:pt x="104775" y="0"/>
                </a:moveTo>
                <a:lnTo>
                  <a:pt x="3686175" y="0"/>
                </a:lnTo>
                <a:cubicBezTo>
                  <a:pt x="3744041" y="0"/>
                  <a:pt x="3790950" y="46909"/>
                  <a:pt x="3790950" y="104775"/>
                </a:cubicBezTo>
                <a:lnTo>
                  <a:pt x="3790950" y="2543175"/>
                </a:lnTo>
                <a:cubicBezTo>
                  <a:pt x="3790950" y="2601041"/>
                  <a:pt x="3744041" y="2647950"/>
                  <a:pt x="3686175" y="2647950"/>
                </a:cubicBezTo>
                <a:lnTo>
                  <a:pt x="104775" y="2647950"/>
                </a:lnTo>
                <a:cubicBezTo>
                  <a:pt x="46909" y="2647950"/>
                  <a:pt x="0" y="2601041"/>
                  <a:pt x="0" y="2543175"/>
                </a:cubicBezTo>
                <a:lnTo>
                  <a:pt x="0" y="104775"/>
                </a:lnTo>
                <a:cubicBezTo>
                  <a:pt x="0" y="46909"/>
                  <a:pt x="46909" y="0"/>
                  <a:pt x="104775" y="0"/>
                </a:cubicBezTo>
                <a:close/>
              </a:path>
            </a:pathLst>
          </a:custGeom>
          <a:solidFill xmlns:a="http://schemas.openxmlformats.org/drawingml/2006/main">
            <a:srgbClr val="FFFFFF"/>
          </a:solidFill>
          <a:ln xmlns:a="http://schemas.openxmlformats.org/drawingml/2006/main" w="24765">
            <a:solidFill>
              <a:srgbClr val="007FB3"/>
            </a:solidFill>
            <a:prstDash val="solid"/>
          </a:ln>
        </p:spPr>
      </p:sp>
      <p:sp>
        <p:nvSpPr>
          <p:cNvPr id="4" name="panel dashed separator">
            <a:extLst xmlns:a="http://schemas.openxmlformats.org/drawingml/2006/main">
              <a:ext uri="{FF2B5EF4-FFF2-40B4-BE49-F238E27FC236}">
                <a16:creationId xmlns:a16="http://schemas.microsoft.com/office/drawing/2014/main" id="{0A92DB15-7ABB-4912-A6C7-1951AA1C2995}"/>
              </a:ext>
            </a:extLst>
          </p:cNvPr>
          <p:cNvSpPr>
            <a:spLocks xmlns:a="http://schemas.openxmlformats.org/drawingml/2006/main" noGrp="1"/>
          </p:cNvSpPr>
          <p:nvPr/>
        </p:nvSpPr>
        <p:spPr>
          <a:xfrm xmlns:a="http://schemas.openxmlformats.org/drawingml/2006/main">
            <a:off x="9296400" y="257175"/>
            <a:ext cx="191" cy="2781491"/>
          </a:xfrm>
          <a:custGeom xmlns:a="http://schemas.openxmlformats.org/drawingml/2006/main">
            <a:pathLst>
              <a:path w="191" h="2781491">
                <a:moveTo>
                  <a:pt x="0" y="0"/>
                </a:moveTo>
                <a:lnTo>
                  <a:pt x="0" y="2781300"/>
                </a:lnTo>
              </a:path>
            </a:pathLst>
          </a:custGeom>
          <a:noFill xmlns:a="http://schemas.openxmlformats.org/drawingml/2006/main"/>
          <a:ln xmlns:a="http://schemas.openxmlformats.org/drawingml/2006/main" w="26670">
            <a:solidFill>
              <a:srgbClr val="89BDD4"/>
            </a:solidFill>
            <a:prstDash val="dash"/>
          </a:ln>
        </p:spPr>
      </p:sp>
      <p:sp>
        <p:nvSpPr>
          <p:cNvPr id="5" name="panel dashed separator">
            <a:extLst xmlns:a="http://schemas.openxmlformats.org/drawingml/2006/main">
              <a:ext uri="{FF2B5EF4-FFF2-40B4-BE49-F238E27FC236}">
                <a16:creationId xmlns:a16="http://schemas.microsoft.com/office/drawing/2014/main" id="{0F25D219-27A9-4A20-82DD-1ED8DAC89AA1}"/>
              </a:ext>
            </a:extLst>
          </p:cNvPr>
          <p:cNvSpPr>
            <a:spLocks xmlns:a="http://schemas.openxmlformats.org/drawingml/2006/main" noGrp="1"/>
          </p:cNvSpPr>
          <p:nvPr/>
        </p:nvSpPr>
        <p:spPr>
          <a:xfrm xmlns:a="http://schemas.openxmlformats.org/drawingml/2006/main">
            <a:off x="14735175" y="257175"/>
            <a:ext cx="191" cy="2781491"/>
          </a:xfrm>
          <a:custGeom xmlns:a="http://schemas.openxmlformats.org/drawingml/2006/main">
            <a:pathLst>
              <a:path w="191" h="2781491">
                <a:moveTo>
                  <a:pt x="0" y="0"/>
                </a:moveTo>
                <a:lnTo>
                  <a:pt x="0" y="2781300"/>
                </a:lnTo>
              </a:path>
            </a:pathLst>
          </a:custGeom>
          <a:noFill xmlns:a="http://schemas.openxmlformats.org/drawingml/2006/main"/>
          <a:ln xmlns:a="http://schemas.openxmlformats.org/drawingml/2006/main" w="26670">
            <a:solidFill>
              <a:srgbClr val="89BDD4"/>
            </a:solidFill>
            <a:prstDash val="dash"/>
          </a:ln>
        </p:spPr>
      </p:sp>
      <p:sp>
        <p:nvSpPr>
          <p:cNvPr id="6" name="(a) terrain generation pill">
            <a:extLst xmlns:a="http://schemas.openxmlformats.org/drawingml/2006/main">
              <a:ext uri="{FF2B5EF4-FFF2-40B4-BE49-F238E27FC236}">
                <a16:creationId xmlns:a16="http://schemas.microsoft.com/office/drawing/2014/main" id="{F08E8D5E-744B-4169-9BBB-D403E92780F7}"/>
              </a:ext>
            </a:extLst>
          </p:cNvPr>
          <p:cNvSpPr>
            <a:spLocks xmlns:a="http://schemas.openxmlformats.org/drawingml/2006/main" noGrp="1"/>
          </p:cNvSpPr>
          <p:nvPr/>
        </p:nvSpPr>
        <p:spPr>
          <a:xfrm xmlns:a="http://schemas.openxmlformats.org/drawingml/2006/main">
            <a:off x="95250" y="161925"/>
            <a:ext cx="3962400" cy="419100"/>
          </a:xfrm>
          <a:custGeom xmlns:a="http://schemas.openxmlformats.org/drawingml/2006/main">
            <a:pathLst>
              <a:path w="3962400" h="419100">
                <a:moveTo>
                  <a:pt x="209550" y="0"/>
                </a:moveTo>
                <a:lnTo>
                  <a:pt x="3752850" y="0"/>
                </a:lnTo>
                <a:cubicBezTo>
                  <a:pt x="3868581" y="0"/>
                  <a:pt x="3962400" y="93819"/>
                  <a:pt x="3962400" y="209550"/>
                </a:cubicBezTo>
                <a:lnTo>
                  <a:pt x="3962400" y="209550"/>
                </a:lnTo>
                <a:cubicBezTo>
                  <a:pt x="3962400" y="325281"/>
                  <a:pt x="3868581" y="419100"/>
                  <a:pt x="375285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DFF8FD"/>
          </a:solidFill>
          <a:ln xmlns:a="http://schemas.openxmlformats.org/drawingml/2006/main" w="9525">
            <a:noFill/>
            <a:prstDash val="solid"/>
          </a:ln>
        </p:spPr>
      </p:sp>
      <p:sp>
        <p:nvSpPr>
          <p:cNvPr id="7" name="(a) terrain generation icon background">
            <a:extLst xmlns:a="http://schemas.openxmlformats.org/drawingml/2006/main">
              <a:ext uri="{FF2B5EF4-FFF2-40B4-BE49-F238E27FC236}">
                <a16:creationId xmlns:a16="http://schemas.microsoft.com/office/drawing/2014/main" id="{3EDC6C9A-14FE-43BE-AF3C-75FA72091CF2}"/>
              </a:ext>
            </a:extLst>
          </p:cNvPr>
          <p:cNvSpPr>
            <a:spLocks xmlns:a="http://schemas.openxmlformats.org/drawingml/2006/main" noGrp="1"/>
          </p:cNvSpPr>
          <p:nvPr/>
        </p:nvSpPr>
        <p:spPr>
          <a:xfrm xmlns:a="http://schemas.openxmlformats.org/drawingml/2006/main">
            <a:off x="95250" y="161925"/>
            <a:ext cx="704850" cy="419100"/>
          </a:xfrm>
          <a:custGeom xmlns:a="http://schemas.openxmlformats.org/drawingml/2006/main">
            <a:pathLst>
              <a:path w="704850" h="419100">
                <a:moveTo>
                  <a:pt x="209550" y="0"/>
                </a:moveTo>
                <a:lnTo>
                  <a:pt x="495300" y="0"/>
                </a:lnTo>
                <a:cubicBezTo>
                  <a:pt x="611031" y="0"/>
                  <a:pt x="704850" y="93819"/>
                  <a:pt x="704850" y="209550"/>
                </a:cubicBezTo>
                <a:lnTo>
                  <a:pt x="704850" y="209550"/>
                </a:lnTo>
                <a:cubicBezTo>
                  <a:pt x="704850" y="325281"/>
                  <a:pt x="611031" y="419100"/>
                  <a:pt x="49530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007FB3"/>
          </a:solidFill>
          <a:ln xmlns:a="http://schemas.openxmlformats.org/drawingml/2006/main" w="9525">
            <a:noFill/>
            <a:prstDash val="solid"/>
          </a:ln>
        </p:spPr>
      </p:sp>
      <p:pic>
        <p:nvPicPr>
          <p:cNvPr id="8" name="">
            <a:extLst xmlns:a="http://schemas.openxmlformats.org/drawingml/2006/main">
              <a:ext uri="{FF2B5EF4-FFF2-40B4-BE49-F238E27FC236}">
                <a16:creationId xmlns:a16="http://schemas.microsoft.com/office/drawing/2014/main" id="{0A147618-BA27-453F-B95B-4E179B253A73}"/>
              </a:ext>
            </a:extLst>
          </p:cNvPr>
          <p:cNvPicPr>
            <a:picLocks xmlns:a="http://schemas.openxmlformats.org/drawingml/2006/main" noChangeAspect="1"/>
          </p:cNvPicPr>
          <p:nvPr/>
        </p:nvPicPr>
        <p:blipFill>
          <a:blip xmlns:r="http://schemas.openxmlformats.org/officeDocument/2006/relationships" xmlns:a="http://schemas.openxmlformats.org/drawingml/2006/main" r:embed="R1a7c4906037a4a59"/>
          <a:stretch xmlns:a="http://schemas.openxmlformats.org/drawingml/2006/main"/>
        </p:blipFill>
        <p:spPr>
          <a:xfrm xmlns:a="http://schemas.openxmlformats.org/drawingml/2006/main">
            <a:off x="257175" y="234812"/>
            <a:ext cx="381000" cy="273326"/>
          </a:xfrm>
          <a:prstGeom xmlns:a="http://schemas.openxmlformats.org/drawingml/2006/main" prst="rect">
            <a:avLst/>
          </a:prstGeom>
        </p:spPr>
      </p:pic>
      <p:sp>
        <p:nvSpPr>
          <p:cNvPr id="9" name="(a) terrain generation">
            <a:extLst xmlns:a="http://schemas.openxmlformats.org/drawingml/2006/main">
              <a:ext uri="{FF2B5EF4-FFF2-40B4-BE49-F238E27FC236}">
                <a16:creationId xmlns:a16="http://schemas.microsoft.com/office/drawing/2014/main" id="{C3702718-7903-415F-ACAC-61C9874E4B6E}"/>
              </a:ext>
            </a:extLst>
          </p:cNvPr>
          <p:cNvSpPr>
            <a:spLocks xmlns:a="http://schemas.openxmlformats.org/drawingml/2006/main" noGrp="1"/>
          </p:cNvSpPr>
          <p:nvPr/>
        </p:nvSpPr>
        <p:spPr>
          <a:xfrm xmlns:a="http://schemas.openxmlformats.org/drawingml/2006/main" rot="0">
            <a:off x="962025" y="200579"/>
            <a:ext cx="2971800" cy="378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27" b="1" i="0">
                <a:solidFill>
                  <a:srgbClr val="007FB3"/>
                </a:solidFill>
                <a:latin typeface="Times New Roman"/>
                <a:ea typeface="Times New Roman"/>
                <a:cs typeface="Times New Roman"/>
              </a:defRPr>
            </a:defPPr>
          </a:lstStyle>
          <a:p xmlns:a="http://schemas.openxmlformats.org/drawingml/2006/main">
            <a:pPr algn="l">
              <a:lnSpc>
                <a:spcPct val="100000"/>
              </a:lnSpc>
              <a:buNone/>
              <a:defRPr sz="2127" b="1" i="0">
                <a:solidFill>
                  <a:srgbClr val="007FB3"/>
                </a:solidFill>
                <a:latin typeface="Times New Roman"/>
                <a:ea typeface="Times New Roman"/>
                <a:cs typeface="Times New Roman"/>
              </a:defRPr>
            </a:pPr>
            <a:r>
              <a:rPr sz="2127" b="1" i="0">
                <a:solidFill>
                  <a:srgbClr val="007FB3"/>
                </a:solidFill>
                <a:latin typeface="Times New Roman"/>
                <a:ea typeface="Times New Roman"/>
                <a:cs typeface="Times New Roman"/>
              </a:rPr>
              <a:t>(a) terrain generation</a:t>
            </a:r>
          </a:p>
        </p:txBody>
      </p:sp>
      <p:sp>
        <p:nvSpPr>
          <p:cNvPr id="10" name="(b) 3d assets scatter pill">
            <a:extLst xmlns:a="http://schemas.openxmlformats.org/drawingml/2006/main">
              <a:ext uri="{FF2B5EF4-FFF2-40B4-BE49-F238E27FC236}">
                <a16:creationId xmlns:a16="http://schemas.microsoft.com/office/drawing/2014/main" id="{FC53E4D7-32AC-45A9-9C21-11CF0D5708F8}"/>
              </a:ext>
            </a:extLst>
          </p:cNvPr>
          <p:cNvSpPr>
            <a:spLocks xmlns:a="http://schemas.openxmlformats.org/drawingml/2006/main" noGrp="1"/>
          </p:cNvSpPr>
          <p:nvPr/>
        </p:nvSpPr>
        <p:spPr>
          <a:xfrm xmlns:a="http://schemas.openxmlformats.org/drawingml/2006/main">
            <a:off x="9420225" y="161925"/>
            <a:ext cx="3733800" cy="419100"/>
          </a:xfrm>
          <a:custGeom xmlns:a="http://schemas.openxmlformats.org/drawingml/2006/main">
            <a:pathLst>
              <a:path w="3733800" h="419100">
                <a:moveTo>
                  <a:pt x="209550" y="0"/>
                </a:moveTo>
                <a:lnTo>
                  <a:pt x="3524250" y="0"/>
                </a:lnTo>
                <a:cubicBezTo>
                  <a:pt x="3639981" y="0"/>
                  <a:pt x="3733800" y="93819"/>
                  <a:pt x="3733800" y="209550"/>
                </a:cubicBezTo>
                <a:lnTo>
                  <a:pt x="3733800" y="209550"/>
                </a:lnTo>
                <a:cubicBezTo>
                  <a:pt x="3733800" y="325281"/>
                  <a:pt x="3639981" y="419100"/>
                  <a:pt x="352425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DFF8FD"/>
          </a:solidFill>
          <a:ln xmlns:a="http://schemas.openxmlformats.org/drawingml/2006/main" w="9525">
            <a:noFill/>
            <a:prstDash val="solid"/>
          </a:ln>
        </p:spPr>
      </p:sp>
      <p:sp>
        <p:nvSpPr>
          <p:cNvPr id="11" name="(b) 3d assets scatter icon background">
            <a:extLst xmlns:a="http://schemas.openxmlformats.org/drawingml/2006/main">
              <a:ext uri="{FF2B5EF4-FFF2-40B4-BE49-F238E27FC236}">
                <a16:creationId xmlns:a16="http://schemas.microsoft.com/office/drawing/2014/main" id="{0EE68E6E-AB51-4A29-B6BB-8BFAEE83952F}"/>
              </a:ext>
            </a:extLst>
          </p:cNvPr>
          <p:cNvSpPr>
            <a:spLocks xmlns:a="http://schemas.openxmlformats.org/drawingml/2006/main" noGrp="1"/>
          </p:cNvSpPr>
          <p:nvPr/>
        </p:nvSpPr>
        <p:spPr>
          <a:xfrm xmlns:a="http://schemas.openxmlformats.org/drawingml/2006/main">
            <a:off x="9420225" y="161925"/>
            <a:ext cx="704850" cy="419100"/>
          </a:xfrm>
          <a:custGeom xmlns:a="http://schemas.openxmlformats.org/drawingml/2006/main">
            <a:pathLst>
              <a:path w="704850" h="419100">
                <a:moveTo>
                  <a:pt x="209550" y="0"/>
                </a:moveTo>
                <a:lnTo>
                  <a:pt x="495300" y="0"/>
                </a:lnTo>
                <a:cubicBezTo>
                  <a:pt x="611031" y="0"/>
                  <a:pt x="704850" y="93819"/>
                  <a:pt x="704850" y="209550"/>
                </a:cubicBezTo>
                <a:lnTo>
                  <a:pt x="704850" y="209550"/>
                </a:lnTo>
                <a:cubicBezTo>
                  <a:pt x="704850" y="325281"/>
                  <a:pt x="611031" y="419100"/>
                  <a:pt x="49530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007FB3"/>
          </a:solidFill>
          <a:ln xmlns:a="http://schemas.openxmlformats.org/drawingml/2006/main" w="9525">
            <a:noFill/>
            <a:prstDash val="solid"/>
          </a:ln>
        </p:spPr>
      </p:sp>
      <p:pic>
        <p:nvPicPr>
          <p:cNvPr id="12" name="">
            <a:extLst xmlns:a="http://schemas.openxmlformats.org/drawingml/2006/main">
              <a:ext uri="{FF2B5EF4-FFF2-40B4-BE49-F238E27FC236}">
                <a16:creationId xmlns:a16="http://schemas.microsoft.com/office/drawing/2014/main" id="{9FA96C51-7BCB-41A8-8DF6-F905E91AFC61}"/>
              </a:ext>
            </a:extLst>
          </p:cNvPr>
          <p:cNvPicPr>
            <a:picLocks xmlns:a="http://schemas.openxmlformats.org/drawingml/2006/main" noChangeAspect="1"/>
          </p:cNvPicPr>
          <p:nvPr/>
        </p:nvPicPr>
        <p:blipFill>
          <a:blip xmlns:r="http://schemas.openxmlformats.org/officeDocument/2006/relationships" xmlns:a="http://schemas.openxmlformats.org/drawingml/2006/main" r:embed="R75b2b6819ccd44e2"/>
          <a:stretch xmlns:a="http://schemas.openxmlformats.org/drawingml/2006/main"/>
        </p:blipFill>
        <p:spPr>
          <a:xfrm xmlns:a="http://schemas.openxmlformats.org/drawingml/2006/main">
            <a:off x="9588295" y="228600"/>
            <a:ext cx="368710" cy="285750"/>
          </a:xfrm>
          <a:prstGeom xmlns:a="http://schemas.openxmlformats.org/drawingml/2006/main" prst="rect">
            <a:avLst/>
          </a:prstGeom>
        </p:spPr>
      </p:pic>
      <p:sp>
        <p:nvSpPr>
          <p:cNvPr id="13" name="(b) 3d assets scatter">
            <a:extLst xmlns:a="http://schemas.openxmlformats.org/drawingml/2006/main">
              <a:ext uri="{FF2B5EF4-FFF2-40B4-BE49-F238E27FC236}">
                <a16:creationId xmlns:a16="http://schemas.microsoft.com/office/drawing/2014/main" id="{80F4C1B3-7DFC-4FDD-AA69-E1095BE9ADC2}"/>
              </a:ext>
            </a:extLst>
          </p:cNvPr>
          <p:cNvSpPr>
            <a:spLocks xmlns:a="http://schemas.openxmlformats.org/drawingml/2006/main" noGrp="1"/>
          </p:cNvSpPr>
          <p:nvPr/>
        </p:nvSpPr>
        <p:spPr>
          <a:xfrm xmlns:a="http://schemas.openxmlformats.org/drawingml/2006/main" rot="0">
            <a:off x="10287000" y="200579"/>
            <a:ext cx="2743200" cy="378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27" b="1" i="0">
                <a:solidFill>
                  <a:srgbClr val="007FB3"/>
                </a:solidFill>
                <a:latin typeface="Times New Roman"/>
                <a:ea typeface="Times New Roman"/>
                <a:cs typeface="Times New Roman"/>
              </a:defRPr>
            </a:defPPr>
          </a:lstStyle>
          <a:p xmlns:a="http://schemas.openxmlformats.org/drawingml/2006/main">
            <a:pPr algn="l">
              <a:lnSpc>
                <a:spcPct val="100000"/>
              </a:lnSpc>
              <a:buNone/>
              <a:defRPr sz="2127" b="1" i="0">
                <a:solidFill>
                  <a:srgbClr val="007FB3"/>
                </a:solidFill>
                <a:latin typeface="Times New Roman"/>
                <a:ea typeface="Times New Roman"/>
                <a:cs typeface="Times New Roman"/>
              </a:defRPr>
            </a:pPr>
            <a:r>
              <a:rPr sz="2127" b="1" i="0">
                <a:solidFill>
                  <a:srgbClr val="007FB3"/>
                </a:solidFill>
                <a:latin typeface="Times New Roman"/>
                <a:ea typeface="Times New Roman"/>
                <a:cs typeface="Times New Roman"/>
              </a:rPr>
              <a:t>(b) 3d assets scatter</a:t>
            </a:r>
          </a:p>
        </p:txBody>
      </p:sp>
      <p:sp>
        <p:nvSpPr>
          <p:cNvPr id="14" name="(c) terrain refinement pill">
            <a:extLst xmlns:a="http://schemas.openxmlformats.org/drawingml/2006/main">
              <a:ext uri="{FF2B5EF4-FFF2-40B4-BE49-F238E27FC236}">
                <a16:creationId xmlns:a16="http://schemas.microsoft.com/office/drawing/2014/main" id="{0C9A0D31-9771-4F2C-9310-3F5C29A0EF37}"/>
              </a:ext>
            </a:extLst>
          </p:cNvPr>
          <p:cNvSpPr>
            <a:spLocks xmlns:a="http://schemas.openxmlformats.org/drawingml/2006/main" noGrp="1"/>
          </p:cNvSpPr>
          <p:nvPr/>
        </p:nvSpPr>
        <p:spPr>
          <a:xfrm xmlns:a="http://schemas.openxmlformats.org/drawingml/2006/main">
            <a:off x="14887575" y="161925"/>
            <a:ext cx="3800475" cy="419100"/>
          </a:xfrm>
          <a:custGeom xmlns:a="http://schemas.openxmlformats.org/drawingml/2006/main">
            <a:pathLst>
              <a:path w="3800475" h="419100">
                <a:moveTo>
                  <a:pt x="209550" y="0"/>
                </a:moveTo>
                <a:lnTo>
                  <a:pt x="3590925" y="0"/>
                </a:lnTo>
                <a:cubicBezTo>
                  <a:pt x="3706656" y="0"/>
                  <a:pt x="3800475" y="93819"/>
                  <a:pt x="3800475" y="209550"/>
                </a:cubicBezTo>
                <a:lnTo>
                  <a:pt x="3800475" y="209550"/>
                </a:lnTo>
                <a:cubicBezTo>
                  <a:pt x="3800475" y="325281"/>
                  <a:pt x="3706656" y="419100"/>
                  <a:pt x="3590925"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DFF8FD"/>
          </a:solidFill>
          <a:ln xmlns:a="http://schemas.openxmlformats.org/drawingml/2006/main" w="9525">
            <a:noFill/>
            <a:prstDash val="solid"/>
          </a:ln>
        </p:spPr>
      </p:sp>
      <p:sp>
        <p:nvSpPr>
          <p:cNvPr id="15" name="(c) terrain refinement icon background">
            <a:extLst xmlns:a="http://schemas.openxmlformats.org/drawingml/2006/main">
              <a:ext uri="{FF2B5EF4-FFF2-40B4-BE49-F238E27FC236}">
                <a16:creationId xmlns:a16="http://schemas.microsoft.com/office/drawing/2014/main" id="{DDDA966B-A43C-4CAF-A7F5-5098AE5AC3B7}"/>
              </a:ext>
            </a:extLst>
          </p:cNvPr>
          <p:cNvSpPr>
            <a:spLocks xmlns:a="http://schemas.openxmlformats.org/drawingml/2006/main" noGrp="1"/>
          </p:cNvSpPr>
          <p:nvPr/>
        </p:nvSpPr>
        <p:spPr>
          <a:xfrm xmlns:a="http://schemas.openxmlformats.org/drawingml/2006/main">
            <a:off x="14887575" y="161925"/>
            <a:ext cx="704850" cy="419100"/>
          </a:xfrm>
          <a:custGeom xmlns:a="http://schemas.openxmlformats.org/drawingml/2006/main">
            <a:pathLst>
              <a:path w="704850" h="419100">
                <a:moveTo>
                  <a:pt x="209550" y="0"/>
                </a:moveTo>
                <a:lnTo>
                  <a:pt x="495300" y="0"/>
                </a:lnTo>
                <a:cubicBezTo>
                  <a:pt x="611031" y="0"/>
                  <a:pt x="704850" y="93819"/>
                  <a:pt x="704850" y="209550"/>
                </a:cubicBezTo>
                <a:lnTo>
                  <a:pt x="704850" y="209550"/>
                </a:lnTo>
                <a:cubicBezTo>
                  <a:pt x="704850" y="325281"/>
                  <a:pt x="611031" y="419100"/>
                  <a:pt x="495300" y="419100"/>
                </a:cubicBezTo>
                <a:lnTo>
                  <a:pt x="209550" y="419100"/>
                </a:lnTo>
                <a:cubicBezTo>
                  <a:pt x="93819" y="419100"/>
                  <a:pt x="0" y="325281"/>
                  <a:pt x="0" y="209550"/>
                </a:cubicBezTo>
                <a:lnTo>
                  <a:pt x="0" y="209550"/>
                </a:lnTo>
                <a:cubicBezTo>
                  <a:pt x="0" y="93819"/>
                  <a:pt x="93819" y="0"/>
                  <a:pt x="209550" y="0"/>
                </a:cubicBezTo>
                <a:close/>
              </a:path>
            </a:pathLst>
          </a:custGeom>
          <a:solidFill xmlns:a="http://schemas.openxmlformats.org/drawingml/2006/main">
            <a:srgbClr val="007FB3"/>
          </a:solidFill>
          <a:ln xmlns:a="http://schemas.openxmlformats.org/drawingml/2006/main" w="9525">
            <a:noFill/>
            <a:prstDash val="solid"/>
          </a:ln>
        </p:spPr>
      </p:sp>
      <p:pic>
        <p:nvPicPr>
          <p:cNvPr id="16" name="">
            <a:extLst xmlns:a="http://schemas.openxmlformats.org/drawingml/2006/main">
              <a:ext uri="{FF2B5EF4-FFF2-40B4-BE49-F238E27FC236}">
                <a16:creationId xmlns:a16="http://schemas.microsoft.com/office/drawing/2014/main" id="{E7223A0F-441F-4B2E-9D21-53E60F9532DB}"/>
              </a:ext>
            </a:extLst>
          </p:cNvPr>
          <p:cNvPicPr>
            <a:picLocks xmlns:a="http://schemas.openxmlformats.org/drawingml/2006/main" noChangeAspect="1"/>
          </p:cNvPicPr>
          <p:nvPr/>
        </p:nvPicPr>
        <p:blipFill>
          <a:blip xmlns:r="http://schemas.openxmlformats.org/officeDocument/2006/relationships" xmlns:a="http://schemas.openxmlformats.org/drawingml/2006/main" r:embed="Rfd1e1174a72b4d12"/>
          <a:stretch xmlns:a="http://schemas.openxmlformats.org/drawingml/2006/main"/>
        </p:blipFill>
        <p:spPr>
          <a:xfrm xmlns:a="http://schemas.openxmlformats.org/drawingml/2006/main">
            <a:off x="15049500" y="245826"/>
            <a:ext cx="381000" cy="251298"/>
          </a:xfrm>
          <a:prstGeom xmlns:a="http://schemas.openxmlformats.org/drawingml/2006/main" prst="rect">
            <a:avLst/>
          </a:prstGeom>
        </p:spPr>
      </p:pic>
      <p:sp>
        <p:nvSpPr>
          <p:cNvPr id="17" name="(c) terrain refinement">
            <a:extLst xmlns:a="http://schemas.openxmlformats.org/drawingml/2006/main">
              <a:ext uri="{FF2B5EF4-FFF2-40B4-BE49-F238E27FC236}">
                <a16:creationId xmlns:a16="http://schemas.microsoft.com/office/drawing/2014/main" id="{D6347635-B8F3-458C-A459-FF1BD4A41F28}"/>
              </a:ext>
            </a:extLst>
          </p:cNvPr>
          <p:cNvSpPr>
            <a:spLocks xmlns:a="http://schemas.openxmlformats.org/drawingml/2006/main" noGrp="1"/>
          </p:cNvSpPr>
          <p:nvPr/>
        </p:nvSpPr>
        <p:spPr>
          <a:xfrm xmlns:a="http://schemas.openxmlformats.org/drawingml/2006/main" rot="0">
            <a:off x="15754350" y="200579"/>
            <a:ext cx="2809875" cy="378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27" b="1" i="0">
                <a:solidFill>
                  <a:srgbClr val="007FB3"/>
                </a:solidFill>
                <a:latin typeface="Times New Roman"/>
                <a:ea typeface="Times New Roman"/>
                <a:cs typeface="Times New Roman"/>
              </a:defRPr>
            </a:defPPr>
          </a:lstStyle>
          <a:p xmlns:a="http://schemas.openxmlformats.org/drawingml/2006/main">
            <a:pPr algn="l">
              <a:lnSpc>
                <a:spcPct val="100000"/>
              </a:lnSpc>
              <a:buNone/>
              <a:defRPr sz="2127" b="1" i="0">
                <a:solidFill>
                  <a:srgbClr val="007FB3"/>
                </a:solidFill>
                <a:latin typeface="Times New Roman"/>
                <a:ea typeface="Times New Roman"/>
                <a:cs typeface="Times New Roman"/>
              </a:defRPr>
            </a:pPr>
            <a:r>
              <a:rPr sz="2127" b="1" i="0">
                <a:solidFill>
                  <a:srgbClr val="007FB3"/>
                </a:solidFill>
                <a:latin typeface="Times New Roman"/>
                <a:ea typeface="Times New Roman"/>
                <a:cs typeface="Times New Roman"/>
              </a:rPr>
              <a:t>(c) terrain refinement</a:t>
            </a:r>
          </a:p>
        </p:txBody>
      </p:sp>
      <p:sp>
        <p:nvSpPr>
          <p:cNvPr id="18" name="scene files panel">
            <a:extLst xmlns:a="http://schemas.openxmlformats.org/drawingml/2006/main">
              <a:ext uri="{FF2B5EF4-FFF2-40B4-BE49-F238E27FC236}">
                <a16:creationId xmlns:a16="http://schemas.microsoft.com/office/drawing/2014/main" id="{C1BFCC31-DD8E-4EA3-8A5A-F49A82097270}"/>
              </a:ext>
            </a:extLst>
          </p:cNvPr>
          <p:cNvSpPr>
            <a:spLocks xmlns:a="http://schemas.openxmlformats.org/drawingml/2006/main" noGrp="1"/>
          </p:cNvSpPr>
          <p:nvPr/>
        </p:nvSpPr>
        <p:spPr>
          <a:xfrm xmlns:a="http://schemas.openxmlformats.org/drawingml/2006/main">
            <a:off x="219075" y="790575"/>
            <a:ext cx="1733550" cy="2114550"/>
          </a:xfrm>
          <a:custGeom xmlns:a="http://schemas.openxmlformats.org/drawingml/2006/main">
            <a:pathLst>
              <a:path w="1733550" h="2114550">
                <a:moveTo>
                  <a:pt x="28575" y="0"/>
                </a:moveTo>
                <a:lnTo>
                  <a:pt x="1704975" y="0"/>
                </a:lnTo>
                <a:cubicBezTo>
                  <a:pt x="1720757" y="0"/>
                  <a:pt x="1733550" y="12793"/>
                  <a:pt x="1733550" y="28575"/>
                </a:cubicBezTo>
                <a:lnTo>
                  <a:pt x="1733550" y="2085975"/>
                </a:lnTo>
                <a:cubicBezTo>
                  <a:pt x="1733550" y="2101757"/>
                  <a:pt x="1720757" y="2114550"/>
                  <a:pt x="170497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pic>
        <p:nvPicPr>
          <p:cNvPr id="19" name="">
            <a:extLst xmlns:a="http://schemas.openxmlformats.org/drawingml/2006/main">
              <a:ext uri="{FF2B5EF4-FFF2-40B4-BE49-F238E27FC236}">
                <a16:creationId xmlns:a16="http://schemas.microsoft.com/office/drawing/2014/main" id="{8EC639A4-EA0B-4F8D-A8A8-446FDC142C4E}"/>
              </a:ext>
            </a:extLst>
          </p:cNvPr>
          <p:cNvPicPr>
            <a:picLocks xmlns:a="http://schemas.openxmlformats.org/drawingml/2006/main" noChangeAspect="1"/>
          </p:cNvPicPr>
          <p:nvPr/>
        </p:nvPicPr>
        <p:blipFill>
          <a:blip xmlns:r="http://schemas.openxmlformats.org/officeDocument/2006/relationships" xmlns:a="http://schemas.openxmlformats.org/drawingml/2006/main" r:embed="R315b40ff480744c0"/>
          <a:stretch xmlns:a="http://schemas.openxmlformats.org/drawingml/2006/main"/>
        </p:blipFill>
        <p:spPr>
          <a:xfrm xmlns:a="http://schemas.openxmlformats.org/drawingml/2006/main">
            <a:off x="314325" y="866775"/>
            <a:ext cx="333375" cy="390525"/>
          </a:xfrm>
          <a:prstGeom xmlns:a="http://schemas.openxmlformats.org/drawingml/2006/main" prst="rect">
            <a:avLst/>
          </a:prstGeom>
        </p:spPr>
      </p:pic>
      <p:sp>
        <p:nvSpPr>
          <p:cNvPr id="20" name="scene.yaml">
            <a:extLst xmlns:a="http://schemas.openxmlformats.org/drawingml/2006/main">
              <a:ext uri="{FF2B5EF4-FFF2-40B4-BE49-F238E27FC236}">
                <a16:creationId xmlns:a16="http://schemas.microsoft.com/office/drawing/2014/main" id="{309F845D-638C-4425-8B75-6FCDBABA2AC5}"/>
              </a:ext>
            </a:extLst>
          </p:cNvPr>
          <p:cNvSpPr>
            <a:spLocks xmlns:a="http://schemas.openxmlformats.org/drawingml/2006/main" noGrp="1"/>
          </p:cNvSpPr>
          <p:nvPr/>
        </p:nvSpPr>
        <p:spPr>
          <a:xfrm xmlns:a="http://schemas.openxmlformats.org/drawingml/2006/main" rot="0">
            <a:off x="752475" y="909081"/>
            <a:ext cx="1057275" cy="312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57" b="1" i="0">
                <a:solidFill>
                  <a:srgbClr val="454545"/>
                </a:solidFill>
                <a:latin typeface="Times New Roman"/>
                <a:ea typeface="Times New Roman"/>
                <a:cs typeface="Times New Roman"/>
              </a:defRPr>
            </a:defPPr>
          </a:lstStyle>
          <a:p xmlns:a="http://schemas.openxmlformats.org/drawingml/2006/main">
            <a:pPr algn="l">
              <a:lnSpc>
                <a:spcPct val="100000"/>
              </a:lnSpc>
              <a:buNone/>
              <a:defRPr sz="1757" b="1" i="0">
                <a:solidFill>
                  <a:srgbClr val="454545"/>
                </a:solidFill>
                <a:latin typeface="Times New Roman"/>
                <a:ea typeface="Times New Roman"/>
                <a:cs typeface="Times New Roman"/>
              </a:defRPr>
            </a:pPr>
            <a:r>
              <a:rPr sz="1757" b="1" i="0">
                <a:solidFill>
                  <a:srgbClr val="454545"/>
                </a:solidFill>
                <a:latin typeface="Times New Roman"/>
                <a:ea typeface="Times New Roman"/>
                <a:cs typeface="Times New Roman"/>
              </a:rPr>
              <a:t>scene.yaml</a:t>
            </a:r>
          </a:p>
        </p:txBody>
      </p:sp>
      <p:sp>
        <p:nvSpPr>
          <p:cNvPr id="21" name="scene parameter description">
            <a:extLst xmlns:a="http://schemas.openxmlformats.org/drawingml/2006/main">
              <a:ext uri="{FF2B5EF4-FFF2-40B4-BE49-F238E27FC236}">
                <a16:creationId xmlns:a16="http://schemas.microsoft.com/office/drawing/2014/main" id="{B4B43365-FA08-4DD9-BA0B-4CC2C0E18448}"/>
              </a:ext>
            </a:extLst>
          </p:cNvPr>
          <p:cNvSpPr>
            <a:spLocks xmlns:a="http://schemas.openxmlformats.org/drawingml/2006/main" noGrp="1"/>
          </p:cNvSpPr>
          <p:nvPr/>
        </p:nvSpPr>
        <p:spPr>
          <a:xfrm xmlns:a="http://schemas.openxmlformats.org/drawingml/2006/main">
            <a:off x="276225" y="1285875"/>
            <a:ext cx="1581150" cy="1123950"/>
          </a:xfrm>
          <a:custGeom xmlns:a="http://schemas.openxmlformats.org/drawingml/2006/main">
            <a:pathLst>
              <a:path w="1581150" h="1123950">
                <a:moveTo>
                  <a:pt x="0" y="0"/>
                </a:moveTo>
                <a:lnTo>
                  <a:pt x="1581150" y="0"/>
                </a:lnTo>
                <a:lnTo>
                  <a:pt x="1581150" y="1123950"/>
                </a:lnTo>
                <a:lnTo>
                  <a:pt x="0" y="1123950"/>
                </a:lnTo>
                <a:close/>
              </a:path>
            </a:pathLst>
          </a:custGeom>
          <a:solidFill xmlns:a="http://schemas.openxmlformats.org/drawingml/2006/main">
            <a:srgbClr val="E6F8FC"/>
          </a:solidFill>
          <a:ln xmlns:a="http://schemas.openxmlformats.org/drawingml/2006/main" w="9525">
            <a:noFill/>
            <a:prstDash val="solid"/>
          </a:ln>
        </p:spPr>
      </p:sp>
      <p:sp>
        <p:nvSpPr>
          <p:cNvPr id="22" name="color map: ...">
            <a:extLst xmlns:a="http://schemas.openxmlformats.org/drawingml/2006/main">
              <a:ext uri="{FF2B5EF4-FFF2-40B4-BE49-F238E27FC236}">
                <a16:creationId xmlns:a16="http://schemas.microsoft.com/office/drawing/2014/main" id="{DC1E51BF-DD46-43ED-8595-63B1C7839344}"/>
              </a:ext>
            </a:extLst>
          </p:cNvPr>
          <p:cNvSpPr>
            <a:spLocks xmlns:a="http://schemas.openxmlformats.org/drawingml/2006/main" noGrp="1"/>
          </p:cNvSpPr>
          <p:nvPr/>
        </p:nvSpPr>
        <p:spPr>
          <a:xfrm xmlns:a="http://schemas.openxmlformats.org/drawingml/2006/main" rot="0">
            <a:off x="381000" y="1432159"/>
            <a:ext cx="1419225"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color map: ...</a:t>
            </a:r>
          </a:p>
        </p:txBody>
      </p:sp>
      <p:sp>
        <p:nvSpPr>
          <p:cNvPr id="23" name="terrain params: ...">
            <a:extLst xmlns:a="http://schemas.openxmlformats.org/drawingml/2006/main">
              <a:ext uri="{FF2B5EF4-FFF2-40B4-BE49-F238E27FC236}">
                <a16:creationId xmlns:a16="http://schemas.microsoft.com/office/drawing/2014/main" id="{8A35175A-9332-4629-84FD-673D35F1F03D}"/>
              </a:ext>
            </a:extLst>
          </p:cNvPr>
          <p:cNvSpPr>
            <a:spLocks xmlns:a="http://schemas.openxmlformats.org/drawingml/2006/main" noGrp="1"/>
          </p:cNvSpPr>
          <p:nvPr/>
        </p:nvSpPr>
        <p:spPr>
          <a:xfrm xmlns:a="http://schemas.openxmlformats.org/drawingml/2006/main" rot="0">
            <a:off x="381000" y="1653445"/>
            <a:ext cx="1419225"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1" i="0">
                <a:solidFill>
                  <a:srgbClr val="8B8B8B"/>
                </a:solidFill>
                <a:latin typeface="Times New Roman"/>
                <a:ea typeface="Times New Roman"/>
                <a:cs typeface="Times New Roman"/>
              </a:defRPr>
            </a:defPPr>
          </a:lstStyle>
          <a:p xmlns:a="http://schemas.openxmlformats.org/drawingml/2006/main">
            <a:pPr algn="l">
              <a:lnSpc>
                <a:spcPct val="100000"/>
              </a:lnSpc>
              <a:buNone/>
              <a:defRPr sz="1181" b="1" i="0">
                <a:solidFill>
                  <a:srgbClr val="8B8B8B"/>
                </a:solidFill>
                <a:latin typeface="Times New Roman"/>
                <a:ea typeface="Times New Roman"/>
                <a:cs typeface="Times New Roman"/>
              </a:defRPr>
            </a:pPr>
            <a:r>
              <a:rPr sz="1181" b="1" i="0">
                <a:solidFill>
                  <a:srgbClr val="8B8B8B"/>
                </a:solidFill>
                <a:latin typeface="Times New Roman"/>
                <a:ea typeface="Times New Roman"/>
                <a:cs typeface="Times New Roman"/>
              </a:rPr>
              <a:t>terrain params: ...</a:t>
            </a:r>
          </a:p>
        </p:txBody>
      </p:sp>
      <p:sp>
        <p:nvSpPr>
          <p:cNvPr id="24" name="material type: ...">
            <a:extLst xmlns:a="http://schemas.openxmlformats.org/drawingml/2006/main">
              <a:ext uri="{FF2B5EF4-FFF2-40B4-BE49-F238E27FC236}">
                <a16:creationId xmlns:a16="http://schemas.microsoft.com/office/drawing/2014/main" id="{EBD57F87-3566-4457-AE56-A10D6C22E19A}"/>
              </a:ext>
            </a:extLst>
          </p:cNvPr>
          <p:cNvSpPr>
            <a:spLocks xmlns:a="http://schemas.openxmlformats.org/drawingml/2006/main" noGrp="1"/>
          </p:cNvSpPr>
          <p:nvPr/>
        </p:nvSpPr>
        <p:spPr>
          <a:xfrm xmlns:a="http://schemas.openxmlformats.org/drawingml/2006/main" rot="0">
            <a:off x="381000" y="1872520"/>
            <a:ext cx="1419225"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1" i="0">
                <a:solidFill>
                  <a:srgbClr val="8B8B8B"/>
                </a:solidFill>
                <a:latin typeface="Times New Roman"/>
                <a:ea typeface="Times New Roman"/>
                <a:cs typeface="Times New Roman"/>
              </a:defRPr>
            </a:defPPr>
          </a:lstStyle>
          <a:p xmlns:a="http://schemas.openxmlformats.org/drawingml/2006/main">
            <a:pPr algn="l">
              <a:lnSpc>
                <a:spcPct val="100000"/>
              </a:lnSpc>
              <a:buNone/>
              <a:defRPr sz="1181" b="1" i="0">
                <a:solidFill>
                  <a:srgbClr val="8B8B8B"/>
                </a:solidFill>
                <a:latin typeface="Times New Roman"/>
                <a:ea typeface="Times New Roman"/>
                <a:cs typeface="Times New Roman"/>
              </a:defRPr>
            </a:pPr>
            <a:r>
              <a:rPr sz="1181" b="1" i="0">
                <a:solidFill>
                  <a:srgbClr val="8B8B8B"/>
                </a:solidFill>
                <a:latin typeface="Times New Roman"/>
                <a:ea typeface="Times New Roman"/>
                <a:cs typeface="Times New Roman"/>
              </a:rPr>
              <a:t>material type: ...</a:t>
            </a:r>
          </a:p>
        </p:txBody>
      </p:sp>
      <p:sp>
        <p:nvSpPr>
          <p:cNvPr id="25" name="base envelop: ...">
            <a:extLst xmlns:a="http://schemas.openxmlformats.org/drawingml/2006/main">
              <a:ext uri="{FF2B5EF4-FFF2-40B4-BE49-F238E27FC236}">
                <a16:creationId xmlns:a16="http://schemas.microsoft.com/office/drawing/2014/main" id="{A5A60D31-A8B3-402C-8E09-F6A4121BA36F}"/>
              </a:ext>
            </a:extLst>
          </p:cNvPr>
          <p:cNvSpPr>
            <a:spLocks xmlns:a="http://schemas.openxmlformats.org/drawingml/2006/main" noGrp="1"/>
          </p:cNvSpPr>
          <p:nvPr/>
        </p:nvSpPr>
        <p:spPr>
          <a:xfrm xmlns:a="http://schemas.openxmlformats.org/drawingml/2006/main" rot="0">
            <a:off x="381000" y="2089384"/>
            <a:ext cx="1419225"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base envelop: ...</a:t>
            </a:r>
          </a:p>
        </p:txBody>
      </p:sp>
      <p:pic>
        <p:nvPicPr>
          <p:cNvPr id="26" name="">
            <a:extLst xmlns:a="http://schemas.openxmlformats.org/drawingml/2006/main">
              <a:ext uri="{FF2B5EF4-FFF2-40B4-BE49-F238E27FC236}">
                <a16:creationId xmlns:a16="http://schemas.microsoft.com/office/drawing/2014/main" id="{C0168E1E-491E-4948-B342-8519C5D1D4C5}"/>
              </a:ext>
            </a:extLst>
          </p:cNvPr>
          <p:cNvPicPr>
            <a:picLocks xmlns:a="http://schemas.openxmlformats.org/drawingml/2006/main" noChangeAspect="1"/>
          </p:cNvPicPr>
          <p:nvPr/>
        </p:nvPicPr>
        <p:blipFill>
          <a:blip xmlns:r="http://schemas.openxmlformats.org/officeDocument/2006/relationships" xmlns:a="http://schemas.openxmlformats.org/drawingml/2006/main" r:embed="R2a7f4debdf7847e1"/>
          <a:stretch xmlns:a="http://schemas.openxmlformats.org/drawingml/2006/main"/>
        </p:blipFill>
        <p:spPr>
          <a:xfrm xmlns:a="http://schemas.openxmlformats.org/drawingml/2006/main">
            <a:off x="295275" y="2457450"/>
            <a:ext cx="342900" cy="381000"/>
          </a:xfrm>
          <a:prstGeom xmlns:a="http://schemas.openxmlformats.org/drawingml/2006/main" prst="rect">
            <a:avLst/>
          </a:prstGeom>
        </p:spPr>
      </p:pic>
      <p:sp>
        <p:nvSpPr>
          <p:cNvPr id="27" name="layout.png">
            <a:extLst xmlns:a="http://schemas.openxmlformats.org/drawingml/2006/main">
              <a:ext uri="{FF2B5EF4-FFF2-40B4-BE49-F238E27FC236}">
                <a16:creationId xmlns:a16="http://schemas.microsoft.com/office/drawing/2014/main" id="{AF89A842-CE60-49EF-A790-2BA3E220F974}"/>
              </a:ext>
            </a:extLst>
          </p:cNvPr>
          <p:cNvSpPr>
            <a:spLocks xmlns:a="http://schemas.openxmlformats.org/drawingml/2006/main" noGrp="1"/>
          </p:cNvSpPr>
          <p:nvPr/>
        </p:nvSpPr>
        <p:spPr>
          <a:xfrm xmlns:a="http://schemas.openxmlformats.org/drawingml/2006/main" rot="0">
            <a:off x="762000" y="2499756"/>
            <a:ext cx="1057275" cy="312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57" b="1" i="0">
                <a:solidFill>
                  <a:srgbClr val="454545"/>
                </a:solidFill>
                <a:latin typeface="Times New Roman"/>
                <a:ea typeface="Times New Roman"/>
                <a:cs typeface="Times New Roman"/>
              </a:defRPr>
            </a:defPPr>
          </a:lstStyle>
          <a:p xmlns:a="http://schemas.openxmlformats.org/drawingml/2006/main">
            <a:pPr algn="l">
              <a:lnSpc>
                <a:spcPct val="100000"/>
              </a:lnSpc>
              <a:buNone/>
              <a:defRPr sz="1757" b="1" i="0">
                <a:solidFill>
                  <a:srgbClr val="454545"/>
                </a:solidFill>
                <a:latin typeface="Times New Roman"/>
                <a:ea typeface="Times New Roman"/>
                <a:cs typeface="Times New Roman"/>
              </a:defRPr>
            </a:pPr>
            <a:r>
              <a:rPr sz="1757" b="1" i="0">
                <a:solidFill>
                  <a:srgbClr val="454545"/>
                </a:solidFill>
                <a:latin typeface="Times New Roman"/>
                <a:ea typeface="Times New Roman"/>
                <a:cs typeface="Times New Roman"/>
              </a:rPr>
              <a:t>layout.png</a:t>
            </a:r>
          </a:p>
        </p:txBody>
      </p:sp>
      <p:sp>
        <p:nvSpPr>
          <p:cNvPr id="28" name="scene to terrain parameters">
            <a:extLst xmlns:a="http://schemas.openxmlformats.org/drawingml/2006/main">
              <a:ext uri="{FF2B5EF4-FFF2-40B4-BE49-F238E27FC236}">
                <a16:creationId xmlns:a16="http://schemas.microsoft.com/office/drawing/2014/main" id="{90BE457A-FA45-47EC-935C-EC60F888D668}"/>
              </a:ext>
            </a:extLst>
          </p:cNvPr>
          <p:cNvSpPr>
            <a:spLocks xmlns:a="http://schemas.openxmlformats.org/drawingml/2006/main" noGrp="1"/>
          </p:cNvSpPr>
          <p:nvPr/>
        </p:nvSpPr>
        <p:spPr>
          <a:xfrm xmlns:a="http://schemas.openxmlformats.org/drawingml/2006/main">
            <a:off x="2009775" y="1885950"/>
            <a:ext cx="131636" cy="191"/>
          </a:xfrm>
          <a:custGeom xmlns:a="http://schemas.openxmlformats.org/drawingml/2006/main">
            <a:pathLst>
              <a:path w="131636" h="191">
                <a:moveTo>
                  <a:pt x="0" y="0"/>
                </a:moveTo>
                <a:lnTo>
                  <a:pt x="131445" y="0"/>
                </a:lnTo>
              </a:path>
            </a:pathLst>
          </a:custGeom>
          <a:noFill xmlns:a="http://schemas.openxmlformats.org/drawingml/2006/main"/>
          <a:ln xmlns:a="http://schemas.openxmlformats.org/drawingml/2006/main" w="133350">
            <a:solidFill>
              <a:srgbClr val="007FB3"/>
            </a:solidFill>
            <a:prstDash val="solid"/>
          </a:ln>
        </p:spPr>
      </p:sp>
      <p:sp>
        <p:nvSpPr>
          <p:cNvPr id="29" name="scene to terrain parameters head">
            <a:extLst xmlns:a="http://schemas.openxmlformats.org/drawingml/2006/main">
              <a:ext uri="{FF2B5EF4-FFF2-40B4-BE49-F238E27FC236}">
                <a16:creationId xmlns:a16="http://schemas.microsoft.com/office/drawing/2014/main" id="{A11C24BA-F763-450E-BF19-EFF0E35C87FA}"/>
              </a:ext>
            </a:extLst>
          </p:cNvPr>
          <p:cNvSpPr>
            <a:spLocks xmlns:a="http://schemas.openxmlformats.org/drawingml/2006/main" noGrp="1"/>
          </p:cNvSpPr>
          <p:nvPr/>
        </p:nvSpPr>
        <p:spPr>
          <a:xfrm xmlns:a="http://schemas.openxmlformats.org/drawingml/2006/main">
            <a:off x="2114550" y="1745933"/>
            <a:ext cx="133350" cy="280035"/>
          </a:xfrm>
          <a:custGeom xmlns:a="http://schemas.openxmlformats.org/drawingml/2006/main">
            <a:pathLst>
              <a:path w="133350" h="280035">
                <a:moveTo>
                  <a:pt x="133350" y="140017"/>
                </a:moveTo>
                <a:lnTo>
                  <a:pt x="0" y="280035"/>
                </a:lnTo>
                <a:lnTo>
                  <a:pt x="0" y="0"/>
                </a:lnTo>
                <a:close/>
              </a:path>
            </a:pathLst>
          </a:custGeom>
          <a:solidFill xmlns:a="http://schemas.openxmlformats.org/drawingml/2006/main">
            <a:srgbClr val="007FB3"/>
          </a:solidFill>
          <a:ln xmlns:a="http://schemas.openxmlformats.org/drawingml/2006/main" w="9525">
            <a:noFill/>
            <a:prstDash val="solid"/>
          </a:ln>
        </p:spPr>
      </p:sp>
      <p:sp>
        <p:nvSpPr>
          <p:cNvPr id="30" name="terrain construction panel">
            <a:extLst xmlns:a="http://schemas.openxmlformats.org/drawingml/2006/main">
              <a:ext uri="{FF2B5EF4-FFF2-40B4-BE49-F238E27FC236}">
                <a16:creationId xmlns:a16="http://schemas.microsoft.com/office/drawing/2014/main" id="{0B00BA6C-644B-4F03-AFCE-99AB2B9F6741}"/>
              </a:ext>
            </a:extLst>
          </p:cNvPr>
          <p:cNvSpPr>
            <a:spLocks xmlns:a="http://schemas.openxmlformats.org/drawingml/2006/main" noGrp="1"/>
          </p:cNvSpPr>
          <p:nvPr/>
        </p:nvSpPr>
        <p:spPr>
          <a:xfrm xmlns:a="http://schemas.openxmlformats.org/drawingml/2006/main">
            <a:off x="2305050" y="790575"/>
            <a:ext cx="4438650" cy="2114550"/>
          </a:xfrm>
          <a:custGeom xmlns:a="http://schemas.openxmlformats.org/drawingml/2006/main">
            <a:pathLst>
              <a:path w="4438650" h="2114550">
                <a:moveTo>
                  <a:pt x="28575" y="0"/>
                </a:moveTo>
                <a:lnTo>
                  <a:pt x="4410075" y="0"/>
                </a:lnTo>
                <a:cubicBezTo>
                  <a:pt x="4425857" y="0"/>
                  <a:pt x="4438650" y="12793"/>
                  <a:pt x="4438650" y="28575"/>
                </a:cubicBezTo>
                <a:lnTo>
                  <a:pt x="4438650" y="2085975"/>
                </a:lnTo>
                <a:cubicBezTo>
                  <a:pt x="4438650" y="2101757"/>
                  <a:pt x="4425857" y="2114550"/>
                  <a:pt x="441007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pic>
        <p:nvPicPr>
          <p:cNvPr id="31" name="">
            <a:extLst xmlns:a="http://schemas.openxmlformats.org/drawingml/2006/main">
              <a:ext uri="{FF2B5EF4-FFF2-40B4-BE49-F238E27FC236}">
                <a16:creationId xmlns:a16="http://schemas.microsoft.com/office/drawing/2014/main" id="{AF9F8CB2-448C-459B-BA17-92144D8C9475}"/>
              </a:ext>
            </a:extLst>
          </p:cNvPr>
          <p:cNvPicPr>
            <a:picLocks xmlns:a="http://schemas.openxmlformats.org/drawingml/2006/main" noChangeAspect="1"/>
          </p:cNvPicPr>
          <p:nvPr/>
        </p:nvPicPr>
        <p:blipFill>
          <a:blip xmlns:r="http://schemas.openxmlformats.org/officeDocument/2006/relationships" xmlns:a="http://schemas.openxmlformats.org/drawingml/2006/main" r:embed="Rfc77c79a848044b1"/>
          <a:stretch xmlns:a="http://schemas.openxmlformats.org/drawingml/2006/main"/>
        </p:blipFill>
        <p:spPr>
          <a:xfrm xmlns:a="http://schemas.openxmlformats.org/drawingml/2006/main">
            <a:off x="2390775" y="876300"/>
            <a:ext cx="323850" cy="333375"/>
          </a:xfrm>
          <a:prstGeom xmlns:a="http://schemas.openxmlformats.org/drawingml/2006/main" prst="rect">
            <a:avLst/>
          </a:prstGeom>
        </p:spPr>
      </p:pic>
      <p:sp>
        <p:nvSpPr>
          <p:cNvPr id="32" name="noise types">
            <a:extLst xmlns:a="http://schemas.openxmlformats.org/drawingml/2006/main">
              <a:ext uri="{FF2B5EF4-FFF2-40B4-BE49-F238E27FC236}">
                <a16:creationId xmlns:a16="http://schemas.microsoft.com/office/drawing/2014/main" id="{F2BC417A-F8DA-412B-9C4A-41CD525E2971}"/>
              </a:ext>
            </a:extLst>
          </p:cNvPr>
          <p:cNvSpPr>
            <a:spLocks xmlns:a="http://schemas.openxmlformats.org/drawingml/2006/main" noGrp="1"/>
          </p:cNvSpPr>
          <p:nvPr/>
        </p:nvSpPr>
        <p:spPr>
          <a:xfrm xmlns:a="http://schemas.openxmlformats.org/drawingml/2006/main" rot="0">
            <a:off x="2809875" y="894324"/>
            <a:ext cx="1200150" cy="338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04" b="1" i="0">
                <a:solidFill>
                  <a:srgbClr val="454545"/>
                </a:solidFill>
                <a:latin typeface="Times New Roman"/>
                <a:ea typeface="Times New Roman"/>
                <a:cs typeface="Times New Roman"/>
              </a:defRPr>
            </a:defPPr>
          </a:lstStyle>
          <a:p xmlns:a="http://schemas.openxmlformats.org/drawingml/2006/main">
            <a:pPr algn="l">
              <a:lnSpc>
                <a:spcPct val="100000"/>
              </a:lnSpc>
              <a:buNone/>
              <a:defRPr sz="1904" b="1" i="0">
                <a:solidFill>
                  <a:srgbClr val="454545"/>
                </a:solidFill>
                <a:latin typeface="Times New Roman"/>
                <a:ea typeface="Times New Roman"/>
                <a:cs typeface="Times New Roman"/>
              </a:defRPr>
            </a:pPr>
            <a:r>
              <a:rPr sz="1904" b="1" i="0">
                <a:solidFill>
                  <a:srgbClr val="454545"/>
                </a:solidFill>
                <a:latin typeface="Times New Roman"/>
                <a:ea typeface="Times New Roman"/>
                <a:cs typeface="Times New Roman"/>
              </a:rPr>
              <a:t>noise types</a:t>
            </a:r>
          </a:p>
        </p:txBody>
      </p:sp>
      <p:sp>
        <p:nvSpPr>
          <p:cNvPr id="33" name="noise type description">
            <a:extLst xmlns:a="http://schemas.openxmlformats.org/drawingml/2006/main">
              <a:ext uri="{FF2B5EF4-FFF2-40B4-BE49-F238E27FC236}">
                <a16:creationId xmlns:a16="http://schemas.microsoft.com/office/drawing/2014/main" id="{15BF72F0-9E1D-4195-B31C-868BBB03FC56}"/>
              </a:ext>
            </a:extLst>
          </p:cNvPr>
          <p:cNvSpPr>
            <a:spLocks xmlns:a="http://schemas.openxmlformats.org/drawingml/2006/main" noGrp="1"/>
          </p:cNvSpPr>
          <p:nvPr/>
        </p:nvSpPr>
        <p:spPr>
          <a:xfrm xmlns:a="http://schemas.openxmlformats.org/drawingml/2006/main">
            <a:off x="2381250" y="1257300"/>
            <a:ext cx="1676400" cy="561975"/>
          </a:xfrm>
          <a:custGeom xmlns:a="http://schemas.openxmlformats.org/drawingml/2006/main">
            <a:pathLst>
              <a:path w="1676400" h="561975">
                <a:moveTo>
                  <a:pt x="0" y="0"/>
                </a:moveTo>
                <a:lnTo>
                  <a:pt x="1676400" y="0"/>
                </a:lnTo>
                <a:lnTo>
                  <a:pt x="1676400" y="561975"/>
                </a:lnTo>
                <a:lnTo>
                  <a:pt x="0" y="561975"/>
                </a:lnTo>
                <a:close/>
              </a:path>
            </a:pathLst>
          </a:custGeom>
          <a:solidFill xmlns:a="http://schemas.openxmlformats.org/drawingml/2006/main">
            <a:srgbClr val="E6F8FC"/>
          </a:solidFill>
          <a:ln xmlns:a="http://schemas.openxmlformats.org/drawingml/2006/main" w="9525">
            <a:noFill/>
            <a:prstDash val="solid"/>
          </a:ln>
        </p:spPr>
      </p:sp>
      <p:sp>
        <p:nvSpPr>
          <p:cNvPr id="34" name="fBm, voronoi,">
            <a:extLst xmlns:a="http://schemas.openxmlformats.org/drawingml/2006/main">
              <a:ext uri="{FF2B5EF4-FFF2-40B4-BE49-F238E27FC236}">
                <a16:creationId xmlns:a16="http://schemas.microsoft.com/office/drawing/2014/main" id="{CD19DA5A-6739-4574-8F06-03C37208DE32}"/>
              </a:ext>
            </a:extLst>
          </p:cNvPr>
          <p:cNvSpPr>
            <a:spLocks xmlns:a="http://schemas.openxmlformats.org/drawingml/2006/main" noGrp="1"/>
          </p:cNvSpPr>
          <p:nvPr/>
        </p:nvSpPr>
        <p:spPr>
          <a:xfrm xmlns:a="http://schemas.openxmlformats.org/drawingml/2006/main" rot="0">
            <a:off x="2552700" y="1312665"/>
            <a:ext cx="1238250" cy="24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9" b="1" i="0">
                <a:solidFill>
                  <a:srgbClr val="8B8B8B"/>
                </a:solidFill>
                <a:latin typeface="Times New Roman"/>
                <a:ea typeface="Times New Roman"/>
                <a:cs typeface="Times New Roman"/>
              </a:defRPr>
            </a:defPPr>
          </a:lstStyle>
          <a:p xmlns:a="http://schemas.openxmlformats.org/drawingml/2006/main">
            <a:pPr algn="l">
              <a:lnSpc>
                <a:spcPct val="100000"/>
              </a:lnSpc>
              <a:buNone/>
              <a:defRPr sz="1389" b="1" i="0">
                <a:solidFill>
                  <a:srgbClr val="8B8B8B"/>
                </a:solidFill>
                <a:latin typeface="Times New Roman"/>
                <a:ea typeface="Times New Roman"/>
                <a:cs typeface="Times New Roman"/>
              </a:defRPr>
            </a:pPr>
            <a:r>
              <a:rPr sz="1389" b="1" i="0">
                <a:solidFill>
                  <a:srgbClr val="8B8B8B"/>
                </a:solidFill>
                <a:latin typeface="Times New Roman"/>
                <a:ea typeface="Times New Roman"/>
                <a:cs typeface="Times New Roman"/>
              </a:rPr>
              <a:t>fBm, voronoi,</a:t>
            </a:r>
          </a:p>
        </p:txBody>
      </p:sp>
      <p:sp>
        <p:nvSpPr>
          <p:cNvPr id="35" name="gradient noise...">
            <a:extLst xmlns:a="http://schemas.openxmlformats.org/drawingml/2006/main">
              <a:ext uri="{FF2B5EF4-FFF2-40B4-BE49-F238E27FC236}">
                <a16:creationId xmlns:a16="http://schemas.microsoft.com/office/drawing/2014/main" id="{EDCDDB71-88F6-42C4-A33D-E2856335250B}"/>
              </a:ext>
            </a:extLst>
          </p:cNvPr>
          <p:cNvSpPr>
            <a:spLocks xmlns:a="http://schemas.openxmlformats.org/drawingml/2006/main" noGrp="1"/>
          </p:cNvSpPr>
          <p:nvPr/>
        </p:nvSpPr>
        <p:spPr>
          <a:xfrm xmlns:a="http://schemas.openxmlformats.org/drawingml/2006/main" rot="0">
            <a:off x="2476500" y="1534211"/>
            <a:ext cx="1400175" cy="2346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20" b="1" i="0">
                <a:solidFill>
                  <a:srgbClr val="8B8B8B"/>
                </a:solidFill>
                <a:latin typeface="Times New Roman"/>
                <a:ea typeface="Times New Roman"/>
                <a:cs typeface="Times New Roman"/>
              </a:defRPr>
            </a:defPPr>
          </a:lstStyle>
          <a:p xmlns:a="http://schemas.openxmlformats.org/drawingml/2006/main">
            <a:pPr algn="l">
              <a:lnSpc>
                <a:spcPct val="100000"/>
              </a:lnSpc>
              <a:buNone/>
              <a:defRPr sz="1320" b="1" i="0">
                <a:solidFill>
                  <a:srgbClr val="8B8B8B"/>
                </a:solidFill>
                <a:latin typeface="Times New Roman"/>
                <a:ea typeface="Times New Roman"/>
                <a:cs typeface="Times New Roman"/>
              </a:defRPr>
            </a:pPr>
            <a:r>
              <a:rPr sz="1320" b="1" i="0">
                <a:solidFill>
                  <a:srgbClr val="8B8B8B"/>
                </a:solidFill>
                <a:latin typeface="Times New Roman"/>
                <a:ea typeface="Times New Roman"/>
                <a:cs typeface="Times New Roman"/>
              </a:rPr>
              <a:t>gradient noise...</a:t>
            </a:r>
          </a:p>
        </p:txBody>
      </p:sp>
      <p:pic>
        <p:nvPicPr>
          <p:cNvPr id="36" name="">
            <a:extLst xmlns:a="http://schemas.openxmlformats.org/drawingml/2006/main">
              <a:ext uri="{FF2B5EF4-FFF2-40B4-BE49-F238E27FC236}">
                <a16:creationId xmlns:a16="http://schemas.microsoft.com/office/drawing/2014/main" id="{742BA816-03D6-4282-A3BC-CD9359F24221}"/>
              </a:ext>
            </a:extLst>
          </p:cNvPr>
          <p:cNvPicPr>
            <a:picLocks xmlns:a="http://schemas.openxmlformats.org/drawingml/2006/main" noChangeAspect="1"/>
          </p:cNvPicPr>
          <p:nvPr/>
        </p:nvPicPr>
        <p:blipFill>
          <a:blip xmlns:r="http://schemas.openxmlformats.org/officeDocument/2006/relationships" xmlns:a="http://schemas.openxmlformats.org/drawingml/2006/main" r:embed="R1cf9012259084845"/>
          <a:stretch xmlns:a="http://schemas.openxmlformats.org/drawingml/2006/main"/>
        </p:blipFill>
        <p:spPr>
          <a:xfrm xmlns:a="http://schemas.openxmlformats.org/drawingml/2006/main">
            <a:off x="2381250" y="1952625"/>
            <a:ext cx="361950" cy="228600"/>
          </a:xfrm>
          <a:prstGeom xmlns:a="http://schemas.openxmlformats.org/drawingml/2006/main" prst="rect">
            <a:avLst/>
          </a:prstGeom>
        </p:spPr>
      </p:pic>
      <p:sp>
        <p:nvSpPr>
          <p:cNvPr id="37" name="landform">
            <a:extLst xmlns:a="http://schemas.openxmlformats.org/drawingml/2006/main">
              <a:ext uri="{FF2B5EF4-FFF2-40B4-BE49-F238E27FC236}">
                <a16:creationId xmlns:a16="http://schemas.microsoft.com/office/drawing/2014/main" id="{8E9371BF-447C-4260-9D3B-E771A69326A3}"/>
              </a:ext>
            </a:extLst>
          </p:cNvPr>
          <p:cNvSpPr>
            <a:spLocks xmlns:a="http://schemas.openxmlformats.org/drawingml/2006/main" noGrp="1"/>
          </p:cNvSpPr>
          <p:nvPr/>
        </p:nvSpPr>
        <p:spPr>
          <a:xfrm xmlns:a="http://schemas.openxmlformats.org/drawingml/2006/main" rot="0">
            <a:off x="2847975" y="1901000"/>
            <a:ext cx="1009650" cy="353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88" b="1" i="0">
                <a:solidFill>
                  <a:srgbClr val="454545"/>
                </a:solidFill>
                <a:latin typeface="Times New Roman"/>
                <a:ea typeface="Times New Roman"/>
                <a:cs typeface="Times New Roman"/>
              </a:defRPr>
            </a:defPPr>
          </a:lstStyle>
          <a:p xmlns:a="http://schemas.openxmlformats.org/drawingml/2006/main">
            <a:pPr algn="l">
              <a:lnSpc>
                <a:spcPct val="100000"/>
              </a:lnSpc>
              <a:buNone/>
              <a:defRPr sz="1988" b="1" i="0">
                <a:solidFill>
                  <a:srgbClr val="454545"/>
                </a:solidFill>
                <a:latin typeface="Times New Roman"/>
                <a:ea typeface="Times New Roman"/>
                <a:cs typeface="Times New Roman"/>
              </a:defRPr>
            </a:pPr>
            <a:r>
              <a:rPr sz="1988" b="1" i="0">
                <a:solidFill>
                  <a:srgbClr val="454545"/>
                </a:solidFill>
                <a:latin typeface="Times New Roman"/>
                <a:ea typeface="Times New Roman"/>
                <a:cs typeface="Times New Roman"/>
              </a:rPr>
              <a:t>landform</a:t>
            </a:r>
          </a:p>
        </p:txBody>
      </p:sp>
      <p:sp>
        <p:nvSpPr>
          <p:cNvPr id="38" name="landform description">
            <a:extLst xmlns:a="http://schemas.openxmlformats.org/drawingml/2006/main">
              <a:ext uri="{FF2B5EF4-FFF2-40B4-BE49-F238E27FC236}">
                <a16:creationId xmlns:a16="http://schemas.microsoft.com/office/drawing/2014/main" id="{95BAA941-1E30-4913-ACDA-0C82114FDA41}"/>
              </a:ext>
            </a:extLst>
          </p:cNvPr>
          <p:cNvSpPr>
            <a:spLocks xmlns:a="http://schemas.openxmlformats.org/drawingml/2006/main" noGrp="1"/>
          </p:cNvSpPr>
          <p:nvPr/>
        </p:nvSpPr>
        <p:spPr>
          <a:xfrm xmlns:a="http://schemas.openxmlformats.org/drawingml/2006/main">
            <a:off x="2381250" y="2276475"/>
            <a:ext cx="1676400" cy="552450"/>
          </a:xfrm>
          <a:custGeom xmlns:a="http://schemas.openxmlformats.org/drawingml/2006/main">
            <a:pathLst>
              <a:path w="1676400" h="552450">
                <a:moveTo>
                  <a:pt x="0" y="0"/>
                </a:moveTo>
                <a:lnTo>
                  <a:pt x="1676400" y="0"/>
                </a:lnTo>
                <a:lnTo>
                  <a:pt x="1676400" y="552450"/>
                </a:lnTo>
                <a:lnTo>
                  <a:pt x="0" y="552450"/>
                </a:lnTo>
                <a:close/>
              </a:path>
            </a:pathLst>
          </a:custGeom>
          <a:solidFill xmlns:a="http://schemas.openxmlformats.org/drawingml/2006/main">
            <a:srgbClr val="E6F8FC"/>
          </a:solidFill>
          <a:ln xmlns:a="http://schemas.openxmlformats.org/drawingml/2006/main" w="9525">
            <a:noFill/>
            <a:prstDash val="solid"/>
          </a:ln>
        </p:spPr>
      </p:sp>
      <p:sp>
        <p:nvSpPr>
          <p:cNvPr id="39" name="peak, crater, dunes,">
            <a:extLst xmlns:a="http://schemas.openxmlformats.org/drawingml/2006/main">
              <a:ext uri="{FF2B5EF4-FFF2-40B4-BE49-F238E27FC236}">
                <a16:creationId xmlns:a16="http://schemas.microsoft.com/office/drawing/2014/main" id="{79E85622-B586-4C6D-9EC1-F833E248D8C9}"/>
              </a:ext>
            </a:extLst>
          </p:cNvPr>
          <p:cNvSpPr>
            <a:spLocks xmlns:a="http://schemas.openxmlformats.org/drawingml/2006/main" noGrp="1"/>
          </p:cNvSpPr>
          <p:nvPr/>
        </p:nvSpPr>
        <p:spPr>
          <a:xfrm xmlns:a="http://schemas.openxmlformats.org/drawingml/2006/main" rot="0">
            <a:off x="2476500" y="2346559"/>
            <a:ext cx="15049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peak, crater, dunes,</a:t>
            </a:r>
          </a:p>
        </p:txBody>
      </p:sp>
      <p:sp>
        <p:nvSpPr>
          <p:cNvPr id="40" name="terrace, erosion">
            <a:extLst xmlns:a="http://schemas.openxmlformats.org/drawingml/2006/main">
              <a:ext uri="{FF2B5EF4-FFF2-40B4-BE49-F238E27FC236}">
                <a16:creationId xmlns:a16="http://schemas.microsoft.com/office/drawing/2014/main" id="{9A47A8D0-C71B-4447-920E-A41F32368EE4}"/>
              </a:ext>
            </a:extLst>
          </p:cNvPr>
          <p:cNvSpPr>
            <a:spLocks xmlns:a="http://schemas.openxmlformats.org/drawingml/2006/main" noGrp="1"/>
          </p:cNvSpPr>
          <p:nvPr/>
        </p:nvSpPr>
        <p:spPr>
          <a:xfrm xmlns:a="http://schemas.openxmlformats.org/drawingml/2006/main" rot="0">
            <a:off x="2476500" y="2575159"/>
            <a:ext cx="13525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terrace, erosion</a:t>
            </a:r>
          </a:p>
        </p:txBody>
      </p:sp>
      <p:sp>
        <p:nvSpPr>
          <p:cNvPr id="41" name="terrain parameter bracket">
            <a:extLst xmlns:a="http://schemas.openxmlformats.org/drawingml/2006/main">
              <a:ext uri="{FF2B5EF4-FFF2-40B4-BE49-F238E27FC236}">
                <a16:creationId xmlns:a16="http://schemas.microsoft.com/office/drawing/2014/main" id="{CD41A761-E169-4BE4-A9B8-DEA108179EE3}"/>
              </a:ext>
            </a:extLst>
          </p:cNvPr>
          <p:cNvSpPr>
            <a:spLocks xmlns:a="http://schemas.openxmlformats.org/drawingml/2006/main" noGrp="1"/>
          </p:cNvSpPr>
          <p:nvPr/>
        </p:nvSpPr>
        <p:spPr>
          <a:xfrm xmlns:a="http://schemas.openxmlformats.org/drawingml/2006/main">
            <a:off x="4181475" y="914400"/>
            <a:ext cx="66865" cy="1876615"/>
          </a:xfrm>
          <a:custGeom xmlns:a="http://schemas.openxmlformats.org/drawingml/2006/main">
            <a:pathLst>
              <a:path w="66865" h="1876615">
                <a:moveTo>
                  <a:pt x="0" y="0"/>
                </a:moveTo>
                <a:lnTo>
                  <a:pt x="0" y="809625"/>
                </a:lnTo>
                <a:lnTo>
                  <a:pt x="66675" y="942975"/>
                </a:lnTo>
                <a:lnTo>
                  <a:pt x="0" y="1085850"/>
                </a:lnTo>
                <a:lnTo>
                  <a:pt x="0" y="1876425"/>
                </a:lnTo>
              </a:path>
            </a:pathLst>
          </a:custGeom>
          <a:noFill xmlns:a="http://schemas.openxmlformats.org/drawingml/2006/main"/>
          <a:ln xmlns:a="http://schemas.openxmlformats.org/drawingml/2006/main" w="10478">
            <a:solidFill>
              <a:srgbClr val="007FB3"/>
            </a:solidFill>
            <a:prstDash val="dash"/>
          </a:ln>
        </p:spPr>
      </p:sp>
      <p:sp>
        <p:nvSpPr>
          <p:cNvPr id="42" name="terrain code screenshot native frame">
            <a:extLst xmlns:a="http://schemas.openxmlformats.org/drawingml/2006/main">
              <a:ext uri="{FF2B5EF4-FFF2-40B4-BE49-F238E27FC236}">
                <a16:creationId xmlns:a16="http://schemas.microsoft.com/office/drawing/2014/main" id="{E9C28047-30A1-45E8-A1AC-BA0FD4FF52C4}"/>
              </a:ext>
            </a:extLst>
          </p:cNvPr>
          <p:cNvSpPr>
            <a:spLocks xmlns:a="http://schemas.openxmlformats.org/drawingml/2006/main" noGrp="1"/>
          </p:cNvSpPr>
          <p:nvPr/>
        </p:nvSpPr>
        <p:spPr>
          <a:xfrm xmlns:a="http://schemas.openxmlformats.org/drawingml/2006/main">
            <a:off x="4352925" y="876300"/>
            <a:ext cx="2257425" cy="1962150"/>
          </a:xfrm>
          <a:custGeom xmlns:a="http://schemas.openxmlformats.org/drawingml/2006/main">
            <a:pathLst>
              <a:path w="2257425" h="1962150">
                <a:moveTo>
                  <a:pt x="104775" y="0"/>
                </a:moveTo>
                <a:lnTo>
                  <a:pt x="2152650" y="0"/>
                </a:lnTo>
                <a:cubicBezTo>
                  <a:pt x="2210516" y="0"/>
                  <a:pt x="2257425" y="46909"/>
                  <a:pt x="2257425" y="104775"/>
                </a:cubicBezTo>
                <a:lnTo>
                  <a:pt x="2257425" y="1857375"/>
                </a:lnTo>
                <a:cubicBezTo>
                  <a:pt x="2257425" y="1915241"/>
                  <a:pt x="2210516" y="1962150"/>
                  <a:pt x="2152650" y="1962150"/>
                </a:cubicBezTo>
                <a:lnTo>
                  <a:pt x="104775" y="1962150"/>
                </a:lnTo>
                <a:cubicBezTo>
                  <a:pt x="46909" y="1962150"/>
                  <a:pt x="0" y="1915241"/>
                  <a:pt x="0" y="1857375"/>
                </a:cubicBezTo>
                <a:lnTo>
                  <a:pt x="0" y="104775"/>
                </a:lnTo>
                <a:cubicBezTo>
                  <a:pt x="0" y="46909"/>
                  <a:pt x="46909" y="0"/>
                  <a:pt x="104775" y="0"/>
                </a:cubicBezTo>
                <a:close/>
              </a:path>
            </a:pathLst>
          </a:custGeom>
          <a:solidFill xmlns:a="http://schemas.openxmlformats.org/drawingml/2006/main">
            <a:srgbClr val="282832"/>
          </a:solidFill>
          <a:ln xmlns:a="http://schemas.openxmlformats.org/drawingml/2006/main" w="9525">
            <a:noFill/>
            <a:prstDash val="solid"/>
          </a:ln>
        </p:spPr>
      </p:sp>
      <p:sp>
        <p:nvSpPr>
          <p:cNvPr id="43" name="terrain code titlebar">
            <a:extLst xmlns:a="http://schemas.openxmlformats.org/drawingml/2006/main">
              <a:ext uri="{FF2B5EF4-FFF2-40B4-BE49-F238E27FC236}">
                <a16:creationId xmlns:a16="http://schemas.microsoft.com/office/drawing/2014/main" id="{E6C88474-2139-40C9-9BBF-C05567F29FAD}"/>
              </a:ext>
            </a:extLst>
          </p:cNvPr>
          <p:cNvSpPr>
            <a:spLocks xmlns:a="http://schemas.openxmlformats.org/drawingml/2006/main" noGrp="1"/>
          </p:cNvSpPr>
          <p:nvPr/>
        </p:nvSpPr>
        <p:spPr>
          <a:xfrm xmlns:a="http://schemas.openxmlformats.org/drawingml/2006/main">
            <a:off x="4352925" y="876300"/>
            <a:ext cx="2257425" cy="219075"/>
          </a:xfrm>
          <a:custGeom xmlns:a="http://schemas.openxmlformats.org/drawingml/2006/main">
            <a:pathLst>
              <a:path w="2257425" h="219075">
                <a:moveTo>
                  <a:pt x="104775" y="0"/>
                </a:moveTo>
                <a:lnTo>
                  <a:pt x="2152650" y="0"/>
                </a:lnTo>
                <a:cubicBezTo>
                  <a:pt x="2210516" y="0"/>
                  <a:pt x="2257425" y="46909"/>
                  <a:pt x="2257425" y="104775"/>
                </a:cubicBezTo>
                <a:lnTo>
                  <a:pt x="2257425" y="114300"/>
                </a:lnTo>
                <a:cubicBezTo>
                  <a:pt x="2257425" y="172166"/>
                  <a:pt x="2210516" y="219075"/>
                  <a:pt x="2152650" y="219075"/>
                </a:cubicBezTo>
                <a:lnTo>
                  <a:pt x="104775" y="219075"/>
                </a:lnTo>
                <a:cubicBezTo>
                  <a:pt x="46909" y="219075"/>
                  <a:pt x="0" y="172166"/>
                  <a:pt x="0" y="114300"/>
                </a:cubicBezTo>
                <a:lnTo>
                  <a:pt x="0" y="104775"/>
                </a:lnTo>
                <a:cubicBezTo>
                  <a:pt x="0" y="46909"/>
                  <a:pt x="46909" y="0"/>
                  <a:pt x="104775" y="0"/>
                </a:cubicBezTo>
                <a:close/>
              </a:path>
            </a:pathLst>
          </a:custGeom>
          <a:solidFill xmlns:a="http://schemas.openxmlformats.org/drawingml/2006/main">
            <a:srgbClr val="20202A"/>
          </a:solidFill>
          <a:ln xmlns:a="http://schemas.openxmlformats.org/drawingml/2006/main" w="9525">
            <a:noFill/>
            <a:prstDash val="solid"/>
          </a:ln>
        </p:spPr>
      </p:sp>
      <p:sp>
        <p:nvSpPr>
          <p:cNvPr id="44" name="status-dot">
            <a:extLst xmlns:a="http://schemas.openxmlformats.org/drawingml/2006/main">
              <a:ext uri="{FF2B5EF4-FFF2-40B4-BE49-F238E27FC236}">
                <a16:creationId xmlns:a16="http://schemas.microsoft.com/office/drawing/2014/main" id="{A27C82DA-7189-4537-9CAF-7DA88C96701A}"/>
              </a:ext>
            </a:extLst>
          </p:cNvPr>
          <p:cNvSpPr>
            <a:spLocks xmlns:a="http://schemas.openxmlformats.org/drawingml/2006/main" noGrp="1"/>
          </p:cNvSpPr>
          <p:nvPr/>
        </p:nvSpPr>
        <p:spPr>
          <a:xfrm xmlns:a="http://schemas.openxmlformats.org/drawingml/2006/main">
            <a:off x="4438650" y="933450"/>
            <a:ext cx="95250" cy="95250"/>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A5364"/>
          </a:solidFill>
          <a:ln xmlns:a="http://schemas.openxmlformats.org/drawingml/2006/main" w="9525">
            <a:noFill/>
            <a:prstDash val="solid"/>
          </a:ln>
        </p:spPr>
      </p:sp>
      <p:sp>
        <p:nvSpPr>
          <p:cNvPr id="45" name="status-dot">
            <a:extLst xmlns:a="http://schemas.openxmlformats.org/drawingml/2006/main">
              <a:ext uri="{FF2B5EF4-FFF2-40B4-BE49-F238E27FC236}">
                <a16:creationId xmlns:a16="http://schemas.microsoft.com/office/drawing/2014/main" id="{54F94355-AB5A-4D7E-9C68-5A1975197E3E}"/>
              </a:ext>
            </a:extLst>
          </p:cNvPr>
          <p:cNvSpPr>
            <a:spLocks xmlns:a="http://schemas.openxmlformats.org/drawingml/2006/main" noGrp="1"/>
          </p:cNvSpPr>
          <p:nvPr/>
        </p:nvSpPr>
        <p:spPr>
          <a:xfrm xmlns:a="http://schemas.openxmlformats.org/drawingml/2006/main">
            <a:off x="4581525" y="933450"/>
            <a:ext cx="95250" cy="95250"/>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5CD2D"/>
          </a:solidFill>
          <a:ln xmlns:a="http://schemas.openxmlformats.org/drawingml/2006/main" w="9525">
            <a:noFill/>
            <a:prstDash val="solid"/>
          </a:ln>
        </p:spPr>
      </p:sp>
      <p:sp>
        <p:nvSpPr>
          <p:cNvPr id="46" name="status-dot">
            <a:extLst xmlns:a="http://schemas.openxmlformats.org/drawingml/2006/main">
              <a:ext uri="{FF2B5EF4-FFF2-40B4-BE49-F238E27FC236}">
                <a16:creationId xmlns:a16="http://schemas.microsoft.com/office/drawing/2014/main" id="{C8F7D346-8B68-4027-9F17-557A30B45E79}"/>
              </a:ext>
            </a:extLst>
          </p:cNvPr>
          <p:cNvSpPr>
            <a:spLocks xmlns:a="http://schemas.openxmlformats.org/drawingml/2006/main" noGrp="1"/>
          </p:cNvSpPr>
          <p:nvPr/>
        </p:nvSpPr>
        <p:spPr>
          <a:xfrm xmlns:a="http://schemas.openxmlformats.org/drawingml/2006/main">
            <a:off x="4724400" y="933450"/>
            <a:ext cx="95250" cy="95250"/>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31C854"/>
          </a:solidFill>
          <a:ln xmlns:a="http://schemas.openxmlformats.org/drawingml/2006/main" w="9525">
            <a:noFill/>
            <a:prstDash val="solid"/>
          </a:ln>
        </p:spPr>
      </p:sp>
      <p:sp>
        <p:nvSpPr>
          <p:cNvPr id="47" name="def ">
            <a:extLst xmlns:a="http://schemas.openxmlformats.org/drawingml/2006/main">
              <a:ext uri="{FF2B5EF4-FFF2-40B4-BE49-F238E27FC236}">
                <a16:creationId xmlns:a16="http://schemas.microsoft.com/office/drawing/2014/main" id="{E41E35E9-5290-4D4E-9F9E-D5BBFBDC2ADD}"/>
              </a:ext>
            </a:extLst>
          </p:cNvPr>
          <p:cNvSpPr>
            <a:spLocks xmlns:a="http://schemas.openxmlformats.org/drawingml/2006/main" noGrp="1"/>
          </p:cNvSpPr>
          <p:nvPr/>
        </p:nvSpPr>
        <p:spPr>
          <a:xfrm xmlns:a="http://schemas.openxmlformats.org/drawingml/2006/main" rot="0">
            <a:off x="4476750" y="1153400"/>
            <a:ext cx="441960" cy="2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3" b="0" i="0">
                <a:solidFill>
                  <a:srgbClr val="ED60BA"/>
                </a:solidFill>
                <a:latin typeface="Consolas"/>
                <a:ea typeface="Consolas"/>
                <a:cs typeface="Consolas"/>
              </a:defRPr>
            </a:defPPr>
          </a:lstStyle>
          <a:p xmlns:a="http://schemas.openxmlformats.org/drawingml/2006/main">
            <a:pPr algn="l">
              <a:lnSpc>
                <a:spcPct val="100000"/>
              </a:lnSpc>
              <a:buNone/>
              <a:defRPr sz="1583" b="0" i="0">
                <a:solidFill>
                  <a:srgbClr val="ED60BA"/>
                </a:solidFill>
                <a:latin typeface="Consolas"/>
                <a:ea typeface="Consolas"/>
                <a:cs typeface="Consolas"/>
              </a:defRPr>
            </a:pPr>
            <a:r>
              <a:rPr sz="1583" b="0" i="0">
                <a:solidFill>
                  <a:srgbClr val="ED60BA"/>
                </a:solidFill>
                <a:latin typeface="Consolas"/>
                <a:ea typeface="Consolas"/>
                <a:cs typeface="Consolas"/>
              </a:rPr>
              <a:t>def </a:t>
            </a:r>
          </a:p>
        </p:txBody>
      </p:sp>
      <p:sp>
        <p:nvSpPr>
          <p:cNvPr id="48" name="**_terrain">
            <a:extLst xmlns:a="http://schemas.openxmlformats.org/drawingml/2006/main">
              <a:ext uri="{FF2B5EF4-FFF2-40B4-BE49-F238E27FC236}">
                <a16:creationId xmlns:a16="http://schemas.microsoft.com/office/drawing/2014/main" id="{0AA7B53A-55CF-4B3A-870E-06D102DB8C59}"/>
              </a:ext>
            </a:extLst>
          </p:cNvPr>
          <p:cNvSpPr>
            <a:spLocks xmlns:a="http://schemas.openxmlformats.org/drawingml/2006/main" noGrp="1"/>
          </p:cNvSpPr>
          <p:nvPr/>
        </p:nvSpPr>
        <p:spPr>
          <a:xfrm xmlns:a="http://schemas.openxmlformats.org/drawingml/2006/main" rot="0">
            <a:off x="4918710" y="1167564"/>
            <a:ext cx="1104900" cy="210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4" b="0" i="0">
                <a:solidFill>
                  <a:srgbClr val="35E665"/>
                </a:solidFill>
                <a:latin typeface="Consolas"/>
                <a:ea typeface="Consolas"/>
                <a:cs typeface="Consolas"/>
              </a:defRPr>
            </a:defPPr>
          </a:lstStyle>
          <a:p xmlns:a="http://schemas.openxmlformats.org/drawingml/2006/main">
            <a:pPr algn="l">
              <a:lnSpc>
                <a:spcPct val="100000"/>
              </a:lnSpc>
              <a:buNone/>
              <a:defRPr sz="1184" b="0" i="0">
                <a:solidFill>
                  <a:srgbClr val="35E665"/>
                </a:solidFill>
                <a:latin typeface="Consolas"/>
                <a:ea typeface="Consolas"/>
                <a:cs typeface="Consolas"/>
              </a:defRPr>
            </a:pPr>
            <a:r>
              <a:rPr sz="1184" b="0" i="0">
                <a:solidFill>
                  <a:srgbClr val="35E665"/>
                </a:solidFill>
                <a:latin typeface="Consolas"/>
                <a:ea typeface="Consolas"/>
                <a:cs typeface="Consolas"/>
              </a:rPr>
              <a:t>**_terrain</a:t>
            </a:r>
          </a:p>
        </p:txBody>
      </p:sp>
      <p:sp>
        <p:nvSpPr>
          <p:cNvPr id="49" name="(cᵢ):">
            <a:extLst xmlns:a="http://schemas.openxmlformats.org/drawingml/2006/main">
              <a:ext uri="{FF2B5EF4-FFF2-40B4-BE49-F238E27FC236}">
                <a16:creationId xmlns:a16="http://schemas.microsoft.com/office/drawing/2014/main" id="{CC23191A-DD15-46FA-A5AF-815ACA1C7E3E}"/>
              </a:ext>
            </a:extLst>
          </p:cNvPr>
          <p:cNvSpPr>
            <a:spLocks xmlns:a="http://schemas.openxmlformats.org/drawingml/2006/main" noGrp="1"/>
          </p:cNvSpPr>
          <p:nvPr/>
        </p:nvSpPr>
        <p:spPr>
          <a:xfrm xmlns:a="http://schemas.openxmlformats.org/drawingml/2006/main" rot="0">
            <a:off x="6023610" y="1169670"/>
            <a:ext cx="552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ECECF2"/>
                </a:solidFill>
                <a:latin typeface="Consolas"/>
                <a:ea typeface="Consolas"/>
                <a:cs typeface="Consolas"/>
              </a:defRPr>
            </a:defPPr>
          </a:lstStyle>
          <a:p xmlns:a="http://schemas.openxmlformats.org/drawingml/2006/main">
            <a:pPr algn="l">
              <a:lnSpc>
                <a:spcPct val="100000"/>
              </a:lnSpc>
              <a:buNone/>
              <a:defRPr sz="1125" b="0" i="0">
                <a:solidFill>
                  <a:srgbClr val="ECECF2"/>
                </a:solidFill>
                <a:latin typeface="Consolas"/>
                <a:ea typeface="Consolas"/>
                <a:cs typeface="Consolas"/>
              </a:defRPr>
            </a:pPr>
            <a:r>
              <a:rPr sz="1125" b="0" i="0">
                <a:solidFill>
                  <a:srgbClr val="ECECF2"/>
                </a:solidFill>
                <a:latin typeface="Consolas"/>
                <a:ea typeface="Consolas"/>
                <a:cs typeface="Consolas"/>
              </a:rPr>
              <a:t>(cᵢ):</a:t>
            </a:r>
          </a:p>
        </p:txBody>
      </p:sp>
      <p:sp>
        <p:nvSpPr>
          <p:cNvPr id="50" name="  mask= map[cᵢ]">
            <a:extLst xmlns:a="http://schemas.openxmlformats.org/drawingml/2006/main">
              <a:ext uri="{FF2B5EF4-FFF2-40B4-BE49-F238E27FC236}">
                <a16:creationId xmlns:a16="http://schemas.microsoft.com/office/drawing/2014/main" id="{BA971CD7-E0BC-4954-A06B-0F7C45556BB9}"/>
              </a:ext>
            </a:extLst>
          </p:cNvPr>
          <p:cNvSpPr>
            <a:spLocks xmlns:a="http://schemas.openxmlformats.org/drawingml/2006/main" noGrp="1"/>
          </p:cNvSpPr>
          <p:nvPr/>
        </p:nvSpPr>
        <p:spPr>
          <a:xfrm xmlns:a="http://schemas.openxmlformats.org/drawingml/2006/main" rot="0">
            <a:off x="4476750" y="1389063"/>
            <a:ext cx="165735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ECECF2"/>
                </a:solidFill>
                <a:latin typeface="Consolas"/>
                <a:ea typeface="Consolas"/>
                <a:cs typeface="Consolas"/>
              </a:defRPr>
            </a:defPPr>
          </a:lstStyle>
          <a:p xmlns:a="http://schemas.openxmlformats.org/drawingml/2006/main">
            <a:pPr algn="l">
              <a:lnSpc>
                <a:spcPct val="100000"/>
              </a:lnSpc>
              <a:buNone/>
              <a:defRPr sz="1250" b="0" i="0">
                <a:solidFill>
                  <a:srgbClr val="ECECF2"/>
                </a:solidFill>
                <a:latin typeface="Consolas"/>
                <a:ea typeface="Consolas"/>
                <a:cs typeface="Consolas"/>
              </a:defRPr>
            </a:pPr>
            <a:r>
              <a:rPr sz="1250" b="0" i="0">
                <a:solidFill>
                  <a:srgbClr val="ECECF2"/>
                </a:solidFill>
                <a:latin typeface="Consolas"/>
                <a:ea typeface="Consolas"/>
                <a:cs typeface="Consolas"/>
              </a:rPr>
              <a:t>  mask= map[cᵢ]</a:t>
            </a:r>
          </a:p>
        </p:txBody>
      </p:sp>
      <p:sp>
        <p:nvSpPr>
          <p:cNvPr id="51" name="  rise = ">
            <a:extLst xmlns:a="http://schemas.openxmlformats.org/drawingml/2006/main">
              <a:ext uri="{FF2B5EF4-FFF2-40B4-BE49-F238E27FC236}">
                <a16:creationId xmlns:a16="http://schemas.microsoft.com/office/drawing/2014/main" id="{F17FAAD4-1458-42EC-981D-F71C7C444FA9}"/>
              </a:ext>
            </a:extLst>
          </p:cNvPr>
          <p:cNvSpPr>
            <a:spLocks xmlns:a="http://schemas.openxmlformats.org/drawingml/2006/main" noGrp="1"/>
          </p:cNvSpPr>
          <p:nvPr/>
        </p:nvSpPr>
        <p:spPr>
          <a:xfrm xmlns:a="http://schemas.openxmlformats.org/drawingml/2006/main" rot="0">
            <a:off x="4476750" y="1601078"/>
            <a:ext cx="994410" cy="2813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2" b="0" i="0">
                <a:solidFill>
                  <a:srgbClr val="ECECF2"/>
                </a:solidFill>
                <a:latin typeface="Consolas"/>
                <a:ea typeface="Consolas"/>
                <a:cs typeface="Consolas"/>
              </a:defRPr>
            </a:defPPr>
          </a:lstStyle>
          <a:p xmlns:a="http://schemas.openxmlformats.org/drawingml/2006/main">
            <a:pPr algn="l">
              <a:lnSpc>
                <a:spcPct val="100000"/>
              </a:lnSpc>
              <a:buNone/>
              <a:defRPr sz="1582" b="0" i="0">
                <a:solidFill>
                  <a:srgbClr val="ECECF2"/>
                </a:solidFill>
                <a:latin typeface="Consolas"/>
                <a:ea typeface="Consolas"/>
                <a:cs typeface="Consolas"/>
              </a:defRPr>
            </a:pPr>
            <a:r>
              <a:rPr sz="1582" b="0" i="0">
                <a:solidFill>
                  <a:srgbClr val="ECECF2"/>
                </a:solidFill>
                <a:latin typeface="Consolas"/>
                <a:ea typeface="Consolas"/>
                <a:cs typeface="Consolas"/>
              </a:rPr>
              <a:t>  rise = </a:t>
            </a:r>
          </a:p>
        </p:txBody>
      </p:sp>
      <p:sp>
        <p:nvSpPr>
          <p:cNvPr id="52" name="float">
            <a:extLst xmlns:a="http://schemas.openxmlformats.org/drawingml/2006/main">
              <a:ext uri="{FF2B5EF4-FFF2-40B4-BE49-F238E27FC236}">
                <a16:creationId xmlns:a16="http://schemas.microsoft.com/office/drawing/2014/main" id="{89067CFB-D57A-4F03-A4DF-734BE649E4D8}"/>
              </a:ext>
            </a:extLst>
          </p:cNvPr>
          <p:cNvSpPr>
            <a:spLocks xmlns:a="http://schemas.openxmlformats.org/drawingml/2006/main" noGrp="1"/>
          </p:cNvSpPr>
          <p:nvPr/>
        </p:nvSpPr>
        <p:spPr>
          <a:xfrm xmlns:a="http://schemas.openxmlformats.org/drawingml/2006/main" rot="0">
            <a:off x="5471160" y="1601080"/>
            <a:ext cx="552450" cy="2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2" b="0" i="0">
                <a:solidFill>
                  <a:srgbClr val="85D6E6"/>
                </a:solidFill>
                <a:latin typeface="Consolas"/>
                <a:ea typeface="Consolas"/>
                <a:cs typeface="Consolas"/>
              </a:defRPr>
            </a:defPPr>
          </a:lstStyle>
          <a:p xmlns:a="http://schemas.openxmlformats.org/drawingml/2006/main">
            <a:pPr algn="l">
              <a:lnSpc>
                <a:spcPct val="100000"/>
              </a:lnSpc>
              <a:buNone/>
              <a:defRPr sz="1582" b="0" i="0">
                <a:solidFill>
                  <a:srgbClr val="85D6E6"/>
                </a:solidFill>
                <a:latin typeface="Consolas"/>
                <a:ea typeface="Consolas"/>
                <a:cs typeface="Consolas"/>
              </a:defRPr>
            </a:pPr>
            <a:r>
              <a:rPr sz="1582" b="0" i="0">
                <a:solidFill>
                  <a:srgbClr val="85D6E6"/>
                </a:solidFill>
                <a:latin typeface="Consolas"/>
                <a:ea typeface="Consolas"/>
                <a:cs typeface="Consolas"/>
              </a:rPr>
              <a:t>float</a:t>
            </a:r>
          </a:p>
        </p:txBody>
      </p:sp>
      <p:sp>
        <p:nvSpPr>
          <p:cNvPr id="53" name="(...)">
            <a:extLst xmlns:a="http://schemas.openxmlformats.org/drawingml/2006/main">
              <a:ext uri="{FF2B5EF4-FFF2-40B4-BE49-F238E27FC236}">
                <a16:creationId xmlns:a16="http://schemas.microsoft.com/office/drawing/2014/main" id="{65B3C965-8AA6-4F43-89A9-E859EA826A9E}"/>
              </a:ext>
            </a:extLst>
          </p:cNvPr>
          <p:cNvSpPr>
            <a:spLocks xmlns:a="http://schemas.openxmlformats.org/drawingml/2006/main" noGrp="1"/>
          </p:cNvSpPr>
          <p:nvPr/>
        </p:nvSpPr>
        <p:spPr>
          <a:xfrm xmlns:a="http://schemas.openxmlformats.org/drawingml/2006/main" rot="0">
            <a:off x="6023610" y="1617345"/>
            <a:ext cx="552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ECECF2"/>
                </a:solidFill>
                <a:latin typeface="Consolas"/>
                <a:ea typeface="Consolas"/>
                <a:cs typeface="Consolas"/>
              </a:defRPr>
            </a:defPPr>
          </a:lstStyle>
          <a:p xmlns:a="http://schemas.openxmlformats.org/drawingml/2006/main">
            <a:pPr algn="l">
              <a:lnSpc>
                <a:spcPct val="100000"/>
              </a:lnSpc>
              <a:buNone/>
              <a:defRPr sz="1125" b="0" i="0">
                <a:solidFill>
                  <a:srgbClr val="ECECF2"/>
                </a:solidFill>
                <a:latin typeface="Consolas"/>
                <a:ea typeface="Consolas"/>
                <a:cs typeface="Consolas"/>
              </a:defRPr>
            </a:pPr>
            <a:r>
              <a:rPr sz="1125" b="0" i="0">
                <a:solidFill>
                  <a:srgbClr val="ECECF2"/>
                </a:solidFill>
                <a:latin typeface="Consolas"/>
                <a:ea typeface="Consolas"/>
                <a:cs typeface="Consolas"/>
              </a:rPr>
              <a:t>(...)</a:t>
            </a:r>
          </a:p>
        </p:txBody>
      </p:sp>
      <p:sp>
        <p:nvSpPr>
          <p:cNvPr id="54" name="  pow = ">
            <a:extLst xmlns:a="http://schemas.openxmlformats.org/drawingml/2006/main">
              <a:ext uri="{FF2B5EF4-FFF2-40B4-BE49-F238E27FC236}">
                <a16:creationId xmlns:a16="http://schemas.microsoft.com/office/drawing/2014/main" id="{A5FBD0D3-E9E4-46EC-8BF6-E5779B87ABA1}"/>
              </a:ext>
            </a:extLst>
          </p:cNvPr>
          <p:cNvSpPr>
            <a:spLocks xmlns:a="http://schemas.openxmlformats.org/drawingml/2006/main" noGrp="1"/>
          </p:cNvSpPr>
          <p:nvPr/>
        </p:nvSpPr>
        <p:spPr>
          <a:xfrm xmlns:a="http://schemas.openxmlformats.org/drawingml/2006/main" rot="0">
            <a:off x="4476750" y="1824919"/>
            <a:ext cx="883920" cy="28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2" b="0" i="0">
                <a:solidFill>
                  <a:srgbClr val="ECECF2"/>
                </a:solidFill>
                <a:latin typeface="Consolas"/>
                <a:ea typeface="Consolas"/>
                <a:cs typeface="Consolas"/>
              </a:defRPr>
            </a:defPPr>
          </a:lstStyle>
          <a:p xmlns:a="http://schemas.openxmlformats.org/drawingml/2006/main">
            <a:pPr algn="l">
              <a:lnSpc>
                <a:spcPct val="100000"/>
              </a:lnSpc>
              <a:buNone/>
              <a:defRPr sz="1582" b="0" i="0">
                <a:solidFill>
                  <a:srgbClr val="ECECF2"/>
                </a:solidFill>
                <a:latin typeface="Consolas"/>
                <a:ea typeface="Consolas"/>
                <a:cs typeface="Consolas"/>
              </a:defRPr>
            </a:pPr>
            <a:r>
              <a:rPr sz="1582" b="0" i="0">
                <a:solidFill>
                  <a:srgbClr val="ECECF2"/>
                </a:solidFill>
                <a:latin typeface="Consolas"/>
                <a:ea typeface="Consolas"/>
                <a:cs typeface="Consolas"/>
              </a:rPr>
              <a:t>  pow = </a:t>
            </a:r>
          </a:p>
        </p:txBody>
      </p:sp>
      <p:sp>
        <p:nvSpPr>
          <p:cNvPr id="55" name="float">
            <a:extLst xmlns:a="http://schemas.openxmlformats.org/drawingml/2006/main">
              <a:ext uri="{FF2B5EF4-FFF2-40B4-BE49-F238E27FC236}">
                <a16:creationId xmlns:a16="http://schemas.microsoft.com/office/drawing/2014/main" id="{B37AB27A-9866-49FC-9C48-DB74AF740D65}"/>
              </a:ext>
            </a:extLst>
          </p:cNvPr>
          <p:cNvSpPr>
            <a:spLocks xmlns:a="http://schemas.openxmlformats.org/drawingml/2006/main" noGrp="1"/>
          </p:cNvSpPr>
          <p:nvPr/>
        </p:nvSpPr>
        <p:spPr>
          <a:xfrm xmlns:a="http://schemas.openxmlformats.org/drawingml/2006/main" rot="0">
            <a:off x="5360670" y="1824918"/>
            <a:ext cx="552450" cy="2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2" b="0" i="0">
                <a:solidFill>
                  <a:srgbClr val="85D6E6"/>
                </a:solidFill>
                <a:latin typeface="Consolas"/>
                <a:ea typeface="Consolas"/>
                <a:cs typeface="Consolas"/>
              </a:defRPr>
            </a:defPPr>
          </a:lstStyle>
          <a:p xmlns:a="http://schemas.openxmlformats.org/drawingml/2006/main">
            <a:pPr algn="l">
              <a:lnSpc>
                <a:spcPct val="100000"/>
              </a:lnSpc>
              <a:buNone/>
              <a:defRPr sz="1582" b="0" i="0">
                <a:solidFill>
                  <a:srgbClr val="85D6E6"/>
                </a:solidFill>
                <a:latin typeface="Consolas"/>
                <a:ea typeface="Consolas"/>
                <a:cs typeface="Consolas"/>
              </a:defRPr>
            </a:pPr>
            <a:r>
              <a:rPr sz="1582" b="0" i="0">
                <a:solidFill>
                  <a:srgbClr val="85D6E6"/>
                </a:solidFill>
                <a:latin typeface="Consolas"/>
                <a:ea typeface="Consolas"/>
                <a:cs typeface="Consolas"/>
              </a:rPr>
              <a:t>float</a:t>
            </a:r>
          </a:p>
        </p:txBody>
      </p:sp>
      <p:sp>
        <p:nvSpPr>
          <p:cNvPr id="56" name="(...)">
            <a:extLst xmlns:a="http://schemas.openxmlformats.org/drawingml/2006/main">
              <a:ext uri="{FF2B5EF4-FFF2-40B4-BE49-F238E27FC236}">
                <a16:creationId xmlns:a16="http://schemas.microsoft.com/office/drawing/2014/main" id="{4685AC1E-B23B-4CF3-AA88-F55418212BFB}"/>
              </a:ext>
            </a:extLst>
          </p:cNvPr>
          <p:cNvSpPr>
            <a:spLocks xmlns:a="http://schemas.openxmlformats.org/drawingml/2006/main" noGrp="1"/>
          </p:cNvSpPr>
          <p:nvPr/>
        </p:nvSpPr>
        <p:spPr>
          <a:xfrm xmlns:a="http://schemas.openxmlformats.org/drawingml/2006/main" rot="0">
            <a:off x="5913120" y="1841183"/>
            <a:ext cx="552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ECECF2"/>
                </a:solidFill>
                <a:latin typeface="Consolas"/>
                <a:ea typeface="Consolas"/>
                <a:cs typeface="Consolas"/>
              </a:defRPr>
            </a:defPPr>
          </a:lstStyle>
          <a:p xmlns:a="http://schemas.openxmlformats.org/drawingml/2006/main">
            <a:pPr algn="l">
              <a:lnSpc>
                <a:spcPct val="100000"/>
              </a:lnSpc>
              <a:buNone/>
              <a:defRPr sz="1125" b="0" i="0">
                <a:solidFill>
                  <a:srgbClr val="ECECF2"/>
                </a:solidFill>
                <a:latin typeface="Consolas"/>
                <a:ea typeface="Consolas"/>
                <a:cs typeface="Consolas"/>
              </a:defRPr>
            </a:pPr>
            <a:r>
              <a:rPr sz="1125" b="0" i="0">
                <a:solidFill>
                  <a:srgbClr val="ECECF2"/>
                </a:solidFill>
                <a:latin typeface="Consolas"/>
                <a:ea typeface="Consolas"/>
                <a:cs typeface="Consolas"/>
              </a:rPr>
              <a:t>(...)</a:t>
            </a:r>
          </a:p>
        </p:txBody>
      </p:sp>
      <p:sp>
        <p:nvSpPr>
          <p:cNvPr id="57" name="  drop = ">
            <a:extLst xmlns:a="http://schemas.openxmlformats.org/drawingml/2006/main">
              <a:ext uri="{FF2B5EF4-FFF2-40B4-BE49-F238E27FC236}">
                <a16:creationId xmlns:a16="http://schemas.microsoft.com/office/drawing/2014/main" id="{964088E0-23E8-4F4C-B969-71AB54FBE5B2}"/>
              </a:ext>
            </a:extLst>
          </p:cNvPr>
          <p:cNvSpPr>
            <a:spLocks xmlns:a="http://schemas.openxmlformats.org/drawingml/2006/main" noGrp="1"/>
          </p:cNvSpPr>
          <p:nvPr/>
        </p:nvSpPr>
        <p:spPr>
          <a:xfrm xmlns:a="http://schemas.openxmlformats.org/drawingml/2006/main" rot="0">
            <a:off x="4476750" y="2060575"/>
            <a:ext cx="99441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ECECF2"/>
                </a:solidFill>
                <a:latin typeface="Consolas"/>
                <a:ea typeface="Consolas"/>
                <a:cs typeface="Consolas"/>
              </a:defRPr>
            </a:defPPr>
          </a:lstStyle>
          <a:p xmlns:a="http://schemas.openxmlformats.org/drawingml/2006/main">
            <a:pPr algn="l">
              <a:lnSpc>
                <a:spcPct val="100000"/>
              </a:lnSpc>
              <a:buNone/>
              <a:defRPr sz="1250" b="0" i="0">
                <a:solidFill>
                  <a:srgbClr val="ECECF2"/>
                </a:solidFill>
                <a:latin typeface="Consolas"/>
                <a:ea typeface="Consolas"/>
                <a:cs typeface="Consolas"/>
              </a:defRPr>
            </a:pPr>
            <a:r>
              <a:rPr sz="1250" b="0" i="0">
                <a:solidFill>
                  <a:srgbClr val="ECECF2"/>
                </a:solidFill>
                <a:latin typeface="Consolas"/>
                <a:ea typeface="Consolas"/>
                <a:cs typeface="Consolas"/>
              </a:rPr>
              <a:t>  drop = </a:t>
            </a:r>
          </a:p>
        </p:txBody>
      </p:sp>
      <p:sp>
        <p:nvSpPr>
          <p:cNvPr id="58" name="float">
            <a:extLst xmlns:a="http://schemas.openxmlformats.org/drawingml/2006/main">
              <a:ext uri="{FF2B5EF4-FFF2-40B4-BE49-F238E27FC236}">
                <a16:creationId xmlns:a16="http://schemas.microsoft.com/office/drawing/2014/main" id="{9406468A-A5DE-4DE5-8B34-11635C613D72}"/>
              </a:ext>
            </a:extLst>
          </p:cNvPr>
          <p:cNvSpPr>
            <a:spLocks xmlns:a="http://schemas.openxmlformats.org/drawingml/2006/main" noGrp="1"/>
          </p:cNvSpPr>
          <p:nvPr/>
        </p:nvSpPr>
        <p:spPr>
          <a:xfrm xmlns:a="http://schemas.openxmlformats.org/drawingml/2006/main" rot="0">
            <a:off x="5471160" y="2048755"/>
            <a:ext cx="552450" cy="2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2" b="0" i="0">
                <a:solidFill>
                  <a:srgbClr val="85D6E6"/>
                </a:solidFill>
                <a:latin typeface="Consolas"/>
                <a:ea typeface="Consolas"/>
                <a:cs typeface="Consolas"/>
              </a:defRPr>
            </a:defPPr>
          </a:lstStyle>
          <a:p xmlns:a="http://schemas.openxmlformats.org/drawingml/2006/main">
            <a:pPr algn="l">
              <a:lnSpc>
                <a:spcPct val="100000"/>
              </a:lnSpc>
              <a:buNone/>
              <a:defRPr sz="1582" b="0" i="0">
                <a:solidFill>
                  <a:srgbClr val="85D6E6"/>
                </a:solidFill>
                <a:latin typeface="Consolas"/>
                <a:ea typeface="Consolas"/>
                <a:cs typeface="Consolas"/>
              </a:defRPr>
            </a:pPr>
            <a:r>
              <a:rPr sz="1582" b="0" i="0">
                <a:solidFill>
                  <a:srgbClr val="85D6E6"/>
                </a:solidFill>
                <a:latin typeface="Consolas"/>
                <a:ea typeface="Consolas"/>
                <a:cs typeface="Consolas"/>
              </a:rPr>
              <a:t>float</a:t>
            </a:r>
          </a:p>
        </p:txBody>
      </p:sp>
      <p:sp>
        <p:nvSpPr>
          <p:cNvPr id="59" name="(...)">
            <a:extLst xmlns:a="http://schemas.openxmlformats.org/drawingml/2006/main">
              <a:ext uri="{FF2B5EF4-FFF2-40B4-BE49-F238E27FC236}">
                <a16:creationId xmlns:a16="http://schemas.microsoft.com/office/drawing/2014/main" id="{44CED7CB-0B44-46AA-B094-94B01F9EB107}"/>
              </a:ext>
            </a:extLst>
          </p:cNvPr>
          <p:cNvSpPr>
            <a:spLocks xmlns:a="http://schemas.openxmlformats.org/drawingml/2006/main" noGrp="1"/>
          </p:cNvSpPr>
          <p:nvPr/>
        </p:nvSpPr>
        <p:spPr>
          <a:xfrm xmlns:a="http://schemas.openxmlformats.org/drawingml/2006/main" rot="0">
            <a:off x="6023610" y="2065020"/>
            <a:ext cx="552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i="0">
                <a:solidFill>
                  <a:srgbClr val="ECECF2"/>
                </a:solidFill>
                <a:latin typeface="Consolas"/>
                <a:ea typeface="Consolas"/>
                <a:cs typeface="Consolas"/>
              </a:defRPr>
            </a:defPPr>
          </a:lstStyle>
          <a:p xmlns:a="http://schemas.openxmlformats.org/drawingml/2006/main">
            <a:pPr algn="l">
              <a:lnSpc>
                <a:spcPct val="100000"/>
              </a:lnSpc>
              <a:buNone/>
              <a:defRPr sz="1125" b="0" i="0">
                <a:solidFill>
                  <a:srgbClr val="ECECF2"/>
                </a:solidFill>
                <a:latin typeface="Consolas"/>
                <a:ea typeface="Consolas"/>
                <a:cs typeface="Consolas"/>
              </a:defRPr>
            </a:pPr>
            <a:r>
              <a:rPr sz="1125" b="0" i="0">
                <a:solidFill>
                  <a:srgbClr val="ECECF2"/>
                </a:solidFill>
                <a:latin typeface="Consolas"/>
                <a:ea typeface="Consolas"/>
                <a:cs typeface="Consolas"/>
              </a:rPr>
              <a:t>(...)</a:t>
            </a:r>
          </a:p>
        </p:txBody>
      </p:sp>
      <p:sp>
        <p:nvSpPr>
          <p:cNvPr id="60" name="  ...">
            <a:extLst xmlns:a="http://schemas.openxmlformats.org/drawingml/2006/main">
              <a:ext uri="{FF2B5EF4-FFF2-40B4-BE49-F238E27FC236}">
                <a16:creationId xmlns:a16="http://schemas.microsoft.com/office/drawing/2014/main" id="{5C51883A-8C66-4F7C-AA7C-A2582DF53548}"/>
              </a:ext>
            </a:extLst>
          </p:cNvPr>
          <p:cNvSpPr>
            <a:spLocks xmlns:a="http://schemas.openxmlformats.org/drawingml/2006/main" noGrp="1"/>
          </p:cNvSpPr>
          <p:nvPr/>
        </p:nvSpPr>
        <p:spPr>
          <a:xfrm xmlns:a="http://schemas.openxmlformats.org/drawingml/2006/main" rot="0">
            <a:off x="4476750" y="2272593"/>
            <a:ext cx="552450" cy="2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82" b="0" i="0">
                <a:solidFill>
                  <a:srgbClr val="ECECF2"/>
                </a:solidFill>
                <a:latin typeface="Consolas"/>
                <a:ea typeface="Consolas"/>
                <a:cs typeface="Consolas"/>
              </a:defRPr>
            </a:defPPr>
          </a:lstStyle>
          <a:p xmlns:a="http://schemas.openxmlformats.org/drawingml/2006/main">
            <a:pPr algn="l">
              <a:lnSpc>
                <a:spcPct val="100000"/>
              </a:lnSpc>
              <a:buNone/>
              <a:defRPr sz="1582" b="0" i="0">
                <a:solidFill>
                  <a:srgbClr val="ECECF2"/>
                </a:solidFill>
                <a:latin typeface="Consolas"/>
                <a:ea typeface="Consolas"/>
                <a:cs typeface="Consolas"/>
              </a:defRPr>
            </a:pPr>
            <a:r>
              <a:rPr sz="1582" b="0" i="0">
                <a:solidFill>
                  <a:srgbClr val="ECECF2"/>
                </a:solidFill>
                <a:latin typeface="Consolas"/>
                <a:ea typeface="Consolas"/>
                <a:cs typeface="Consolas"/>
              </a:rPr>
              <a:t>  ...</a:t>
            </a:r>
          </a:p>
        </p:txBody>
      </p:sp>
      <p:sp>
        <p:nvSpPr>
          <p:cNvPr id="61" name="  field = rise+drop">
            <a:extLst xmlns:a="http://schemas.openxmlformats.org/drawingml/2006/main">
              <a:ext uri="{FF2B5EF4-FFF2-40B4-BE49-F238E27FC236}">
                <a16:creationId xmlns:a16="http://schemas.microsoft.com/office/drawing/2014/main" id="{0966620E-5510-4014-9648-CF042F994FE8}"/>
              </a:ext>
            </a:extLst>
          </p:cNvPr>
          <p:cNvSpPr>
            <a:spLocks xmlns:a="http://schemas.openxmlformats.org/drawingml/2006/main" noGrp="1"/>
          </p:cNvSpPr>
          <p:nvPr/>
        </p:nvSpPr>
        <p:spPr>
          <a:xfrm xmlns:a="http://schemas.openxmlformats.org/drawingml/2006/main" rot="0">
            <a:off x="4476750" y="2508250"/>
            <a:ext cx="209931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ECECF2"/>
                </a:solidFill>
                <a:latin typeface="Consolas"/>
                <a:ea typeface="Consolas"/>
                <a:cs typeface="Consolas"/>
              </a:defRPr>
            </a:defPPr>
          </a:lstStyle>
          <a:p xmlns:a="http://schemas.openxmlformats.org/drawingml/2006/main">
            <a:pPr algn="l">
              <a:lnSpc>
                <a:spcPct val="100000"/>
              </a:lnSpc>
              <a:buNone/>
              <a:defRPr sz="1250" b="0" i="0">
                <a:solidFill>
                  <a:srgbClr val="ECECF2"/>
                </a:solidFill>
                <a:latin typeface="Consolas"/>
                <a:ea typeface="Consolas"/>
                <a:cs typeface="Consolas"/>
              </a:defRPr>
            </a:pPr>
            <a:r>
              <a:rPr sz="1250" b="0" i="0">
                <a:solidFill>
                  <a:srgbClr val="ECECF2"/>
                </a:solidFill>
                <a:latin typeface="Consolas"/>
                <a:ea typeface="Consolas"/>
                <a:cs typeface="Consolas"/>
              </a:rPr>
              <a:t>  field = rise+drop</a:t>
            </a:r>
          </a:p>
        </p:txBody>
      </p:sp>
      <p:sp>
        <p:nvSpPr>
          <p:cNvPr id="62" name="generated terrain flow">
            <a:extLst xmlns:a="http://schemas.openxmlformats.org/drawingml/2006/main">
              <a:ext uri="{FF2B5EF4-FFF2-40B4-BE49-F238E27FC236}">
                <a16:creationId xmlns:a16="http://schemas.microsoft.com/office/drawing/2014/main" id="{726D4881-15C3-44B9-81BA-800201AA3F1D}"/>
              </a:ext>
            </a:extLst>
          </p:cNvPr>
          <p:cNvSpPr>
            <a:spLocks xmlns:a="http://schemas.openxmlformats.org/drawingml/2006/main" noGrp="1"/>
          </p:cNvSpPr>
          <p:nvPr/>
        </p:nvSpPr>
        <p:spPr>
          <a:xfrm xmlns:a="http://schemas.openxmlformats.org/drawingml/2006/main">
            <a:off x="6819900" y="1885950"/>
            <a:ext cx="131635" cy="191"/>
          </a:xfrm>
          <a:custGeom xmlns:a="http://schemas.openxmlformats.org/drawingml/2006/main">
            <a:pathLst>
              <a:path w="131635" h="191">
                <a:moveTo>
                  <a:pt x="0" y="0"/>
                </a:moveTo>
                <a:lnTo>
                  <a:pt x="131445" y="0"/>
                </a:lnTo>
              </a:path>
            </a:pathLst>
          </a:custGeom>
          <a:noFill xmlns:a="http://schemas.openxmlformats.org/drawingml/2006/main"/>
          <a:ln xmlns:a="http://schemas.openxmlformats.org/drawingml/2006/main" w="133350">
            <a:solidFill>
              <a:srgbClr val="007FB3"/>
            </a:solidFill>
            <a:prstDash val="solid"/>
          </a:ln>
        </p:spPr>
      </p:sp>
      <p:sp>
        <p:nvSpPr>
          <p:cNvPr id="63" name="generated terrain flow head">
            <a:extLst xmlns:a="http://schemas.openxmlformats.org/drawingml/2006/main">
              <a:ext uri="{FF2B5EF4-FFF2-40B4-BE49-F238E27FC236}">
                <a16:creationId xmlns:a16="http://schemas.microsoft.com/office/drawing/2014/main" id="{9174FD10-3151-47BD-AD07-3A7B9B1ABCC1}"/>
              </a:ext>
            </a:extLst>
          </p:cNvPr>
          <p:cNvSpPr>
            <a:spLocks xmlns:a="http://schemas.openxmlformats.org/drawingml/2006/main" noGrp="1"/>
          </p:cNvSpPr>
          <p:nvPr/>
        </p:nvSpPr>
        <p:spPr>
          <a:xfrm xmlns:a="http://schemas.openxmlformats.org/drawingml/2006/main">
            <a:off x="6924675" y="1745933"/>
            <a:ext cx="133350" cy="280035"/>
          </a:xfrm>
          <a:custGeom xmlns:a="http://schemas.openxmlformats.org/drawingml/2006/main">
            <a:pathLst>
              <a:path w="133350" h="280035">
                <a:moveTo>
                  <a:pt x="133350" y="140017"/>
                </a:moveTo>
                <a:lnTo>
                  <a:pt x="0" y="280035"/>
                </a:lnTo>
                <a:lnTo>
                  <a:pt x="0" y="0"/>
                </a:lnTo>
                <a:close/>
              </a:path>
            </a:pathLst>
          </a:custGeom>
          <a:solidFill xmlns:a="http://schemas.openxmlformats.org/drawingml/2006/main">
            <a:srgbClr val="007FB3"/>
          </a:solidFill>
          <a:ln xmlns:a="http://schemas.openxmlformats.org/drawingml/2006/main" w="9525">
            <a:noFill/>
            <a:prstDash val="solid"/>
          </a:ln>
        </p:spPr>
      </p:sp>
      <p:sp>
        <p:nvSpPr>
          <p:cNvPr id="64" name="terrain image output panel">
            <a:extLst xmlns:a="http://schemas.openxmlformats.org/drawingml/2006/main">
              <a:ext uri="{FF2B5EF4-FFF2-40B4-BE49-F238E27FC236}">
                <a16:creationId xmlns:a16="http://schemas.microsoft.com/office/drawing/2014/main" id="{3A1C40C2-E5A7-4021-B474-C65EADB646BE}"/>
              </a:ext>
            </a:extLst>
          </p:cNvPr>
          <p:cNvSpPr>
            <a:spLocks xmlns:a="http://schemas.openxmlformats.org/drawingml/2006/main" noGrp="1"/>
          </p:cNvSpPr>
          <p:nvPr/>
        </p:nvSpPr>
        <p:spPr>
          <a:xfrm xmlns:a="http://schemas.openxmlformats.org/drawingml/2006/main">
            <a:off x="7115175" y="790575"/>
            <a:ext cx="1943100" cy="2114550"/>
          </a:xfrm>
          <a:custGeom xmlns:a="http://schemas.openxmlformats.org/drawingml/2006/main">
            <a:pathLst>
              <a:path w="1943100" h="2114550">
                <a:moveTo>
                  <a:pt x="28575" y="0"/>
                </a:moveTo>
                <a:lnTo>
                  <a:pt x="1914525" y="0"/>
                </a:lnTo>
                <a:cubicBezTo>
                  <a:pt x="1930307" y="0"/>
                  <a:pt x="1943100" y="12793"/>
                  <a:pt x="1943100" y="28575"/>
                </a:cubicBezTo>
                <a:lnTo>
                  <a:pt x="1943100" y="2085975"/>
                </a:lnTo>
                <a:cubicBezTo>
                  <a:pt x="1943100" y="2101757"/>
                  <a:pt x="1930307" y="2114550"/>
                  <a:pt x="191452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pic>
        <p:nvPicPr>
          <p:cNvPr id="65" name="">
            <a:extLst xmlns:a="http://schemas.openxmlformats.org/drawingml/2006/main">
              <a:ext uri="{FF2B5EF4-FFF2-40B4-BE49-F238E27FC236}">
                <a16:creationId xmlns:a16="http://schemas.microsoft.com/office/drawing/2014/main" id="{524314C0-998B-478B-9ECB-DB9700AE133F}"/>
              </a:ext>
            </a:extLst>
          </p:cNvPr>
          <p:cNvPicPr>
            <a:picLocks xmlns:a="http://schemas.openxmlformats.org/drawingml/2006/main" noChangeAspect="1"/>
          </p:cNvPicPr>
          <p:nvPr/>
        </p:nvPicPr>
        <p:blipFill>
          <a:blip xmlns:r="http://schemas.openxmlformats.org/officeDocument/2006/relationships" xmlns:a="http://schemas.openxmlformats.org/drawingml/2006/main" r:embed="R4d139606fce047ec"/>
          <a:stretch xmlns:a="http://schemas.openxmlformats.org/drawingml/2006/main"/>
        </p:blipFill>
        <p:spPr>
          <a:xfrm xmlns:a="http://schemas.openxmlformats.org/drawingml/2006/main">
            <a:off x="7181850" y="847725"/>
            <a:ext cx="1257300" cy="942975"/>
          </a:xfrm>
          <a:prstGeom xmlns:a="http://schemas.openxmlformats.org/drawingml/2006/main" prst="rect">
            <a:avLst/>
          </a:prstGeom>
        </p:spPr>
      </p:pic>
      <p:pic>
        <p:nvPicPr>
          <p:cNvPr id="66" name="">
            <a:extLst xmlns:a="http://schemas.openxmlformats.org/drawingml/2006/main">
              <a:ext uri="{FF2B5EF4-FFF2-40B4-BE49-F238E27FC236}">
                <a16:creationId xmlns:a16="http://schemas.microsoft.com/office/drawing/2014/main" id="{96B04EED-FF8E-400D-B512-A828D6BE7B94}"/>
              </a:ext>
            </a:extLst>
          </p:cNvPr>
          <p:cNvPicPr>
            <a:picLocks xmlns:a="http://schemas.openxmlformats.org/drawingml/2006/main" noChangeAspect="1"/>
          </p:cNvPicPr>
          <p:nvPr/>
        </p:nvPicPr>
        <p:blipFill>
          <a:blip xmlns:r="http://schemas.openxmlformats.org/officeDocument/2006/relationships" xmlns:a="http://schemas.openxmlformats.org/drawingml/2006/main" r:embed="R0a3e6d52f0fb4a08"/>
          <a:stretch xmlns:a="http://schemas.openxmlformats.org/drawingml/2006/main"/>
        </p:blipFill>
        <p:spPr>
          <a:xfrm xmlns:a="http://schemas.openxmlformats.org/drawingml/2006/main">
            <a:off x="8524875" y="857250"/>
            <a:ext cx="447675" cy="428625"/>
          </a:xfrm>
          <a:prstGeom xmlns:a="http://schemas.openxmlformats.org/drawingml/2006/main" prst="rect">
            <a:avLst/>
          </a:prstGeom>
        </p:spPr>
      </p:pic>
      <p:pic>
        <p:nvPicPr>
          <p:cNvPr id="67" name="">
            <a:extLst xmlns:a="http://schemas.openxmlformats.org/drawingml/2006/main">
              <a:ext uri="{FF2B5EF4-FFF2-40B4-BE49-F238E27FC236}">
                <a16:creationId xmlns:a16="http://schemas.microsoft.com/office/drawing/2014/main" id="{F4A5D9B6-35BA-4D57-8282-B408089590B5}"/>
              </a:ext>
            </a:extLst>
          </p:cNvPr>
          <p:cNvPicPr>
            <a:picLocks xmlns:a="http://schemas.openxmlformats.org/drawingml/2006/main" noChangeAspect="1"/>
          </p:cNvPicPr>
          <p:nvPr/>
        </p:nvPicPr>
        <p:blipFill>
          <a:blip xmlns:r="http://schemas.openxmlformats.org/officeDocument/2006/relationships" xmlns:a="http://schemas.openxmlformats.org/drawingml/2006/main" r:embed="R2ebb4ac66ad94273"/>
          <a:stretch xmlns:a="http://schemas.openxmlformats.org/drawingml/2006/main"/>
        </p:blipFill>
        <p:spPr>
          <a:xfrm xmlns:a="http://schemas.openxmlformats.org/drawingml/2006/main">
            <a:off x="8524875" y="1362075"/>
            <a:ext cx="447675" cy="438150"/>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B8829A31-2E91-4AF6-AE94-E26ACBCFDCF4}"/>
              </a:ext>
            </a:extLst>
          </p:cNvPr>
          <p:cNvPicPr>
            <a:picLocks xmlns:a="http://schemas.openxmlformats.org/drawingml/2006/main" noChangeAspect="1"/>
          </p:cNvPicPr>
          <p:nvPr/>
        </p:nvPicPr>
        <p:blipFill>
          <a:blip xmlns:r="http://schemas.openxmlformats.org/officeDocument/2006/relationships" xmlns:a="http://schemas.openxmlformats.org/drawingml/2006/main" r:embed="R38fc7ac5684d4c59"/>
          <a:stretch xmlns:a="http://schemas.openxmlformats.org/drawingml/2006/main"/>
        </p:blipFill>
        <p:spPr>
          <a:xfrm xmlns:a="http://schemas.openxmlformats.org/drawingml/2006/main">
            <a:off x="7153275" y="1866900"/>
            <a:ext cx="1819275" cy="857250"/>
          </a:xfrm>
          <a:prstGeom xmlns:a="http://schemas.openxmlformats.org/drawingml/2006/main" prst="rect">
            <a:avLst/>
          </a:prstGeom>
        </p:spPr>
      </p:pic>
      <p:sp>
        <p:nvSpPr>
          <p:cNvPr id="69" name="terrain">
            <a:extLst xmlns:a="http://schemas.openxmlformats.org/drawingml/2006/main">
              <a:ext uri="{FF2B5EF4-FFF2-40B4-BE49-F238E27FC236}">
                <a16:creationId xmlns:a16="http://schemas.microsoft.com/office/drawing/2014/main" id="{820ADA49-E7E7-491F-8D7A-0803091B9AE3}"/>
              </a:ext>
            </a:extLst>
          </p:cNvPr>
          <p:cNvSpPr>
            <a:spLocks xmlns:a="http://schemas.openxmlformats.org/drawingml/2006/main" noGrp="1"/>
          </p:cNvSpPr>
          <p:nvPr/>
        </p:nvSpPr>
        <p:spPr>
          <a:xfrm xmlns:a="http://schemas.openxmlformats.org/drawingml/2006/main" rot="0">
            <a:off x="8258175" y="2621122"/>
            <a:ext cx="695325" cy="32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26" b="1" i="0">
                <a:solidFill>
                  <a:srgbClr val="454545"/>
                </a:solidFill>
                <a:latin typeface="Times New Roman"/>
                <a:ea typeface="Times New Roman"/>
                <a:cs typeface="Times New Roman"/>
              </a:defRPr>
            </a:defPPr>
          </a:lstStyle>
          <a:p xmlns:a="http://schemas.openxmlformats.org/drawingml/2006/main">
            <a:pPr algn="l">
              <a:lnSpc>
                <a:spcPct val="100000"/>
              </a:lnSpc>
              <a:buNone/>
              <a:defRPr sz="1826" b="1" i="0">
                <a:solidFill>
                  <a:srgbClr val="454545"/>
                </a:solidFill>
                <a:latin typeface="Times New Roman"/>
                <a:ea typeface="Times New Roman"/>
                <a:cs typeface="Times New Roman"/>
              </a:defRPr>
            </a:pPr>
            <a:r>
              <a:rPr sz="1826" b="1" i="0">
                <a:solidFill>
                  <a:srgbClr val="454545"/>
                </a:solidFill>
                <a:latin typeface="Times New Roman"/>
                <a:ea typeface="Times New Roman"/>
                <a:cs typeface="Times New Roman"/>
              </a:rPr>
              <a:t>terrain</a:t>
            </a:r>
          </a:p>
        </p:txBody>
      </p:sp>
      <p:sp>
        <p:nvSpPr>
          <p:cNvPr id="70" name="scatter legend panel">
            <a:extLst xmlns:a="http://schemas.openxmlformats.org/drawingml/2006/main">
              <a:ext uri="{FF2B5EF4-FFF2-40B4-BE49-F238E27FC236}">
                <a16:creationId xmlns:a16="http://schemas.microsoft.com/office/drawing/2014/main" id="{2E379416-AD9D-4CE4-BAD6-BD0F660EA60E}"/>
              </a:ext>
            </a:extLst>
          </p:cNvPr>
          <p:cNvSpPr>
            <a:spLocks xmlns:a="http://schemas.openxmlformats.org/drawingml/2006/main" noGrp="1"/>
          </p:cNvSpPr>
          <p:nvPr/>
        </p:nvSpPr>
        <p:spPr>
          <a:xfrm xmlns:a="http://schemas.openxmlformats.org/drawingml/2006/main">
            <a:off x="9544050" y="790575"/>
            <a:ext cx="666750" cy="2114550"/>
          </a:xfrm>
          <a:custGeom xmlns:a="http://schemas.openxmlformats.org/drawingml/2006/main">
            <a:pathLst>
              <a:path w="666750" h="2114550">
                <a:moveTo>
                  <a:pt x="28575" y="0"/>
                </a:moveTo>
                <a:lnTo>
                  <a:pt x="638175" y="0"/>
                </a:lnTo>
                <a:cubicBezTo>
                  <a:pt x="653957" y="0"/>
                  <a:pt x="666750" y="12793"/>
                  <a:pt x="666750" y="28575"/>
                </a:cubicBezTo>
                <a:lnTo>
                  <a:pt x="666750" y="2085975"/>
                </a:lnTo>
                <a:cubicBezTo>
                  <a:pt x="666750" y="2101757"/>
                  <a:pt x="653957" y="2114550"/>
                  <a:pt x="638175" y="2114550"/>
                </a:cubicBezTo>
                <a:lnTo>
                  <a:pt x="28575" y="2114550"/>
                </a:lnTo>
                <a:cubicBezTo>
                  <a:pt x="12793" y="2114550"/>
                  <a:pt x="0" y="2101757"/>
                  <a:pt x="0" y="20859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sp>
        <p:nvSpPr>
          <p:cNvPr id="71" name="a">
            <a:extLst xmlns:a="http://schemas.openxmlformats.org/drawingml/2006/main">
              <a:ext uri="{FF2B5EF4-FFF2-40B4-BE49-F238E27FC236}">
                <a16:creationId xmlns:a16="http://schemas.microsoft.com/office/drawing/2014/main" id="{78B0EE82-A723-47FF-9DD4-D796F0FF8284}"/>
              </a:ext>
            </a:extLst>
          </p:cNvPr>
          <p:cNvSpPr>
            <a:spLocks xmlns:a="http://schemas.openxmlformats.org/drawingml/2006/main" noGrp="1"/>
          </p:cNvSpPr>
          <p:nvPr/>
        </p:nvSpPr>
        <p:spPr>
          <a:xfrm xmlns:a="http://schemas.openxmlformats.org/drawingml/2006/main" rot="0">
            <a:off x="9610725" y="867376"/>
            <a:ext cx="104775" cy="3303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58" b="0" i="0">
                <a:solidFill>
                  <a:srgbClr val="ED5362"/>
                </a:solidFill>
                <a:latin typeface="Times New Roman"/>
                <a:ea typeface="Times New Roman"/>
                <a:cs typeface="Times New Roman"/>
              </a:defRPr>
            </a:defPPr>
          </a:lstStyle>
          <a:p xmlns:a="http://schemas.openxmlformats.org/drawingml/2006/main">
            <a:pPr algn="l">
              <a:lnSpc>
                <a:spcPct val="100000"/>
              </a:lnSpc>
              <a:buNone/>
              <a:defRPr sz="1858" b="0" i="0">
                <a:solidFill>
                  <a:srgbClr val="ED5362"/>
                </a:solidFill>
                <a:latin typeface="Times New Roman"/>
                <a:ea typeface="Times New Roman"/>
                <a:cs typeface="Times New Roman"/>
              </a:defRPr>
            </a:pPr>
            <a:r>
              <a:rPr sz="1858" b="0" i="0">
                <a:solidFill>
                  <a:srgbClr val="ED5362"/>
                </a:solidFill>
                <a:latin typeface="Times New Roman"/>
                <a:ea typeface="Times New Roman"/>
                <a:cs typeface="Times New Roman"/>
              </a:rPr>
              <a:t>a</a:t>
            </a:r>
          </a:p>
        </p:txBody>
      </p:sp>
      <p:sp>
        <p:nvSpPr>
          <p:cNvPr id="72" name="b">
            <a:extLst xmlns:a="http://schemas.openxmlformats.org/drawingml/2006/main">
              <a:ext uri="{FF2B5EF4-FFF2-40B4-BE49-F238E27FC236}">
                <a16:creationId xmlns:a16="http://schemas.microsoft.com/office/drawing/2014/main" id="{B84EDE9D-3908-4E4C-8B59-E9CFB596C309}"/>
              </a:ext>
            </a:extLst>
          </p:cNvPr>
          <p:cNvSpPr>
            <a:spLocks xmlns:a="http://schemas.openxmlformats.org/drawingml/2006/main" noGrp="1"/>
          </p:cNvSpPr>
          <p:nvPr/>
        </p:nvSpPr>
        <p:spPr>
          <a:xfrm xmlns:a="http://schemas.openxmlformats.org/drawingml/2006/main" rot="0">
            <a:off x="9610725" y="1594485"/>
            <a:ext cx="104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i="0">
                <a:solidFill>
                  <a:srgbClr val="F5C82B"/>
                </a:solidFill>
                <a:latin typeface="Times New Roman"/>
                <a:ea typeface="Times New Roman"/>
                <a:cs typeface="Times New Roman"/>
              </a:defRPr>
            </a:defPPr>
          </a:lstStyle>
          <a:p xmlns:a="http://schemas.openxmlformats.org/drawingml/2006/main">
            <a:pPr algn="l">
              <a:lnSpc>
                <a:spcPct val="100000"/>
              </a:lnSpc>
              <a:buNone/>
              <a:defRPr sz="1500" b="0" i="0">
                <a:solidFill>
                  <a:srgbClr val="F5C82B"/>
                </a:solidFill>
                <a:latin typeface="Times New Roman"/>
                <a:ea typeface="Times New Roman"/>
                <a:cs typeface="Times New Roman"/>
              </a:defRPr>
            </a:pPr>
            <a:r>
              <a:rPr sz="1500" b="0" i="0">
                <a:solidFill>
                  <a:srgbClr val="F5C82B"/>
                </a:solidFill>
                <a:latin typeface="Times New Roman"/>
                <a:ea typeface="Times New Roman"/>
                <a:cs typeface="Times New Roman"/>
              </a:rPr>
              <a:t>b</a:t>
            </a:r>
          </a:p>
        </p:txBody>
      </p:sp>
      <p:sp>
        <p:nvSpPr>
          <p:cNvPr id="73" name="c">
            <a:extLst xmlns:a="http://schemas.openxmlformats.org/drawingml/2006/main">
              <a:ext uri="{FF2B5EF4-FFF2-40B4-BE49-F238E27FC236}">
                <a16:creationId xmlns:a16="http://schemas.microsoft.com/office/drawing/2014/main" id="{D79F5633-06E6-492D-9C92-51493A1945EF}"/>
              </a:ext>
            </a:extLst>
          </p:cNvPr>
          <p:cNvSpPr>
            <a:spLocks xmlns:a="http://schemas.openxmlformats.org/drawingml/2006/main" noGrp="1"/>
          </p:cNvSpPr>
          <p:nvPr/>
        </p:nvSpPr>
        <p:spPr>
          <a:xfrm xmlns:a="http://schemas.openxmlformats.org/drawingml/2006/main" rot="0">
            <a:off x="9610725" y="2296126"/>
            <a:ext cx="104775" cy="3303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58" b="0" i="0">
                <a:solidFill>
                  <a:srgbClr val="43C7DF"/>
                </a:solidFill>
                <a:latin typeface="Times New Roman"/>
                <a:ea typeface="Times New Roman"/>
                <a:cs typeface="Times New Roman"/>
              </a:defRPr>
            </a:defPPr>
          </a:lstStyle>
          <a:p xmlns:a="http://schemas.openxmlformats.org/drawingml/2006/main">
            <a:pPr algn="l">
              <a:lnSpc>
                <a:spcPct val="100000"/>
              </a:lnSpc>
              <a:buNone/>
              <a:defRPr sz="1858" b="0" i="0">
                <a:solidFill>
                  <a:srgbClr val="43C7DF"/>
                </a:solidFill>
                <a:latin typeface="Times New Roman"/>
                <a:ea typeface="Times New Roman"/>
                <a:cs typeface="Times New Roman"/>
              </a:defRPr>
            </a:pPr>
            <a:r>
              <a:rPr sz="1858" b="0" i="0">
                <a:solidFill>
                  <a:srgbClr val="43C7DF"/>
                </a:solidFill>
                <a:latin typeface="Times New Roman"/>
                <a:ea typeface="Times New Roman"/>
                <a:cs typeface="Times New Roman"/>
              </a:rPr>
              <a:t>c</a:t>
            </a:r>
          </a:p>
        </p:txBody>
      </p:sp>
      <p:sp>
        <p:nvSpPr>
          <p:cNvPr id="74" name="red cube top">
            <a:extLst xmlns:a="http://schemas.openxmlformats.org/drawingml/2006/main">
              <a:ext uri="{FF2B5EF4-FFF2-40B4-BE49-F238E27FC236}">
                <a16:creationId xmlns:a16="http://schemas.microsoft.com/office/drawing/2014/main" id="{A181D9D3-98D6-4B31-8627-654FF8BA1846}"/>
              </a:ext>
            </a:extLst>
          </p:cNvPr>
          <p:cNvSpPr>
            <a:spLocks xmlns:a="http://schemas.openxmlformats.org/drawingml/2006/main" noGrp="1"/>
          </p:cNvSpPr>
          <p:nvPr/>
        </p:nvSpPr>
        <p:spPr>
          <a:xfrm xmlns:a="http://schemas.openxmlformats.org/drawingml/2006/main">
            <a:off x="9782175" y="962025"/>
            <a:ext cx="314325" cy="171450"/>
          </a:xfrm>
          <a:custGeom xmlns:a="http://schemas.openxmlformats.org/drawingml/2006/main">
            <a:pathLst>
              <a:path w="314325" h="171450">
                <a:moveTo>
                  <a:pt x="0" y="95250"/>
                </a:moveTo>
                <a:lnTo>
                  <a:pt x="161925" y="0"/>
                </a:lnTo>
                <a:lnTo>
                  <a:pt x="314325" y="85725"/>
                </a:lnTo>
                <a:lnTo>
                  <a:pt x="161925" y="171450"/>
                </a:lnTo>
                <a:close/>
              </a:path>
            </a:pathLst>
          </a:custGeom>
          <a:solidFill xmlns:a="http://schemas.openxmlformats.org/drawingml/2006/main">
            <a:srgbClr val="F87F8E"/>
          </a:solidFill>
          <a:ln xmlns:a="http://schemas.openxmlformats.org/drawingml/2006/main" w="19050">
            <a:solidFill>
              <a:srgbClr val="282832"/>
            </a:solidFill>
            <a:prstDash val="solid"/>
          </a:ln>
        </p:spPr>
      </p:sp>
      <p:sp>
        <p:nvSpPr>
          <p:cNvPr id="75" name="red cube left">
            <a:extLst xmlns:a="http://schemas.openxmlformats.org/drawingml/2006/main">
              <a:ext uri="{FF2B5EF4-FFF2-40B4-BE49-F238E27FC236}">
                <a16:creationId xmlns:a16="http://schemas.microsoft.com/office/drawing/2014/main" id="{20EC22A0-323B-4772-9C3A-043076821538}"/>
              </a:ext>
            </a:extLst>
          </p:cNvPr>
          <p:cNvSpPr>
            <a:spLocks xmlns:a="http://schemas.openxmlformats.org/drawingml/2006/main" noGrp="1"/>
          </p:cNvSpPr>
          <p:nvPr/>
        </p:nvSpPr>
        <p:spPr>
          <a:xfrm xmlns:a="http://schemas.openxmlformats.org/drawingml/2006/main">
            <a:off x="9782175" y="1057275"/>
            <a:ext cx="161925" cy="257175"/>
          </a:xfrm>
          <a:custGeom xmlns:a="http://schemas.openxmlformats.org/drawingml/2006/main">
            <a:pathLst>
              <a:path w="161925" h="257175">
                <a:moveTo>
                  <a:pt x="0" y="0"/>
                </a:moveTo>
                <a:lnTo>
                  <a:pt x="161925" y="76200"/>
                </a:lnTo>
                <a:lnTo>
                  <a:pt x="161925" y="257175"/>
                </a:lnTo>
                <a:lnTo>
                  <a:pt x="0" y="161925"/>
                </a:lnTo>
                <a:close/>
              </a:path>
            </a:pathLst>
          </a:custGeom>
          <a:solidFill xmlns:a="http://schemas.openxmlformats.org/drawingml/2006/main">
            <a:srgbClr val="F85D75"/>
          </a:solidFill>
          <a:ln xmlns:a="http://schemas.openxmlformats.org/drawingml/2006/main" w="19050">
            <a:solidFill>
              <a:srgbClr val="282832"/>
            </a:solidFill>
            <a:prstDash val="solid"/>
          </a:ln>
        </p:spPr>
      </p:sp>
      <p:sp>
        <p:nvSpPr>
          <p:cNvPr id="76" name="red cube right">
            <a:extLst xmlns:a="http://schemas.openxmlformats.org/drawingml/2006/main">
              <a:ext uri="{FF2B5EF4-FFF2-40B4-BE49-F238E27FC236}">
                <a16:creationId xmlns:a16="http://schemas.microsoft.com/office/drawing/2014/main" id="{C9DB599D-A4BF-48EA-A159-9757B47DCDAC}"/>
              </a:ext>
            </a:extLst>
          </p:cNvPr>
          <p:cNvSpPr>
            <a:spLocks xmlns:a="http://schemas.openxmlformats.org/drawingml/2006/main" noGrp="1"/>
          </p:cNvSpPr>
          <p:nvPr/>
        </p:nvSpPr>
        <p:spPr>
          <a:xfrm xmlns:a="http://schemas.openxmlformats.org/drawingml/2006/main">
            <a:off x="9944100" y="1047750"/>
            <a:ext cx="152400" cy="266700"/>
          </a:xfrm>
          <a:custGeom xmlns:a="http://schemas.openxmlformats.org/drawingml/2006/main">
            <a:pathLst>
              <a:path w="152400" h="266700">
                <a:moveTo>
                  <a:pt x="0" y="85725"/>
                </a:moveTo>
                <a:lnTo>
                  <a:pt x="152400" y="0"/>
                </a:lnTo>
                <a:lnTo>
                  <a:pt x="152400" y="171450"/>
                </a:lnTo>
                <a:lnTo>
                  <a:pt x="0" y="266700"/>
                </a:lnTo>
                <a:close/>
              </a:path>
            </a:pathLst>
          </a:custGeom>
          <a:solidFill xmlns:a="http://schemas.openxmlformats.org/drawingml/2006/main">
            <a:srgbClr val="E84D65"/>
          </a:solidFill>
          <a:ln xmlns:a="http://schemas.openxmlformats.org/drawingml/2006/main" w="19050">
            <a:solidFill>
              <a:srgbClr val="282832"/>
            </a:solidFill>
            <a:prstDash val="solid"/>
          </a:ln>
        </p:spPr>
      </p:sp>
      <p:sp>
        <p:nvSpPr>
          <p:cNvPr id="77" name="status-dot">
            <a:extLst xmlns:a="http://schemas.openxmlformats.org/drawingml/2006/main">
              <a:ext uri="{FF2B5EF4-FFF2-40B4-BE49-F238E27FC236}">
                <a16:creationId xmlns:a16="http://schemas.microsoft.com/office/drawing/2014/main" id="{B1000ACB-4830-4EE6-B418-6B0675190343}"/>
              </a:ext>
            </a:extLst>
          </p:cNvPr>
          <p:cNvSpPr>
            <a:spLocks xmlns:a="http://schemas.openxmlformats.org/drawingml/2006/main" noGrp="1"/>
          </p:cNvSpPr>
          <p:nvPr/>
        </p:nvSpPr>
        <p:spPr>
          <a:xfrm xmlns:a="http://schemas.openxmlformats.org/drawingml/2006/main">
            <a:off x="9772650" y="1676400"/>
            <a:ext cx="342900" cy="342900"/>
          </a:xfrm>
          <a:custGeom xmlns:a="http://schemas.openxmlformats.org/drawingml/2006/main">
            <a:pathLst>
              <a:path w="342900" h="342900">
                <a:moveTo>
                  <a:pt x="342900" y="171450"/>
                </a:moveTo>
                <a:cubicBezTo>
                  <a:pt x="342900" y="266139"/>
                  <a:pt x="266139" y="342900"/>
                  <a:pt x="171450" y="342900"/>
                </a:cubicBezTo>
                <a:cubicBezTo>
                  <a:pt x="76761" y="342900"/>
                  <a:pt x="0" y="266139"/>
                  <a:pt x="0" y="171450"/>
                </a:cubicBezTo>
                <a:cubicBezTo>
                  <a:pt x="0" y="76761"/>
                  <a:pt x="76761" y="0"/>
                  <a:pt x="171450" y="0"/>
                </a:cubicBezTo>
                <a:cubicBezTo>
                  <a:pt x="266139" y="0"/>
                  <a:pt x="342900" y="76761"/>
                  <a:pt x="342900" y="171450"/>
                </a:cubicBezTo>
                <a:close/>
              </a:path>
            </a:pathLst>
          </a:custGeom>
          <a:solidFill xmlns:a="http://schemas.openxmlformats.org/drawingml/2006/main">
            <a:srgbClr val="FFDB4F"/>
          </a:solidFill>
          <a:ln xmlns:a="http://schemas.openxmlformats.org/drawingml/2006/main" w="9525">
            <a:noFill/>
            <a:prstDash val="solid"/>
          </a:ln>
        </p:spPr>
      </p:sp>
      <p:sp>
        <p:nvSpPr>
          <p:cNvPr id="78" name="yellow sphere outline">
            <a:extLst xmlns:a="http://schemas.openxmlformats.org/drawingml/2006/main">
              <a:ext uri="{FF2B5EF4-FFF2-40B4-BE49-F238E27FC236}">
                <a16:creationId xmlns:a16="http://schemas.microsoft.com/office/drawing/2014/main" id="{179C9A7C-323F-4211-B729-7AA1EF7A48E2}"/>
              </a:ext>
            </a:extLst>
          </p:cNvPr>
          <p:cNvSpPr>
            <a:spLocks xmlns:a="http://schemas.openxmlformats.org/drawingml/2006/main" noGrp="1"/>
          </p:cNvSpPr>
          <p:nvPr/>
        </p:nvSpPr>
        <p:spPr>
          <a:xfrm xmlns:a="http://schemas.openxmlformats.org/drawingml/2006/main">
            <a:off x="9772650" y="1676400"/>
            <a:ext cx="342900" cy="342900"/>
          </a:xfrm>
          <a:custGeom xmlns:a="http://schemas.openxmlformats.org/drawingml/2006/main">
            <a:pathLst>
              <a:path w="342900" h="342900">
                <a:moveTo>
                  <a:pt x="342900" y="171450"/>
                </a:moveTo>
                <a:cubicBezTo>
                  <a:pt x="342900" y="266700"/>
                  <a:pt x="266700" y="342900"/>
                  <a:pt x="171450" y="342900"/>
                </a:cubicBezTo>
                <a:cubicBezTo>
                  <a:pt x="76200" y="342900"/>
                  <a:pt x="0" y="266700"/>
                  <a:pt x="0" y="171450"/>
                </a:cubicBezTo>
                <a:cubicBezTo>
                  <a:pt x="0" y="76200"/>
                  <a:pt x="76200" y="0"/>
                  <a:pt x="171450" y="0"/>
                </a:cubicBezTo>
                <a:cubicBezTo>
                  <a:pt x="266700" y="0"/>
                  <a:pt x="342900" y="76200"/>
                  <a:pt x="342900" y="171450"/>
                </a:cubicBezTo>
                <a:close/>
              </a:path>
            </a:pathLst>
          </a:custGeom>
          <a:noFill xmlns:a="http://schemas.openxmlformats.org/drawingml/2006/main"/>
          <a:ln xmlns:a="http://schemas.openxmlformats.org/drawingml/2006/main" w="19050">
            <a:solidFill>
              <a:srgbClr val="282832"/>
            </a:solidFill>
            <a:prstDash val="solid"/>
          </a:ln>
        </p:spPr>
      </p:sp>
      <p:sp>
        <p:nvSpPr>
          <p:cNvPr id="79" name="cyan prism left">
            <a:extLst xmlns:a="http://schemas.openxmlformats.org/drawingml/2006/main">
              <a:ext uri="{FF2B5EF4-FFF2-40B4-BE49-F238E27FC236}">
                <a16:creationId xmlns:a16="http://schemas.microsoft.com/office/drawing/2014/main" id="{141C005B-ED10-4DB1-87F6-6918DC2EA6D7}"/>
              </a:ext>
            </a:extLst>
          </p:cNvPr>
          <p:cNvSpPr>
            <a:spLocks xmlns:a="http://schemas.openxmlformats.org/drawingml/2006/main" noGrp="1"/>
          </p:cNvSpPr>
          <p:nvPr/>
        </p:nvSpPr>
        <p:spPr>
          <a:xfrm xmlns:a="http://schemas.openxmlformats.org/drawingml/2006/main">
            <a:off x="9791700" y="2371725"/>
            <a:ext cx="152400" cy="428625"/>
          </a:xfrm>
          <a:custGeom xmlns:a="http://schemas.openxmlformats.org/drawingml/2006/main">
            <a:pathLst>
              <a:path w="152400" h="428625">
                <a:moveTo>
                  <a:pt x="152400" y="0"/>
                </a:moveTo>
                <a:lnTo>
                  <a:pt x="0" y="342900"/>
                </a:lnTo>
                <a:lnTo>
                  <a:pt x="152400" y="428625"/>
                </a:lnTo>
                <a:close/>
              </a:path>
            </a:pathLst>
          </a:custGeom>
          <a:solidFill xmlns:a="http://schemas.openxmlformats.org/drawingml/2006/main">
            <a:srgbClr val="61D0E4"/>
          </a:solidFill>
          <a:ln xmlns:a="http://schemas.openxmlformats.org/drawingml/2006/main" w="19050">
            <a:solidFill>
              <a:srgbClr val="282832"/>
            </a:solidFill>
            <a:prstDash val="solid"/>
          </a:ln>
        </p:spPr>
      </p:sp>
      <p:sp>
        <p:nvSpPr>
          <p:cNvPr id="80" name="cyan prism right">
            <a:extLst xmlns:a="http://schemas.openxmlformats.org/drawingml/2006/main">
              <a:ext uri="{FF2B5EF4-FFF2-40B4-BE49-F238E27FC236}">
                <a16:creationId xmlns:a16="http://schemas.microsoft.com/office/drawing/2014/main" id="{AD879454-D5CD-45B0-B65E-533319DE4F3F}"/>
              </a:ext>
            </a:extLst>
          </p:cNvPr>
          <p:cNvSpPr>
            <a:spLocks xmlns:a="http://schemas.openxmlformats.org/drawingml/2006/main" noGrp="1"/>
          </p:cNvSpPr>
          <p:nvPr/>
        </p:nvSpPr>
        <p:spPr>
          <a:xfrm xmlns:a="http://schemas.openxmlformats.org/drawingml/2006/main">
            <a:off x="9944100" y="2371725"/>
            <a:ext cx="171450" cy="428625"/>
          </a:xfrm>
          <a:custGeom xmlns:a="http://schemas.openxmlformats.org/drawingml/2006/main">
            <a:pathLst>
              <a:path w="171450" h="428625">
                <a:moveTo>
                  <a:pt x="0" y="0"/>
                </a:moveTo>
                <a:lnTo>
                  <a:pt x="171450" y="342900"/>
                </a:lnTo>
                <a:lnTo>
                  <a:pt x="0" y="428625"/>
                </a:lnTo>
                <a:close/>
              </a:path>
            </a:pathLst>
          </a:custGeom>
          <a:solidFill xmlns:a="http://schemas.openxmlformats.org/drawingml/2006/main">
            <a:srgbClr val="35B1D5"/>
          </a:solidFill>
          <a:ln xmlns:a="http://schemas.openxmlformats.org/drawingml/2006/main" w="19050">
            <a:solidFill>
              <a:srgbClr val="282832"/>
            </a:solidFill>
            <a:prstDash val="solid"/>
          </a:ln>
        </p:spPr>
      </p:sp>
      <p:sp>
        <p:nvSpPr>
          <p:cNvPr id="81" name="scatter sampling flow">
            <a:extLst xmlns:a="http://schemas.openxmlformats.org/drawingml/2006/main">
              <a:ext uri="{FF2B5EF4-FFF2-40B4-BE49-F238E27FC236}">
                <a16:creationId xmlns:a16="http://schemas.microsoft.com/office/drawing/2014/main" id="{3B732A99-FA13-4D4E-BDBF-7F93ACA65410}"/>
              </a:ext>
            </a:extLst>
          </p:cNvPr>
          <p:cNvSpPr>
            <a:spLocks xmlns:a="http://schemas.openxmlformats.org/drawingml/2006/main" noGrp="1"/>
          </p:cNvSpPr>
          <p:nvPr/>
        </p:nvSpPr>
        <p:spPr>
          <a:xfrm xmlns:a="http://schemas.openxmlformats.org/drawingml/2006/main">
            <a:off x="10315575" y="1885950"/>
            <a:ext cx="122110" cy="191"/>
          </a:xfrm>
          <a:custGeom xmlns:a="http://schemas.openxmlformats.org/drawingml/2006/main">
            <a:pathLst>
              <a:path w="122110" h="191">
                <a:moveTo>
                  <a:pt x="0" y="0"/>
                </a:moveTo>
                <a:lnTo>
                  <a:pt x="121920" y="0"/>
                </a:lnTo>
              </a:path>
            </a:pathLst>
          </a:custGeom>
          <a:noFill xmlns:a="http://schemas.openxmlformats.org/drawingml/2006/main"/>
          <a:ln xmlns:a="http://schemas.openxmlformats.org/drawingml/2006/main" w="133350">
            <a:solidFill>
              <a:srgbClr val="007FB3"/>
            </a:solidFill>
            <a:prstDash val="solid"/>
          </a:ln>
        </p:spPr>
      </p:sp>
      <p:sp>
        <p:nvSpPr>
          <p:cNvPr id="82" name="scatter sampling flow head">
            <a:extLst xmlns:a="http://schemas.openxmlformats.org/drawingml/2006/main">
              <a:ext uri="{FF2B5EF4-FFF2-40B4-BE49-F238E27FC236}">
                <a16:creationId xmlns:a16="http://schemas.microsoft.com/office/drawing/2014/main" id="{01E18ACB-8CC4-4729-81DA-C1F9B4CC4020}"/>
              </a:ext>
            </a:extLst>
          </p:cNvPr>
          <p:cNvSpPr>
            <a:spLocks xmlns:a="http://schemas.openxmlformats.org/drawingml/2006/main" noGrp="1"/>
          </p:cNvSpPr>
          <p:nvPr/>
        </p:nvSpPr>
        <p:spPr>
          <a:xfrm xmlns:a="http://schemas.openxmlformats.org/drawingml/2006/main">
            <a:off x="10410825" y="1745933"/>
            <a:ext cx="133350" cy="280035"/>
          </a:xfrm>
          <a:custGeom xmlns:a="http://schemas.openxmlformats.org/drawingml/2006/main">
            <a:pathLst>
              <a:path w="133350" h="280035">
                <a:moveTo>
                  <a:pt x="133350" y="140017"/>
                </a:moveTo>
                <a:lnTo>
                  <a:pt x="0" y="280035"/>
                </a:lnTo>
                <a:lnTo>
                  <a:pt x="0" y="0"/>
                </a:lnTo>
                <a:close/>
              </a:path>
            </a:pathLst>
          </a:custGeom>
          <a:solidFill xmlns:a="http://schemas.openxmlformats.org/drawingml/2006/main">
            <a:srgbClr val="007FB3"/>
          </a:solidFill>
          <a:ln xmlns:a="http://schemas.openxmlformats.org/drawingml/2006/main" w="9525">
            <a:noFill/>
            <a:prstDash val="solid"/>
          </a:ln>
        </p:spPr>
      </p:sp>
      <p:sp>
        <p:nvSpPr>
          <p:cNvPr id="83" name="scatter sampler native code frame">
            <a:extLst xmlns:a="http://schemas.openxmlformats.org/drawingml/2006/main">
              <a:ext uri="{FF2B5EF4-FFF2-40B4-BE49-F238E27FC236}">
                <a16:creationId xmlns:a16="http://schemas.microsoft.com/office/drawing/2014/main" id="{90E78123-A574-466E-BBF3-FB468CF96801}"/>
              </a:ext>
            </a:extLst>
          </p:cNvPr>
          <p:cNvSpPr>
            <a:spLocks xmlns:a="http://schemas.openxmlformats.org/drawingml/2006/main" noGrp="1"/>
          </p:cNvSpPr>
          <p:nvPr/>
        </p:nvSpPr>
        <p:spPr>
          <a:xfrm xmlns:a="http://schemas.openxmlformats.org/drawingml/2006/main">
            <a:off x="10629900" y="638175"/>
            <a:ext cx="2143125" cy="2266950"/>
          </a:xfrm>
          <a:custGeom xmlns:a="http://schemas.openxmlformats.org/drawingml/2006/main">
            <a:pathLst>
              <a:path w="2143125" h="2266950">
                <a:moveTo>
                  <a:pt x="104775" y="0"/>
                </a:moveTo>
                <a:lnTo>
                  <a:pt x="2038350" y="0"/>
                </a:lnTo>
                <a:cubicBezTo>
                  <a:pt x="2096216" y="0"/>
                  <a:pt x="2143125" y="46909"/>
                  <a:pt x="2143125" y="104775"/>
                </a:cubicBezTo>
                <a:lnTo>
                  <a:pt x="2143125" y="2162175"/>
                </a:lnTo>
                <a:cubicBezTo>
                  <a:pt x="2143125" y="2220041"/>
                  <a:pt x="2096216" y="2266950"/>
                  <a:pt x="2038350" y="2266950"/>
                </a:cubicBezTo>
                <a:lnTo>
                  <a:pt x="104775" y="2266950"/>
                </a:lnTo>
                <a:cubicBezTo>
                  <a:pt x="46909" y="2266950"/>
                  <a:pt x="0" y="2220041"/>
                  <a:pt x="0" y="2162175"/>
                </a:cubicBezTo>
                <a:lnTo>
                  <a:pt x="0" y="104775"/>
                </a:lnTo>
                <a:cubicBezTo>
                  <a:pt x="0" y="46909"/>
                  <a:pt x="46909" y="0"/>
                  <a:pt x="104775" y="0"/>
                </a:cubicBezTo>
                <a:close/>
              </a:path>
            </a:pathLst>
          </a:custGeom>
          <a:solidFill xmlns:a="http://schemas.openxmlformats.org/drawingml/2006/main">
            <a:srgbClr val="282832"/>
          </a:solidFill>
          <a:ln xmlns:a="http://schemas.openxmlformats.org/drawingml/2006/main" w="9525">
            <a:noFill/>
            <a:prstDash val="solid"/>
          </a:ln>
        </p:spPr>
      </p:sp>
      <p:sp>
        <p:nvSpPr>
          <p:cNvPr id="84" name="scatter code titlebar">
            <a:extLst xmlns:a="http://schemas.openxmlformats.org/drawingml/2006/main">
              <a:ext uri="{FF2B5EF4-FFF2-40B4-BE49-F238E27FC236}">
                <a16:creationId xmlns:a16="http://schemas.microsoft.com/office/drawing/2014/main" id="{B73CB856-6368-4AA1-BDBA-5CA24B83A557}"/>
              </a:ext>
            </a:extLst>
          </p:cNvPr>
          <p:cNvSpPr>
            <a:spLocks xmlns:a="http://schemas.openxmlformats.org/drawingml/2006/main" noGrp="1"/>
          </p:cNvSpPr>
          <p:nvPr/>
        </p:nvSpPr>
        <p:spPr>
          <a:xfrm xmlns:a="http://schemas.openxmlformats.org/drawingml/2006/main">
            <a:off x="10629900" y="638175"/>
            <a:ext cx="2143125" cy="209550"/>
          </a:xfrm>
          <a:custGeom xmlns:a="http://schemas.openxmlformats.org/drawingml/2006/main">
            <a:pathLst>
              <a:path w="2143125" h="209550">
                <a:moveTo>
                  <a:pt x="104775" y="0"/>
                </a:moveTo>
                <a:lnTo>
                  <a:pt x="2038350" y="0"/>
                </a:lnTo>
                <a:cubicBezTo>
                  <a:pt x="2096216" y="0"/>
                  <a:pt x="2143125" y="46909"/>
                  <a:pt x="2143125" y="104775"/>
                </a:cubicBezTo>
                <a:lnTo>
                  <a:pt x="2143125" y="104775"/>
                </a:lnTo>
                <a:cubicBezTo>
                  <a:pt x="2143125" y="162641"/>
                  <a:pt x="2096216" y="209550"/>
                  <a:pt x="2038350" y="209550"/>
                </a:cubicBezTo>
                <a:lnTo>
                  <a:pt x="104775" y="209550"/>
                </a:lnTo>
                <a:cubicBezTo>
                  <a:pt x="46909" y="209550"/>
                  <a:pt x="0" y="162641"/>
                  <a:pt x="0" y="104775"/>
                </a:cubicBezTo>
                <a:lnTo>
                  <a:pt x="0" y="104775"/>
                </a:lnTo>
                <a:cubicBezTo>
                  <a:pt x="0" y="46909"/>
                  <a:pt x="46909" y="0"/>
                  <a:pt x="104775" y="0"/>
                </a:cubicBezTo>
                <a:close/>
              </a:path>
            </a:pathLst>
          </a:custGeom>
          <a:solidFill xmlns:a="http://schemas.openxmlformats.org/drawingml/2006/main">
            <a:srgbClr val="20202A"/>
          </a:solidFill>
          <a:ln xmlns:a="http://schemas.openxmlformats.org/drawingml/2006/main" w="9525">
            <a:noFill/>
            <a:prstDash val="solid"/>
          </a:ln>
        </p:spPr>
      </p:sp>
      <p:sp>
        <p:nvSpPr>
          <p:cNvPr id="85" name="status-dot">
            <a:extLst xmlns:a="http://schemas.openxmlformats.org/drawingml/2006/main">
              <a:ext uri="{FF2B5EF4-FFF2-40B4-BE49-F238E27FC236}">
                <a16:creationId xmlns:a16="http://schemas.microsoft.com/office/drawing/2014/main" id="{C26285E9-33A3-40E0-8B31-28A3D17BCAE4}"/>
              </a:ext>
            </a:extLst>
          </p:cNvPr>
          <p:cNvSpPr>
            <a:spLocks xmlns:a="http://schemas.openxmlformats.org/drawingml/2006/main" noGrp="1"/>
          </p:cNvSpPr>
          <p:nvPr/>
        </p:nvSpPr>
        <p:spPr>
          <a:xfrm xmlns:a="http://schemas.openxmlformats.org/drawingml/2006/main">
            <a:off x="10715625" y="685800"/>
            <a:ext cx="95250" cy="95250"/>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A5364"/>
          </a:solidFill>
          <a:ln xmlns:a="http://schemas.openxmlformats.org/drawingml/2006/main" w="9525">
            <a:noFill/>
            <a:prstDash val="solid"/>
          </a:ln>
        </p:spPr>
      </p:sp>
      <p:sp>
        <p:nvSpPr>
          <p:cNvPr id="86" name="status-dot">
            <a:extLst xmlns:a="http://schemas.openxmlformats.org/drawingml/2006/main">
              <a:ext uri="{FF2B5EF4-FFF2-40B4-BE49-F238E27FC236}">
                <a16:creationId xmlns:a16="http://schemas.microsoft.com/office/drawing/2014/main" id="{F13DED68-B244-4D40-9693-A74B4B17A73B}"/>
              </a:ext>
            </a:extLst>
          </p:cNvPr>
          <p:cNvSpPr>
            <a:spLocks xmlns:a="http://schemas.openxmlformats.org/drawingml/2006/main" noGrp="1"/>
          </p:cNvSpPr>
          <p:nvPr/>
        </p:nvSpPr>
        <p:spPr>
          <a:xfrm xmlns:a="http://schemas.openxmlformats.org/drawingml/2006/main">
            <a:off x="10868025" y="685800"/>
            <a:ext cx="95250" cy="95250"/>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5CD2D"/>
          </a:solidFill>
          <a:ln xmlns:a="http://schemas.openxmlformats.org/drawingml/2006/main" w="9525">
            <a:noFill/>
            <a:prstDash val="solid"/>
          </a:ln>
        </p:spPr>
      </p:sp>
      <p:sp>
        <p:nvSpPr>
          <p:cNvPr id="87" name="status-dot">
            <a:extLst xmlns:a="http://schemas.openxmlformats.org/drawingml/2006/main">
              <a:ext uri="{FF2B5EF4-FFF2-40B4-BE49-F238E27FC236}">
                <a16:creationId xmlns:a16="http://schemas.microsoft.com/office/drawing/2014/main" id="{F5AEA45E-C4BD-4DD8-9B5A-E4A7F2DBA1BE}"/>
              </a:ext>
            </a:extLst>
          </p:cNvPr>
          <p:cNvSpPr>
            <a:spLocks xmlns:a="http://schemas.openxmlformats.org/drawingml/2006/main" noGrp="1"/>
          </p:cNvSpPr>
          <p:nvPr/>
        </p:nvSpPr>
        <p:spPr>
          <a:xfrm xmlns:a="http://schemas.openxmlformats.org/drawingml/2006/main">
            <a:off x="11020425" y="685800"/>
            <a:ext cx="95250" cy="95250"/>
          </a:xfrm>
          <a:custGeom xmlns:a="http://schemas.openxmlformats.org/drawingml/2006/main">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31C854"/>
          </a:solidFill>
          <a:ln xmlns:a="http://schemas.openxmlformats.org/drawingml/2006/main" w="9525">
            <a:noFill/>
            <a:prstDash val="solid"/>
          </a:ln>
        </p:spPr>
      </p:sp>
      <p:sp>
        <p:nvSpPr>
          <p:cNvPr id="88" name="sampler:">
            <a:extLst xmlns:a="http://schemas.openxmlformats.org/drawingml/2006/main">
              <a:ext uri="{FF2B5EF4-FFF2-40B4-BE49-F238E27FC236}">
                <a16:creationId xmlns:a16="http://schemas.microsoft.com/office/drawing/2014/main" id="{353AC3EA-6FF3-498C-A86C-C3DDDA3FFD3C}"/>
              </a:ext>
            </a:extLst>
          </p:cNvPr>
          <p:cNvSpPr>
            <a:spLocks xmlns:a="http://schemas.openxmlformats.org/drawingml/2006/main" noGrp="1"/>
          </p:cNvSpPr>
          <p:nvPr/>
        </p:nvSpPr>
        <p:spPr>
          <a:xfrm xmlns:a="http://schemas.openxmlformats.org/drawingml/2006/main" rot="0">
            <a:off x="10763250" y="898525"/>
            <a:ext cx="762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79D6E4"/>
                </a:solidFill>
                <a:latin typeface="Consolas"/>
                <a:ea typeface="Consolas"/>
                <a:cs typeface="Consolas"/>
              </a:defRPr>
            </a:defPPr>
          </a:lstStyle>
          <a:p xmlns:a="http://schemas.openxmlformats.org/drawingml/2006/main">
            <a:pPr algn="l">
              <a:lnSpc>
                <a:spcPct val="100000"/>
              </a:lnSpc>
              <a:buNone/>
              <a:defRPr sz="1250" b="0" i="0">
                <a:solidFill>
                  <a:srgbClr val="79D6E4"/>
                </a:solidFill>
                <a:latin typeface="Consolas"/>
                <a:ea typeface="Consolas"/>
                <a:cs typeface="Consolas"/>
              </a:defRPr>
            </a:pPr>
            <a:r>
              <a:rPr sz="1250" b="0" i="0">
                <a:solidFill>
                  <a:srgbClr val="79D6E4"/>
                </a:solidFill>
                <a:latin typeface="Consolas"/>
                <a:ea typeface="Consolas"/>
                <a:cs typeface="Consolas"/>
              </a:rPr>
              <a:t>sampler:</a:t>
            </a:r>
          </a:p>
        </p:txBody>
      </p:sp>
      <p:sp>
        <p:nvSpPr>
          <p:cNvPr id="89" name="possion">
            <a:extLst xmlns:a="http://schemas.openxmlformats.org/drawingml/2006/main">
              <a:ext uri="{FF2B5EF4-FFF2-40B4-BE49-F238E27FC236}">
                <a16:creationId xmlns:a16="http://schemas.microsoft.com/office/drawing/2014/main" id="{EE564B74-6C23-438D-9FEA-91507F7A0EDC}"/>
              </a:ext>
            </a:extLst>
          </p:cNvPr>
          <p:cNvSpPr>
            <a:spLocks xmlns:a="http://schemas.openxmlformats.org/drawingml/2006/main" noGrp="1"/>
          </p:cNvSpPr>
          <p:nvPr/>
        </p:nvSpPr>
        <p:spPr>
          <a:xfrm xmlns:a="http://schemas.openxmlformats.org/drawingml/2006/main" rot="0">
            <a:off x="11525250" y="898525"/>
            <a:ext cx="752475"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F1EB71"/>
                </a:solidFill>
                <a:latin typeface="Consolas"/>
                <a:ea typeface="Consolas"/>
                <a:cs typeface="Consolas"/>
              </a:defRPr>
            </a:defPPr>
          </a:lstStyle>
          <a:p xmlns:a="http://schemas.openxmlformats.org/drawingml/2006/main">
            <a:pPr algn="l">
              <a:lnSpc>
                <a:spcPct val="100000"/>
              </a:lnSpc>
              <a:buNone/>
              <a:defRPr sz="1250" b="0" i="0">
                <a:solidFill>
                  <a:srgbClr val="F1EB71"/>
                </a:solidFill>
                <a:latin typeface="Consolas"/>
                <a:ea typeface="Consolas"/>
                <a:cs typeface="Consolas"/>
              </a:defRPr>
            </a:pPr>
            <a:r>
              <a:rPr sz="1250" b="0" i="0">
                <a:solidFill>
                  <a:srgbClr val="F1EB71"/>
                </a:solidFill>
                <a:latin typeface="Consolas"/>
                <a:ea typeface="Consolas"/>
                <a:cs typeface="Consolas"/>
              </a:rPr>
              <a:t>possion</a:t>
            </a:r>
          </a:p>
        </p:txBody>
      </p:sp>
      <p:sp>
        <p:nvSpPr>
          <p:cNvPr id="90" name="disₘᵢₙ:">
            <a:extLst xmlns:a="http://schemas.openxmlformats.org/drawingml/2006/main">
              <a:ext uri="{FF2B5EF4-FFF2-40B4-BE49-F238E27FC236}">
                <a16:creationId xmlns:a16="http://schemas.microsoft.com/office/drawing/2014/main" id="{045A3E96-E981-460F-BF6C-7055D6DEC1B4}"/>
              </a:ext>
            </a:extLst>
          </p:cNvPr>
          <p:cNvSpPr>
            <a:spLocks xmlns:a="http://schemas.openxmlformats.org/drawingml/2006/main" noGrp="1"/>
          </p:cNvSpPr>
          <p:nvPr/>
        </p:nvSpPr>
        <p:spPr>
          <a:xfrm xmlns:a="http://schemas.openxmlformats.org/drawingml/2006/main" rot="0">
            <a:off x="10763250" y="1116312"/>
            <a:ext cx="628650" cy="2286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86" b="0" i="0">
                <a:solidFill>
                  <a:srgbClr val="79D6E4"/>
                </a:solidFill>
                <a:latin typeface="Consolas"/>
                <a:ea typeface="Consolas"/>
                <a:cs typeface="Consolas"/>
              </a:defRPr>
            </a:defPPr>
          </a:lstStyle>
          <a:p xmlns:a="http://schemas.openxmlformats.org/drawingml/2006/main">
            <a:pPr algn="l">
              <a:lnSpc>
                <a:spcPct val="100000"/>
              </a:lnSpc>
              <a:buNone/>
              <a:defRPr sz="1286" b="0" i="0">
                <a:solidFill>
                  <a:srgbClr val="79D6E4"/>
                </a:solidFill>
                <a:latin typeface="Consolas"/>
                <a:ea typeface="Consolas"/>
                <a:cs typeface="Consolas"/>
              </a:defRPr>
            </a:pPr>
            <a:r>
              <a:rPr sz="1286" b="0" i="0">
                <a:solidFill>
                  <a:srgbClr val="79D6E4"/>
                </a:solidFill>
                <a:latin typeface="Consolas"/>
                <a:ea typeface="Consolas"/>
                <a:cs typeface="Consolas"/>
              </a:rPr>
              <a:t>disₘᵢₙ:</a:t>
            </a:r>
          </a:p>
        </p:txBody>
      </p:sp>
      <p:sp>
        <p:nvSpPr>
          <p:cNvPr id="91" name="1.8">
            <a:extLst xmlns:a="http://schemas.openxmlformats.org/drawingml/2006/main">
              <a:ext uri="{FF2B5EF4-FFF2-40B4-BE49-F238E27FC236}">
                <a16:creationId xmlns:a16="http://schemas.microsoft.com/office/drawing/2014/main" id="{214D42FB-EDBC-4DEA-90C9-29C1A1FC2AEA}"/>
              </a:ext>
            </a:extLst>
          </p:cNvPr>
          <p:cNvSpPr>
            <a:spLocks xmlns:a="http://schemas.openxmlformats.org/drawingml/2006/main" noGrp="1"/>
          </p:cNvSpPr>
          <p:nvPr/>
        </p:nvSpPr>
        <p:spPr>
          <a:xfrm xmlns:a="http://schemas.openxmlformats.org/drawingml/2006/main" rot="0">
            <a:off x="11382375" y="1105460"/>
            <a:ext cx="333375" cy="282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91" b="0" i="0">
                <a:solidFill>
                  <a:srgbClr val="BD91E4"/>
                </a:solidFill>
                <a:latin typeface="Consolas"/>
                <a:ea typeface="Consolas"/>
                <a:cs typeface="Consolas"/>
              </a:defRPr>
            </a:defPPr>
          </a:lstStyle>
          <a:p xmlns:a="http://schemas.openxmlformats.org/drawingml/2006/main">
            <a:pPr algn="l">
              <a:lnSpc>
                <a:spcPct val="100000"/>
              </a:lnSpc>
              <a:buNone/>
              <a:defRPr sz="1591" b="0" i="0">
                <a:solidFill>
                  <a:srgbClr val="BD91E4"/>
                </a:solidFill>
                <a:latin typeface="Consolas"/>
                <a:ea typeface="Consolas"/>
                <a:cs typeface="Consolas"/>
              </a:defRPr>
            </a:pPr>
            <a:r>
              <a:rPr sz="1591" b="0" i="0">
                <a:solidFill>
                  <a:srgbClr val="BD91E4"/>
                </a:solidFill>
                <a:latin typeface="Consolas"/>
                <a:ea typeface="Consolas"/>
                <a:cs typeface="Consolas"/>
              </a:rPr>
              <a:t>1.8</a:t>
            </a:r>
          </a:p>
        </p:txBody>
      </p:sp>
      <p:sp>
        <p:nvSpPr>
          <p:cNvPr id="92" name="deₘₐₓ:">
            <a:extLst xmlns:a="http://schemas.openxmlformats.org/drawingml/2006/main">
              <a:ext uri="{FF2B5EF4-FFF2-40B4-BE49-F238E27FC236}">
                <a16:creationId xmlns:a16="http://schemas.microsoft.com/office/drawing/2014/main" id="{D79769FD-825B-4C53-9ADD-CA53B32E20A8}"/>
              </a:ext>
            </a:extLst>
          </p:cNvPr>
          <p:cNvSpPr>
            <a:spLocks xmlns:a="http://schemas.openxmlformats.org/drawingml/2006/main" noGrp="1"/>
          </p:cNvSpPr>
          <p:nvPr/>
        </p:nvSpPr>
        <p:spPr>
          <a:xfrm xmlns:a="http://schemas.openxmlformats.org/drawingml/2006/main" rot="0">
            <a:off x="11753850" y="1108694"/>
            <a:ext cx="628650" cy="266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i="0">
                <a:solidFill>
                  <a:srgbClr val="79D6E4"/>
                </a:solidFill>
                <a:latin typeface="Consolas"/>
                <a:ea typeface="Consolas"/>
                <a:cs typeface="Consolas"/>
              </a:defRPr>
            </a:defPPr>
          </a:lstStyle>
          <a:p xmlns:a="http://schemas.openxmlformats.org/drawingml/2006/main">
            <a:pPr algn="l">
              <a:lnSpc>
                <a:spcPct val="100000"/>
              </a:lnSpc>
              <a:buNone/>
              <a:defRPr sz="1500" b="0" i="0">
                <a:solidFill>
                  <a:srgbClr val="79D6E4"/>
                </a:solidFill>
                <a:latin typeface="Consolas"/>
                <a:ea typeface="Consolas"/>
                <a:cs typeface="Consolas"/>
              </a:defRPr>
            </a:pPr>
            <a:r>
              <a:rPr sz="1500" b="0" i="0">
                <a:solidFill>
                  <a:srgbClr val="79D6E4"/>
                </a:solidFill>
                <a:latin typeface="Consolas"/>
                <a:ea typeface="Consolas"/>
                <a:cs typeface="Consolas"/>
              </a:rPr>
              <a:t>deₘₐₓ:</a:t>
            </a:r>
          </a:p>
        </p:txBody>
      </p:sp>
      <p:sp>
        <p:nvSpPr>
          <p:cNvPr id="93" name="1.2">
            <a:extLst xmlns:a="http://schemas.openxmlformats.org/drawingml/2006/main">
              <a:ext uri="{FF2B5EF4-FFF2-40B4-BE49-F238E27FC236}">
                <a16:creationId xmlns:a16="http://schemas.microsoft.com/office/drawing/2014/main" id="{C0562FB0-FF12-42FA-B20D-0EACF04E44A7}"/>
              </a:ext>
            </a:extLst>
          </p:cNvPr>
          <p:cNvSpPr>
            <a:spLocks xmlns:a="http://schemas.openxmlformats.org/drawingml/2006/main" noGrp="1"/>
          </p:cNvSpPr>
          <p:nvPr/>
        </p:nvSpPr>
        <p:spPr>
          <a:xfrm xmlns:a="http://schemas.openxmlformats.org/drawingml/2006/main" rot="0">
            <a:off x="12363450" y="1107077"/>
            <a:ext cx="323850" cy="27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BD91E4"/>
                </a:solidFill>
                <a:latin typeface="Consolas"/>
                <a:ea typeface="Consolas"/>
                <a:cs typeface="Consolas"/>
              </a:defRPr>
            </a:defPPr>
          </a:lstStyle>
          <a:p xmlns:a="http://schemas.openxmlformats.org/drawingml/2006/main">
            <a:pPr algn="l">
              <a:lnSpc>
                <a:spcPct val="100000"/>
              </a:lnSpc>
              <a:buNone/>
              <a:defRPr sz="1546" b="0" i="0">
                <a:solidFill>
                  <a:srgbClr val="BD91E4"/>
                </a:solidFill>
                <a:latin typeface="Consolas"/>
                <a:ea typeface="Consolas"/>
                <a:cs typeface="Consolas"/>
              </a:defRPr>
            </a:pPr>
            <a:r>
              <a:rPr sz="1546" b="0" i="0">
                <a:solidFill>
                  <a:srgbClr val="BD91E4"/>
                </a:solidFill>
                <a:latin typeface="Consolas"/>
                <a:ea typeface="Consolas"/>
                <a:cs typeface="Consolas"/>
              </a:rPr>
              <a:t>1.2</a:t>
            </a:r>
          </a:p>
        </p:txBody>
      </p:sp>
      <p:sp>
        <p:nvSpPr>
          <p:cNvPr id="94" name="sampler:">
            <a:extLst xmlns:a="http://schemas.openxmlformats.org/drawingml/2006/main">
              <a:ext uri="{FF2B5EF4-FFF2-40B4-BE49-F238E27FC236}">
                <a16:creationId xmlns:a16="http://schemas.microsoft.com/office/drawing/2014/main" id="{C9BA2D8C-D14D-4E5C-8387-00CC4369DBB6}"/>
              </a:ext>
            </a:extLst>
          </p:cNvPr>
          <p:cNvSpPr>
            <a:spLocks xmlns:a="http://schemas.openxmlformats.org/drawingml/2006/main" noGrp="1"/>
          </p:cNvSpPr>
          <p:nvPr/>
        </p:nvSpPr>
        <p:spPr>
          <a:xfrm xmlns:a="http://schemas.openxmlformats.org/drawingml/2006/main" rot="0">
            <a:off x="10763250" y="1622425"/>
            <a:ext cx="762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79D6E4"/>
                </a:solidFill>
                <a:latin typeface="Consolas"/>
                <a:ea typeface="Consolas"/>
                <a:cs typeface="Consolas"/>
              </a:defRPr>
            </a:defPPr>
          </a:lstStyle>
          <a:p xmlns:a="http://schemas.openxmlformats.org/drawingml/2006/main">
            <a:pPr algn="l">
              <a:lnSpc>
                <a:spcPct val="100000"/>
              </a:lnSpc>
              <a:buNone/>
              <a:defRPr sz="1250" b="0" i="0">
                <a:solidFill>
                  <a:srgbClr val="79D6E4"/>
                </a:solidFill>
                <a:latin typeface="Consolas"/>
                <a:ea typeface="Consolas"/>
                <a:cs typeface="Consolas"/>
              </a:defRPr>
            </a:pPr>
            <a:r>
              <a:rPr sz="1250" b="0" i="0">
                <a:solidFill>
                  <a:srgbClr val="79D6E4"/>
                </a:solidFill>
                <a:latin typeface="Consolas"/>
                <a:ea typeface="Consolas"/>
                <a:cs typeface="Consolas"/>
              </a:rPr>
              <a:t>sampler:</a:t>
            </a:r>
          </a:p>
        </p:txBody>
      </p:sp>
      <p:sp>
        <p:nvSpPr>
          <p:cNvPr id="95" name="random">
            <a:extLst xmlns:a="http://schemas.openxmlformats.org/drawingml/2006/main">
              <a:ext uri="{FF2B5EF4-FFF2-40B4-BE49-F238E27FC236}">
                <a16:creationId xmlns:a16="http://schemas.microsoft.com/office/drawing/2014/main" id="{EAA4460E-BCF8-4B87-9D38-58C7D9A28228}"/>
              </a:ext>
            </a:extLst>
          </p:cNvPr>
          <p:cNvSpPr>
            <a:spLocks xmlns:a="http://schemas.openxmlformats.org/drawingml/2006/main" noGrp="1"/>
          </p:cNvSpPr>
          <p:nvPr/>
        </p:nvSpPr>
        <p:spPr>
          <a:xfrm xmlns:a="http://schemas.openxmlformats.org/drawingml/2006/main" rot="0">
            <a:off x="11525250" y="1611902"/>
            <a:ext cx="647700" cy="27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F1EB71"/>
                </a:solidFill>
                <a:latin typeface="Consolas"/>
                <a:ea typeface="Consolas"/>
                <a:cs typeface="Consolas"/>
              </a:defRPr>
            </a:defPPr>
          </a:lstStyle>
          <a:p xmlns:a="http://schemas.openxmlformats.org/drawingml/2006/main">
            <a:pPr algn="l">
              <a:lnSpc>
                <a:spcPct val="100000"/>
              </a:lnSpc>
              <a:buNone/>
              <a:defRPr sz="1546" b="0" i="0">
                <a:solidFill>
                  <a:srgbClr val="F1EB71"/>
                </a:solidFill>
                <a:latin typeface="Consolas"/>
                <a:ea typeface="Consolas"/>
                <a:cs typeface="Consolas"/>
              </a:defRPr>
            </a:pPr>
            <a:r>
              <a:rPr sz="1546" b="0" i="0">
                <a:solidFill>
                  <a:srgbClr val="F1EB71"/>
                </a:solidFill>
                <a:latin typeface="Consolas"/>
                <a:ea typeface="Consolas"/>
                <a:cs typeface="Consolas"/>
              </a:rPr>
              <a:t>random</a:t>
            </a:r>
          </a:p>
        </p:txBody>
      </p:sp>
      <p:sp>
        <p:nvSpPr>
          <p:cNvPr id="96" name="den:">
            <a:extLst xmlns:a="http://schemas.openxmlformats.org/drawingml/2006/main">
              <a:ext uri="{FF2B5EF4-FFF2-40B4-BE49-F238E27FC236}">
                <a16:creationId xmlns:a16="http://schemas.microsoft.com/office/drawing/2014/main" id="{DB85D727-CEE7-40A5-81BC-3D117B5AE172}"/>
              </a:ext>
            </a:extLst>
          </p:cNvPr>
          <p:cNvSpPr>
            <a:spLocks xmlns:a="http://schemas.openxmlformats.org/drawingml/2006/main" noGrp="1"/>
          </p:cNvSpPr>
          <p:nvPr/>
        </p:nvSpPr>
        <p:spPr>
          <a:xfrm xmlns:a="http://schemas.openxmlformats.org/drawingml/2006/main" rot="0">
            <a:off x="10763250" y="1837437"/>
            <a:ext cx="381000" cy="242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64" b="0" i="0">
                <a:solidFill>
                  <a:srgbClr val="79D6E4"/>
                </a:solidFill>
                <a:latin typeface="Consolas"/>
                <a:ea typeface="Consolas"/>
                <a:cs typeface="Consolas"/>
              </a:defRPr>
            </a:defPPr>
          </a:lstStyle>
          <a:p xmlns:a="http://schemas.openxmlformats.org/drawingml/2006/main">
            <a:pPr algn="l">
              <a:lnSpc>
                <a:spcPct val="100000"/>
              </a:lnSpc>
              <a:buNone/>
              <a:defRPr sz="1364" b="0" i="0">
                <a:solidFill>
                  <a:srgbClr val="79D6E4"/>
                </a:solidFill>
                <a:latin typeface="Consolas"/>
                <a:ea typeface="Consolas"/>
                <a:cs typeface="Consolas"/>
              </a:defRPr>
            </a:pPr>
            <a:r>
              <a:rPr sz="1364" b="0" i="0">
                <a:solidFill>
                  <a:srgbClr val="79D6E4"/>
                </a:solidFill>
                <a:latin typeface="Consolas"/>
                <a:ea typeface="Consolas"/>
                <a:cs typeface="Consolas"/>
              </a:rPr>
              <a:t>den:</a:t>
            </a:r>
          </a:p>
        </p:txBody>
      </p:sp>
      <p:sp>
        <p:nvSpPr>
          <p:cNvPr id="97" name="1.4">
            <a:extLst xmlns:a="http://schemas.openxmlformats.org/drawingml/2006/main">
              <a:ext uri="{FF2B5EF4-FFF2-40B4-BE49-F238E27FC236}">
                <a16:creationId xmlns:a16="http://schemas.microsoft.com/office/drawing/2014/main" id="{70E8E614-1B2D-4C0A-AF60-2E3BE37C303E}"/>
              </a:ext>
            </a:extLst>
          </p:cNvPr>
          <p:cNvSpPr>
            <a:spLocks xmlns:a="http://schemas.openxmlformats.org/drawingml/2006/main" noGrp="1"/>
          </p:cNvSpPr>
          <p:nvPr/>
        </p:nvSpPr>
        <p:spPr>
          <a:xfrm xmlns:a="http://schemas.openxmlformats.org/drawingml/2006/main" rot="0">
            <a:off x="11163300" y="1829360"/>
            <a:ext cx="333375" cy="282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91" b="0" i="0">
                <a:solidFill>
                  <a:srgbClr val="BD91E4"/>
                </a:solidFill>
                <a:latin typeface="Consolas"/>
                <a:ea typeface="Consolas"/>
                <a:cs typeface="Consolas"/>
              </a:defRPr>
            </a:defPPr>
          </a:lstStyle>
          <a:p xmlns:a="http://schemas.openxmlformats.org/drawingml/2006/main">
            <a:pPr algn="l">
              <a:lnSpc>
                <a:spcPct val="100000"/>
              </a:lnSpc>
              <a:buNone/>
              <a:defRPr sz="1591" b="0" i="0">
                <a:solidFill>
                  <a:srgbClr val="BD91E4"/>
                </a:solidFill>
                <a:latin typeface="Consolas"/>
                <a:ea typeface="Consolas"/>
                <a:cs typeface="Consolas"/>
              </a:defRPr>
            </a:pPr>
            <a:r>
              <a:rPr sz="1591" b="0" i="0">
                <a:solidFill>
                  <a:srgbClr val="BD91E4"/>
                </a:solidFill>
                <a:latin typeface="Consolas"/>
                <a:ea typeface="Consolas"/>
                <a:cs typeface="Consolas"/>
              </a:rPr>
              <a:t>1.4</a:t>
            </a:r>
          </a:p>
        </p:txBody>
      </p:sp>
      <p:sp>
        <p:nvSpPr>
          <p:cNvPr id="98" name="sampler:">
            <a:extLst xmlns:a="http://schemas.openxmlformats.org/drawingml/2006/main">
              <a:ext uri="{FF2B5EF4-FFF2-40B4-BE49-F238E27FC236}">
                <a16:creationId xmlns:a16="http://schemas.microsoft.com/office/drawing/2014/main" id="{AD17EC84-17A6-42A2-96B8-D650A037C59F}"/>
              </a:ext>
            </a:extLst>
          </p:cNvPr>
          <p:cNvSpPr>
            <a:spLocks xmlns:a="http://schemas.openxmlformats.org/drawingml/2006/main" noGrp="1"/>
          </p:cNvSpPr>
          <p:nvPr/>
        </p:nvSpPr>
        <p:spPr>
          <a:xfrm xmlns:a="http://schemas.openxmlformats.org/drawingml/2006/main" rot="0">
            <a:off x="10763250" y="2346325"/>
            <a:ext cx="762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79D6E4"/>
                </a:solidFill>
                <a:latin typeface="Consolas"/>
                <a:ea typeface="Consolas"/>
                <a:cs typeface="Consolas"/>
              </a:defRPr>
            </a:defPPr>
          </a:lstStyle>
          <a:p xmlns:a="http://schemas.openxmlformats.org/drawingml/2006/main">
            <a:pPr algn="l">
              <a:lnSpc>
                <a:spcPct val="100000"/>
              </a:lnSpc>
              <a:buNone/>
              <a:defRPr sz="1250" b="0" i="0">
                <a:solidFill>
                  <a:srgbClr val="79D6E4"/>
                </a:solidFill>
                <a:latin typeface="Consolas"/>
                <a:ea typeface="Consolas"/>
                <a:cs typeface="Consolas"/>
              </a:defRPr>
            </a:pPr>
            <a:r>
              <a:rPr sz="1250" b="0" i="0">
                <a:solidFill>
                  <a:srgbClr val="79D6E4"/>
                </a:solidFill>
                <a:latin typeface="Consolas"/>
                <a:ea typeface="Consolas"/>
                <a:cs typeface="Consolas"/>
              </a:rPr>
              <a:t>sampler:</a:t>
            </a:r>
          </a:p>
        </p:txBody>
      </p:sp>
      <p:sp>
        <p:nvSpPr>
          <p:cNvPr id="99" name="possion">
            <a:extLst xmlns:a="http://schemas.openxmlformats.org/drawingml/2006/main">
              <a:ext uri="{FF2B5EF4-FFF2-40B4-BE49-F238E27FC236}">
                <a16:creationId xmlns:a16="http://schemas.microsoft.com/office/drawing/2014/main" id="{4D7632A3-2C7E-4B04-87F8-7B578B4D0BB1}"/>
              </a:ext>
            </a:extLst>
          </p:cNvPr>
          <p:cNvSpPr>
            <a:spLocks xmlns:a="http://schemas.openxmlformats.org/drawingml/2006/main" noGrp="1"/>
          </p:cNvSpPr>
          <p:nvPr/>
        </p:nvSpPr>
        <p:spPr>
          <a:xfrm xmlns:a="http://schemas.openxmlformats.org/drawingml/2006/main" rot="0">
            <a:off x="11525250" y="2346325"/>
            <a:ext cx="752475"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0" b="0" i="0">
                <a:solidFill>
                  <a:srgbClr val="F1EB71"/>
                </a:solidFill>
                <a:latin typeface="Consolas"/>
                <a:ea typeface="Consolas"/>
                <a:cs typeface="Consolas"/>
              </a:defRPr>
            </a:defPPr>
          </a:lstStyle>
          <a:p xmlns:a="http://schemas.openxmlformats.org/drawingml/2006/main">
            <a:pPr algn="l">
              <a:lnSpc>
                <a:spcPct val="100000"/>
              </a:lnSpc>
              <a:buNone/>
              <a:defRPr sz="1250" b="0" i="0">
                <a:solidFill>
                  <a:srgbClr val="F1EB71"/>
                </a:solidFill>
                <a:latin typeface="Consolas"/>
                <a:ea typeface="Consolas"/>
                <a:cs typeface="Consolas"/>
              </a:defRPr>
            </a:pPr>
            <a:r>
              <a:rPr sz="1250" b="0" i="0">
                <a:solidFill>
                  <a:srgbClr val="F1EB71"/>
                </a:solidFill>
                <a:latin typeface="Consolas"/>
                <a:ea typeface="Consolas"/>
                <a:cs typeface="Consolas"/>
              </a:rPr>
              <a:t>possion</a:t>
            </a:r>
          </a:p>
        </p:txBody>
      </p:sp>
      <p:sp>
        <p:nvSpPr>
          <p:cNvPr id="100" name="disₘᵢₙ:">
            <a:extLst xmlns:a="http://schemas.openxmlformats.org/drawingml/2006/main">
              <a:ext uri="{FF2B5EF4-FFF2-40B4-BE49-F238E27FC236}">
                <a16:creationId xmlns:a16="http://schemas.microsoft.com/office/drawing/2014/main" id="{213B9ECA-977D-428E-B00E-0F88C5A4D458}"/>
              </a:ext>
            </a:extLst>
          </p:cNvPr>
          <p:cNvSpPr>
            <a:spLocks xmlns:a="http://schemas.openxmlformats.org/drawingml/2006/main" noGrp="1"/>
          </p:cNvSpPr>
          <p:nvPr/>
        </p:nvSpPr>
        <p:spPr>
          <a:xfrm xmlns:a="http://schemas.openxmlformats.org/drawingml/2006/main" rot="0">
            <a:off x="10763250" y="2564112"/>
            <a:ext cx="628650" cy="2286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86" b="0" i="0">
                <a:solidFill>
                  <a:srgbClr val="79D6E4"/>
                </a:solidFill>
                <a:latin typeface="Consolas"/>
                <a:ea typeface="Consolas"/>
                <a:cs typeface="Consolas"/>
              </a:defRPr>
            </a:defPPr>
          </a:lstStyle>
          <a:p xmlns:a="http://schemas.openxmlformats.org/drawingml/2006/main">
            <a:pPr algn="l">
              <a:lnSpc>
                <a:spcPct val="100000"/>
              </a:lnSpc>
              <a:buNone/>
              <a:defRPr sz="1286" b="0" i="0">
                <a:solidFill>
                  <a:srgbClr val="79D6E4"/>
                </a:solidFill>
                <a:latin typeface="Consolas"/>
                <a:ea typeface="Consolas"/>
                <a:cs typeface="Consolas"/>
              </a:defRPr>
            </a:pPr>
            <a:r>
              <a:rPr sz="1286" b="0" i="0">
                <a:solidFill>
                  <a:srgbClr val="79D6E4"/>
                </a:solidFill>
                <a:latin typeface="Consolas"/>
                <a:ea typeface="Consolas"/>
                <a:cs typeface="Consolas"/>
              </a:rPr>
              <a:t>disₘᵢₙ:</a:t>
            </a:r>
          </a:p>
        </p:txBody>
      </p:sp>
      <p:sp>
        <p:nvSpPr>
          <p:cNvPr id="101" name="0.5">
            <a:extLst xmlns:a="http://schemas.openxmlformats.org/drawingml/2006/main">
              <a:ext uri="{FF2B5EF4-FFF2-40B4-BE49-F238E27FC236}">
                <a16:creationId xmlns:a16="http://schemas.microsoft.com/office/drawing/2014/main" id="{FE8195DB-345C-4CCF-8D8C-60D48C7686FE}"/>
              </a:ext>
            </a:extLst>
          </p:cNvPr>
          <p:cNvSpPr>
            <a:spLocks xmlns:a="http://schemas.openxmlformats.org/drawingml/2006/main" noGrp="1"/>
          </p:cNvSpPr>
          <p:nvPr/>
        </p:nvSpPr>
        <p:spPr>
          <a:xfrm xmlns:a="http://schemas.openxmlformats.org/drawingml/2006/main" rot="0">
            <a:off x="11382375" y="2553260"/>
            <a:ext cx="333375" cy="282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91" b="0" i="0">
                <a:solidFill>
                  <a:srgbClr val="BD91E4"/>
                </a:solidFill>
                <a:latin typeface="Consolas"/>
                <a:ea typeface="Consolas"/>
                <a:cs typeface="Consolas"/>
              </a:defRPr>
            </a:defPPr>
          </a:lstStyle>
          <a:p xmlns:a="http://schemas.openxmlformats.org/drawingml/2006/main">
            <a:pPr algn="l">
              <a:lnSpc>
                <a:spcPct val="100000"/>
              </a:lnSpc>
              <a:buNone/>
              <a:defRPr sz="1591" b="0" i="0">
                <a:solidFill>
                  <a:srgbClr val="BD91E4"/>
                </a:solidFill>
                <a:latin typeface="Consolas"/>
                <a:ea typeface="Consolas"/>
                <a:cs typeface="Consolas"/>
              </a:defRPr>
            </a:pPr>
            <a:r>
              <a:rPr sz="1591" b="0" i="0">
                <a:solidFill>
                  <a:srgbClr val="BD91E4"/>
                </a:solidFill>
                <a:latin typeface="Consolas"/>
                <a:ea typeface="Consolas"/>
                <a:cs typeface="Consolas"/>
              </a:rPr>
              <a:t>0.5</a:t>
            </a:r>
          </a:p>
        </p:txBody>
      </p:sp>
      <p:sp>
        <p:nvSpPr>
          <p:cNvPr id="102" name="deₘₐₓ:">
            <a:extLst xmlns:a="http://schemas.openxmlformats.org/drawingml/2006/main">
              <a:ext uri="{FF2B5EF4-FFF2-40B4-BE49-F238E27FC236}">
                <a16:creationId xmlns:a16="http://schemas.microsoft.com/office/drawing/2014/main" id="{B2992ECF-BDC7-45DC-B5DC-F92627D94EAC}"/>
              </a:ext>
            </a:extLst>
          </p:cNvPr>
          <p:cNvSpPr>
            <a:spLocks xmlns:a="http://schemas.openxmlformats.org/drawingml/2006/main" noGrp="1"/>
          </p:cNvSpPr>
          <p:nvPr/>
        </p:nvSpPr>
        <p:spPr>
          <a:xfrm xmlns:a="http://schemas.openxmlformats.org/drawingml/2006/main" rot="0">
            <a:off x="11753850" y="2556494"/>
            <a:ext cx="628650" cy="266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i="0">
                <a:solidFill>
                  <a:srgbClr val="79D6E4"/>
                </a:solidFill>
                <a:latin typeface="Consolas"/>
                <a:ea typeface="Consolas"/>
                <a:cs typeface="Consolas"/>
              </a:defRPr>
            </a:defPPr>
          </a:lstStyle>
          <a:p xmlns:a="http://schemas.openxmlformats.org/drawingml/2006/main">
            <a:pPr algn="l">
              <a:lnSpc>
                <a:spcPct val="100000"/>
              </a:lnSpc>
              <a:buNone/>
              <a:defRPr sz="1500" b="0" i="0">
                <a:solidFill>
                  <a:srgbClr val="79D6E4"/>
                </a:solidFill>
                <a:latin typeface="Consolas"/>
                <a:ea typeface="Consolas"/>
                <a:cs typeface="Consolas"/>
              </a:defRPr>
            </a:pPr>
            <a:r>
              <a:rPr sz="1500" b="0" i="0">
                <a:solidFill>
                  <a:srgbClr val="79D6E4"/>
                </a:solidFill>
                <a:latin typeface="Consolas"/>
                <a:ea typeface="Consolas"/>
                <a:cs typeface="Consolas"/>
              </a:rPr>
              <a:t>deₘₐₓ:</a:t>
            </a:r>
          </a:p>
        </p:txBody>
      </p:sp>
      <p:sp>
        <p:nvSpPr>
          <p:cNvPr id="103" name="11">
            <a:extLst xmlns:a="http://schemas.openxmlformats.org/drawingml/2006/main">
              <a:ext uri="{FF2B5EF4-FFF2-40B4-BE49-F238E27FC236}">
                <a16:creationId xmlns:a16="http://schemas.microsoft.com/office/drawing/2014/main" id="{69C5AD51-714B-439B-B685-4E56D89E410D}"/>
              </a:ext>
            </a:extLst>
          </p:cNvPr>
          <p:cNvSpPr>
            <a:spLocks xmlns:a="http://schemas.openxmlformats.org/drawingml/2006/main" noGrp="1"/>
          </p:cNvSpPr>
          <p:nvPr/>
        </p:nvSpPr>
        <p:spPr>
          <a:xfrm xmlns:a="http://schemas.openxmlformats.org/drawingml/2006/main" rot="0">
            <a:off x="12363450" y="2551634"/>
            <a:ext cx="228600" cy="291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37" b="0" i="0">
                <a:solidFill>
                  <a:srgbClr val="BD91E4"/>
                </a:solidFill>
                <a:latin typeface="Consolas"/>
                <a:ea typeface="Consolas"/>
                <a:cs typeface="Consolas"/>
              </a:defRPr>
            </a:defPPr>
          </a:lstStyle>
          <a:p xmlns:a="http://schemas.openxmlformats.org/drawingml/2006/main">
            <a:pPr algn="l">
              <a:lnSpc>
                <a:spcPct val="100000"/>
              </a:lnSpc>
              <a:buNone/>
              <a:defRPr sz="1637" b="0" i="0">
                <a:solidFill>
                  <a:srgbClr val="BD91E4"/>
                </a:solidFill>
                <a:latin typeface="Consolas"/>
                <a:ea typeface="Consolas"/>
                <a:cs typeface="Consolas"/>
              </a:defRPr>
            </a:pPr>
            <a:r>
              <a:rPr sz="1637" b="0" i="0">
                <a:solidFill>
                  <a:srgbClr val="BD91E4"/>
                </a:solidFill>
                <a:latin typeface="Consolas"/>
                <a:ea typeface="Consolas"/>
                <a:cs typeface="Consolas"/>
              </a:rPr>
              <a:t>11</a:t>
            </a:r>
          </a:p>
        </p:txBody>
      </p:sp>
      <p:sp>
        <p:nvSpPr>
          <p:cNvPr id="104" name="scatter output bracket">
            <a:extLst xmlns:a="http://schemas.openxmlformats.org/drawingml/2006/main">
              <a:ext uri="{FF2B5EF4-FFF2-40B4-BE49-F238E27FC236}">
                <a16:creationId xmlns:a16="http://schemas.microsoft.com/office/drawing/2014/main" id="{D4D734CD-5D59-4974-B1DB-FEE88AD9DBF2}"/>
              </a:ext>
            </a:extLst>
          </p:cNvPr>
          <p:cNvSpPr>
            <a:spLocks xmlns:a="http://schemas.openxmlformats.org/drawingml/2006/main" noGrp="1"/>
          </p:cNvSpPr>
          <p:nvPr/>
        </p:nvSpPr>
        <p:spPr>
          <a:xfrm xmlns:a="http://schemas.openxmlformats.org/drawingml/2006/main">
            <a:off x="12877800" y="676275"/>
            <a:ext cx="181165" cy="2238566"/>
          </a:xfrm>
          <a:custGeom xmlns:a="http://schemas.openxmlformats.org/drawingml/2006/main">
            <a:pathLst>
              <a:path w="181165" h="2238566">
                <a:moveTo>
                  <a:pt x="180975" y="0"/>
                </a:moveTo>
                <a:lnTo>
                  <a:pt x="66675" y="38100"/>
                </a:lnTo>
                <a:lnTo>
                  <a:pt x="66675" y="1085850"/>
                </a:lnTo>
                <a:lnTo>
                  <a:pt x="0" y="1143000"/>
                </a:lnTo>
                <a:lnTo>
                  <a:pt x="66675" y="1209675"/>
                </a:lnTo>
                <a:lnTo>
                  <a:pt x="66675" y="2181225"/>
                </a:lnTo>
                <a:lnTo>
                  <a:pt x="180975" y="2238375"/>
                </a:lnTo>
              </a:path>
            </a:pathLst>
          </a:custGeom>
          <a:noFill xmlns:a="http://schemas.openxmlformats.org/drawingml/2006/main"/>
          <a:ln xmlns:a="http://schemas.openxmlformats.org/drawingml/2006/main" w="10478">
            <a:solidFill>
              <a:srgbClr val="007FB3"/>
            </a:solidFill>
            <a:prstDash val="dash"/>
          </a:ln>
        </p:spPr>
      </p:sp>
      <p:pic>
        <p:nvPicPr>
          <p:cNvPr id="105" name="">
            <a:extLst xmlns:a="http://schemas.openxmlformats.org/drawingml/2006/main">
              <a:ext uri="{FF2B5EF4-FFF2-40B4-BE49-F238E27FC236}">
                <a16:creationId xmlns:a16="http://schemas.microsoft.com/office/drawing/2014/main" id="{FC4CEDF1-F6B7-4ECA-BBA1-5B151AEF9F3D}"/>
              </a:ext>
            </a:extLst>
          </p:cNvPr>
          <p:cNvPicPr>
            <a:picLocks xmlns:a="http://schemas.openxmlformats.org/drawingml/2006/main" noChangeAspect="1"/>
          </p:cNvPicPr>
          <p:nvPr/>
        </p:nvPicPr>
        <p:blipFill>
          <a:blip xmlns:r="http://schemas.openxmlformats.org/officeDocument/2006/relationships" xmlns:a="http://schemas.openxmlformats.org/drawingml/2006/main" r:embed="R8054985d691e459b"/>
          <a:stretch xmlns:a="http://schemas.openxmlformats.org/drawingml/2006/main"/>
        </p:blipFill>
        <p:spPr>
          <a:xfrm xmlns:a="http://schemas.openxmlformats.org/drawingml/2006/main">
            <a:off x="13211175" y="790575"/>
            <a:ext cx="1295400" cy="638175"/>
          </a:xfrm>
          <a:prstGeom xmlns:a="http://schemas.openxmlformats.org/drawingml/2006/main" prst="rect">
            <a:avLst/>
          </a:prstGeom>
        </p:spPr>
      </p:pic>
      <p:sp>
        <p:nvSpPr>
          <p:cNvPr id="106" name="a">
            <a:extLst xmlns:a="http://schemas.openxmlformats.org/drawingml/2006/main">
              <a:ext uri="{FF2B5EF4-FFF2-40B4-BE49-F238E27FC236}">
                <a16:creationId xmlns:a16="http://schemas.microsoft.com/office/drawing/2014/main" id="{0E281AD9-A676-44A2-902E-0ED22F3A4205}"/>
              </a:ext>
            </a:extLst>
          </p:cNvPr>
          <p:cNvSpPr>
            <a:spLocks xmlns:a="http://schemas.openxmlformats.org/drawingml/2006/main" noGrp="1"/>
          </p:cNvSpPr>
          <p:nvPr/>
        </p:nvSpPr>
        <p:spPr>
          <a:xfrm xmlns:a="http://schemas.openxmlformats.org/drawingml/2006/main" rot="0">
            <a:off x="13192125" y="661313"/>
            <a:ext cx="114300" cy="36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8" b="0" i="0">
                <a:solidFill>
                  <a:srgbClr val="ED5362"/>
                </a:solidFill>
                <a:latin typeface="Times New Roman"/>
                <a:ea typeface="Times New Roman"/>
                <a:cs typeface="Times New Roman"/>
              </a:defRPr>
            </a:defPPr>
          </a:lstStyle>
          <a:p xmlns:a="http://schemas.openxmlformats.org/drawingml/2006/main">
            <a:pPr algn="l">
              <a:lnSpc>
                <a:spcPct val="100000"/>
              </a:lnSpc>
              <a:buNone/>
              <a:defRPr sz="2028" b="0" i="0">
                <a:solidFill>
                  <a:srgbClr val="ED5362"/>
                </a:solidFill>
                <a:latin typeface="Times New Roman"/>
                <a:ea typeface="Times New Roman"/>
                <a:cs typeface="Times New Roman"/>
              </a:defRPr>
            </a:pPr>
            <a:r>
              <a:rPr sz="2028" b="0" i="0">
                <a:solidFill>
                  <a:srgbClr val="ED5362"/>
                </a:solidFill>
                <a:latin typeface="Times New Roman"/>
                <a:ea typeface="Times New Roman"/>
                <a:cs typeface="Times New Roman"/>
              </a:rPr>
              <a:t>a</a:t>
            </a:r>
          </a:p>
        </p:txBody>
      </p:sp>
      <p:pic>
        <p:nvPicPr>
          <p:cNvPr id="107" name="">
            <a:extLst xmlns:a="http://schemas.openxmlformats.org/drawingml/2006/main">
              <a:ext uri="{FF2B5EF4-FFF2-40B4-BE49-F238E27FC236}">
                <a16:creationId xmlns:a16="http://schemas.microsoft.com/office/drawing/2014/main" id="{34B54C86-C593-4688-BD02-E3326D62F76C}"/>
              </a:ext>
            </a:extLst>
          </p:cNvPr>
          <p:cNvPicPr>
            <a:picLocks xmlns:a="http://schemas.openxmlformats.org/drawingml/2006/main" noChangeAspect="1"/>
          </p:cNvPicPr>
          <p:nvPr/>
        </p:nvPicPr>
        <p:blipFill>
          <a:blip xmlns:r="http://schemas.openxmlformats.org/officeDocument/2006/relationships" xmlns:a="http://schemas.openxmlformats.org/drawingml/2006/main" r:embed="Ra6236986b2c949c0"/>
          <a:stretch xmlns:a="http://schemas.openxmlformats.org/drawingml/2006/main"/>
        </p:blipFill>
        <p:spPr>
          <a:xfrm xmlns:a="http://schemas.openxmlformats.org/drawingml/2006/main">
            <a:off x="13211175" y="1524000"/>
            <a:ext cx="1295400" cy="666750"/>
          </a:xfrm>
          <a:prstGeom xmlns:a="http://schemas.openxmlformats.org/drawingml/2006/main" prst="rect">
            <a:avLst/>
          </a:prstGeom>
        </p:spPr>
      </p:pic>
      <p:sp>
        <p:nvSpPr>
          <p:cNvPr id="108" name="b">
            <a:extLst xmlns:a="http://schemas.openxmlformats.org/drawingml/2006/main">
              <a:ext uri="{FF2B5EF4-FFF2-40B4-BE49-F238E27FC236}">
                <a16:creationId xmlns:a16="http://schemas.microsoft.com/office/drawing/2014/main" id="{E7C0207A-3491-4645-9381-338979983FA2}"/>
              </a:ext>
            </a:extLst>
          </p:cNvPr>
          <p:cNvSpPr>
            <a:spLocks xmlns:a="http://schemas.openxmlformats.org/drawingml/2006/main" noGrp="1"/>
          </p:cNvSpPr>
          <p:nvPr/>
        </p:nvSpPr>
        <p:spPr>
          <a:xfrm xmlns:a="http://schemas.openxmlformats.org/drawingml/2006/main" rot="0">
            <a:off x="13192125" y="1467993"/>
            <a:ext cx="11430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i="0">
                <a:solidFill>
                  <a:srgbClr val="F5C82B"/>
                </a:solidFill>
                <a:latin typeface="Times New Roman"/>
                <a:ea typeface="Times New Roman"/>
                <a:cs typeface="Times New Roman"/>
              </a:defRPr>
            </a:defPPr>
          </a:lstStyle>
          <a:p xmlns:a="http://schemas.openxmlformats.org/drawingml/2006/main">
            <a:pPr algn="l">
              <a:lnSpc>
                <a:spcPct val="100000"/>
              </a:lnSpc>
              <a:buNone/>
              <a:defRPr sz="1575" b="0" i="0">
                <a:solidFill>
                  <a:srgbClr val="F5C82B"/>
                </a:solidFill>
                <a:latin typeface="Times New Roman"/>
                <a:ea typeface="Times New Roman"/>
                <a:cs typeface="Times New Roman"/>
              </a:defRPr>
            </a:pPr>
            <a:r>
              <a:rPr sz="1575" b="0" i="0">
                <a:solidFill>
                  <a:srgbClr val="F5C82B"/>
                </a:solidFill>
                <a:latin typeface="Times New Roman"/>
                <a:ea typeface="Times New Roman"/>
                <a:cs typeface="Times New Roman"/>
              </a:rPr>
              <a:t>b</a:t>
            </a:r>
          </a:p>
        </p:txBody>
      </p:sp>
      <p:pic>
        <p:nvPicPr>
          <p:cNvPr id="109" name="">
            <a:extLst xmlns:a="http://schemas.openxmlformats.org/drawingml/2006/main">
              <a:ext uri="{FF2B5EF4-FFF2-40B4-BE49-F238E27FC236}">
                <a16:creationId xmlns:a16="http://schemas.microsoft.com/office/drawing/2014/main" id="{AF1B9C14-DB63-4DEC-B9EE-3E8CBBA2F0BB}"/>
              </a:ext>
            </a:extLst>
          </p:cNvPr>
          <p:cNvPicPr>
            <a:picLocks xmlns:a="http://schemas.openxmlformats.org/drawingml/2006/main" noChangeAspect="1"/>
          </p:cNvPicPr>
          <p:nvPr/>
        </p:nvPicPr>
        <p:blipFill>
          <a:blip xmlns:r="http://schemas.openxmlformats.org/officeDocument/2006/relationships" xmlns:a="http://schemas.openxmlformats.org/drawingml/2006/main" r:embed="R62754b15e823404d"/>
          <a:stretch xmlns:a="http://schemas.openxmlformats.org/drawingml/2006/main"/>
        </p:blipFill>
        <p:spPr>
          <a:xfrm xmlns:a="http://schemas.openxmlformats.org/drawingml/2006/main">
            <a:off x="13211175" y="2286000"/>
            <a:ext cx="1295400" cy="666750"/>
          </a:xfrm>
          <a:prstGeom xmlns:a="http://schemas.openxmlformats.org/drawingml/2006/main" prst="rect">
            <a:avLst/>
          </a:prstGeom>
        </p:spPr>
      </p:pic>
      <p:sp>
        <p:nvSpPr>
          <p:cNvPr id="110" name="c">
            <a:extLst xmlns:a="http://schemas.openxmlformats.org/drawingml/2006/main">
              <a:ext uri="{FF2B5EF4-FFF2-40B4-BE49-F238E27FC236}">
                <a16:creationId xmlns:a16="http://schemas.microsoft.com/office/drawing/2014/main" id="{ECB8A0B0-46C3-4702-9C24-8519D1C73EDB}"/>
              </a:ext>
            </a:extLst>
          </p:cNvPr>
          <p:cNvSpPr>
            <a:spLocks xmlns:a="http://schemas.openxmlformats.org/drawingml/2006/main" noGrp="1"/>
          </p:cNvSpPr>
          <p:nvPr/>
        </p:nvSpPr>
        <p:spPr>
          <a:xfrm xmlns:a="http://schemas.openxmlformats.org/drawingml/2006/main" rot="0">
            <a:off x="13192125" y="2242463"/>
            <a:ext cx="114300" cy="36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8" b="0" i="0">
                <a:solidFill>
                  <a:srgbClr val="43C7DF"/>
                </a:solidFill>
                <a:latin typeface="Times New Roman"/>
                <a:ea typeface="Times New Roman"/>
                <a:cs typeface="Times New Roman"/>
              </a:defRPr>
            </a:defPPr>
          </a:lstStyle>
          <a:p xmlns:a="http://schemas.openxmlformats.org/drawingml/2006/main">
            <a:pPr algn="l">
              <a:lnSpc>
                <a:spcPct val="100000"/>
              </a:lnSpc>
              <a:buNone/>
              <a:defRPr sz="2028" b="0" i="0">
                <a:solidFill>
                  <a:srgbClr val="43C7DF"/>
                </a:solidFill>
                <a:latin typeface="Times New Roman"/>
                <a:ea typeface="Times New Roman"/>
                <a:cs typeface="Times New Roman"/>
              </a:defRPr>
            </a:pPr>
            <a:r>
              <a:rPr sz="2028" b="0" i="0">
                <a:solidFill>
                  <a:srgbClr val="43C7DF"/>
                </a:solidFill>
                <a:latin typeface="Times New Roman"/>
                <a:ea typeface="Times New Roman"/>
                <a:cs typeface="Times New Roman"/>
              </a:rPr>
              <a:t>c</a:t>
            </a:r>
          </a:p>
        </p:txBody>
      </p:sp>
      <p:sp>
        <p:nvSpPr>
          <p:cNvPr id="111" name="params group">
            <a:extLst xmlns:a="http://schemas.openxmlformats.org/drawingml/2006/main">
              <a:ext uri="{FF2B5EF4-FFF2-40B4-BE49-F238E27FC236}">
                <a16:creationId xmlns:a16="http://schemas.microsoft.com/office/drawing/2014/main" id="{F9EE695E-95F3-4669-AE38-121CB41CEC0D}"/>
              </a:ext>
            </a:extLst>
          </p:cNvPr>
          <p:cNvSpPr>
            <a:spLocks xmlns:a="http://schemas.openxmlformats.org/drawingml/2006/main" noGrp="1"/>
          </p:cNvSpPr>
          <p:nvPr/>
        </p:nvSpPr>
        <p:spPr>
          <a:xfrm xmlns:a="http://schemas.openxmlformats.org/drawingml/2006/main">
            <a:off x="15087600" y="704850"/>
            <a:ext cx="1581150" cy="1047750"/>
          </a:xfrm>
          <a:custGeom xmlns:a="http://schemas.openxmlformats.org/drawingml/2006/main">
            <a:pathLst>
              <a:path w="1581150" h="1047750">
                <a:moveTo>
                  <a:pt x="28575" y="0"/>
                </a:moveTo>
                <a:lnTo>
                  <a:pt x="1552575" y="0"/>
                </a:lnTo>
                <a:cubicBezTo>
                  <a:pt x="1568357" y="0"/>
                  <a:pt x="1581150" y="12793"/>
                  <a:pt x="1581150" y="28575"/>
                </a:cubicBezTo>
                <a:lnTo>
                  <a:pt x="1581150" y="1019175"/>
                </a:lnTo>
                <a:cubicBezTo>
                  <a:pt x="1581150" y="1034957"/>
                  <a:pt x="1568357" y="1047750"/>
                  <a:pt x="1552575" y="1047750"/>
                </a:cubicBezTo>
                <a:lnTo>
                  <a:pt x="28575" y="1047750"/>
                </a:lnTo>
                <a:cubicBezTo>
                  <a:pt x="12793" y="1047750"/>
                  <a:pt x="0" y="1034957"/>
                  <a:pt x="0" y="10191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pic>
        <p:nvPicPr>
          <p:cNvPr id="112" name="">
            <a:extLst xmlns:a="http://schemas.openxmlformats.org/drawingml/2006/main">
              <a:ext uri="{FF2B5EF4-FFF2-40B4-BE49-F238E27FC236}">
                <a16:creationId xmlns:a16="http://schemas.microsoft.com/office/drawing/2014/main" id="{3D934E1C-E2DD-45C8-8307-383624099EBB}"/>
              </a:ext>
            </a:extLst>
          </p:cNvPr>
          <p:cNvPicPr>
            <a:picLocks xmlns:a="http://schemas.openxmlformats.org/drawingml/2006/main" noChangeAspect="1"/>
          </p:cNvPicPr>
          <p:nvPr/>
        </p:nvPicPr>
        <p:blipFill>
          <a:blip xmlns:r="http://schemas.openxmlformats.org/officeDocument/2006/relationships" xmlns:a="http://schemas.openxmlformats.org/drawingml/2006/main" r:embed="Rd1e3cb3a60054cfb"/>
          <a:stretch xmlns:a="http://schemas.openxmlformats.org/drawingml/2006/main"/>
        </p:blipFill>
        <p:spPr>
          <a:xfrm xmlns:a="http://schemas.openxmlformats.org/drawingml/2006/main">
            <a:off x="15182850" y="771525"/>
            <a:ext cx="342900" cy="333375"/>
          </a:xfrm>
          <a:prstGeom xmlns:a="http://schemas.openxmlformats.org/drawingml/2006/main" prst="rect">
            <a:avLst/>
          </a:prstGeom>
        </p:spPr>
      </p:pic>
      <p:sp>
        <p:nvSpPr>
          <p:cNvPr id="113" name="params">
            <a:extLst xmlns:a="http://schemas.openxmlformats.org/drawingml/2006/main">
              <a:ext uri="{FF2B5EF4-FFF2-40B4-BE49-F238E27FC236}">
                <a16:creationId xmlns:a16="http://schemas.microsoft.com/office/drawing/2014/main" id="{3C8F69CF-8ED8-40B3-A9CF-B2E6157FCBA1}"/>
              </a:ext>
            </a:extLst>
          </p:cNvPr>
          <p:cNvSpPr>
            <a:spLocks xmlns:a="http://schemas.openxmlformats.org/drawingml/2006/main" noGrp="1"/>
          </p:cNvSpPr>
          <p:nvPr/>
        </p:nvSpPr>
        <p:spPr>
          <a:xfrm xmlns:a="http://schemas.openxmlformats.org/drawingml/2006/main" rot="0">
            <a:off x="15582900" y="769239"/>
            <a:ext cx="101917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i="0">
                <a:solidFill>
                  <a:srgbClr val="454545"/>
                </a:solidFill>
                <a:latin typeface="Times New Roman"/>
                <a:ea typeface="Times New Roman"/>
                <a:cs typeface="Times New Roman"/>
              </a:defRPr>
            </a:defPPr>
          </a:lstStyle>
          <a:p xmlns:a="http://schemas.openxmlformats.org/drawingml/2006/main">
            <a:pPr algn="l">
              <a:lnSpc>
                <a:spcPct val="100000"/>
              </a:lnSpc>
              <a:buNone/>
              <a:defRPr sz="2475" b="1" i="0">
                <a:solidFill>
                  <a:srgbClr val="454545"/>
                </a:solidFill>
                <a:latin typeface="Times New Roman"/>
                <a:ea typeface="Times New Roman"/>
                <a:cs typeface="Times New Roman"/>
              </a:defRPr>
            </a:pPr>
            <a:r>
              <a:rPr sz="2475" b="1" i="0">
                <a:solidFill>
                  <a:srgbClr val="454545"/>
                </a:solidFill>
                <a:latin typeface="Times New Roman"/>
                <a:ea typeface="Times New Roman"/>
                <a:cs typeface="Times New Roman"/>
              </a:rPr>
              <a:t>params</a:t>
            </a:r>
          </a:p>
        </p:txBody>
      </p:sp>
      <p:sp>
        <p:nvSpPr>
          <p:cNvPr id="114" name="warp, amplitude,">
            <a:extLst xmlns:a="http://schemas.openxmlformats.org/drawingml/2006/main">
              <a:ext uri="{FF2B5EF4-FFF2-40B4-BE49-F238E27FC236}">
                <a16:creationId xmlns:a16="http://schemas.microsoft.com/office/drawing/2014/main" id="{DB25D386-0CCD-47F3-8A58-7C1DB6A54643}"/>
              </a:ext>
            </a:extLst>
          </p:cNvPr>
          <p:cNvSpPr>
            <a:spLocks xmlns:a="http://schemas.openxmlformats.org/drawingml/2006/main" noGrp="1"/>
          </p:cNvSpPr>
          <p:nvPr/>
        </p:nvSpPr>
        <p:spPr>
          <a:xfrm xmlns:a="http://schemas.openxmlformats.org/drawingml/2006/main" rot="0">
            <a:off x="15211425" y="1215295"/>
            <a:ext cx="135255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1" i="0">
                <a:solidFill>
                  <a:srgbClr val="8B8B8B"/>
                </a:solidFill>
                <a:latin typeface="Times New Roman"/>
                <a:ea typeface="Times New Roman"/>
                <a:cs typeface="Times New Roman"/>
              </a:defRPr>
            </a:defPPr>
          </a:lstStyle>
          <a:p xmlns:a="http://schemas.openxmlformats.org/drawingml/2006/main">
            <a:pPr algn="l">
              <a:lnSpc>
                <a:spcPct val="100000"/>
              </a:lnSpc>
              <a:buNone/>
              <a:defRPr sz="1181" b="1" i="0">
                <a:solidFill>
                  <a:srgbClr val="8B8B8B"/>
                </a:solidFill>
                <a:latin typeface="Times New Roman"/>
                <a:ea typeface="Times New Roman"/>
                <a:cs typeface="Times New Roman"/>
              </a:defRPr>
            </a:pPr>
            <a:r>
              <a:rPr sz="1181" b="1" i="0">
                <a:solidFill>
                  <a:srgbClr val="8B8B8B"/>
                </a:solidFill>
                <a:latin typeface="Times New Roman"/>
                <a:ea typeface="Times New Roman"/>
                <a:cs typeface="Times New Roman"/>
              </a:rPr>
              <a:t>warp, amplitude,</a:t>
            </a:r>
          </a:p>
        </p:txBody>
      </p:sp>
      <p:sp>
        <p:nvSpPr>
          <p:cNvPr id="115" name="density, slope...">
            <a:extLst xmlns:a="http://schemas.openxmlformats.org/drawingml/2006/main">
              <a:ext uri="{FF2B5EF4-FFF2-40B4-BE49-F238E27FC236}">
                <a16:creationId xmlns:a16="http://schemas.microsoft.com/office/drawing/2014/main" id="{4B8925D6-AE1C-423C-A813-883E5A8A39A7}"/>
              </a:ext>
            </a:extLst>
          </p:cNvPr>
          <p:cNvSpPr>
            <a:spLocks xmlns:a="http://schemas.openxmlformats.org/drawingml/2006/main" noGrp="1"/>
          </p:cNvSpPr>
          <p:nvPr/>
        </p:nvSpPr>
        <p:spPr>
          <a:xfrm xmlns:a="http://schemas.openxmlformats.org/drawingml/2006/main" rot="0">
            <a:off x="15211425" y="1443895"/>
            <a:ext cx="135255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1" i="0">
                <a:solidFill>
                  <a:srgbClr val="8B8B8B"/>
                </a:solidFill>
                <a:latin typeface="Times New Roman"/>
                <a:ea typeface="Times New Roman"/>
                <a:cs typeface="Times New Roman"/>
              </a:defRPr>
            </a:defPPr>
          </a:lstStyle>
          <a:p xmlns:a="http://schemas.openxmlformats.org/drawingml/2006/main">
            <a:pPr algn="l">
              <a:lnSpc>
                <a:spcPct val="100000"/>
              </a:lnSpc>
              <a:buNone/>
              <a:defRPr sz="1181" b="1" i="0">
                <a:solidFill>
                  <a:srgbClr val="8B8B8B"/>
                </a:solidFill>
                <a:latin typeface="Times New Roman"/>
                <a:ea typeface="Times New Roman"/>
                <a:cs typeface="Times New Roman"/>
              </a:defRPr>
            </a:pPr>
            <a:r>
              <a:rPr sz="1181" b="1" i="0">
                <a:solidFill>
                  <a:srgbClr val="8B8B8B"/>
                </a:solidFill>
                <a:latin typeface="Times New Roman"/>
                <a:ea typeface="Times New Roman"/>
                <a:cs typeface="Times New Roman"/>
              </a:rPr>
              <a:t>density, slope...</a:t>
            </a:r>
          </a:p>
        </p:txBody>
      </p:sp>
      <p:sp>
        <p:nvSpPr>
          <p:cNvPr id="116" name="scatter group">
            <a:extLst xmlns:a="http://schemas.openxmlformats.org/drawingml/2006/main">
              <a:ext uri="{FF2B5EF4-FFF2-40B4-BE49-F238E27FC236}">
                <a16:creationId xmlns:a16="http://schemas.microsoft.com/office/drawing/2014/main" id="{2D7F2E4B-7B29-4B36-B110-69BD83493CD0}"/>
              </a:ext>
            </a:extLst>
          </p:cNvPr>
          <p:cNvSpPr>
            <a:spLocks xmlns:a="http://schemas.openxmlformats.org/drawingml/2006/main" noGrp="1"/>
          </p:cNvSpPr>
          <p:nvPr/>
        </p:nvSpPr>
        <p:spPr>
          <a:xfrm xmlns:a="http://schemas.openxmlformats.org/drawingml/2006/main">
            <a:off x="16878300" y="704850"/>
            <a:ext cx="1581150" cy="1047750"/>
          </a:xfrm>
          <a:custGeom xmlns:a="http://schemas.openxmlformats.org/drawingml/2006/main">
            <a:pathLst>
              <a:path w="1581150" h="1047750">
                <a:moveTo>
                  <a:pt x="28575" y="0"/>
                </a:moveTo>
                <a:lnTo>
                  <a:pt x="1552575" y="0"/>
                </a:lnTo>
                <a:cubicBezTo>
                  <a:pt x="1568357" y="0"/>
                  <a:pt x="1581150" y="12793"/>
                  <a:pt x="1581150" y="28575"/>
                </a:cubicBezTo>
                <a:lnTo>
                  <a:pt x="1581150" y="1019175"/>
                </a:lnTo>
                <a:cubicBezTo>
                  <a:pt x="1581150" y="1034957"/>
                  <a:pt x="1568357" y="1047750"/>
                  <a:pt x="1552575" y="1047750"/>
                </a:cubicBezTo>
                <a:lnTo>
                  <a:pt x="28575" y="1047750"/>
                </a:lnTo>
                <a:cubicBezTo>
                  <a:pt x="12793" y="1047750"/>
                  <a:pt x="0" y="1034957"/>
                  <a:pt x="0" y="1019175"/>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pic>
        <p:nvPicPr>
          <p:cNvPr id="117" name="">
            <a:extLst xmlns:a="http://schemas.openxmlformats.org/drawingml/2006/main">
              <a:ext uri="{FF2B5EF4-FFF2-40B4-BE49-F238E27FC236}">
                <a16:creationId xmlns:a16="http://schemas.microsoft.com/office/drawing/2014/main" id="{61FB2A96-E047-4C49-88FD-80FB59AF3593}"/>
              </a:ext>
            </a:extLst>
          </p:cNvPr>
          <p:cNvPicPr>
            <a:picLocks xmlns:a="http://schemas.openxmlformats.org/drawingml/2006/main" noChangeAspect="1"/>
          </p:cNvPicPr>
          <p:nvPr/>
        </p:nvPicPr>
        <p:blipFill>
          <a:blip xmlns:r="http://schemas.openxmlformats.org/officeDocument/2006/relationships" xmlns:a="http://schemas.openxmlformats.org/drawingml/2006/main" r:embed="Rcf5267c5a5cb4bb9"/>
          <a:stretch xmlns:a="http://schemas.openxmlformats.org/drawingml/2006/main"/>
        </p:blipFill>
        <p:spPr>
          <a:xfrm xmlns:a="http://schemas.openxmlformats.org/drawingml/2006/main">
            <a:off x="17021175" y="762000"/>
            <a:ext cx="342900" cy="333375"/>
          </a:xfrm>
          <a:prstGeom xmlns:a="http://schemas.openxmlformats.org/drawingml/2006/main" prst="rect">
            <a:avLst/>
          </a:prstGeom>
        </p:spPr>
      </p:pic>
      <p:sp>
        <p:nvSpPr>
          <p:cNvPr id="118" name="scatter">
            <a:extLst xmlns:a="http://schemas.openxmlformats.org/drawingml/2006/main">
              <a:ext uri="{FF2B5EF4-FFF2-40B4-BE49-F238E27FC236}">
                <a16:creationId xmlns:a16="http://schemas.microsoft.com/office/drawing/2014/main" id="{FB2E37A9-66CD-4972-A384-8682614B792D}"/>
              </a:ext>
            </a:extLst>
          </p:cNvPr>
          <p:cNvSpPr>
            <a:spLocks xmlns:a="http://schemas.openxmlformats.org/drawingml/2006/main" noGrp="1"/>
          </p:cNvSpPr>
          <p:nvPr/>
        </p:nvSpPr>
        <p:spPr>
          <a:xfrm xmlns:a="http://schemas.openxmlformats.org/drawingml/2006/main" rot="0">
            <a:off x="17373600" y="764607"/>
            <a:ext cx="1019175" cy="4632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05" b="1" i="0">
                <a:solidFill>
                  <a:srgbClr val="454545"/>
                </a:solidFill>
                <a:latin typeface="Times New Roman"/>
                <a:ea typeface="Times New Roman"/>
                <a:cs typeface="Times New Roman"/>
              </a:defRPr>
            </a:defPPr>
          </a:lstStyle>
          <a:p xmlns:a="http://schemas.openxmlformats.org/drawingml/2006/main">
            <a:pPr algn="l">
              <a:lnSpc>
                <a:spcPct val="100000"/>
              </a:lnSpc>
              <a:buNone/>
              <a:defRPr sz="2605" b="1" i="0">
                <a:solidFill>
                  <a:srgbClr val="454545"/>
                </a:solidFill>
                <a:latin typeface="Times New Roman"/>
                <a:ea typeface="Times New Roman"/>
                <a:cs typeface="Times New Roman"/>
              </a:defRPr>
            </a:pPr>
            <a:r>
              <a:rPr sz="2605" b="1" i="0">
                <a:solidFill>
                  <a:srgbClr val="454545"/>
                </a:solidFill>
                <a:latin typeface="Times New Roman"/>
                <a:ea typeface="Times New Roman"/>
                <a:cs typeface="Times New Roman"/>
              </a:rPr>
              <a:t>scatter</a:t>
            </a:r>
          </a:p>
        </p:txBody>
      </p:sp>
      <p:sp>
        <p:nvSpPr>
          <p:cNvPr id="119" name="density, radius,">
            <a:extLst xmlns:a="http://schemas.openxmlformats.org/drawingml/2006/main">
              <a:ext uri="{FF2B5EF4-FFF2-40B4-BE49-F238E27FC236}">
                <a16:creationId xmlns:a16="http://schemas.microsoft.com/office/drawing/2014/main" id="{C73D9937-F574-4BBE-A0F8-BBE0D25317C9}"/>
              </a:ext>
            </a:extLst>
          </p:cNvPr>
          <p:cNvSpPr>
            <a:spLocks xmlns:a="http://schemas.openxmlformats.org/drawingml/2006/main" noGrp="1"/>
          </p:cNvSpPr>
          <p:nvPr/>
        </p:nvSpPr>
        <p:spPr>
          <a:xfrm xmlns:a="http://schemas.openxmlformats.org/drawingml/2006/main" rot="0">
            <a:off x="17002125" y="1215295"/>
            <a:ext cx="1352550" cy="2100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1" b="1" i="0">
                <a:solidFill>
                  <a:srgbClr val="8B8B8B"/>
                </a:solidFill>
                <a:latin typeface="Times New Roman"/>
                <a:ea typeface="Times New Roman"/>
                <a:cs typeface="Times New Roman"/>
              </a:defRPr>
            </a:defPPr>
          </a:lstStyle>
          <a:p xmlns:a="http://schemas.openxmlformats.org/drawingml/2006/main">
            <a:pPr algn="l">
              <a:lnSpc>
                <a:spcPct val="100000"/>
              </a:lnSpc>
              <a:buNone/>
              <a:defRPr sz="1181" b="1" i="0">
                <a:solidFill>
                  <a:srgbClr val="8B8B8B"/>
                </a:solidFill>
                <a:latin typeface="Times New Roman"/>
                <a:ea typeface="Times New Roman"/>
                <a:cs typeface="Times New Roman"/>
              </a:defRPr>
            </a:pPr>
            <a:r>
              <a:rPr sz="1181" b="1" i="0">
                <a:solidFill>
                  <a:srgbClr val="8B8B8B"/>
                </a:solidFill>
                <a:latin typeface="Times New Roman"/>
                <a:ea typeface="Times New Roman"/>
                <a:cs typeface="Times New Roman"/>
              </a:rPr>
              <a:t>density, radius,</a:t>
            </a:r>
          </a:p>
        </p:txBody>
      </p:sp>
      <p:sp>
        <p:nvSpPr>
          <p:cNvPr id="120" name="scale, sampler...">
            <a:extLst xmlns:a="http://schemas.openxmlformats.org/drawingml/2006/main">
              <a:ext uri="{FF2B5EF4-FFF2-40B4-BE49-F238E27FC236}">
                <a16:creationId xmlns:a16="http://schemas.microsoft.com/office/drawing/2014/main" id="{78C2A857-78DD-4CFC-8A2B-1E97ED2B0BF5}"/>
              </a:ext>
            </a:extLst>
          </p:cNvPr>
          <p:cNvSpPr>
            <a:spLocks xmlns:a="http://schemas.openxmlformats.org/drawingml/2006/main" noGrp="1"/>
          </p:cNvSpPr>
          <p:nvPr/>
        </p:nvSpPr>
        <p:spPr>
          <a:xfrm xmlns:a="http://schemas.openxmlformats.org/drawingml/2006/main" rot="0">
            <a:off x="17002125" y="1441684"/>
            <a:ext cx="13525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scale, sampler...</a:t>
            </a:r>
          </a:p>
        </p:txBody>
      </p:sp>
      <p:sp>
        <p:nvSpPr>
          <p:cNvPr id="121" name="material group">
            <a:extLst xmlns:a="http://schemas.openxmlformats.org/drawingml/2006/main">
              <a:ext uri="{FF2B5EF4-FFF2-40B4-BE49-F238E27FC236}">
                <a16:creationId xmlns:a16="http://schemas.microsoft.com/office/drawing/2014/main" id="{AA519E11-0CF7-4DD5-BD48-1D727AF76FC4}"/>
              </a:ext>
            </a:extLst>
          </p:cNvPr>
          <p:cNvSpPr>
            <a:spLocks xmlns:a="http://schemas.openxmlformats.org/drawingml/2006/main" noGrp="1"/>
          </p:cNvSpPr>
          <p:nvPr/>
        </p:nvSpPr>
        <p:spPr>
          <a:xfrm xmlns:a="http://schemas.openxmlformats.org/drawingml/2006/main">
            <a:off x="15087600" y="1876425"/>
            <a:ext cx="1581150" cy="1038225"/>
          </a:xfrm>
          <a:custGeom xmlns:a="http://schemas.openxmlformats.org/drawingml/2006/main">
            <a:pathLst>
              <a:path w="1581150" h="1038225">
                <a:moveTo>
                  <a:pt x="28575" y="0"/>
                </a:moveTo>
                <a:lnTo>
                  <a:pt x="1552575" y="0"/>
                </a:lnTo>
                <a:cubicBezTo>
                  <a:pt x="1568357" y="0"/>
                  <a:pt x="1581150" y="12793"/>
                  <a:pt x="1581150" y="28575"/>
                </a:cubicBezTo>
                <a:lnTo>
                  <a:pt x="1581150" y="1009650"/>
                </a:lnTo>
                <a:cubicBezTo>
                  <a:pt x="1581150" y="1025432"/>
                  <a:pt x="1568357" y="1038225"/>
                  <a:pt x="1552575" y="1038225"/>
                </a:cubicBezTo>
                <a:lnTo>
                  <a:pt x="28575" y="1038225"/>
                </a:lnTo>
                <a:cubicBezTo>
                  <a:pt x="12793" y="1038225"/>
                  <a:pt x="0" y="1025432"/>
                  <a:pt x="0" y="1009650"/>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pic>
        <p:nvPicPr>
          <p:cNvPr id="122" name="">
            <a:extLst xmlns:a="http://schemas.openxmlformats.org/drawingml/2006/main">
              <a:ext uri="{FF2B5EF4-FFF2-40B4-BE49-F238E27FC236}">
                <a16:creationId xmlns:a16="http://schemas.microsoft.com/office/drawing/2014/main" id="{271B4209-49E6-4D61-8A60-6DB66CE9C894}"/>
              </a:ext>
            </a:extLst>
          </p:cNvPr>
          <p:cNvPicPr>
            <a:picLocks xmlns:a="http://schemas.openxmlformats.org/drawingml/2006/main" noChangeAspect="1"/>
          </p:cNvPicPr>
          <p:nvPr/>
        </p:nvPicPr>
        <p:blipFill>
          <a:blip xmlns:r="http://schemas.openxmlformats.org/officeDocument/2006/relationships" xmlns:a="http://schemas.openxmlformats.org/drawingml/2006/main" r:embed="Rde749d6d9b6245be"/>
          <a:stretch xmlns:a="http://schemas.openxmlformats.org/drawingml/2006/main"/>
        </p:blipFill>
        <p:spPr>
          <a:xfrm xmlns:a="http://schemas.openxmlformats.org/drawingml/2006/main">
            <a:off x="15182850" y="1952625"/>
            <a:ext cx="342900" cy="323850"/>
          </a:xfrm>
          <a:prstGeom xmlns:a="http://schemas.openxmlformats.org/drawingml/2006/main" prst="rect">
            <a:avLst/>
          </a:prstGeom>
        </p:spPr>
      </p:pic>
      <p:sp>
        <p:nvSpPr>
          <p:cNvPr id="123" name="material">
            <a:extLst xmlns:a="http://schemas.openxmlformats.org/drawingml/2006/main">
              <a:ext uri="{FF2B5EF4-FFF2-40B4-BE49-F238E27FC236}">
                <a16:creationId xmlns:a16="http://schemas.microsoft.com/office/drawing/2014/main" id="{DD91D46C-E758-4A30-A9D3-13D502F545F4}"/>
              </a:ext>
            </a:extLst>
          </p:cNvPr>
          <p:cNvSpPr>
            <a:spLocks xmlns:a="http://schemas.openxmlformats.org/drawingml/2006/main" noGrp="1"/>
          </p:cNvSpPr>
          <p:nvPr/>
        </p:nvSpPr>
        <p:spPr>
          <a:xfrm xmlns:a="http://schemas.openxmlformats.org/drawingml/2006/main" rot="0">
            <a:off x="15582900" y="1949761"/>
            <a:ext cx="1019175" cy="395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23" b="1" i="0">
                <a:solidFill>
                  <a:srgbClr val="454545"/>
                </a:solidFill>
                <a:latin typeface="Times New Roman"/>
                <a:ea typeface="Times New Roman"/>
                <a:cs typeface="Times New Roman"/>
              </a:defRPr>
            </a:defPPr>
          </a:lstStyle>
          <a:p xmlns:a="http://schemas.openxmlformats.org/drawingml/2006/main">
            <a:pPr algn="l">
              <a:lnSpc>
                <a:spcPct val="100000"/>
              </a:lnSpc>
              <a:buNone/>
              <a:defRPr sz="2223" b="1" i="0">
                <a:solidFill>
                  <a:srgbClr val="454545"/>
                </a:solidFill>
                <a:latin typeface="Times New Roman"/>
                <a:ea typeface="Times New Roman"/>
                <a:cs typeface="Times New Roman"/>
              </a:defRPr>
            </a:pPr>
            <a:r>
              <a:rPr sz="2223" b="1" i="0">
                <a:solidFill>
                  <a:srgbClr val="454545"/>
                </a:solidFill>
                <a:latin typeface="Times New Roman"/>
                <a:ea typeface="Times New Roman"/>
                <a:cs typeface="Times New Roman"/>
              </a:rPr>
              <a:t>material</a:t>
            </a:r>
          </a:p>
        </p:txBody>
      </p:sp>
      <p:sp>
        <p:nvSpPr>
          <p:cNvPr id="124" name="coord, color,">
            <a:extLst xmlns:a="http://schemas.openxmlformats.org/drawingml/2006/main">
              <a:ext uri="{FF2B5EF4-FFF2-40B4-BE49-F238E27FC236}">
                <a16:creationId xmlns:a16="http://schemas.microsoft.com/office/drawing/2014/main" id="{28ECDE09-05DC-4151-805F-110E43095019}"/>
              </a:ext>
            </a:extLst>
          </p:cNvPr>
          <p:cNvSpPr>
            <a:spLocks xmlns:a="http://schemas.openxmlformats.org/drawingml/2006/main" noGrp="1"/>
          </p:cNvSpPr>
          <p:nvPr/>
        </p:nvSpPr>
        <p:spPr>
          <a:xfrm xmlns:a="http://schemas.openxmlformats.org/drawingml/2006/main" rot="0">
            <a:off x="15211425" y="2382203"/>
            <a:ext cx="1352550" cy="233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b="1" i="0">
                <a:solidFill>
                  <a:srgbClr val="8B8B8B"/>
                </a:solidFill>
                <a:latin typeface="Times New Roman"/>
                <a:ea typeface="Times New Roman"/>
                <a:cs typeface="Times New Roman"/>
              </a:defRPr>
            </a:defPPr>
          </a:lstStyle>
          <a:p xmlns:a="http://schemas.openxmlformats.org/drawingml/2006/main">
            <a:pPr algn="l">
              <a:lnSpc>
                <a:spcPct val="100000"/>
              </a:lnSpc>
              <a:buNone/>
              <a:defRPr sz="1313" b="1" i="0">
                <a:solidFill>
                  <a:srgbClr val="8B8B8B"/>
                </a:solidFill>
                <a:latin typeface="Times New Roman"/>
                <a:ea typeface="Times New Roman"/>
                <a:cs typeface="Times New Roman"/>
              </a:defRPr>
            </a:pPr>
            <a:r>
              <a:rPr sz="1313" b="1" i="0">
                <a:solidFill>
                  <a:srgbClr val="8B8B8B"/>
                </a:solidFill>
                <a:latin typeface="Times New Roman"/>
                <a:ea typeface="Times New Roman"/>
                <a:cs typeface="Times New Roman"/>
              </a:rPr>
              <a:t>coord, color,</a:t>
            </a:r>
          </a:p>
        </p:txBody>
      </p:sp>
      <p:sp>
        <p:nvSpPr>
          <p:cNvPr id="125" name="roughness...">
            <a:extLst xmlns:a="http://schemas.openxmlformats.org/drawingml/2006/main">
              <a:ext uri="{FF2B5EF4-FFF2-40B4-BE49-F238E27FC236}">
                <a16:creationId xmlns:a16="http://schemas.microsoft.com/office/drawing/2014/main" id="{3593D016-6A6F-48E7-A602-D83099A66817}"/>
              </a:ext>
            </a:extLst>
          </p:cNvPr>
          <p:cNvSpPr>
            <a:spLocks xmlns:a="http://schemas.openxmlformats.org/drawingml/2006/main" noGrp="1"/>
          </p:cNvSpPr>
          <p:nvPr/>
        </p:nvSpPr>
        <p:spPr>
          <a:xfrm xmlns:a="http://schemas.openxmlformats.org/drawingml/2006/main" rot="0">
            <a:off x="15211425" y="2613259"/>
            <a:ext cx="13525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roughness...</a:t>
            </a:r>
          </a:p>
        </p:txBody>
      </p:sp>
      <p:sp>
        <p:nvSpPr>
          <p:cNvPr id="126" name="skybox group">
            <a:extLst xmlns:a="http://schemas.openxmlformats.org/drawingml/2006/main">
              <a:ext uri="{FF2B5EF4-FFF2-40B4-BE49-F238E27FC236}">
                <a16:creationId xmlns:a16="http://schemas.microsoft.com/office/drawing/2014/main" id="{A9620DB2-BA48-4293-B826-485349DF51D0}"/>
              </a:ext>
            </a:extLst>
          </p:cNvPr>
          <p:cNvSpPr>
            <a:spLocks xmlns:a="http://schemas.openxmlformats.org/drawingml/2006/main" noGrp="1"/>
          </p:cNvSpPr>
          <p:nvPr/>
        </p:nvSpPr>
        <p:spPr>
          <a:xfrm xmlns:a="http://schemas.openxmlformats.org/drawingml/2006/main">
            <a:off x="16878300" y="1876425"/>
            <a:ext cx="1581150" cy="1038225"/>
          </a:xfrm>
          <a:custGeom xmlns:a="http://schemas.openxmlformats.org/drawingml/2006/main">
            <a:pathLst>
              <a:path w="1581150" h="1038225">
                <a:moveTo>
                  <a:pt x="28575" y="0"/>
                </a:moveTo>
                <a:lnTo>
                  <a:pt x="1552575" y="0"/>
                </a:lnTo>
                <a:cubicBezTo>
                  <a:pt x="1568357" y="0"/>
                  <a:pt x="1581150" y="12793"/>
                  <a:pt x="1581150" y="28575"/>
                </a:cubicBezTo>
                <a:lnTo>
                  <a:pt x="1581150" y="1009650"/>
                </a:lnTo>
                <a:cubicBezTo>
                  <a:pt x="1581150" y="1025432"/>
                  <a:pt x="1568357" y="1038225"/>
                  <a:pt x="1552575" y="1038225"/>
                </a:cubicBezTo>
                <a:lnTo>
                  <a:pt x="28575" y="1038225"/>
                </a:lnTo>
                <a:cubicBezTo>
                  <a:pt x="12793" y="1038225"/>
                  <a:pt x="0" y="1025432"/>
                  <a:pt x="0" y="1009650"/>
                </a:cubicBezTo>
                <a:lnTo>
                  <a:pt x="0" y="28575"/>
                </a:lnTo>
                <a:cubicBezTo>
                  <a:pt x="0" y="12793"/>
                  <a:pt x="12793" y="0"/>
                  <a:pt x="28575" y="0"/>
                </a:cubicBezTo>
                <a:close/>
              </a:path>
            </a:pathLst>
          </a:custGeom>
          <a:solidFill xmlns:a="http://schemas.openxmlformats.org/drawingml/2006/main">
            <a:srgbClr val="FFFFFF"/>
          </a:solidFill>
          <a:ln xmlns:a="http://schemas.openxmlformats.org/drawingml/2006/main" w="12383">
            <a:solidFill>
              <a:srgbClr val="A0CEEA"/>
            </a:solidFill>
            <a:prstDash val="dash"/>
          </a:ln>
        </p:spPr>
      </p:sp>
      <p:pic>
        <p:nvPicPr>
          <p:cNvPr id="127" name="">
            <a:extLst xmlns:a="http://schemas.openxmlformats.org/drawingml/2006/main">
              <a:ext uri="{FF2B5EF4-FFF2-40B4-BE49-F238E27FC236}">
                <a16:creationId xmlns:a16="http://schemas.microsoft.com/office/drawing/2014/main" id="{1DC96EB3-12C9-47B9-AA3C-46D7E4F3E72C}"/>
              </a:ext>
            </a:extLst>
          </p:cNvPr>
          <p:cNvPicPr>
            <a:picLocks xmlns:a="http://schemas.openxmlformats.org/drawingml/2006/main" noChangeAspect="1"/>
          </p:cNvPicPr>
          <p:nvPr/>
        </p:nvPicPr>
        <p:blipFill>
          <a:blip xmlns:r="http://schemas.openxmlformats.org/officeDocument/2006/relationships" xmlns:a="http://schemas.openxmlformats.org/drawingml/2006/main" r:embed="R0b3506c133f441b1"/>
          <a:stretch xmlns:a="http://schemas.openxmlformats.org/drawingml/2006/main"/>
        </p:blipFill>
        <p:spPr>
          <a:xfrm xmlns:a="http://schemas.openxmlformats.org/drawingml/2006/main">
            <a:off x="17030700" y="1952625"/>
            <a:ext cx="333375" cy="323850"/>
          </a:xfrm>
          <a:prstGeom xmlns:a="http://schemas.openxmlformats.org/drawingml/2006/main" prst="rect">
            <a:avLst/>
          </a:prstGeom>
        </p:spPr>
      </p:pic>
      <p:sp>
        <p:nvSpPr>
          <p:cNvPr id="128" name="skybox">
            <a:extLst xmlns:a="http://schemas.openxmlformats.org/drawingml/2006/main">
              <a:ext uri="{FF2B5EF4-FFF2-40B4-BE49-F238E27FC236}">
                <a16:creationId xmlns:a16="http://schemas.microsoft.com/office/drawing/2014/main" id="{403E7ACE-2D46-4834-A64D-FBFF0D1CCF90}"/>
              </a:ext>
            </a:extLst>
          </p:cNvPr>
          <p:cNvSpPr>
            <a:spLocks xmlns:a="http://schemas.openxmlformats.org/drawingml/2006/main" noGrp="1"/>
          </p:cNvSpPr>
          <p:nvPr/>
        </p:nvSpPr>
        <p:spPr>
          <a:xfrm xmlns:a="http://schemas.openxmlformats.org/drawingml/2006/main" rot="0">
            <a:off x="17373600" y="1961124"/>
            <a:ext cx="1019175" cy="338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04" b="1" i="0">
                <a:solidFill>
                  <a:srgbClr val="454545"/>
                </a:solidFill>
                <a:latin typeface="Times New Roman"/>
                <a:ea typeface="Times New Roman"/>
                <a:cs typeface="Times New Roman"/>
              </a:defRPr>
            </a:defPPr>
          </a:lstStyle>
          <a:p xmlns:a="http://schemas.openxmlformats.org/drawingml/2006/main">
            <a:pPr algn="l">
              <a:lnSpc>
                <a:spcPct val="100000"/>
              </a:lnSpc>
              <a:buNone/>
              <a:defRPr sz="1904" b="1" i="0">
                <a:solidFill>
                  <a:srgbClr val="454545"/>
                </a:solidFill>
                <a:latin typeface="Times New Roman"/>
                <a:ea typeface="Times New Roman"/>
                <a:cs typeface="Times New Roman"/>
              </a:defRPr>
            </a:pPr>
            <a:r>
              <a:rPr sz="1904" b="1" i="0">
                <a:solidFill>
                  <a:srgbClr val="454545"/>
                </a:solidFill>
                <a:latin typeface="Times New Roman"/>
                <a:ea typeface="Times New Roman"/>
                <a:cs typeface="Times New Roman"/>
              </a:rPr>
              <a:t>skybox</a:t>
            </a:r>
          </a:p>
        </p:txBody>
      </p:sp>
      <p:sp>
        <p:nvSpPr>
          <p:cNvPr id="129" name="azimuth, elevation,">
            <a:extLst xmlns:a="http://schemas.openxmlformats.org/drawingml/2006/main">
              <a:ext uri="{FF2B5EF4-FFF2-40B4-BE49-F238E27FC236}">
                <a16:creationId xmlns:a16="http://schemas.microsoft.com/office/drawing/2014/main" id="{5527FC80-F29D-4AD4-9C5A-2A5B6792C596}"/>
              </a:ext>
            </a:extLst>
          </p:cNvPr>
          <p:cNvSpPr>
            <a:spLocks xmlns:a="http://schemas.openxmlformats.org/drawingml/2006/main" noGrp="1"/>
          </p:cNvSpPr>
          <p:nvPr/>
        </p:nvSpPr>
        <p:spPr>
          <a:xfrm xmlns:a="http://schemas.openxmlformats.org/drawingml/2006/main" rot="0">
            <a:off x="17002125" y="2384659"/>
            <a:ext cx="13525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azimuth, elevation,</a:t>
            </a:r>
          </a:p>
        </p:txBody>
      </p:sp>
      <p:sp>
        <p:nvSpPr>
          <p:cNvPr id="130" name="strength, color...">
            <a:extLst xmlns:a="http://schemas.openxmlformats.org/drawingml/2006/main">
              <a:ext uri="{FF2B5EF4-FFF2-40B4-BE49-F238E27FC236}">
                <a16:creationId xmlns:a16="http://schemas.microsoft.com/office/drawing/2014/main" id="{A7C44E8D-E163-4D30-A2A9-27985EC7661A}"/>
              </a:ext>
            </a:extLst>
          </p:cNvPr>
          <p:cNvSpPr>
            <a:spLocks xmlns:a="http://schemas.openxmlformats.org/drawingml/2006/main" noGrp="1"/>
          </p:cNvSpPr>
          <p:nvPr/>
        </p:nvSpPr>
        <p:spPr>
          <a:xfrm xmlns:a="http://schemas.openxmlformats.org/drawingml/2006/main" rot="0">
            <a:off x="17002125" y="2613259"/>
            <a:ext cx="1352550" cy="22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3" b="1" i="0">
                <a:solidFill>
                  <a:srgbClr val="8B8B8B"/>
                </a:solidFill>
                <a:latin typeface="Times New Roman"/>
                <a:ea typeface="Times New Roman"/>
                <a:cs typeface="Times New Roman"/>
              </a:defRPr>
            </a:defPPr>
          </a:lstStyle>
          <a:p xmlns:a="http://schemas.openxmlformats.org/drawingml/2006/main">
            <a:pPr algn="l">
              <a:lnSpc>
                <a:spcPct val="100000"/>
              </a:lnSpc>
              <a:buNone/>
              <a:defRPr sz="1243" b="1" i="0">
                <a:solidFill>
                  <a:srgbClr val="8B8B8B"/>
                </a:solidFill>
                <a:latin typeface="Times New Roman"/>
                <a:ea typeface="Times New Roman"/>
                <a:cs typeface="Times New Roman"/>
              </a:defRPr>
            </a:pPr>
            <a:r>
              <a:rPr sz="1243" b="1" i="0">
                <a:solidFill>
                  <a:srgbClr val="8B8B8B"/>
                </a:solidFill>
                <a:latin typeface="Times New Roman"/>
                <a:ea typeface="Times New Roman"/>
                <a:cs typeface="Times New Roman"/>
              </a:rPr>
              <a:t>strength, color...</a:t>
            </a:r>
          </a:p>
        </p:txBody>
      </p:sp>
    </p:spTree>
    <p:extLst>
      <p:ext uri="{BB962C8B-B14F-4D97-AF65-F5344CB8AC3E}">
        <p14:creationId xmlns:p14="http://schemas.microsoft.com/office/powerpoint/2010/main" val="2123244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2026-10-18T11:16:53.3830000Z</dcterms:created>
  <dcterms:modified xsi:type="dcterms:W3CDTF">2026-10-18T11:16:53.3830000Z</dcterms:modified>
</coreProperties>
</file>