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c2d063d5644704" /><Relationship Type="http://schemas.openxmlformats.org/officeDocument/2006/relationships/extended-properties" Target="/docProps/app.xml" Id="R4aef7636039b4d07" /><Relationship Type="http://schemas.openxmlformats.org/officeDocument/2006/relationships/officeDocument" Target="/ppt/presentation.xml" Id="R8007ced515864330" /></Relationships>
</file>

<file path=ppt/presentation.xml><?xml version="1.0" encoding="utf-8"?>
<p:presentation xmlns:p="http://schemas.openxmlformats.org/presentationml/2006/main">
  <p:sldMasterIdLst>
    <p:sldMasterId xmlns:r="http://schemas.openxmlformats.org/officeDocument/2006/relationships" id="2147483648" r:id="R7fd7d254a5f34fe8"/>
  </p:sldMasterIdLst>
  <p:notesMasterIdLst>
    <p:notesMasterId xmlns:r="http://schemas.openxmlformats.org/officeDocument/2006/relationships" r:id="R68b449309a76400b"/>
  </p:notesMasterIdLst>
  <p:sldIdLst>
    <p:sldId xmlns:r="http://schemas.openxmlformats.org/officeDocument/2006/relationships" id="256" r:id="R20ace77a884a44da"/>
    <p:sldId xmlns:r="http://schemas.openxmlformats.org/officeDocument/2006/relationships" id="257" r:id="R3a2a4dd527f64de0"/>
  </p:sldIdLst>
  <p:sldSz cx="1430655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b6efdf504e49f8" /><Relationship Type="http://schemas.openxmlformats.org/officeDocument/2006/relationships/slideMaster" Target="/ppt/slideMasters/slideMaster1.xml" Id="R7fd7d254a5f34fe8" /><Relationship Type="http://schemas.openxmlformats.org/officeDocument/2006/relationships/notesMaster" Target="/ppt/notesMasters/notesMaster1.xml" Id="R68b449309a76400b" /><Relationship Type="http://schemas.openxmlformats.org/officeDocument/2006/relationships/presProps" Target="/ppt/presProps.xml" Id="Rd1dcb306129d4698" /><Relationship Type="http://schemas.openxmlformats.org/officeDocument/2006/relationships/tableStyles" Target="/ppt/tableStyles.xml" Id="R107fe58a3a2e410a" /><Relationship Type="http://schemas.openxmlformats.org/officeDocument/2006/relationships/slide" Target="/ppt/slides/slide1.xml" Id="R20ace77a884a44da" /><Relationship Type="http://schemas.openxmlformats.org/officeDocument/2006/relationships/slide" Target="/ppt/slides/slide2.xml" Id="R3a2a4dd527f64d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8f5b1de5114f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199b29543a4fa9" /><Relationship Type="http://schemas.openxmlformats.org/officeDocument/2006/relationships/notesMaster" Target="/ppt/notesMasters/notesMaster1.xml" Id="R0949182af76a47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0ae4ba81e84ec8" /><Relationship Type="http://schemas.openxmlformats.org/officeDocument/2006/relationships/notesMaster" Target="/ppt/notesMasters/notesMaster1.xml" Id="R0147247eb36647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 not author-provided PowerPoint.</a:t>
            </a:r>
          </a:p>
          <a:p xmlns:a="http://schemas.openxmlformats.org/drawingml/2006/main">
            <a:r>
              <a:t>WorldClaw: Agentic 3D Open-World Generation at Scale</a:t>
            </a:r>
          </a:p>
          <a:p xmlns:a="http://schemas.openxmlformats.org/drawingml/2006/main">
            <a:r>
              <a:t>Source: https://arxiv.org/abs/2608.05248v1</a:t>
            </a:r>
          </a:p>
          <a:p xmlns:a="http://schemas.openxmlformats.org/drawingml/2006/main">
            <a:r>
              <a:t>Approved image: fig1_global_to_regional_framework.png; SHA-256: d25526325e0b0bcea35b6fe50db292ddb4b6a5b6f51542ec585149d7038d296a</a:t>
            </a:r>
          </a:p>
          <a:p xmlns:a="http://schemas.openxmlformats.org/drawingml/2006/main">
            <a:r>
              <a:t>Source paper artwork is flattened raster. Readable diagram labels, containers, arrows, bullets, code examples and vector geometry were manually reconstructed as native editable PowerPoint objects. Arrow paths are editable freeforms, not endpoint-bound connectors.</a:t>
            </a:r>
          </a:p>
          <a:p xmlns:a="http://schemas.openxmlformats.org/drawingml/2006/main">
            <a:r>
              <a:t>Complex 3D terrain/object illustrations, scene renderings, semantic layout maps, original application screenshots and small pictogram icons remain independent local raster objects (86), whose internal pixels and embedded tiny raster annotations are not editable. No whole-figure or whole-panel screenshot backdrop is used.</a:t>
            </a:r>
          </a:p>
          <a:p xmlns:a="http://schemas.openxmlformats.org/drawingml/2006/main">
            <a:r>
              <a:t>Source font metadata is not recoverable from flattened diagrams. Visually matched installed substitutes: Times New Roman. Minor spacing, dashed line and antialiasing differences remain; this is not pixel-identical author source.</a:t>
            </a:r>
          </a:p>
          <a:p xmlns:a="http://schemas.openxmlformats.org/drawingml/2006/main">
            <a:r>
              <a:t>Final-file renderer: Artifact Tool PPTX roundtrip; this is not a PowerPoint application compatibility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 not author-provided PowerPoint.</a:t>
            </a:r>
          </a:p>
          <a:p xmlns:a="http://schemas.openxmlformats.org/drawingml/2006/main">
            <a:r>
              <a:t>WorldClaw: Agentic 3D Open-World Generation at Scale</a:t>
            </a:r>
          </a:p>
          <a:p xmlns:a="http://schemas.openxmlformats.org/drawingml/2006/main">
            <a:r>
              <a:t>Source: https://arxiv.org/abs/2608.05248v1</a:t>
            </a:r>
          </a:p>
          <a:p xmlns:a="http://schemas.openxmlformats.org/drawingml/2006/main">
            <a:r>
              <a:t>Approved image: fig2_terrain_generation_and_refinement.png; SHA-256: 756264da080341c3477755a640bd7bc7accebbe04ca381f9e7d9288cab0a6cd6</a:t>
            </a:r>
          </a:p>
          <a:p xmlns:a="http://schemas.openxmlformats.org/drawingml/2006/main">
            <a:r>
              <a:t>Source paper artwork is flattened raster. Readable diagram labels, containers, arrows, bullets, code examples and vector geometry were manually reconstructed as native editable PowerPoint objects. Arrow paths are editable freeforms, not endpoint-bound connectors.</a:t>
            </a:r>
          </a:p>
          <a:p xmlns:a="http://schemas.openxmlformats.org/drawingml/2006/main">
            <a:r>
              <a:t>Complex 3D terrain/object illustrations, scene renderings, semantic layout maps, original application screenshots and small pictogram icons remain independent local raster objects (18), whose internal pixels and embedded tiny raster annotations are not editable. No whole-figure or whole-panel screenshot backdrop is used.</a:t>
            </a:r>
          </a:p>
          <a:p xmlns:a="http://schemas.openxmlformats.org/drawingml/2006/main">
            <a:r>
              <a:t>Source font metadata is not recoverable from flattened diagrams. Visually matched installed substitutes: Times New Roman, Consolas. Minor spacing, dashed line and antialiasing differences remain; this is not pixel-identical author source.</a:t>
            </a:r>
          </a:p>
          <a:p xmlns:a="http://schemas.openxmlformats.org/drawingml/2006/main">
            <a:r>
              <a:t>Final-file renderer: Artifact Tool PPTX roundtrip; this is not a PowerPoint application compatibility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4e7e25469d42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4658794d1e47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9775dd443a48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33d5399d864a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8488e2f1b740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ded919ca2748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1BC7B4-05E2-4767-9AB6-51ABBF0418A2}"/>
              </a:ext>
            </a:extLst>
          </p:cNvPr>
          <p:cNvSpPr>
            <a:spLocks xmlns:a="http://schemas.openxmlformats.org/drawingml/2006/main" noGrp="1"/>
          </p:cNvSpPr>
          <p:nvPr>
            <p:ph type="title" idx="0"/>
          </p:nvPr>
        </p:nvSpPr>
        <p:spPr>
          <a:xfrm xmlns:a="http://schemas.openxmlformats.org/drawingml/2006/main">
            <a:off x="1430655" y="5987627"/>
            <a:ext cx="1144524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63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A25E16-E16F-4EB7-B6BA-B07CA628584F}"/>
              </a:ext>
            </a:extLst>
          </p:cNvPr>
          <p:cNvSpPr>
            <a:spLocks xmlns:a="http://schemas.openxmlformats.org/drawingml/2006/main" noGrp="1"/>
          </p:cNvSpPr>
          <p:nvPr>
            <p:ph type="subTitle" idx="1"/>
          </p:nvPr>
        </p:nvSpPr>
        <p:spPr>
          <a:xfrm xmlns:a="http://schemas.openxmlformats.org/drawingml/2006/main">
            <a:off x="2145983" y="8717280"/>
            <a:ext cx="10014585"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64"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4403F3-FB1E-4EB4-816F-18B186CA495C}"/>
              </a:ext>
            </a:extLst>
          </p:cNvPr>
          <p:cNvSpPr>
            <a:spLocks xmlns:a="http://schemas.openxmlformats.org/drawingml/2006/main" noGrp="1"/>
          </p:cNvSpPr>
          <p:nvPr>
            <p:ph type="title" idx="0"/>
          </p:nvPr>
        </p:nvSpPr>
        <p:spPr>
          <a:xfrm xmlns:a="http://schemas.openxmlformats.org/drawingml/2006/main">
            <a:off x="1430655" y="6604000"/>
            <a:ext cx="1144524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92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D20908-25AF-4B95-8D97-BF64113AD8D7}"/>
              </a:ext>
            </a:extLst>
          </p:cNvPr>
          <p:cNvSpPr>
            <a:spLocks xmlns:a="http://schemas.openxmlformats.org/drawingml/2006/main" noGrp="1"/>
          </p:cNvSpPr>
          <p:nvPr>
            <p:ph type="title" idx="0"/>
          </p:nvPr>
        </p:nvSpPr>
        <p:spPr>
          <a:xfrm xmlns:a="http://schemas.openxmlformats.org/drawingml/2006/main">
            <a:off x="804743" y="1232747"/>
            <a:ext cx="12697063"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7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948820D-B85D-47F4-AFEA-7FC96792D733}"/>
              </a:ext>
            </a:extLst>
          </p:cNvPr>
          <p:cNvSpPr>
            <a:spLocks xmlns:a="http://schemas.openxmlformats.org/drawingml/2006/main" noGrp="1"/>
          </p:cNvSpPr>
          <p:nvPr>
            <p:ph type="body" idx="1"/>
          </p:nvPr>
        </p:nvSpPr>
        <p:spPr>
          <a:xfrm xmlns:a="http://schemas.openxmlformats.org/drawingml/2006/main">
            <a:off x="804743" y="4402667"/>
            <a:ext cx="12697063"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67C21C-A734-4DF5-BA7A-B92CB19A2F61}"/>
              </a:ext>
            </a:extLst>
          </p:cNvPr>
          <p:cNvSpPr>
            <a:spLocks xmlns:a="http://schemas.openxmlformats.org/drawingml/2006/main" noGrp="1"/>
          </p:cNvSpPr>
          <p:nvPr>
            <p:ph type="title" idx="0"/>
          </p:nvPr>
        </p:nvSpPr>
        <p:spPr>
          <a:xfrm xmlns:a="http://schemas.openxmlformats.org/drawingml/2006/main">
            <a:off x="804743" y="1232747"/>
            <a:ext cx="12697063"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7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0B4083-FAC1-4BCE-A909-C103566125A1}"/>
              </a:ext>
            </a:extLst>
          </p:cNvPr>
          <p:cNvSpPr>
            <a:spLocks xmlns:a="http://schemas.openxmlformats.org/drawingml/2006/main" noGrp="1"/>
          </p:cNvSpPr>
          <p:nvPr>
            <p:ph type="body" idx="1"/>
          </p:nvPr>
        </p:nvSpPr>
        <p:spPr>
          <a:xfrm xmlns:a="http://schemas.openxmlformats.org/drawingml/2006/main">
            <a:off x="804743" y="4402667"/>
            <a:ext cx="5901452"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64"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DCA343-BD61-4F38-82DB-A286F6C2167F}"/>
              </a:ext>
            </a:extLst>
          </p:cNvPr>
          <p:cNvSpPr>
            <a:spLocks xmlns:a="http://schemas.openxmlformats.org/drawingml/2006/main" noGrp="1"/>
          </p:cNvSpPr>
          <p:nvPr>
            <p:ph type="body" idx="2"/>
          </p:nvPr>
        </p:nvSpPr>
        <p:spPr>
          <a:xfrm xmlns:a="http://schemas.openxmlformats.org/drawingml/2006/main">
            <a:off x="7600355" y="4402667"/>
            <a:ext cx="5901452"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64"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4EF53B-07A4-453D-BE69-E4E3A22A1D90}"/>
              </a:ext>
            </a:extLst>
          </p:cNvPr>
          <p:cNvSpPr>
            <a:spLocks xmlns:a="http://schemas.openxmlformats.org/drawingml/2006/main" noGrp="1"/>
          </p:cNvSpPr>
          <p:nvPr>
            <p:ph type="title" idx="0"/>
          </p:nvPr>
        </p:nvSpPr>
        <p:spPr>
          <a:xfrm xmlns:a="http://schemas.openxmlformats.org/drawingml/2006/main">
            <a:off x="804743" y="1232747"/>
            <a:ext cx="12697063"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7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547F5B-3151-407C-872A-EC491EBCF76F}"/>
              </a:ext>
            </a:extLst>
          </p:cNvPr>
          <p:cNvSpPr>
            <a:spLocks xmlns:a="http://schemas.openxmlformats.org/drawingml/2006/main" noGrp="1"/>
          </p:cNvSpPr>
          <p:nvPr>
            <p:ph type="body" idx="1"/>
          </p:nvPr>
        </p:nvSpPr>
        <p:spPr>
          <a:xfrm xmlns:a="http://schemas.openxmlformats.org/drawingml/2006/main">
            <a:off x="804743" y="4402667"/>
            <a:ext cx="5901452"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8af73109634d39" /><Relationship Type="http://schemas.openxmlformats.org/officeDocument/2006/relationships/slideLayout" Target="/ppt/slideLayouts/slideLayout1.xml" Id="Rdbbe5edbb08a4a43" /><Relationship Type="http://schemas.openxmlformats.org/officeDocument/2006/relationships/slideLayout" Target="/ppt/slideLayouts/slideLayout2.xml" Id="R99eb63a929fe43b3" /><Relationship Type="http://schemas.openxmlformats.org/officeDocument/2006/relationships/slideLayout" Target="/ppt/slideLayouts/slideLayout3.xml" Id="R899e9f3322f4499d" /><Relationship Type="http://schemas.openxmlformats.org/officeDocument/2006/relationships/slideLayout" Target="/ppt/slideLayouts/slideLayout4.xml" Id="R909250ab8ae54e42" /><Relationship Type="http://schemas.openxmlformats.org/officeDocument/2006/relationships/slideLayout" Target="/ppt/slideLayouts/slideLayout5.xml" Id="Rcd1ced5640f24b47" /><Relationship Type="http://schemas.openxmlformats.org/officeDocument/2006/relationships/slideLayout" Target="/ppt/slideLayouts/slideLayout6.xml" Id="R82386bbbbba141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be5edbb08a4a43"/>
    <p:sldLayoutId xmlns:r="http://schemas.openxmlformats.org/officeDocument/2006/relationships" id="2147483650" r:id="R99eb63a929fe43b3"/>
    <p:sldLayoutId xmlns:r="http://schemas.openxmlformats.org/officeDocument/2006/relationships" id="2147483651" r:id="R899e9f3322f4499d"/>
    <p:sldLayoutId xmlns:r="http://schemas.openxmlformats.org/officeDocument/2006/relationships" id="2147483652" r:id="R909250ab8ae54e42"/>
    <p:sldLayoutId xmlns:r="http://schemas.openxmlformats.org/officeDocument/2006/relationships" id="2147483653" r:id="Rcd1ced5640f24b47"/>
    <p:sldLayoutId xmlns:r="http://schemas.openxmlformats.org/officeDocument/2006/relationships" id="2147483654" r:id="R82386bbbbba141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76a94eb7814247" /><Relationship Type="http://schemas.openxmlformats.org/officeDocument/2006/relationships/image" Target="/ppt/media/image.png" Id="Ra7b3a5a477a44dab" /><Relationship Type="http://schemas.openxmlformats.org/officeDocument/2006/relationships/image" Target="/ppt/media/image2.png" Id="R0e461f496c3c48ad" /><Relationship Type="http://schemas.openxmlformats.org/officeDocument/2006/relationships/image" Target="/ppt/media/image3.png" Id="Rca2327f8d82744b2" /><Relationship Type="http://schemas.openxmlformats.org/officeDocument/2006/relationships/image" Target="/ppt/media/image4.png" Id="R2ac7f5980cbe42f5" /><Relationship Type="http://schemas.openxmlformats.org/officeDocument/2006/relationships/image" Target="/ppt/media/image5.png" Id="Rfefc0de9541b4880" /><Relationship Type="http://schemas.openxmlformats.org/officeDocument/2006/relationships/image" Target="/ppt/media/image6.png" Id="Rccdbd4286cfa4d23" /><Relationship Type="http://schemas.openxmlformats.org/officeDocument/2006/relationships/image" Target="/ppt/media/image7.png" Id="R8ba2bcf950254bf7" /><Relationship Type="http://schemas.openxmlformats.org/officeDocument/2006/relationships/image" Target="/ppt/media/image8.png" Id="R1b10712cebf54958" /><Relationship Type="http://schemas.openxmlformats.org/officeDocument/2006/relationships/image" Target="/ppt/media/image9.png" Id="Rbd46864c32b14ae9" /><Relationship Type="http://schemas.openxmlformats.org/officeDocument/2006/relationships/image" Target="/ppt/media/image10.png" Id="Rf60dd9c3b1b441fa" /><Relationship Type="http://schemas.openxmlformats.org/officeDocument/2006/relationships/image" Target="/ppt/media/image11.png" Id="R41ce2a39149c4064" /><Relationship Type="http://schemas.openxmlformats.org/officeDocument/2006/relationships/image" Target="/ppt/media/image12.png" Id="R864c00a3f5974eb4" /><Relationship Type="http://schemas.openxmlformats.org/officeDocument/2006/relationships/image" Target="/ppt/media/image13.png" Id="R56c9c93339ba445a" /><Relationship Type="http://schemas.openxmlformats.org/officeDocument/2006/relationships/image" Target="/ppt/media/image14.png" Id="Rfd9cc83bbfdf4ce7" /><Relationship Type="http://schemas.openxmlformats.org/officeDocument/2006/relationships/image" Target="/ppt/media/image15.png" Id="R2196eb14123b41f6" /><Relationship Type="http://schemas.openxmlformats.org/officeDocument/2006/relationships/image" Target="/ppt/media/image16.png" Id="R59daa8fe43a04438" /><Relationship Type="http://schemas.openxmlformats.org/officeDocument/2006/relationships/image" Target="/ppt/media/image17.png" Id="R24c3a0ab90d642e8" /><Relationship Type="http://schemas.openxmlformats.org/officeDocument/2006/relationships/image" Target="/ppt/media/image18.png" Id="R42ef5516952e458b" /><Relationship Type="http://schemas.openxmlformats.org/officeDocument/2006/relationships/image" Target="/ppt/media/image19.png" Id="R86e7ab9b7ba74818" /><Relationship Type="http://schemas.openxmlformats.org/officeDocument/2006/relationships/image" Target="/ppt/media/image20.png" Id="R65cd91beb3c04cb7" /><Relationship Type="http://schemas.openxmlformats.org/officeDocument/2006/relationships/image" Target="/ppt/media/image21.png" Id="Rb259d33698bb4822" /><Relationship Type="http://schemas.openxmlformats.org/officeDocument/2006/relationships/image" Target="/ppt/media/image22.png" Id="Rcf61db30e71941b7" /><Relationship Type="http://schemas.openxmlformats.org/officeDocument/2006/relationships/image" Target="/ppt/media/image23.png" Id="Ra5faba072aa14dde" /><Relationship Type="http://schemas.openxmlformats.org/officeDocument/2006/relationships/image" Target="/ppt/media/image24.png" Id="Rb30e583380524520" /><Relationship Type="http://schemas.openxmlformats.org/officeDocument/2006/relationships/image" Target="/ppt/media/image25.png" Id="R17869179fb5441b6" /><Relationship Type="http://schemas.openxmlformats.org/officeDocument/2006/relationships/image" Target="/ppt/media/image26.png" Id="R3ad235d668384419" /><Relationship Type="http://schemas.openxmlformats.org/officeDocument/2006/relationships/image" Target="/ppt/media/image27.png" Id="Ra78e95788594474c" /><Relationship Type="http://schemas.openxmlformats.org/officeDocument/2006/relationships/image" Target="/ppt/media/image28.png" Id="R031bf6a7d08f4aeb" /><Relationship Type="http://schemas.openxmlformats.org/officeDocument/2006/relationships/image" Target="/ppt/media/image29.png" Id="Re9ab8fd326c240d8" /><Relationship Type="http://schemas.openxmlformats.org/officeDocument/2006/relationships/image" Target="/ppt/media/image30.png" Id="R15a5e09a62e14bde" /><Relationship Type="http://schemas.openxmlformats.org/officeDocument/2006/relationships/image" Target="/ppt/media/image31.png" Id="R223402efd1664662" /><Relationship Type="http://schemas.openxmlformats.org/officeDocument/2006/relationships/image" Target="/ppt/media/image32.png" Id="R754e904857bf4413" /><Relationship Type="http://schemas.openxmlformats.org/officeDocument/2006/relationships/image" Target="/ppt/media/image33.png" Id="R9fd75fa498884251" /><Relationship Type="http://schemas.openxmlformats.org/officeDocument/2006/relationships/image" Target="/ppt/media/image34.png" Id="R724beb9ffd764898" /><Relationship Type="http://schemas.openxmlformats.org/officeDocument/2006/relationships/image" Target="/ppt/media/image35.png" Id="R1ad3b5eebe3c48ef" /><Relationship Type="http://schemas.openxmlformats.org/officeDocument/2006/relationships/image" Target="/ppt/media/image36.png" Id="R7bd49fe879ea4f34" /><Relationship Type="http://schemas.openxmlformats.org/officeDocument/2006/relationships/image" Target="/ppt/media/image37.png" Id="R761af2acf2244c23" /><Relationship Type="http://schemas.openxmlformats.org/officeDocument/2006/relationships/image" Target="/ppt/media/image38.png" Id="R03eb65c1a4864e00" /><Relationship Type="http://schemas.openxmlformats.org/officeDocument/2006/relationships/image" Target="/ppt/media/image39.png" Id="R94174d8c84f7496c" /><Relationship Type="http://schemas.openxmlformats.org/officeDocument/2006/relationships/image" Target="/ppt/media/image40.png" Id="R3f0373e020c74290" /><Relationship Type="http://schemas.openxmlformats.org/officeDocument/2006/relationships/image" Target="/ppt/media/image41.png" Id="Re989be6fd9fb4a75" /><Relationship Type="http://schemas.openxmlformats.org/officeDocument/2006/relationships/image" Target="/ppt/media/image42.png" Id="R2789acdfdd814f54" /><Relationship Type="http://schemas.openxmlformats.org/officeDocument/2006/relationships/image" Target="/ppt/media/image43.png" Id="R969e2b78d9fa4950" /><Relationship Type="http://schemas.openxmlformats.org/officeDocument/2006/relationships/image" Target="/ppt/media/image44.png" Id="R9199ca0a6a8d42f1" /><Relationship Type="http://schemas.openxmlformats.org/officeDocument/2006/relationships/image" Target="/ppt/media/image45.png" Id="R4c09c6d6ab17435c" /><Relationship Type="http://schemas.openxmlformats.org/officeDocument/2006/relationships/image" Target="/ppt/media/image46.png" Id="R079ed880f43b4d91" /><Relationship Type="http://schemas.openxmlformats.org/officeDocument/2006/relationships/image" Target="/ppt/media/image47.png" Id="R918e6f2548fb40a6" /><Relationship Type="http://schemas.openxmlformats.org/officeDocument/2006/relationships/image" Target="/ppt/media/image48.png" Id="R1077ffa32f184550" /><Relationship Type="http://schemas.openxmlformats.org/officeDocument/2006/relationships/image" Target="/ppt/media/image49.png" Id="Rf31e265c7eaa4a7e" /><Relationship Type="http://schemas.openxmlformats.org/officeDocument/2006/relationships/image" Target="/ppt/media/image50.png" Id="R5e947b2d3ad14d76" /><Relationship Type="http://schemas.openxmlformats.org/officeDocument/2006/relationships/image" Target="/ppt/media/image51.png" Id="Ra02f0f324eb040fe" /><Relationship Type="http://schemas.openxmlformats.org/officeDocument/2006/relationships/image" Target="/ppt/media/image52.png" Id="R738da80c715640ed" /><Relationship Type="http://schemas.openxmlformats.org/officeDocument/2006/relationships/image" Target="/ppt/media/image53.png" Id="R6bc1df54a8f04611" /><Relationship Type="http://schemas.openxmlformats.org/officeDocument/2006/relationships/image" Target="/ppt/media/image54.png" Id="R3878f43f5d9941da" /><Relationship Type="http://schemas.openxmlformats.org/officeDocument/2006/relationships/image" Target="/ppt/media/image55.png" Id="R18c54d6f3b4744d8" /><Relationship Type="http://schemas.openxmlformats.org/officeDocument/2006/relationships/image" Target="/ppt/media/image56.png" Id="Ref56398495744f6d" /><Relationship Type="http://schemas.openxmlformats.org/officeDocument/2006/relationships/image" Target="/ppt/media/image57.png" Id="R28a133d17c9147c3" /><Relationship Type="http://schemas.openxmlformats.org/officeDocument/2006/relationships/image" Target="/ppt/media/image58.png" Id="R0d61bd2855c54c22" /><Relationship Type="http://schemas.openxmlformats.org/officeDocument/2006/relationships/image" Target="/ppt/media/image59.png" Id="Rc5e691b28be7416c" /><Relationship Type="http://schemas.openxmlformats.org/officeDocument/2006/relationships/image" Target="/ppt/media/image60.png" Id="R9e6003b0d30e41a6" /><Relationship Type="http://schemas.openxmlformats.org/officeDocument/2006/relationships/image" Target="/ppt/media/image61.png" Id="R4f864c086870472b" /><Relationship Type="http://schemas.openxmlformats.org/officeDocument/2006/relationships/image" Target="/ppt/media/image62.png" Id="Re5f287701fdf4265" /><Relationship Type="http://schemas.openxmlformats.org/officeDocument/2006/relationships/image" Target="/ppt/media/image63.png" Id="Rcdb9e7a3a6e94295" /><Relationship Type="http://schemas.openxmlformats.org/officeDocument/2006/relationships/image" Target="/ppt/media/image64.png" Id="Receb3817a3ff4dfb" /><Relationship Type="http://schemas.openxmlformats.org/officeDocument/2006/relationships/image" Target="/ppt/media/image65.png" Id="R70f4fbcb2e1749ad" /><Relationship Type="http://schemas.openxmlformats.org/officeDocument/2006/relationships/image" Target="/ppt/media/image66.png" Id="Ra5e0ec9301154d34" /><Relationship Type="http://schemas.openxmlformats.org/officeDocument/2006/relationships/image" Target="/ppt/media/image67.png" Id="R8b35a561a7334835" /><Relationship Type="http://schemas.openxmlformats.org/officeDocument/2006/relationships/image" Target="/ppt/media/image68.png" Id="R28086646d539478c" /><Relationship Type="http://schemas.openxmlformats.org/officeDocument/2006/relationships/image" Target="/ppt/media/image69.png" Id="Rfeb2a2f58d8a4058" /><Relationship Type="http://schemas.openxmlformats.org/officeDocument/2006/relationships/image" Target="/ppt/media/image70.png" Id="Rf3230c4e2e024258" /><Relationship Type="http://schemas.openxmlformats.org/officeDocument/2006/relationships/image" Target="/ppt/media/image71.png" Id="R79347eaa6ba14a26" /><Relationship Type="http://schemas.openxmlformats.org/officeDocument/2006/relationships/image" Target="/ppt/media/image72.png" Id="R648b6db2be1144a4" /><Relationship Type="http://schemas.openxmlformats.org/officeDocument/2006/relationships/image" Target="/ppt/media/image73.png" Id="R3c3f02aee4cc4f5b" /><Relationship Type="http://schemas.openxmlformats.org/officeDocument/2006/relationships/image" Target="/ppt/media/image74.png" Id="R37399660a26649d1" /><Relationship Type="http://schemas.openxmlformats.org/officeDocument/2006/relationships/image" Target="/ppt/media/image75.png" Id="Rf44ef1f99ef24b6a" /><Relationship Type="http://schemas.openxmlformats.org/officeDocument/2006/relationships/image" Target="/ppt/media/image76.png" Id="R4bc5a4e3fc8f4ef3" /><Relationship Type="http://schemas.openxmlformats.org/officeDocument/2006/relationships/image" Target="/ppt/media/image77.png" Id="R00c5f23a26b148dc" /><Relationship Type="http://schemas.openxmlformats.org/officeDocument/2006/relationships/image" Target="/ppt/media/image78.png" Id="Rcc01b72ca9a74baa" /><Relationship Type="http://schemas.openxmlformats.org/officeDocument/2006/relationships/image" Target="/ppt/media/image79.png" Id="Rda8f44ceed48445c" /><Relationship Type="http://schemas.openxmlformats.org/officeDocument/2006/relationships/image" Target="/ppt/media/image80.png" Id="Rc6716da72fbc4c65" /><Relationship Type="http://schemas.openxmlformats.org/officeDocument/2006/relationships/image" Target="/ppt/media/image81.png" Id="R41d994b4c4fc4801" /><Relationship Type="http://schemas.openxmlformats.org/officeDocument/2006/relationships/image" Target="/ppt/media/image82.png" Id="Rba98b0047e2b464b" /><Relationship Type="http://schemas.openxmlformats.org/officeDocument/2006/relationships/image" Target="/ppt/media/image83.png" Id="Rac99e66d13904395" /><Relationship Type="http://schemas.openxmlformats.org/officeDocument/2006/relationships/image" Target="/ppt/media/image84.png" Id="R0b73337835784117" /><Relationship Type="http://schemas.openxmlformats.org/officeDocument/2006/relationships/image" Target="/ppt/media/image85.png" Id="R8b13845d219c4330" /><Relationship Type="http://schemas.openxmlformats.org/officeDocument/2006/relationships/image" Target="/ppt/media/image86.png" Id="Rc0edace204844d16" /><Relationship Type="http://schemas.openxmlformats.org/officeDocument/2006/relationships/notesSlide" Target="/ppt/notesSlides/notesSlide1.xml" Id="Red02387f92764c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5965fabb3f4e8b" /><Relationship Type="http://schemas.openxmlformats.org/officeDocument/2006/relationships/image" Target="/ppt/media/image87.png" Id="Rb11fa1eb02304b27" /><Relationship Type="http://schemas.openxmlformats.org/officeDocument/2006/relationships/image" Target="/ppt/media/image88.png" Id="R24ed556e00dc46db" /><Relationship Type="http://schemas.openxmlformats.org/officeDocument/2006/relationships/image" Target="/ppt/media/image89.png" Id="R4f38029eab154d84" /><Relationship Type="http://schemas.openxmlformats.org/officeDocument/2006/relationships/image" Target="/ppt/media/image90.png" Id="R7f9ffbcdb3de4517" /><Relationship Type="http://schemas.openxmlformats.org/officeDocument/2006/relationships/image" Target="/ppt/media/image91.png" Id="R1d781a5f9f4442c2" /><Relationship Type="http://schemas.openxmlformats.org/officeDocument/2006/relationships/image" Target="/ppt/media/image92.png" Id="R3d87f3b744774c89" /><Relationship Type="http://schemas.openxmlformats.org/officeDocument/2006/relationships/image" Target="/ppt/media/image93.png" Id="Ra0842a72d0504ab0" /><Relationship Type="http://schemas.openxmlformats.org/officeDocument/2006/relationships/image" Target="/ppt/media/image94.png" Id="R0be685448de74b78" /><Relationship Type="http://schemas.openxmlformats.org/officeDocument/2006/relationships/image" Target="/ppt/media/image95.png" Id="R7281d5d9cfe44e6b" /><Relationship Type="http://schemas.openxmlformats.org/officeDocument/2006/relationships/image" Target="/ppt/media/image96.png" Id="R7c257513989e4faa" /><Relationship Type="http://schemas.openxmlformats.org/officeDocument/2006/relationships/image" Target="/ppt/media/image97.png" Id="R6be34ba08b9a4d06" /><Relationship Type="http://schemas.openxmlformats.org/officeDocument/2006/relationships/image" Target="/ppt/media/image98.png" Id="R2ea172dfb8a34872" /><Relationship Type="http://schemas.openxmlformats.org/officeDocument/2006/relationships/image" Target="/ppt/media/image99.png" Id="Re86f3ad2b6db4868" /><Relationship Type="http://schemas.openxmlformats.org/officeDocument/2006/relationships/image" Target="/ppt/media/image100.png" Id="R9d5970c0ee3a4eca" /><Relationship Type="http://schemas.openxmlformats.org/officeDocument/2006/relationships/image" Target="/ppt/media/image101.png" Id="R5f44b85c0ce14f9d" /><Relationship Type="http://schemas.openxmlformats.org/officeDocument/2006/relationships/image" Target="/ppt/media/image102.png" Id="Raa4b65dd950540f0" /><Relationship Type="http://schemas.openxmlformats.org/officeDocument/2006/relationships/image" Target="/ppt/media/image103.png" Id="R384e7240b4774f77" /><Relationship Type="http://schemas.openxmlformats.org/officeDocument/2006/relationships/image" Target="/ppt/media/image104.png" Id="R21088a13ea40495c" /><Relationship Type="http://schemas.openxmlformats.org/officeDocument/2006/relationships/notesSlide" Target="/ppt/notesSlides/notesSlide2.xml" Id="R43934e824ed64d7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4" name="User input frame">
            <a:extLst xmlns:a="http://schemas.openxmlformats.org/drawingml/2006/main">
              <a:ext uri="{FF2B5EF4-FFF2-40B4-BE49-F238E27FC236}">
                <a16:creationId xmlns:a16="http://schemas.microsoft.com/office/drawing/2014/main" id="{6589124E-FF85-4A11-B63B-FB0A388FA343}"/>
              </a:ext>
            </a:extLst>
          </p:cNvPr>
          <p:cNvSpPr>
            <a:spLocks xmlns:a="http://schemas.openxmlformats.org/drawingml/2006/main" noGrp="1"/>
          </p:cNvSpPr>
          <p:nvPr/>
        </p:nvSpPr>
        <p:spPr>
          <a:xfrm xmlns:a="http://schemas.openxmlformats.org/drawingml/2006/main">
            <a:off x="66675" y="66675"/>
            <a:ext cx="3924300" cy="1809750"/>
          </a:xfrm>
          <a:custGeom xmlns:a="http://schemas.openxmlformats.org/drawingml/2006/main">
            <a:pathLst>
              <a:path w="3924300" h="1809750">
                <a:moveTo>
                  <a:pt x="95250" y="0"/>
                </a:moveTo>
                <a:lnTo>
                  <a:pt x="3829050" y="0"/>
                </a:lnTo>
                <a:cubicBezTo>
                  <a:pt x="3881655" y="0"/>
                  <a:pt x="3924300" y="42645"/>
                  <a:pt x="3924300" y="95250"/>
                </a:cubicBezTo>
                <a:lnTo>
                  <a:pt x="3924300" y="1714500"/>
                </a:lnTo>
                <a:cubicBezTo>
                  <a:pt x="3924300" y="1767105"/>
                  <a:pt x="3881655" y="1809750"/>
                  <a:pt x="3829050" y="1809750"/>
                </a:cubicBezTo>
                <a:lnTo>
                  <a:pt x="95250" y="1809750"/>
                </a:lnTo>
                <a:cubicBezTo>
                  <a:pt x="42645" y="1809750"/>
                  <a:pt x="0" y="1767105"/>
                  <a:pt x="0" y="1714500"/>
                </a:cubicBezTo>
                <a:lnTo>
                  <a:pt x="0" y="95250"/>
                </a:lnTo>
                <a:cubicBezTo>
                  <a:pt x="0" y="42645"/>
                  <a:pt x="42645" y="0"/>
                  <a:pt x="95250" y="0"/>
                </a:cubicBezTo>
                <a:close/>
              </a:path>
            </a:pathLst>
          </a:custGeom>
          <a:solidFill xmlns:a="http://schemas.openxmlformats.org/drawingml/2006/main">
            <a:srgbClr val="FAF5E5"/>
          </a:solidFill>
          <a:ln xmlns:a="http://schemas.openxmlformats.org/drawingml/2006/main" w="19050">
            <a:solidFill>
              <a:srgbClr val="DBBE82"/>
            </a:solidFill>
            <a:prstDash val="solid"/>
          </a:ln>
        </p:spPr>
      </p:sp>
      <p:sp>
        <p:nvSpPr>
          <p:cNvPr id="2" name="Intent analysis frame">
            <a:extLst xmlns:a="http://schemas.openxmlformats.org/drawingml/2006/main">
              <a:ext uri="{FF2B5EF4-FFF2-40B4-BE49-F238E27FC236}">
                <a16:creationId xmlns:a16="http://schemas.microsoft.com/office/drawing/2014/main" id="{F6B1E86F-EDA6-41E2-B5FE-A17EDD7B2001}"/>
              </a:ext>
            </a:extLst>
          </p:cNvPr>
          <p:cNvSpPr>
            <a:spLocks xmlns:a="http://schemas.openxmlformats.org/drawingml/2006/main" noGrp="1"/>
          </p:cNvSpPr>
          <p:nvPr/>
        </p:nvSpPr>
        <p:spPr>
          <a:xfrm xmlns:a="http://schemas.openxmlformats.org/drawingml/2006/main">
            <a:off x="4114800" y="66675"/>
            <a:ext cx="10115550" cy="1809750"/>
          </a:xfrm>
          <a:custGeom xmlns:a="http://schemas.openxmlformats.org/drawingml/2006/main">
            <a:pathLst>
              <a:path w="10115550" h="1809750">
                <a:moveTo>
                  <a:pt x="95250" y="0"/>
                </a:moveTo>
                <a:lnTo>
                  <a:pt x="10020300" y="0"/>
                </a:lnTo>
                <a:cubicBezTo>
                  <a:pt x="10072905" y="0"/>
                  <a:pt x="10115550" y="42645"/>
                  <a:pt x="10115550" y="95250"/>
                </a:cubicBezTo>
                <a:lnTo>
                  <a:pt x="10115550" y="1714500"/>
                </a:lnTo>
                <a:cubicBezTo>
                  <a:pt x="10115550" y="1767105"/>
                  <a:pt x="10072905" y="1809750"/>
                  <a:pt x="10020300" y="1809750"/>
                </a:cubicBezTo>
                <a:lnTo>
                  <a:pt x="95250" y="1809750"/>
                </a:lnTo>
                <a:cubicBezTo>
                  <a:pt x="42645" y="1809750"/>
                  <a:pt x="0" y="1767105"/>
                  <a:pt x="0" y="1714500"/>
                </a:cubicBezTo>
                <a:lnTo>
                  <a:pt x="0" y="95250"/>
                </a:lnTo>
                <a:cubicBezTo>
                  <a:pt x="0" y="42645"/>
                  <a:pt x="42645" y="0"/>
                  <a:pt x="95250" y="0"/>
                </a:cubicBezTo>
                <a:close/>
              </a:path>
            </a:pathLst>
          </a:custGeom>
          <a:solidFill xmlns:a="http://schemas.openxmlformats.org/drawingml/2006/main">
            <a:srgbClr val="FAF5E5"/>
          </a:solidFill>
          <a:ln xmlns:a="http://schemas.openxmlformats.org/drawingml/2006/main" w="19050">
            <a:solidFill>
              <a:srgbClr val="DBBE82"/>
            </a:solidFill>
            <a:prstDash val="solid"/>
          </a:ln>
        </p:spPr>
      </p:sp>
      <p:sp>
        <p:nvSpPr>
          <p:cNvPr id="3" name="Global terrain frame">
            <a:extLst xmlns:a="http://schemas.openxmlformats.org/drawingml/2006/main">
              <a:ext uri="{FF2B5EF4-FFF2-40B4-BE49-F238E27FC236}">
                <a16:creationId xmlns:a16="http://schemas.microsoft.com/office/drawing/2014/main" id="{597783A7-F18E-46F5-9814-68DE5703CC2B}"/>
              </a:ext>
            </a:extLst>
          </p:cNvPr>
          <p:cNvSpPr>
            <a:spLocks xmlns:a="http://schemas.openxmlformats.org/drawingml/2006/main" noGrp="1"/>
          </p:cNvSpPr>
          <p:nvPr/>
        </p:nvSpPr>
        <p:spPr>
          <a:xfrm xmlns:a="http://schemas.openxmlformats.org/drawingml/2006/main">
            <a:off x="66675" y="2000250"/>
            <a:ext cx="14163675" cy="5191125"/>
          </a:xfrm>
          <a:custGeom xmlns:a="http://schemas.openxmlformats.org/drawingml/2006/main">
            <a:pathLst>
              <a:path w="14163675" h="5191125">
                <a:moveTo>
                  <a:pt x="228600" y="0"/>
                </a:moveTo>
                <a:lnTo>
                  <a:pt x="13935075" y="0"/>
                </a:lnTo>
                <a:cubicBezTo>
                  <a:pt x="14061327" y="0"/>
                  <a:pt x="14163675" y="102348"/>
                  <a:pt x="14163675" y="228600"/>
                </a:cubicBezTo>
                <a:lnTo>
                  <a:pt x="14163675" y="4962525"/>
                </a:lnTo>
                <a:cubicBezTo>
                  <a:pt x="14163675" y="5088777"/>
                  <a:pt x="14061327" y="5191125"/>
                  <a:pt x="13935075" y="5191125"/>
                </a:cubicBezTo>
                <a:lnTo>
                  <a:pt x="228600" y="5191125"/>
                </a:lnTo>
                <a:cubicBezTo>
                  <a:pt x="102348" y="5191125"/>
                  <a:pt x="0" y="5088777"/>
                  <a:pt x="0" y="4962525"/>
                </a:cubicBezTo>
                <a:lnTo>
                  <a:pt x="0" y="228600"/>
                </a:lnTo>
                <a:cubicBezTo>
                  <a:pt x="0" y="102348"/>
                  <a:pt x="102348" y="0"/>
                  <a:pt x="228600" y="0"/>
                </a:cubicBezTo>
                <a:close/>
              </a:path>
            </a:pathLst>
          </a:custGeom>
          <a:solidFill xmlns:a="http://schemas.openxmlformats.org/drawingml/2006/main">
            <a:srgbClr val="EBF2FC"/>
          </a:solidFill>
          <a:ln xmlns:a="http://schemas.openxmlformats.org/drawingml/2006/main" w="19050">
            <a:solidFill>
              <a:srgbClr val="7CA3D5"/>
            </a:solidFill>
            <a:prstDash val="solid"/>
          </a:ln>
        </p:spPr>
      </p:sp>
      <p:sp>
        <p:nvSpPr>
          <p:cNvPr id="4" name="Global terrain heading bar">
            <a:extLst xmlns:a="http://schemas.openxmlformats.org/drawingml/2006/main">
              <a:ext uri="{FF2B5EF4-FFF2-40B4-BE49-F238E27FC236}">
                <a16:creationId xmlns:a16="http://schemas.microsoft.com/office/drawing/2014/main" id="{4924BD83-0A40-494E-B3CA-D8F4EBA10B6A}"/>
              </a:ext>
            </a:extLst>
          </p:cNvPr>
          <p:cNvSpPr>
            <a:spLocks xmlns:a="http://schemas.openxmlformats.org/drawingml/2006/main" noGrp="1"/>
          </p:cNvSpPr>
          <p:nvPr/>
        </p:nvSpPr>
        <p:spPr>
          <a:xfrm xmlns:a="http://schemas.openxmlformats.org/drawingml/2006/main">
            <a:off x="66675" y="2000250"/>
            <a:ext cx="14163675" cy="581025"/>
          </a:xfrm>
          <a:custGeom xmlns:a="http://schemas.openxmlformats.org/drawingml/2006/main">
            <a:pathLst>
              <a:path w="14163675" h="581025">
                <a:moveTo>
                  <a:pt x="171450" y="0"/>
                </a:moveTo>
                <a:lnTo>
                  <a:pt x="13992225" y="0"/>
                </a:lnTo>
                <a:cubicBezTo>
                  <a:pt x="14086914" y="0"/>
                  <a:pt x="14163675" y="76761"/>
                  <a:pt x="14163675" y="171450"/>
                </a:cubicBezTo>
                <a:lnTo>
                  <a:pt x="14163675" y="409575"/>
                </a:lnTo>
                <a:cubicBezTo>
                  <a:pt x="14163675" y="504264"/>
                  <a:pt x="14086914" y="581025"/>
                  <a:pt x="13992225" y="581025"/>
                </a:cubicBezTo>
                <a:lnTo>
                  <a:pt x="171450" y="581025"/>
                </a:lnTo>
                <a:cubicBezTo>
                  <a:pt x="76761" y="581025"/>
                  <a:pt x="0" y="504264"/>
                  <a:pt x="0" y="409575"/>
                </a:cubicBezTo>
                <a:lnTo>
                  <a:pt x="0" y="171450"/>
                </a:lnTo>
                <a:cubicBezTo>
                  <a:pt x="0" y="76761"/>
                  <a:pt x="76761" y="0"/>
                  <a:pt x="171450" y="0"/>
                </a:cubicBezTo>
                <a:close/>
              </a:path>
            </a:pathLst>
          </a:custGeom>
          <a:solidFill xmlns:a="http://schemas.openxmlformats.org/drawingml/2006/main">
            <a:srgbClr val="CFE0F3"/>
          </a:solidFill>
          <a:ln xmlns:a="http://schemas.openxmlformats.org/drawingml/2006/main" w="19050">
            <a:solidFill>
              <a:srgbClr val="7CA3D5"/>
            </a:solidFill>
            <a:prstDash val="solid"/>
          </a:ln>
        </p:spPr>
      </p:sp>
      <p:sp>
        <p:nvSpPr>
          <p:cNvPr id="5" name="Regional generation frame">
            <a:extLst xmlns:a="http://schemas.openxmlformats.org/drawingml/2006/main">
              <a:ext uri="{FF2B5EF4-FFF2-40B4-BE49-F238E27FC236}">
                <a16:creationId xmlns:a16="http://schemas.microsoft.com/office/drawing/2014/main" id="{BBBB905F-7EA3-4D19-BAA4-563EEAE419B7}"/>
              </a:ext>
            </a:extLst>
          </p:cNvPr>
          <p:cNvSpPr>
            <a:spLocks xmlns:a="http://schemas.openxmlformats.org/drawingml/2006/main" noGrp="1"/>
          </p:cNvSpPr>
          <p:nvPr/>
        </p:nvSpPr>
        <p:spPr>
          <a:xfrm xmlns:a="http://schemas.openxmlformats.org/drawingml/2006/main">
            <a:off x="66675" y="7381875"/>
            <a:ext cx="14163675" cy="5181600"/>
          </a:xfrm>
          <a:custGeom xmlns:a="http://schemas.openxmlformats.org/drawingml/2006/main">
            <a:pathLst>
              <a:path w="14163675" h="5181600">
                <a:moveTo>
                  <a:pt x="228600" y="0"/>
                </a:moveTo>
                <a:lnTo>
                  <a:pt x="13935075" y="0"/>
                </a:lnTo>
                <a:cubicBezTo>
                  <a:pt x="14061327" y="0"/>
                  <a:pt x="14163675" y="102348"/>
                  <a:pt x="14163675" y="228600"/>
                </a:cubicBezTo>
                <a:lnTo>
                  <a:pt x="14163675" y="4953000"/>
                </a:lnTo>
                <a:cubicBezTo>
                  <a:pt x="14163675" y="5079252"/>
                  <a:pt x="14061327" y="5181600"/>
                  <a:pt x="13935075" y="5181600"/>
                </a:cubicBezTo>
                <a:lnTo>
                  <a:pt x="228600" y="5181600"/>
                </a:lnTo>
                <a:cubicBezTo>
                  <a:pt x="102348" y="5181600"/>
                  <a:pt x="0" y="5079252"/>
                  <a:pt x="0" y="4953000"/>
                </a:cubicBezTo>
                <a:lnTo>
                  <a:pt x="0" y="228600"/>
                </a:lnTo>
                <a:cubicBezTo>
                  <a:pt x="0" y="102348"/>
                  <a:pt x="102348" y="0"/>
                  <a:pt x="228600" y="0"/>
                </a:cubicBezTo>
                <a:close/>
              </a:path>
            </a:pathLst>
          </a:custGeom>
          <a:solidFill xmlns:a="http://schemas.openxmlformats.org/drawingml/2006/main">
            <a:srgbClr val="ECF4E8"/>
          </a:solidFill>
          <a:ln xmlns:a="http://schemas.openxmlformats.org/drawingml/2006/main" w="19050">
            <a:solidFill>
              <a:srgbClr val="B3C8AA"/>
            </a:solidFill>
            <a:prstDash val="solid"/>
          </a:ln>
        </p:spPr>
      </p:sp>
      <p:sp>
        <p:nvSpPr>
          <p:cNvPr id="6" name="Regional generation heading">
            <a:extLst xmlns:a="http://schemas.openxmlformats.org/drawingml/2006/main">
              <a:ext uri="{FF2B5EF4-FFF2-40B4-BE49-F238E27FC236}">
                <a16:creationId xmlns:a16="http://schemas.microsoft.com/office/drawing/2014/main" id="{CAAFD92A-2DEA-458E-8F1A-A561A865FE0F}"/>
              </a:ext>
            </a:extLst>
          </p:cNvPr>
          <p:cNvSpPr>
            <a:spLocks xmlns:a="http://schemas.openxmlformats.org/drawingml/2006/main" noGrp="1"/>
          </p:cNvSpPr>
          <p:nvPr/>
        </p:nvSpPr>
        <p:spPr>
          <a:xfrm xmlns:a="http://schemas.openxmlformats.org/drawingml/2006/main">
            <a:off x="66675" y="7381875"/>
            <a:ext cx="14163675" cy="581025"/>
          </a:xfrm>
          <a:custGeom xmlns:a="http://schemas.openxmlformats.org/drawingml/2006/main">
            <a:pathLst>
              <a:path w="14163675" h="581025">
                <a:moveTo>
                  <a:pt x="171450" y="0"/>
                </a:moveTo>
                <a:lnTo>
                  <a:pt x="13992225" y="0"/>
                </a:lnTo>
                <a:cubicBezTo>
                  <a:pt x="14086914" y="0"/>
                  <a:pt x="14163675" y="76761"/>
                  <a:pt x="14163675" y="171450"/>
                </a:cubicBezTo>
                <a:lnTo>
                  <a:pt x="14163675" y="409575"/>
                </a:lnTo>
                <a:cubicBezTo>
                  <a:pt x="14163675" y="504264"/>
                  <a:pt x="14086914" y="581025"/>
                  <a:pt x="13992225" y="581025"/>
                </a:cubicBezTo>
                <a:lnTo>
                  <a:pt x="171450" y="581025"/>
                </a:lnTo>
                <a:cubicBezTo>
                  <a:pt x="76761" y="581025"/>
                  <a:pt x="0" y="504264"/>
                  <a:pt x="0" y="409575"/>
                </a:cubicBezTo>
                <a:lnTo>
                  <a:pt x="0" y="171450"/>
                </a:lnTo>
                <a:cubicBezTo>
                  <a:pt x="0" y="76761"/>
                  <a:pt x="76761" y="0"/>
                  <a:pt x="171450" y="0"/>
                </a:cubicBezTo>
                <a:close/>
              </a:path>
            </a:pathLst>
          </a:custGeom>
          <a:solidFill xmlns:a="http://schemas.openxmlformats.org/drawingml/2006/main">
            <a:srgbClr val="CFE6D3"/>
          </a:solidFill>
          <a:ln xmlns:a="http://schemas.openxmlformats.org/drawingml/2006/main" w="19050">
            <a:solidFill>
              <a:srgbClr val="B3C8AA"/>
            </a:solidFill>
            <a:prstDash val="solid"/>
          </a:ln>
        </p:spPr>
      </p:sp>
      <p:sp>
        <p:nvSpPr>
          <p:cNvPr id="7" name="Final scene frame">
            <a:extLst xmlns:a="http://schemas.openxmlformats.org/drawingml/2006/main">
              <a:ext uri="{FF2B5EF4-FFF2-40B4-BE49-F238E27FC236}">
                <a16:creationId xmlns:a16="http://schemas.microsoft.com/office/drawing/2014/main" id="{72A99273-4DFB-4FE3-9581-9837FC135FA8}"/>
              </a:ext>
            </a:extLst>
          </p:cNvPr>
          <p:cNvSpPr>
            <a:spLocks xmlns:a="http://schemas.openxmlformats.org/drawingml/2006/main" noGrp="1"/>
          </p:cNvSpPr>
          <p:nvPr/>
        </p:nvSpPr>
        <p:spPr>
          <a:xfrm xmlns:a="http://schemas.openxmlformats.org/drawingml/2006/main">
            <a:off x="66675" y="12753975"/>
            <a:ext cx="14163675" cy="2990850"/>
          </a:xfrm>
          <a:custGeom xmlns:a="http://schemas.openxmlformats.org/drawingml/2006/main">
            <a:pathLst>
              <a:path w="14163675" h="2990850">
                <a:moveTo>
                  <a:pt x="190500" y="0"/>
                </a:moveTo>
                <a:lnTo>
                  <a:pt x="13973175" y="0"/>
                </a:lnTo>
                <a:cubicBezTo>
                  <a:pt x="14078385" y="0"/>
                  <a:pt x="14163675" y="85290"/>
                  <a:pt x="14163675" y="190500"/>
                </a:cubicBezTo>
                <a:lnTo>
                  <a:pt x="14163675" y="2800350"/>
                </a:lnTo>
                <a:cubicBezTo>
                  <a:pt x="14163675" y="2905560"/>
                  <a:pt x="14078385" y="2990850"/>
                  <a:pt x="13973175" y="2990850"/>
                </a:cubicBezTo>
                <a:lnTo>
                  <a:pt x="190500" y="2990850"/>
                </a:lnTo>
                <a:cubicBezTo>
                  <a:pt x="85290" y="2990850"/>
                  <a:pt x="0" y="2905560"/>
                  <a:pt x="0" y="2800350"/>
                </a:cubicBezTo>
                <a:lnTo>
                  <a:pt x="0" y="190500"/>
                </a:lnTo>
                <a:cubicBezTo>
                  <a:pt x="0" y="85290"/>
                  <a:pt x="85290" y="0"/>
                  <a:pt x="190500" y="0"/>
                </a:cubicBezTo>
                <a:close/>
              </a:path>
            </a:pathLst>
          </a:custGeom>
          <a:solidFill xmlns:a="http://schemas.openxmlformats.org/drawingml/2006/main">
            <a:srgbClr val="FAF5E5"/>
          </a:solidFill>
          <a:ln xmlns:a="http://schemas.openxmlformats.org/drawingml/2006/main" w="19050">
            <a:solidFill>
              <a:srgbClr val="DBBE82"/>
            </a:solidFill>
            <a:prstDash val="solid"/>
          </a:ln>
        </p:spPr>
      </p:sp>
      <p:sp>
        <p:nvSpPr>
          <p:cNvPr id="8" name="User prompt box">
            <a:extLst xmlns:a="http://schemas.openxmlformats.org/drawingml/2006/main">
              <a:ext uri="{FF2B5EF4-FFF2-40B4-BE49-F238E27FC236}">
                <a16:creationId xmlns:a16="http://schemas.microsoft.com/office/drawing/2014/main" id="{45C2BC6E-706C-45D7-A302-711269051683}"/>
              </a:ext>
            </a:extLst>
          </p:cNvPr>
          <p:cNvSpPr>
            <a:spLocks xmlns:a="http://schemas.openxmlformats.org/drawingml/2006/main" noGrp="1"/>
          </p:cNvSpPr>
          <p:nvPr/>
        </p:nvSpPr>
        <p:spPr>
          <a:xfrm xmlns:a="http://schemas.openxmlformats.org/drawingml/2006/main">
            <a:off x="190500" y="742950"/>
            <a:ext cx="3676650" cy="1038225"/>
          </a:xfrm>
          <a:custGeom xmlns:a="http://schemas.openxmlformats.org/drawingml/2006/main">
            <a:pathLst>
              <a:path w="3676650" h="1038225">
                <a:moveTo>
                  <a:pt x="66675" y="0"/>
                </a:moveTo>
                <a:lnTo>
                  <a:pt x="3609975" y="0"/>
                </a:lnTo>
                <a:cubicBezTo>
                  <a:pt x="3646799" y="0"/>
                  <a:pt x="3676650" y="29851"/>
                  <a:pt x="3676650" y="66675"/>
                </a:cubicBezTo>
                <a:lnTo>
                  <a:pt x="3676650" y="971550"/>
                </a:lnTo>
                <a:cubicBezTo>
                  <a:pt x="3676650" y="1008374"/>
                  <a:pt x="3646799" y="1038225"/>
                  <a:pt x="3609975" y="1038225"/>
                </a:cubicBezTo>
                <a:lnTo>
                  <a:pt x="66675" y="1038225"/>
                </a:lnTo>
                <a:cubicBezTo>
                  <a:pt x="29851" y="1038225"/>
                  <a:pt x="0" y="1008374"/>
                  <a:pt x="0" y="971550"/>
                </a:cubicBezTo>
                <a:lnTo>
                  <a:pt x="0" y="66675"/>
                </a:lnTo>
                <a:cubicBezTo>
                  <a:pt x="0" y="29851"/>
                  <a:pt x="29851" y="0"/>
                  <a:pt x="66675" y="0"/>
                </a:cubicBezTo>
                <a:close/>
              </a:path>
            </a:pathLst>
          </a:custGeom>
          <a:solidFill xmlns:a="http://schemas.openxmlformats.org/drawingml/2006/main">
            <a:srgbClr val="FFFFFF"/>
          </a:solidFill>
          <a:ln xmlns:a="http://schemas.openxmlformats.org/drawingml/2006/main" w="14288">
            <a:solidFill>
              <a:srgbClr val="D6CDA4"/>
            </a:solidFill>
            <a:prstDash val="solid"/>
          </a:ln>
        </p:spPr>
      </p:sp>
      <p:sp>
        <p:nvSpPr>
          <p:cNvPr id="9" name="USER INPUT">
            <a:extLst xmlns:a="http://schemas.openxmlformats.org/drawingml/2006/main">
              <a:ext uri="{FF2B5EF4-FFF2-40B4-BE49-F238E27FC236}">
                <a16:creationId xmlns:a16="http://schemas.microsoft.com/office/drawing/2014/main" id="{5310A59B-9AE3-43A8-AC7B-7C471E7F4B01}"/>
              </a:ext>
            </a:extLst>
          </p:cNvPr>
          <p:cNvSpPr>
            <a:spLocks xmlns:a="http://schemas.openxmlformats.org/drawingml/2006/main" noGrp="1"/>
          </p:cNvSpPr>
          <p:nvPr/>
        </p:nvSpPr>
        <p:spPr>
          <a:xfrm xmlns:a="http://schemas.openxmlformats.org/drawingml/2006/main" rot="0">
            <a:off x="1638300" y="167345"/>
            <a:ext cx="1524000" cy="35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90" b="1" i="0">
                <a:solidFill>
                  <a:srgbClr val="A4966D"/>
                </a:solidFill>
                <a:latin typeface="Times New Roman"/>
                <a:ea typeface="Times New Roman"/>
                <a:cs typeface="Times New Roman"/>
              </a:defRPr>
            </a:defPPr>
          </a:lstStyle>
          <a:p xmlns:a="http://schemas.openxmlformats.org/drawingml/2006/main">
            <a:pPr algn="l">
              <a:lnSpc>
                <a:spcPct val="100000"/>
              </a:lnSpc>
              <a:buNone/>
              <a:defRPr sz="1990" b="1" i="0">
                <a:solidFill>
                  <a:srgbClr val="A4966D"/>
                </a:solidFill>
                <a:latin typeface="Times New Roman"/>
                <a:ea typeface="Times New Roman"/>
                <a:cs typeface="Times New Roman"/>
              </a:defRPr>
            </a:pPr>
            <a:r>
              <a:rPr sz="1990" b="1" i="0">
                <a:solidFill>
                  <a:srgbClr val="A4966D"/>
                </a:solidFill>
                <a:latin typeface="Times New Roman"/>
                <a:ea typeface="Times New Roman"/>
                <a:cs typeface="Times New Roman"/>
              </a:rPr>
              <a:t>USER INPUT</a:t>
            </a:r>
          </a:p>
        </p:txBody>
      </p:sp>
      <p:pic>
        <p:nvPicPr>
          <p:cNvPr id="10" name="">
            <a:extLst xmlns:a="http://schemas.openxmlformats.org/drawingml/2006/main">
              <a:ext uri="{FF2B5EF4-FFF2-40B4-BE49-F238E27FC236}">
                <a16:creationId xmlns:a16="http://schemas.microsoft.com/office/drawing/2014/main" id="{B0D8BC3D-2C37-4E51-9DBE-9995B3A95A61}"/>
              </a:ext>
            </a:extLst>
          </p:cNvPr>
          <p:cNvPicPr>
            <a:picLocks xmlns:a="http://schemas.openxmlformats.org/drawingml/2006/main" noChangeAspect="1"/>
          </p:cNvPicPr>
          <p:nvPr/>
        </p:nvPicPr>
        <p:blipFill>
          <a:blip xmlns:r="http://schemas.openxmlformats.org/officeDocument/2006/relationships" xmlns:a="http://schemas.openxmlformats.org/drawingml/2006/main" r:embed="Ra7b3a5a477a44dab"/>
          <a:stretch xmlns:a="http://schemas.openxmlformats.org/drawingml/2006/main"/>
        </p:blipFill>
        <p:spPr>
          <a:xfrm xmlns:a="http://schemas.openxmlformats.org/drawingml/2006/main">
            <a:off x="504825" y="123956"/>
            <a:ext cx="790575" cy="456938"/>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4DD2380-4822-44B1-90D0-174ED6AE584B}"/>
              </a:ext>
            </a:extLst>
          </p:cNvPr>
          <p:cNvPicPr>
            <a:picLocks xmlns:a="http://schemas.openxmlformats.org/drawingml/2006/main" noChangeAspect="1"/>
          </p:cNvPicPr>
          <p:nvPr/>
        </p:nvPicPr>
        <p:blipFill>
          <a:blip xmlns:r="http://schemas.openxmlformats.org/officeDocument/2006/relationships" xmlns:a="http://schemas.openxmlformats.org/drawingml/2006/main" r:embed="R0e461f496c3c48ad"/>
          <a:stretch xmlns:a="http://schemas.openxmlformats.org/drawingml/2006/main"/>
        </p:blipFill>
        <p:spPr>
          <a:xfrm xmlns:a="http://schemas.openxmlformats.org/drawingml/2006/main">
            <a:off x="5154159" y="123825"/>
            <a:ext cx="1378857" cy="457200"/>
          </a:xfrm>
          <a:prstGeom xmlns:a="http://schemas.openxmlformats.org/drawingml/2006/main" prst="rect">
            <a:avLst/>
          </a:prstGeom>
        </p:spPr>
      </p:pic>
      <p:sp>
        <p:nvSpPr>
          <p:cNvPr id="12" name="STAGE 1: INTENT ANALYSIS &amp; PLANNING">
            <a:extLst xmlns:a="http://schemas.openxmlformats.org/drawingml/2006/main">
              <a:ext uri="{FF2B5EF4-FFF2-40B4-BE49-F238E27FC236}">
                <a16:creationId xmlns:a16="http://schemas.microsoft.com/office/drawing/2014/main" id="{6AB097FA-C5F2-42AA-B972-B27A6D1808A1}"/>
              </a:ext>
            </a:extLst>
          </p:cNvPr>
          <p:cNvSpPr>
            <a:spLocks xmlns:a="http://schemas.openxmlformats.org/drawingml/2006/main" noGrp="1"/>
          </p:cNvSpPr>
          <p:nvPr/>
        </p:nvSpPr>
        <p:spPr>
          <a:xfrm xmlns:a="http://schemas.openxmlformats.org/drawingml/2006/main" rot="0">
            <a:off x="7000875" y="197568"/>
            <a:ext cx="5010150" cy="3456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4" b="1" i="0">
                <a:solidFill>
                  <a:srgbClr val="A4966D"/>
                </a:solidFill>
                <a:latin typeface="Times New Roman"/>
                <a:ea typeface="Times New Roman"/>
                <a:cs typeface="Times New Roman"/>
              </a:defRPr>
            </a:defPPr>
          </a:lstStyle>
          <a:p xmlns:a="http://schemas.openxmlformats.org/drawingml/2006/main">
            <a:pPr algn="l">
              <a:lnSpc>
                <a:spcPct val="100000"/>
              </a:lnSpc>
              <a:buNone/>
              <a:defRPr sz="1944" b="1" i="0">
                <a:solidFill>
                  <a:srgbClr val="A4966D"/>
                </a:solidFill>
                <a:latin typeface="Times New Roman"/>
                <a:ea typeface="Times New Roman"/>
                <a:cs typeface="Times New Roman"/>
              </a:defRPr>
            </a:pPr>
            <a:r>
              <a:rPr sz="1944" b="1" i="0">
                <a:solidFill>
                  <a:srgbClr val="A4966D"/>
                </a:solidFill>
                <a:latin typeface="Times New Roman"/>
                <a:ea typeface="Times New Roman"/>
                <a:cs typeface="Times New Roman"/>
              </a:rPr>
              <a:t>STAGE 1: INTENT ANALYSIS &amp; PLANNING</a:t>
            </a:r>
          </a:p>
        </p:txBody>
      </p:sp>
      <p:sp>
        <p:nvSpPr>
          <p:cNvPr id="13" name="Generate a cartoon-style snowy">
            <a:extLst xmlns:a="http://schemas.openxmlformats.org/drawingml/2006/main">
              <a:ext uri="{FF2B5EF4-FFF2-40B4-BE49-F238E27FC236}">
                <a16:creationId xmlns:a16="http://schemas.microsoft.com/office/drawing/2014/main" id="{4CD62688-52D2-4F1E-9F21-903FF20A3ED7}"/>
              </a:ext>
            </a:extLst>
          </p:cNvPr>
          <p:cNvSpPr>
            <a:spLocks xmlns:a="http://schemas.openxmlformats.org/drawingml/2006/main" noGrp="1"/>
          </p:cNvSpPr>
          <p:nvPr/>
        </p:nvSpPr>
        <p:spPr>
          <a:xfrm xmlns:a="http://schemas.openxmlformats.org/drawingml/2006/main" rot="0">
            <a:off x="352425" y="883989"/>
            <a:ext cx="2924175" cy="24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1" b="0" i="0">
                <a:solidFill>
                  <a:srgbClr val="454545"/>
                </a:solidFill>
                <a:latin typeface="Times New Roman"/>
                <a:ea typeface="Times New Roman"/>
                <a:cs typeface="Times New Roman"/>
              </a:defRPr>
            </a:defPPr>
          </a:lstStyle>
          <a:p xmlns:a="http://schemas.openxmlformats.org/drawingml/2006/main">
            <a:pPr algn="l">
              <a:lnSpc>
                <a:spcPct val="100000"/>
              </a:lnSpc>
              <a:buNone/>
              <a:defRPr sz="1391" b="0" i="0">
                <a:solidFill>
                  <a:srgbClr val="454545"/>
                </a:solidFill>
                <a:latin typeface="Times New Roman"/>
                <a:ea typeface="Times New Roman"/>
                <a:cs typeface="Times New Roman"/>
              </a:defRPr>
            </a:pPr>
            <a:r>
              <a:rPr sz="1391" b="0" i="0">
                <a:solidFill>
                  <a:srgbClr val="454545"/>
                </a:solidFill>
                <a:latin typeface="Times New Roman"/>
                <a:ea typeface="Times New Roman"/>
                <a:cs typeface="Times New Roman"/>
              </a:rPr>
              <a:t>Generate a cartoon-style snowy</a:t>
            </a:r>
          </a:p>
        </p:txBody>
      </p:sp>
      <p:sp>
        <p:nvSpPr>
          <p:cNvPr id="14" name="landscape featuring mountains flanking">
            <a:extLst xmlns:a="http://schemas.openxmlformats.org/drawingml/2006/main">
              <a:ext uri="{FF2B5EF4-FFF2-40B4-BE49-F238E27FC236}">
                <a16:creationId xmlns:a16="http://schemas.microsoft.com/office/drawing/2014/main" id="{3B7ADA11-FBF0-4363-A674-8C6F3E0A2ACC}"/>
              </a:ext>
            </a:extLst>
          </p:cNvPr>
          <p:cNvSpPr>
            <a:spLocks xmlns:a="http://schemas.openxmlformats.org/drawingml/2006/main" noGrp="1"/>
          </p:cNvSpPr>
          <p:nvPr/>
        </p:nvSpPr>
        <p:spPr>
          <a:xfrm xmlns:a="http://schemas.openxmlformats.org/drawingml/2006/main" rot="0">
            <a:off x="352425" y="1141164"/>
            <a:ext cx="3324225" cy="24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1" b="0" i="0">
                <a:solidFill>
                  <a:srgbClr val="454545"/>
                </a:solidFill>
                <a:latin typeface="Times New Roman"/>
                <a:ea typeface="Times New Roman"/>
                <a:cs typeface="Times New Roman"/>
              </a:defRPr>
            </a:defPPr>
          </a:lstStyle>
          <a:p xmlns:a="http://schemas.openxmlformats.org/drawingml/2006/main">
            <a:pPr algn="l">
              <a:lnSpc>
                <a:spcPct val="100000"/>
              </a:lnSpc>
              <a:buNone/>
              <a:defRPr sz="1391" b="0" i="0">
                <a:solidFill>
                  <a:srgbClr val="454545"/>
                </a:solidFill>
                <a:latin typeface="Times New Roman"/>
                <a:ea typeface="Times New Roman"/>
                <a:cs typeface="Times New Roman"/>
              </a:defRPr>
            </a:pPr>
            <a:r>
              <a:rPr sz="1391" b="0" i="0">
                <a:solidFill>
                  <a:srgbClr val="454545"/>
                </a:solidFill>
                <a:latin typeface="Times New Roman"/>
                <a:ea typeface="Times New Roman"/>
                <a:cs typeface="Times New Roman"/>
              </a:rPr>
              <a:t>landscape featuring mountains flanking</a:t>
            </a:r>
          </a:p>
        </p:txBody>
      </p:sp>
      <p:sp>
        <p:nvSpPr>
          <p:cNvPr id="15" name="both sides and diverse terrain types.">
            <a:extLst xmlns:a="http://schemas.openxmlformats.org/drawingml/2006/main">
              <a:ext uri="{FF2B5EF4-FFF2-40B4-BE49-F238E27FC236}">
                <a16:creationId xmlns:a16="http://schemas.microsoft.com/office/drawing/2014/main" id="{4D2AE003-7590-4F12-A807-EA40B59AC720}"/>
              </a:ext>
            </a:extLst>
          </p:cNvPr>
          <p:cNvSpPr>
            <a:spLocks xmlns:a="http://schemas.openxmlformats.org/drawingml/2006/main" noGrp="1"/>
          </p:cNvSpPr>
          <p:nvPr/>
        </p:nvSpPr>
        <p:spPr>
          <a:xfrm xmlns:a="http://schemas.openxmlformats.org/drawingml/2006/main" rot="0">
            <a:off x="352425" y="1388814"/>
            <a:ext cx="3200400" cy="24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1" b="0" i="0">
                <a:solidFill>
                  <a:srgbClr val="454545"/>
                </a:solidFill>
                <a:latin typeface="Times New Roman"/>
                <a:ea typeface="Times New Roman"/>
                <a:cs typeface="Times New Roman"/>
              </a:defRPr>
            </a:defPPr>
          </a:lstStyle>
          <a:p xmlns:a="http://schemas.openxmlformats.org/drawingml/2006/main">
            <a:pPr algn="l">
              <a:lnSpc>
                <a:spcPct val="100000"/>
              </a:lnSpc>
              <a:buNone/>
              <a:defRPr sz="1391" b="0" i="0">
                <a:solidFill>
                  <a:srgbClr val="454545"/>
                </a:solidFill>
                <a:latin typeface="Times New Roman"/>
                <a:ea typeface="Times New Roman"/>
                <a:cs typeface="Times New Roman"/>
              </a:defRPr>
            </a:pPr>
            <a:r>
              <a:rPr sz="1391" b="0" i="0">
                <a:solidFill>
                  <a:srgbClr val="454545"/>
                </a:solidFill>
                <a:latin typeface="Times New Roman"/>
                <a:ea typeface="Times New Roman"/>
                <a:cs typeface="Times New Roman"/>
              </a:rPr>
              <a:t>both sides and diverse terrain types.</a:t>
            </a:r>
          </a:p>
        </p:txBody>
      </p:sp>
      <p:pic>
        <p:nvPicPr>
          <p:cNvPr id="16" name="">
            <a:extLst xmlns:a="http://schemas.openxmlformats.org/drawingml/2006/main">
              <a:ext uri="{FF2B5EF4-FFF2-40B4-BE49-F238E27FC236}">
                <a16:creationId xmlns:a16="http://schemas.microsoft.com/office/drawing/2014/main" id="{857FD660-9FF4-40FC-B81D-84452FF75FFD}"/>
              </a:ext>
            </a:extLst>
          </p:cNvPr>
          <p:cNvPicPr>
            <a:picLocks xmlns:a="http://schemas.openxmlformats.org/drawingml/2006/main" noChangeAspect="1"/>
          </p:cNvPicPr>
          <p:nvPr/>
        </p:nvPicPr>
        <p:blipFill>
          <a:blip xmlns:r="http://schemas.openxmlformats.org/officeDocument/2006/relationships" xmlns:a="http://schemas.openxmlformats.org/drawingml/2006/main" r:embed="Rca2327f8d82744b2"/>
          <a:stretch xmlns:a="http://schemas.openxmlformats.org/drawingml/2006/main"/>
        </p:blipFill>
        <p:spPr>
          <a:xfrm xmlns:a="http://schemas.openxmlformats.org/drawingml/2006/main">
            <a:off x="4257675" y="781982"/>
            <a:ext cx="333375" cy="369611"/>
          </a:xfrm>
          <a:prstGeom xmlns:a="http://schemas.openxmlformats.org/drawingml/2006/main" prst="rect">
            <a:avLst/>
          </a:prstGeom>
        </p:spPr>
      </p:pic>
      <p:sp>
        <p:nvSpPr>
          <p:cNvPr id="17" name="Scene Type">
            <a:extLst xmlns:a="http://schemas.openxmlformats.org/drawingml/2006/main">
              <a:ext uri="{FF2B5EF4-FFF2-40B4-BE49-F238E27FC236}">
                <a16:creationId xmlns:a16="http://schemas.microsoft.com/office/drawing/2014/main" id="{6398161A-246C-49B7-B8BC-5D9E76B3B3B3}"/>
              </a:ext>
            </a:extLst>
          </p:cNvPr>
          <p:cNvSpPr>
            <a:spLocks xmlns:a="http://schemas.openxmlformats.org/drawingml/2006/main" noGrp="1"/>
          </p:cNvSpPr>
          <p:nvPr/>
        </p:nvSpPr>
        <p:spPr>
          <a:xfrm xmlns:a="http://schemas.openxmlformats.org/drawingml/2006/main" rot="0">
            <a:off x="4724400" y="825818"/>
            <a:ext cx="1085850" cy="300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88" b="1" i="0">
                <a:solidFill>
                  <a:srgbClr val="857A55"/>
                </a:solidFill>
                <a:latin typeface="Times New Roman"/>
                <a:ea typeface="Times New Roman"/>
                <a:cs typeface="Times New Roman"/>
              </a:defRPr>
            </a:defPPr>
          </a:lstStyle>
          <a:p xmlns:a="http://schemas.openxmlformats.org/drawingml/2006/main">
            <a:pPr algn="l">
              <a:lnSpc>
                <a:spcPct val="100000"/>
              </a:lnSpc>
              <a:buNone/>
              <a:defRPr sz="1688" b="1" i="0">
                <a:solidFill>
                  <a:srgbClr val="857A55"/>
                </a:solidFill>
                <a:latin typeface="Times New Roman"/>
                <a:ea typeface="Times New Roman"/>
                <a:cs typeface="Times New Roman"/>
              </a:defRPr>
            </a:pPr>
            <a:r>
              <a:rPr sz="1688" b="1" i="0">
                <a:solidFill>
                  <a:srgbClr val="857A55"/>
                </a:solidFill>
                <a:latin typeface="Times New Roman"/>
                <a:ea typeface="Times New Roman"/>
                <a:cs typeface="Times New Roman"/>
              </a:rPr>
              <a:t>Scene Type</a:t>
            </a:r>
          </a:p>
        </p:txBody>
      </p:sp>
      <p:sp>
        <p:nvSpPr>
          <p:cNvPr id="18" name="snow and ice">
            <a:extLst xmlns:a="http://schemas.openxmlformats.org/drawingml/2006/main">
              <a:ext uri="{FF2B5EF4-FFF2-40B4-BE49-F238E27FC236}">
                <a16:creationId xmlns:a16="http://schemas.microsoft.com/office/drawing/2014/main" id="{489E157E-4E95-4215-956B-D4AE6BC0D155}"/>
              </a:ext>
            </a:extLst>
          </p:cNvPr>
          <p:cNvSpPr>
            <a:spLocks xmlns:a="http://schemas.openxmlformats.org/drawingml/2006/main" noGrp="1"/>
          </p:cNvSpPr>
          <p:nvPr/>
        </p:nvSpPr>
        <p:spPr>
          <a:xfrm xmlns:a="http://schemas.openxmlformats.org/drawingml/2006/main" rot="0">
            <a:off x="4724400" y="1191401"/>
            <a:ext cx="1228725" cy="32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53" b="0" i="0">
                <a:solidFill>
                  <a:srgbClr val="454545"/>
                </a:solidFill>
                <a:latin typeface="Times New Roman"/>
                <a:ea typeface="Times New Roman"/>
                <a:cs typeface="Times New Roman"/>
              </a:defRPr>
            </a:defPPr>
          </a:lstStyle>
          <a:p xmlns:a="http://schemas.openxmlformats.org/drawingml/2006/main">
            <a:pPr algn="l">
              <a:lnSpc>
                <a:spcPct val="100000"/>
              </a:lnSpc>
              <a:buNone/>
              <a:defRPr sz="1853" b="0" i="0">
                <a:solidFill>
                  <a:srgbClr val="454545"/>
                </a:solidFill>
                <a:latin typeface="Times New Roman"/>
                <a:ea typeface="Times New Roman"/>
                <a:cs typeface="Times New Roman"/>
              </a:defRPr>
            </a:pPr>
            <a:r>
              <a:rPr sz="1853" b="0" i="0">
                <a:solidFill>
                  <a:srgbClr val="454545"/>
                </a:solidFill>
                <a:latin typeface="Times New Roman"/>
                <a:ea typeface="Times New Roman"/>
                <a:cs typeface="Times New Roman"/>
              </a:rPr>
              <a:t>snow and ice</a:t>
            </a:r>
          </a:p>
        </p:txBody>
      </p:sp>
      <p:pic>
        <p:nvPicPr>
          <p:cNvPr id="19" name="">
            <a:extLst xmlns:a="http://schemas.openxmlformats.org/drawingml/2006/main">
              <a:ext uri="{FF2B5EF4-FFF2-40B4-BE49-F238E27FC236}">
                <a16:creationId xmlns:a16="http://schemas.microsoft.com/office/drawing/2014/main" id="{710445D9-3C62-4DC6-BA19-9ABE64FBDD1A}"/>
              </a:ext>
            </a:extLst>
          </p:cNvPr>
          <p:cNvPicPr>
            <a:picLocks xmlns:a="http://schemas.openxmlformats.org/drawingml/2006/main" noChangeAspect="1"/>
          </p:cNvPicPr>
          <p:nvPr/>
        </p:nvPicPr>
        <p:blipFill>
          <a:blip xmlns:r="http://schemas.openxmlformats.org/officeDocument/2006/relationships" xmlns:a="http://schemas.openxmlformats.org/drawingml/2006/main" r:embed="R2ac7f5980cbe42f5"/>
          <a:stretch xmlns:a="http://schemas.openxmlformats.org/drawingml/2006/main"/>
        </p:blipFill>
        <p:spPr>
          <a:xfrm xmlns:a="http://schemas.openxmlformats.org/drawingml/2006/main">
            <a:off x="6029516" y="781050"/>
            <a:ext cx="332994" cy="361950"/>
          </a:xfrm>
          <a:prstGeom xmlns:a="http://schemas.openxmlformats.org/drawingml/2006/main" prst="rect">
            <a:avLst/>
          </a:prstGeom>
        </p:spPr>
      </p:pic>
      <p:sp>
        <p:nvSpPr>
          <p:cNvPr id="20" name="Spatial Layout">
            <a:extLst xmlns:a="http://schemas.openxmlformats.org/drawingml/2006/main">
              <a:ext uri="{FF2B5EF4-FFF2-40B4-BE49-F238E27FC236}">
                <a16:creationId xmlns:a16="http://schemas.microsoft.com/office/drawing/2014/main" id="{B29325E9-6EA1-4EB5-A10F-8C0E9D33F68B}"/>
              </a:ext>
            </a:extLst>
          </p:cNvPr>
          <p:cNvSpPr>
            <a:spLocks xmlns:a="http://schemas.openxmlformats.org/drawingml/2006/main" noGrp="1"/>
          </p:cNvSpPr>
          <p:nvPr/>
        </p:nvSpPr>
        <p:spPr>
          <a:xfrm xmlns:a="http://schemas.openxmlformats.org/drawingml/2006/main" rot="0">
            <a:off x="6467475" y="828218"/>
            <a:ext cx="1371600"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Spatial Layout</a:t>
            </a:r>
          </a:p>
        </p:txBody>
      </p:sp>
      <p:sp>
        <p:nvSpPr>
          <p:cNvPr id="21" name="surround by">
            <a:extLst xmlns:a="http://schemas.openxmlformats.org/drawingml/2006/main">
              <a:ext uri="{FF2B5EF4-FFF2-40B4-BE49-F238E27FC236}">
                <a16:creationId xmlns:a16="http://schemas.microsoft.com/office/drawing/2014/main" id="{BBDF7E8D-10E9-4834-B86D-A347678D2347}"/>
              </a:ext>
            </a:extLst>
          </p:cNvPr>
          <p:cNvSpPr>
            <a:spLocks xmlns:a="http://schemas.openxmlformats.org/drawingml/2006/main" noGrp="1"/>
          </p:cNvSpPr>
          <p:nvPr/>
        </p:nvSpPr>
        <p:spPr>
          <a:xfrm xmlns:a="http://schemas.openxmlformats.org/drawingml/2006/main" rot="0">
            <a:off x="6515100" y="1199515"/>
            <a:ext cx="1123950" cy="28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625" b="0" i="0">
                <a:solidFill>
                  <a:srgbClr val="454545"/>
                </a:solidFill>
                <a:latin typeface="Times New Roman"/>
                <a:ea typeface="Times New Roman"/>
                <a:cs typeface="Times New Roman"/>
              </a:defRPr>
            </a:pPr>
            <a:r>
              <a:rPr sz="1625" b="0" i="0">
                <a:solidFill>
                  <a:srgbClr val="454545"/>
                </a:solidFill>
                <a:latin typeface="Times New Roman"/>
                <a:ea typeface="Times New Roman"/>
                <a:cs typeface="Times New Roman"/>
              </a:rPr>
              <a:t>surround by</a:t>
            </a:r>
          </a:p>
        </p:txBody>
      </p:sp>
      <p:pic>
        <p:nvPicPr>
          <p:cNvPr id="22" name="">
            <a:extLst xmlns:a="http://schemas.openxmlformats.org/drawingml/2006/main">
              <a:ext uri="{FF2B5EF4-FFF2-40B4-BE49-F238E27FC236}">
                <a16:creationId xmlns:a16="http://schemas.microsoft.com/office/drawing/2014/main" id="{39B2E839-143F-4443-9088-A75DF58A2694}"/>
              </a:ext>
            </a:extLst>
          </p:cNvPr>
          <p:cNvPicPr>
            <a:picLocks xmlns:a="http://schemas.openxmlformats.org/drawingml/2006/main" noChangeAspect="1"/>
          </p:cNvPicPr>
          <p:nvPr/>
        </p:nvPicPr>
        <p:blipFill>
          <a:blip xmlns:r="http://schemas.openxmlformats.org/officeDocument/2006/relationships" xmlns:a="http://schemas.openxmlformats.org/drawingml/2006/main" r:embed="Rfefc0de9541b4880"/>
          <a:stretch xmlns:a="http://schemas.openxmlformats.org/drawingml/2006/main"/>
        </p:blipFill>
        <p:spPr>
          <a:xfrm xmlns:a="http://schemas.openxmlformats.org/drawingml/2006/main">
            <a:off x="8002323" y="762000"/>
            <a:ext cx="368829" cy="390525"/>
          </a:xfrm>
          <a:prstGeom xmlns:a="http://schemas.openxmlformats.org/drawingml/2006/main" prst="rect">
            <a:avLst/>
          </a:prstGeom>
        </p:spPr>
      </p:pic>
      <p:sp>
        <p:nvSpPr>
          <p:cNvPr id="23" name="Visual Style">
            <a:extLst xmlns:a="http://schemas.openxmlformats.org/drawingml/2006/main">
              <a:ext uri="{FF2B5EF4-FFF2-40B4-BE49-F238E27FC236}">
                <a16:creationId xmlns:a16="http://schemas.microsoft.com/office/drawing/2014/main" id="{3E23763A-AEB7-4592-B76E-405C7EC1671A}"/>
              </a:ext>
            </a:extLst>
          </p:cNvPr>
          <p:cNvSpPr>
            <a:spLocks xmlns:a="http://schemas.openxmlformats.org/drawingml/2006/main" noGrp="1"/>
          </p:cNvSpPr>
          <p:nvPr/>
        </p:nvSpPr>
        <p:spPr>
          <a:xfrm xmlns:a="http://schemas.openxmlformats.org/drawingml/2006/main" rot="0">
            <a:off x="8477250" y="828218"/>
            <a:ext cx="1114425"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Visual Style</a:t>
            </a:r>
          </a:p>
        </p:txBody>
      </p:sp>
      <p:sp>
        <p:nvSpPr>
          <p:cNvPr id="24" name="cartoon">
            <a:extLst xmlns:a="http://schemas.openxmlformats.org/drawingml/2006/main">
              <a:ext uri="{FF2B5EF4-FFF2-40B4-BE49-F238E27FC236}">
                <a16:creationId xmlns:a16="http://schemas.microsoft.com/office/drawing/2014/main" id="{E9220D22-BC96-4846-9C20-0652418ADBBC}"/>
              </a:ext>
            </a:extLst>
          </p:cNvPr>
          <p:cNvSpPr>
            <a:spLocks xmlns:a="http://schemas.openxmlformats.org/drawingml/2006/main" noGrp="1"/>
          </p:cNvSpPr>
          <p:nvPr/>
        </p:nvSpPr>
        <p:spPr>
          <a:xfrm xmlns:a="http://schemas.openxmlformats.org/drawingml/2006/main" rot="0">
            <a:off x="8810625" y="1189701"/>
            <a:ext cx="723900" cy="337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1" b="0" i="0">
                <a:solidFill>
                  <a:srgbClr val="454545"/>
                </a:solidFill>
                <a:latin typeface="Times New Roman"/>
                <a:ea typeface="Times New Roman"/>
                <a:cs typeface="Times New Roman"/>
              </a:defRPr>
            </a:defPPr>
          </a:lstStyle>
          <a:p xmlns:a="http://schemas.openxmlformats.org/drawingml/2006/main">
            <a:pPr algn="l">
              <a:lnSpc>
                <a:spcPct val="100000"/>
              </a:lnSpc>
              <a:buNone/>
              <a:defRPr sz="1901" b="0" i="0">
                <a:solidFill>
                  <a:srgbClr val="454545"/>
                </a:solidFill>
                <a:latin typeface="Times New Roman"/>
                <a:ea typeface="Times New Roman"/>
                <a:cs typeface="Times New Roman"/>
              </a:defRPr>
            </a:pPr>
            <a:r>
              <a:rPr sz="1901" b="0" i="0">
                <a:solidFill>
                  <a:srgbClr val="454545"/>
                </a:solidFill>
                <a:latin typeface="Times New Roman"/>
                <a:ea typeface="Times New Roman"/>
                <a:cs typeface="Times New Roman"/>
              </a:rPr>
              <a:t>cartoon</a:t>
            </a:r>
          </a:p>
        </p:txBody>
      </p:sp>
      <p:pic>
        <p:nvPicPr>
          <p:cNvPr id="25" name="">
            <a:extLst xmlns:a="http://schemas.openxmlformats.org/drawingml/2006/main">
              <a:ext uri="{FF2B5EF4-FFF2-40B4-BE49-F238E27FC236}">
                <a16:creationId xmlns:a16="http://schemas.microsoft.com/office/drawing/2014/main" id="{9DE6A909-2520-4E0B-96F6-4CF8640D03E5}"/>
              </a:ext>
            </a:extLst>
          </p:cNvPr>
          <p:cNvPicPr>
            <a:picLocks xmlns:a="http://schemas.openxmlformats.org/drawingml/2006/main" noChangeAspect="1"/>
          </p:cNvPicPr>
          <p:nvPr/>
        </p:nvPicPr>
        <p:blipFill>
          <a:blip xmlns:r="http://schemas.openxmlformats.org/officeDocument/2006/relationships" xmlns:a="http://schemas.openxmlformats.org/drawingml/2006/main" r:embed="Rccdbd4286cfa4d23"/>
          <a:stretch xmlns:a="http://schemas.openxmlformats.org/drawingml/2006/main"/>
        </p:blipFill>
        <p:spPr>
          <a:xfrm xmlns:a="http://schemas.openxmlformats.org/drawingml/2006/main">
            <a:off x="9772650" y="782373"/>
            <a:ext cx="390525" cy="368829"/>
          </a:xfrm>
          <a:prstGeom xmlns:a="http://schemas.openxmlformats.org/drawingml/2006/main" prst="rect">
            <a:avLst/>
          </a:prstGeom>
        </p:spPr>
      </p:pic>
      <p:sp>
        <p:nvSpPr>
          <p:cNvPr id="26" name="Main Objects">
            <a:extLst xmlns:a="http://schemas.openxmlformats.org/drawingml/2006/main">
              <a:ext uri="{FF2B5EF4-FFF2-40B4-BE49-F238E27FC236}">
                <a16:creationId xmlns:a16="http://schemas.microsoft.com/office/drawing/2014/main" id="{8D286D5E-4EDF-4E69-9BE4-F8C08CDB4E3E}"/>
              </a:ext>
            </a:extLst>
          </p:cNvPr>
          <p:cNvSpPr>
            <a:spLocks xmlns:a="http://schemas.openxmlformats.org/drawingml/2006/main" noGrp="1"/>
          </p:cNvSpPr>
          <p:nvPr/>
        </p:nvSpPr>
        <p:spPr>
          <a:xfrm xmlns:a="http://schemas.openxmlformats.org/drawingml/2006/main" rot="0">
            <a:off x="10267950" y="828218"/>
            <a:ext cx="1276350"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Main Objects</a:t>
            </a:r>
          </a:p>
        </p:txBody>
      </p:sp>
      <p:sp>
        <p:nvSpPr>
          <p:cNvPr id="27" name="tree, house,">
            <a:extLst xmlns:a="http://schemas.openxmlformats.org/drawingml/2006/main">
              <a:ext uri="{FF2B5EF4-FFF2-40B4-BE49-F238E27FC236}">
                <a16:creationId xmlns:a16="http://schemas.microsoft.com/office/drawing/2014/main" id="{1445B752-CA09-448B-BEE9-F22FB12253B8}"/>
              </a:ext>
            </a:extLst>
          </p:cNvPr>
          <p:cNvSpPr>
            <a:spLocks xmlns:a="http://schemas.openxmlformats.org/drawingml/2006/main" noGrp="1"/>
          </p:cNvSpPr>
          <p:nvPr/>
        </p:nvSpPr>
        <p:spPr>
          <a:xfrm xmlns:a="http://schemas.openxmlformats.org/drawingml/2006/main" rot="0">
            <a:off x="10620375" y="1196760"/>
            <a:ext cx="990600" cy="3027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2" b="0" i="0">
                <a:solidFill>
                  <a:srgbClr val="454545"/>
                </a:solidFill>
                <a:latin typeface="Times New Roman"/>
                <a:ea typeface="Times New Roman"/>
                <a:cs typeface="Times New Roman"/>
              </a:defRPr>
            </a:defPPr>
          </a:lstStyle>
          <a:p xmlns:a="http://schemas.openxmlformats.org/drawingml/2006/main">
            <a:pPr algn="l">
              <a:lnSpc>
                <a:spcPct val="100000"/>
              </a:lnSpc>
              <a:buNone/>
              <a:defRPr sz="1702" b="0" i="0">
                <a:solidFill>
                  <a:srgbClr val="454545"/>
                </a:solidFill>
                <a:latin typeface="Times New Roman"/>
                <a:ea typeface="Times New Roman"/>
                <a:cs typeface="Times New Roman"/>
              </a:defRPr>
            </a:pPr>
            <a:r>
              <a:rPr sz="1702" b="0" i="0">
                <a:solidFill>
                  <a:srgbClr val="454545"/>
                </a:solidFill>
                <a:latin typeface="Times New Roman"/>
                <a:ea typeface="Times New Roman"/>
                <a:cs typeface="Times New Roman"/>
              </a:rPr>
              <a:t>tree, house,</a:t>
            </a:r>
          </a:p>
        </p:txBody>
      </p:sp>
      <p:pic>
        <p:nvPicPr>
          <p:cNvPr id="28" name="">
            <a:extLst xmlns:a="http://schemas.openxmlformats.org/drawingml/2006/main">
              <a:ext uri="{FF2B5EF4-FFF2-40B4-BE49-F238E27FC236}">
                <a16:creationId xmlns:a16="http://schemas.microsoft.com/office/drawing/2014/main" id="{E30E2133-7FAF-4675-BF57-541082432335}"/>
              </a:ext>
            </a:extLst>
          </p:cNvPr>
          <p:cNvPicPr>
            <a:picLocks xmlns:a="http://schemas.openxmlformats.org/drawingml/2006/main" noChangeAspect="1"/>
          </p:cNvPicPr>
          <p:nvPr/>
        </p:nvPicPr>
        <p:blipFill>
          <a:blip xmlns:r="http://schemas.openxmlformats.org/officeDocument/2006/relationships" xmlns:a="http://schemas.openxmlformats.org/drawingml/2006/main" r:embed="R8ba2bcf950254bf7"/>
          <a:stretch xmlns:a="http://schemas.openxmlformats.org/drawingml/2006/main"/>
        </p:blipFill>
        <p:spPr>
          <a:xfrm xmlns:a="http://schemas.openxmlformats.org/drawingml/2006/main">
            <a:off x="11725275" y="781226"/>
            <a:ext cx="390525" cy="361597"/>
          </a:xfrm>
          <a:prstGeom xmlns:a="http://schemas.openxmlformats.org/drawingml/2006/main" prst="rect">
            <a:avLst/>
          </a:prstGeom>
        </p:spPr>
      </p:pic>
      <p:sp>
        <p:nvSpPr>
          <p:cNvPr id="29" name="Terrain Categories">
            <a:extLst xmlns:a="http://schemas.openxmlformats.org/drawingml/2006/main">
              <a:ext uri="{FF2B5EF4-FFF2-40B4-BE49-F238E27FC236}">
                <a16:creationId xmlns:a16="http://schemas.microsoft.com/office/drawing/2014/main" id="{3E646A37-B601-4E5D-9F9D-D1DD28045E9D}"/>
              </a:ext>
            </a:extLst>
          </p:cNvPr>
          <p:cNvSpPr>
            <a:spLocks xmlns:a="http://schemas.openxmlformats.org/drawingml/2006/main" noGrp="1"/>
          </p:cNvSpPr>
          <p:nvPr/>
        </p:nvSpPr>
        <p:spPr>
          <a:xfrm xmlns:a="http://schemas.openxmlformats.org/drawingml/2006/main" rot="0">
            <a:off x="12239625" y="828218"/>
            <a:ext cx="1771650"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Terrain Categories</a:t>
            </a:r>
          </a:p>
        </p:txBody>
      </p:sp>
      <p:sp>
        <p:nvSpPr>
          <p:cNvPr id="30" name="forest, ice, snow,">
            <a:extLst xmlns:a="http://schemas.openxmlformats.org/drawingml/2006/main">
              <a:ext uri="{FF2B5EF4-FFF2-40B4-BE49-F238E27FC236}">
                <a16:creationId xmlns:a16="http://schemas.microsoft.com/office/drawing/2014/main" id="{CC793F54-164F-43B8-9FDB-BB98AE5E62F8}"/>
              </a:ext>
            </a:extLst>
          </p:cNvPr>
          <p:cNvSpPr>
            <a:spLocks xmlns:a="http://schemas.openxmlformats.org/drawingml/2006/main" noGrp="1"/>
          </p:cNvSpPr>
          <p:nvPr/>
        </p:nvSpPr>
        <p:spPr>
          <a:xfrm xmlns:a="http://schemas.openxmlformats.org/drawingml/2006/main" rot="0">
            <a:off x="12239625" y="1194262"/>
            <a:ext cx="1543050" cy="31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73" b="0" i="0">
                <a:solidFill>
                  <a:srgbClr val="454545"/>
                </a:solidFill>
                <a:latin typeface="Times New Roman"/>
                <a:ea typeface="Times New Roman"/>
                <a:cs typeface="Times New Roman"/>
              </a:defRPr>
            </a:defPPr>
          </a:lstStyle>
          <a:p xmlns:a="http://schemas.openxmlformats.org/drawingml/2006/main">
            <a:pPr algn="l">
              <a:lnSpc>
                <a:spcPct val="100000"/>
              </a:lnSpc>
              <a:buNone/>
              <a:defRPr sz="1773" b="0" i="0">
                <a:solidFill>
                  <a:srgbClr val="454545"/>
                </a:solidFill>
                <a:latin typeface="Times New Roman"/>
                <a:ea typeface="Times New Roman"/>
                <a:cs typeface="Times New Roman"/>
              </a:defRPr>
            </a:pPr>
            <a:r>
              <a:rPr sz="1773" b="0" i="0">
                <a:solidFill>
                  <a:srgbClr val="454545"/>
                </a:solidFill>
                <a:latin typeface="Times New Roman"/>
                <a:ea typeface="Times New Roman"/>
                <a:cs typeface="Times New Roman"/>
              </a:rPr>
              <a:t>forest, ice, snow,</a:t>
            </a:r>
          </a:p>
        </p:txBody>
      </p:sp>
      <p:sp>
        <p:nvSpPr>
          <p:cNvPr id="31" name="mountain...">
            <a:extLst xmlns:a="http://schemas.openxmlformats.org/drawingml/2006/main">
              <a:ext uri="{FF2B5EF4-FFF2-40B4-BE49-F238E27FC236}">
                <a16:creationId xmlns:a16="http://schemas.microsoft.com/office/drawing/2014/main" id="{75665CD7-58DF-4E0A-AB5C-3EC579617684}"/>
              </a:ext>
            </a:extLst>
          </p:cNvPr>
          <p:cNvSpPr>
            <a:spLocks xmlns:a="http://schemas.openxmlformats.org/drawingml/2006/main" noGrp="1"/>
          </p:cNvSpPr>
          <p:nvPr/>
        </p:nvSpPr>
        <p:spPr>
          <a:xfrm xmlns:a="http://schemas.openxmlformats.org/drawingml/2006/main" rot="0">
            <a:off x="6515100" y="1454486"/>
            <a:ext cx="1123950" cy="3475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5" b="0" i="0">
                <a:solidFill>
                  <a:srgbClr val="454545"/>
                </a:solidFill>
                <a:latin typeface="Times New Roman"/>
                <a:ea typeface="Times New Roman"/>
                <a:cs typeface="Times New Roman"/>
              </a:defRPr>
            </a:defPPr>
          </a:lstStyle>
          <a:p xmlns:a="http://schemas.openxmlformats.org/drawingml/2006/main">
            <a:pPr algn="l">
              <a:lnSpc>
                <a:spcPct val="100000"/>
              </a:lnSpc>
              <a:buNone/>
              <a:defRPr sz="1955" b="0" i="0">
                <a:solidFill>
                  <a:srgbClr val="454545"/>
                </a:solidFill>
                <a:latin typeface="Times New Roman"/>
                <a:ea typeface="Times New Roman"/>
                <a:cs typeface="Times New Roman"/>
              </a:defRPr>
            </a:pPr>
            <a:r>
              <a:rPr sz="1955" b="0" i="0">
                <a:solidFill>
                  <a:srgbClr val="454545"/>
                </a:solidFill>
                <a:latin typeface="Times New Roman"/>
                <a:ea typeface="Times New Roman"/>
                <a:cs typeface="Times New Roman"/>
              </a:rPr>
              <a:t>mountain...</a:t>
            </a:r>
          </a:p>
        </p:txBody>
      </p:sp>
      <p:sp>
        <p:nvSpPr>
          <p:cNvPr id="32" name="NPR">
            <a:extLst xmlns:a="http://schemas.openxmlformats.org/drawingml/2006/main">
              <a:ext uri="{FF2B5EF4-FFF2-40B4-BE49-F238E27FC236}">
                <a16:creationId xmlns:a16="http://schemas.microsoft.com/office/drawing/2014/main" id="{117A1AC8-14E4-4A17-BA57-8F65CC6830FE}"/>
              </a:ext>
            </a:extLst>
          </p:cNvPr>
          <p:cNvSpPr>
            <a:spLocks xmlns:a="http://schemas.openxmlformats.org/drawingml/2006/main" noGrp="1"/>
          </p:cNvSpPr>
          <p:nvPr/>
        </p:nvSpPr>
        <p:spPr>
          <a:xfrm xmlns:a="http://schemas.openxmlformats.org/drawingml/2006/main" rot="0">
            <a:off x="8810625" y="1465044"/>
            <a:ext cx="409575" cy="294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8" b="0" i="0">
                <a:solidFill>
                  <a:srgbClr val="454545"/>
                </a:solidFill>
                <a:latin typeface="Times New Roman"/>
                <a:ea typeface="Times New Roman"/>
                <a:cs typeface="Times New Roman"/>
              </a:defRPr>
            </a:defPPr>
          </a:lstStyle>
          <a:p xmlns:a="http://schemas.openxmlformats.org/drawingml/2006/main">
            <a:pPr algn="l">
              <a:lnSpc>
                <a:spcPct val="100000"/>
              </a:lnSpc>
              <a:buNone/>
              <a:defRPr sz="1658" b="0" i="0">
                <a:solidFill>
                  <a:srgbClr val="454545"/>
                </a:solidFill>
                <a:latin typeface="Times New Roman"/>
                <a:ea typeface="Times New Roman"/>
                <a:cs typeface="Times New Roman"/>
              </a:defRPr>
            </a:pPr>
            <a:r>
              <a:rPr sz="1658" b="0" i="0">
                <a:solidFill>
                  <a:srgbClr val="454545"/>
                </a:solidFill>
                <a:latin typeface="Times New Roman"/>
                <a:ea typeface="Times New Roman"/>
                <a:cs typeface="Times New Roman"/>
              </a:rPr>
              <a:t>NPR</a:t>
            </a:r>
          </a:p>
        </p:txBody>
      </p:sp>
      <p:sp>
        <p:nvSpPr>
          <p:cNvPr id="33" name="stone, fence...">
            <a:extLst xmlns:a="http://schemas.openxmlformats.org/drawingml/2006/main">
              <a:ext uri="{FF2B5EF4-FFF2-40B4-BE49-F238E27FC236}">
                <a16:creationId xmlns:a16="http://schemas.microsoft.com/office/drawing/2014/main" id="{3C3FF4A9-F10D-4126-9B6A-A1CACC9D7384}"/>
              </a:ext>
            </a:extLst>
          </p:cNvPr>
          <p:cNvSpPr>
            <a:spLocks xmlns:a="http://schemas.openxmlformats.org/drawingml/2006/main" noGrp="1"/>
          </p:cNvSpPr>
          <p:nvPr/>
        </p:nvSpPr>
        <p:spPr>
          <a:xfrm xmlns:a="http://schemas.openxmlformats.org/drawingml/2006/main" rot="0">
            <a:off x="10315575" y="1466417"/>
            <a:ext cx="1304925" cy="287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9" b="0" i="0">
                <a:solidFill>
                  <a:srgbClr val="454545"/>
                </a:solidFill>
                <a:latin typeface="Times New Roman"/>
                <a:ea typeface="Times New Roman"/>
                <a:cs typeface="Times New Roman"/>
              </a:defRPr>
            </a:defPPr>
          </a:lstStyle>
          <a:p xmlns:a="http://schemas.openxmlformats.org/drawingml/2006/main">
            <a:pPr algn="l">
              <a:lnSpc>
                <a:spcPct val="100000"/>
              </a:lnSpc>
              <a:buNone/>
              <a:defRPr sz="1619" b="0" i="0">
                <a:solidFill>
                  <a:srgbClr val="454545"/>
                </a:solidFill>
                <a:latin typeface="Times New Roman"/>
                <a:ea typeface="Times New Roman"/>
                <a:cs typeface="Times New Roman"/>
              </a:defRPr>
            </a:pPr>
            <a:r>
              <a:rPr sz="1619" b="0" i="0">
                <a:solidFill>
                  <a:srgbClr val="454545"/>
                </a:solidFill>
                <a:latin typeface="Times New Roman"/>
                <a:ea typeface="Times New Roman"/>
                <a:cs typeface="Times New Roman"/>
              </a:rPr>
              <a:t>stone, fence...</a:t>
            </a:r>
          </a:p>
        </p:txBody>
      </p:sp>
      <p:sp>
        <p:nvSpPr>
          <p:cNvPr id="34" name="hill, road...">
            <a:extLst xmlns:a="http://schemas.openxmlformats.org/drawingml/2006/main">
              <a:ext uri="{FF2B5EF4-FFF2-40B4-BE49-F238E27FC236}">
                <a16:creationId xmlns:a16="http://schemas.microsoft.com/office/drawing/2014/main" id="{E3D5C155-DDFD-455C-A04F-1369FCEEF76E}"/>
              </a:ext>
            </a:extLst>
          </p:cNvPr>
          <p:cNvSpPr>
            <a:spLocks xmlns:a="http://schemas.openxmlformats.org/drawingml/2006/main" noGrp="1"/>
          </p:cNvSpPr>
          <p:nvPr/>
        </p:nvSpPr>
        <p:spPr>
          <a:xfrm xmlns:a="http://schemas.openxmlformats.org/drawingml/2006/main" rot="0">
            <a:off x="12239625" y="1466417"/>
            <a:ext cx="1047750" cy="287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9" b="0" i="0">
                <a:solidFill>
                  <a:srgbClr val="454545"/>
                </a:solidFill>
                <a:latin typeface="Times New Roman"/>
                <a:ea typeface="Times New Roman"/>
                <a:cs typeface="Times New Roman"/>
              </a:defRPr>
            </a:defPPr>
          </a:lstStyle>
          <a:p xmlns:a="http://schemas.openxmlformats.org/drawingml/2006/main">
            <a:pPr algn="l">
              <a:lnSpc>
                <a:spcPct val="100000"/>
              </a:lnSpc>
              <a:buNone/>
              <a:defRPr sz="1619" b="0" i="0">
                <a:solidFill>
                  <a:srgbClr val="454545"/>
                </a:solidFill>
                <a:latin typeface="Times New Roman"/>
                <a:ea typeface="Times New Roman"/>
                <a:cs typeface="Times New Roman"/>
              </a:defRPr>
            </a:pPr>
            <a:r>
              <a:rPr sz="1619" b="0" i="0">
                <a:solidFill>
                  <a:srgbClr val="454545"/>
                </a:solidFill>
                <a:latin typeface="Times New Roman"/>
                <a:ea typeface="Times New Roman"/>
                <a:cs typeface="Times New Roman"/>
              </a:rPr>
              <a:t>hill, road...</a:t>
            </a:r>
          </a:p>
        </p:txBody>
      </p:sp>
      <p:sp>
        <p:nvSpPr>
          <p:cNvPr id="35" name="intent separator">
            <a:extLst xmlns:a="http://schemas.openxmlformats.org/drawingml/2006/main">
              <a:ext uri="{FF2B5EF4-FFF2-40B4-BE49-F238E27FC236}">
                <a16:creationId xmlns:a16="http://schemas.microsoft.com/office/drawing/2014/main" id="{DD54C7B4-B7C5-466E-8590-6574E28A9D28}"/>
              </a:ext>
            </a:extLst>
          </p:cNvPr>
          <p:cNvSpPr>
            <a:spLocks xmlns:a="http://schemas.openxmlformats.org/drawingml/2006/main" noGrp="1"/>
          </p:cNvSpPr>
          <p:nvPr/>
        </p:nvSpPr>
        <p:spPr>
          <a:xfrm xmlns:a="http://schemas.openxmlformats.org/drawingml/2006/main">
            <a:off x="4429125"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6" name="intent separator">
            <a:extLst xmlns:a="http://schemas.openxmlformats.org/drawingml/2006/main">
              <a:ext uri="{FF2B5EF4-FFF2-40B4-BE49-F238E27FC236}">
                <a16:creationId xmlns:a16="http://schemas.microsoft.com/office/drawing/2014/main" id="{894805FD-7B29-44D9-840B-6A7C40E4DB85}"/>
              </a:ext>
            </a:extLst>
          </p:cNvPr>
          <p:cNvSpPr>
            <a:spLocks xmlns:a="http://schemas.openxmlformats.org/drawingml/2006/main" noGrp="1"/>
          </p:cNvSpPr>
          <p:nvPr/>
        </p:nvSpPr>
        <p:spPr>
          <a:xfrm xmlns:a="http://schemas.openxmlformats.org/drawingml/2006/main">
            <a:off x="6172200"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7" name="intent separator">
            <a:extLst xmlns:a="http://schemas.openxmlformats.org/drawingml/2006/main">
              <a:ext uri="{FF2B5EF4-FFF2-40B4-BE49-F238E27FC236}">
                <a16:creationId xmlns:a16="http://schemas.microsoft.com/office/drawing/2014/main" id="{062CD389-8D50-434F-8023-87F990D09C74}"/>
              </a:ext>
            </a:extLst>
          </p:cNvPr>
          <p:cNvSpPr>
            <a:spLocks xmlns:a="http://schemas.openxmlformats.org/drawingml/2006/main" noGrp="1"/>
          </p:cNvSpPr>
          <p:nvPr/>
        </p:nvSpPr>
        <p:spPr>
          <a:xfrm xmlns:a="http://schemas.openxmlformats.org/drawingml/2006/main">
            <a:off x="8181975"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8" name="intent separator">
            <a:extLst xmlns:a="http://schemas.openxmlformats.org/drawingml/2006/main">
              <a:ext uri="{FF2B5EF4-FFF2-40B4-BE49-F238E27FC236}">
                <a16:creationId xmlns:a16="http://schemas.microsoft.com/office/drawing/2014/main" id="{EF623F03-8305-4873-91C6-E1EF83E79662}"/>
              </a:ext>
            </a:extLst>
          </p:cNvPr>
          <p:cNvSpPr>
            <a:spLocks xmlns:a="http://schemas.openxmlformats.org/drawingml/2006/main" noGrp="1"/>
          </p:cNvSpPr>
          <p:nvPr/>
        </p:nvSpPr>
        <p:spPr>
          <a:xfrm xmlns:a="http://schemas.openxmlformats.org/drawingml/2006/main">
            <a:off x="9963150"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9" name="intent separator">
            <a:extLst xmlns:a="http://schemas.openxmlformats.org/drawingml/2006/main">
              <a:ext uri="{FF2B5EF4-FFF2-40B4-BE49-F238E27FC236}">
                <a16:creationId xmlns:a16="http://schemas.microsoft.com/office/drawing/2014/main" id="{CD444D99-12BB-4A46-946F-D60005FF3382}"/>
              </a:ext>
            </a:extLst>
          </p:cNvPr>
          <p:cNvSpPr>
            <a:spLocks xmlns:a="http://schemas.openxmlformats.org/drawingml/2006/main" noGrp="1"/>
          </p:cNvSpPr>
          <p:nvPr/>
        </p:nvSpPr>
        <p:spPr>
          <a:xfrm xmlns:a="http://schemas.openxmlformats.org/drawingml/2006/main">
            <a:off x="11915775"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pic>
        <p:nvPicPr>
          <p:cNvPr id="40" name="">
            <a:extLst xmlns:a="http://schemas.openxmlformats.org/drawingml/2006/main">
              <a:ext uri="{FF2B5EF4-FFF2-40B4-BE49-F238E27FC236}">
                <a16:creationId xmlns:a16="http://schemas.microsoft.com/office/drawing/2014/main" id="{3EAB60A7-B9C2-4F50-9DAA-29E6F43A6A88}"/>
              </a:ext>
            </a:extLst>
          </p:cNvPr>
          <p:cNvPicPr>
            <a:picLocks xmlns:a="http://schemas.openxmlformats.org/drawingml/2006/main" noChangeAspect="1"/>
          </p:cNvPicPr>
          <p:nvPr/>
        </p:nvPicPr>
        <p:blipFill>
          <a:blip xmlns:r="http://schemas.openxmlformats.org/officeDocument/2006/relationships" xmlns:a="http://schemas.openxmlformats.org/drawingml/2006/main" r:embed="R1b10712cebf54958"/>
          <a:stretch xmlns:a="http://schemas.openxmlformats.org/drawingml/2006/main"/>
        </p:blipFill>
        <p:spPr>
          <a:xfrm xmlns:a="http://schemas.openxmlformats.org/drawingml/2006/main">
            <a:off x="210457" y="2124075"/>
            <a:ext cx="493486" cy="304800"/>
          </a:xfrm>
          <a:prstGeom xmlns:a="http://schemas.openxmlformats.org/drawingml/2006/main" prst="rect">
            <a:avLst/>
          </a:prstGeom>
        </p:spPr>
      </p:pic>
      <p:sp>
        <p:nvSpPr>
          <p:cNvPr id="41" name="STAGE 2. GLOBAL TERRAIN GENERATION">
            <a:extLst xmlns:a="http://schemas.openxmlformats.org/drawingml/2006/main">
              <a:ext uri="{FF2B5EF4-FFF2-40B4-BE49-F238E27FC236}">
                <a16:creationId xmlns:a16="http://schemas.microsoft.com/office/drawing/2014/main" id="{192B79C4-7E47-4C82-95B9-B445DA701CA5}"/>
              </a:ext>
            </a:extLst>
          </p:cNvPr>
          <p:cNvSpPr>
            <a:spLocks xmlns:a="http://schemas.openxmlformats.org/drawingml/2006/main" noGrp="1"/>
          </p:cNvSpPr>
          <p:nvPr/>
        </p:nvSpPr>
        <p:spPr>
          <a:xfrm xmlns:a="http://schemas.openxmlformats.org/drawingml/2006/main" rot="0">
            <a:off x="885825" y="2106681"/>
            <a:ext cx="5495925" cy="372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96" b="1" i="0">
                <a:solidFill>
                  <a:srgbClr val="3B6074"/>
                </a:solidFill>
                <a:latin typeface="Times New Roman"/>
                <a:ea typeface="Times New Roman"/>
                <a:cs typeface="Times New Roman"/>
              </a:defRPr>
            </a:defPPr>
          </a:lstStyle>
          <a:p xmlns:a="http://schemas.openxmlformats.org/drawingml/2006/main">
            <a:pPr algn="l">
              <a:lnSpc>
                <a:spcPct val="100000"/>
              </a:lnSpc>
              <a:buNone/>
              <a:defRPr sz="2096" b="1" i="0">
                <a:solidFill>
                  <a:srgbClr val="3B6074"/>
                </a:solidFill>
                <a:latin typeface="Times New Roman"/>
                <a:ea typeface="Times New Roman"/>
                <a:cs typeface="Times New Roman"/>
              </a:defRPr>
            </a:pPr>
            <a:r>
              <a:rPr sz="2096" b="1" i="0">
                <a:solidFill>
                  <a:srgbClr val="3B6074"/>
                </a:solidFill>
                <a:latin typeface="Times New Roman"/>
                <a:ea typeface="Times New Roman"/>
                <a:cs typeface="Times New Roman"/>
              </a:rPr>
              <a:t>STAGE 2. GLOBAL TERRAIN GENERATION</a:t>
            </a:r>
          </a:p>
        </p:txBody>
      </p:sp>
      <p:pic>
        <p:nvPicPr>
          <p:cNvPr id="42" name="">
            <a:extLst xmlns:a="http://schemas.openxmlformats.org/drawingml/2006/main">
              <a:ext uri="{FF2B5EF4-FFF2-40B4-BE49-F238E27FC236}">
                <a16:creationId xmlns:a16="http://schemas.microsoft.com/office/drawing/2014/main" id="{3B083143-E1BD-4C00-A109-AE2FF051D526}"/>
              </a:ext>
            </a:extLst>
          </p:cNvPr>
          <p:cNvPicPr>
            <a:picLocks xmlns:a="http://schemas.openxmlformats.org/drawingml/2006/main" noChangeAspect="1"/>
          </p:cNvPicPr>
          <p:nvPr/>
        </p:nvPicPr>
        <p:blipFill>
          <a:blip xmlns:r="http://schemas.openxmlformats.org/officeDocument/2006/relationships" xmlns:a="http://schemas.openxmlformats.org/drawingml/2006/main" r:embed="Rbd46864c32b14ae9"/>
          <a:stretch xmlns:a="http://schemas.openxmlformats.org/drawingml/2006/main"/>
        </p:blipFill>
        <p:spPr>
          <a:xfrm xmlns:a="http://schemas.openxmlformats.org/drawingml/2006/main">
            <a:off x="276225" y="7496175"/>
            <a:ext cx="342900" cy="342900"/>
          </a:xfrm>
          <a:prstGeom xmlns:a="http://schemas.openxmlformats.org/drawingml/2006/main" prst="rect">
            <a:avLst/>
          </a:prstGeom>
        </p:spPr>
      </p:pic>
      <p:sp>
        <p:nvSpPr>
          <p:cNvPr id="43" name="STAGE 3. REGIONAL OBJECT GENERATION &amp; PLACEMENT">
            <a:extLst xmlns:a="http://schemas.openxmlformats.org/drawingml/2006/main">
              <a:ext uri="{FF2B5EF4-FFF2-40B4-BE49-F238E27FC236}">
                <a16:creationId xmlns:a16="http://schemas.microsoft.com/office/drawing/2014/main" id="{B551B014-BD52-4FB5-9D08-580DF8FECA70}"/>
              </a:ext>
            </a:extLst>
          </p:cNvPr>
          <p:cNvSpPr>
            <a:spLocks xmlns:a="http://schemas.openxmlformats.org/drawingml/2006/main" noGrp="1"/>
          </p:cNvSpPr>
          <p:nvPr/>
        </p:nvSpPr>
        <p:spPr>
          <a:xfrm xmlns:a="http://schemas.openxmlformats.org/drawingml/2006/main" rot="0">
            <a:off x="819150" y="7483702"/>
            <a:ext cx="7191375" cy="34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8" b="1" i="0">
                <a:solidFill>
                  <a:srgbClr val="285646"/>
                </a:solidFill>
                <a:latin typeface="Times New Roman"/>
                <a:ea typeface="Times New Roman"/>
                <a:cs typeface="Times New Roman"/>
              </a:defRPr>
            </a:defPPr>
          </a:lstStyle>
          <a:p xmlns:a="http://schemas.openxmlformats.org/drawingml/2006/main">
            <a:pPr algn="l">
              <a:lnSpc>
                <a:spcPct val="100000"/>
              </a:lnSpc>
              <a:buNone/>
              <a:defRPr sz="1958" b="1" i="0">
                <a:solidFill>
                  <a:srgbClr val="285646"/>
                </a:solidFill>
                <a:latin typeface="Times New Roman"/>
                <a:ea typeface="Times New Roman"/>
                <a:cs typeface="Times New Roman"/>
              </a:defRPr>
            </a:pPr>
            <a:r>
              <a:rPr sz="1958" b="1" i="0">
                <a:solidFill>
                  <a:srgbClr val="285646"/>
                </a:solidFill>
                <a:latin typeface="Times New Roman"/>
                <a:ea typeface="Times New Roman"/>
                <a:cs typeface="Times New Roman"/>
              </a:rPr>
              <a:t>STAGE 3. REGIONAL OBJECT GENERATION &amp; PLACEMENT</a:t>
            </a:r>
          </a:p>
        </p:txBody>
      </p:sp>
      <p:sp>
        <p:nvSpPr>
          <p:cNvPr id="44" name="Prompt planning module">
            <a:extLst xmlns:a="http://schemas.openxmlformats.org/drawingml/2006/main">
              <a:ext uri="{FF2B5EF4-FFF2-40B4-BE49-F238E27FC236}">
                <a16:creationId xmlns:a16="http://schemas.microsoft.com/office/drawing/2014/main" id="{6EBF116B-2742-499E-A7BD-CB1DCBFB11E7}"/>
              </a:ext>
            </a:extLst>
          </p:cNvPr>
          <p:cNvSpPr>
            <a:spLocks xmlns:a="http://schemas.openxmlformats.org/drawingml/2006/main" noGrp="1"/>
          </p:cNvSpPr>
          <p:nvPr/>
        </p:nvSpPr>
        <p:spPr>
          <a:xfrm xmlns:a="http://schemas.openxmlformats.org/drawingml/2006/main">
            <a:off x="285750" y="2876550"/>
            <a:ext cx="2600325" cy="4095750"/>
          </a:xfrm>
          <a:custGeom xmlns:a="http://schemas.openxmlformats.org/drawingml/2006/main">
            <a:pathLst>
              <a:path w="2600325" h="4095750">
                <a:moveTo>
                  <a:pt x="161925" y="0"/>
                </a:moveTo>
                <a:lnTo>
                  <a:pt x="2438400" y="0"/>
                </a:lnTo>
                <a:cubicBezTo>
                  <a:pt x="2527829" y="0"/>
                  <a:pt x="2600325" y="72496"/>
                  <a:pt x="2600325" y="161925"/>
                </a:cubicBezTo>
                <a:lnTo>
                  <a:pt x="2600325" y="3933825"/>
                </a:lnTo>
                <a:cubicBezTo>
                  <a:pt x="2600325" y="4023254"/>
                  <a:pt x="2527829" y="4095750"/>
                  <a:pt x="2438400" y="4095750"/>
                </a:cubicBezTo>
                <a:lnTo>
                  <a:pt x="161925" y="4095750"/>
                </a:lnTo>
                <a:cubicBezTo>
                  <a:pt x="72496" y="4095750"/>
                  <a:pt x="0" y="4023254"/>
                  <a:pt x="0" y="3933825"/>
                </a:cubicBezTo>
                <a:lnTo>
                  <a:pt x="0" y="161925"/>
                </a:lnTo>
                <a:cubicBezTo>
                  <a:pt x="0" y="72496"/>
                  <a:pt x="72496" y="0"/>
                  <a:pt x="161925" y="0"/>
                </a:cubicBezTo>
                <a:close/>
              </a:path>
            </a:pathLst>
          </a:custGeom>
          <a:solidFill xmlns:a="http://schemas.openxmlformats.org/drawingml/2006/main">
            <a:srgbClr val="F7FAFF"/>
          </a:solidFill>
          <a:ln xmlns:a="http://schemas.openxmlformats.org/drawingml/2006/main" w="19050">
            <a:solidFill>
              <a:srgbClr val="D2DEEB"/>
            </a:solidFill>
            <a:prstDash val="solid"/>
          </a:ln>
        </p:spPr>
      </p:sp>
      <p:sp>
        <p:nvSpPr>
          <p:cNvPr id="45" name="Scene assets module">
            <a:extLst xmlns:a="http://schemas.openxmlformats.org/drawingml/2006/main">
              <a:ext uri="{FF2B5EF4-FFF2-40B4-BE49-F238E27FC236}">
                <a16:creationId xmlns:a16="http://schemas.microsoft.com/office/drawing/2014/main" id="{4B144BE2-77DC-4511-8734-5929B2C57760}"/>
              </a:ext>
            </a:extLst>
          </p:cNvPr>
          <p:cNvSpPr>
            <a:spLocks xmlns:a="http://schemas.openxmlformats.org/drawingml/2006/main" noGrp="1"/>
          </p:cNvSpPr>
          <p:nvPr/>
        </p:nvSpPr>
        <p:spPr>
          <a:xfrm xmlns:a="http://schemas.openxmlformats.org/drawingml/2006/main">
            <a:off x="3076575" y="2876550"/>
            <a:ext cx="5324475" cy="4095750"/>
          </a:xfrm>
          <a:custGeom xmlns:a="http://schemas.openxmlformats.org/drawingml/2006/main">
            <a:pathLst>
              <a:path w="5324475" h="4095750">
                <a:moveTo>
                  <a:pt x="161925" y="0"/>
                </a:moveTo>
                <a:lnTo>
                  <a:pt x="5162550" y="0"/>
                </a:lnTo>
                <a:cubicBezTo>
                  <a:pt x="5251979" y="0"/>
                  <a:pt x="5324475" y="72496"/>
                  <a:pt x="5324475" y="161925"/>
                </a:cubicBezTo>
                <a:lnTo>
                  <a:pt x="5324475" y="3933825"/>
                </a:lnTo>
                <a:cubicBezTo>
                  <a:pt x="5324475" y="4023254"/>
                  <a:pt x="5251979" y="4095750"/>
                  <a:pt x="5162550" y="4095750"/>
                </a:cubicBezTo>
                <a:lnTo>
                  <a:pt x="161925" y="4095750"/>
                </a:lnTo>
                <a:cubicBezTo>
                  <a:pt x="72496" y="4095750"/>
                  <a:pt x="0" y="4023254"/>
                  <a:pt x="0" y="3933825"/>
                </a:cubicBezTo>
                <a:lnTo>
                  <a:pt x="0" y="161925"/>
                </a:lnTo>
                <a:cubicBezTo>
                  <a:pt x="0" y="72496"/>
                  <a:pt x="72496" y="0"/>
                  <a:pt x="161925" y="0"/>
                </a:cubicBezTo>
                <a:close/>
              </a:path>
            </a:pathLst>
          </a:custGeom>
          <a:solidFill xmlns:a="http://schemas.openxmlformats.org/drawingml/2006/main">
            <a:srgbClr val="F7FAFF"/>
          </a:solidFill>
          <a:ln xmlns:a="http://schemas.openxmlformats.org/drawingml/2006/main" w="19050">
            <a:solidFill>
              <a:srgbClr val="D2DEEB"/>
            </a:solidFill>
            <a:prstDash val="solid"/>
          </a:ln>
        </p:spPr>
      </p:sp>
      <p:sp>
        <p:nvSpPr>
          <p:cNvPr id="46" name="Terrain generation module">
            <a:extLst xmlns:a="http://schemas.openxmlformats.org/drawingml/2006/main">
              <a:ext uri="{FF2B5EF4-FFF2-40B4-BE49-F238E27FC236}">
                <a16:creationId xmlns:a16="http://schemas.microsoft.com/office/drawing/2014/main" id="{970F7807-5570-4CCD-8D35-26458B20AE9F}"/>
              </a:ext>
            </a:extLst>
          </p:cNvPr>
          <p:cNvSpPr>
            <a:spLocks xmlns:a="http://schemas.openxmlformats.org/drawingml/2006/main" noGrp="1"/>
          </p:cNvSpPr>
          <p:nvPr/>
        </p:nvSpPr>
        <p:spPr>
          <a:xfrm xmlns:a="http://schemas.openxmlformats.org/drawingml/2006/main">
            <a:off x="8639175" y="2876550"/>
            <a:ext cx="5334000" cy="4095750"/>
          </a:xfrm>
          <a:custGeom xmlns:a="http://schemas.openxmlformats.org/drawingml/2006/main">
            <a:pathLst>
              <a:path w="5334000" h="4095750">
                <a:moveTo>
                  <a:pt x="161925" y="0"/>
                </a:moveTo>
                <a:lnTo>
                  <a:pt x="5172075" y="0"/>
                </a:lnTo>
                <a:cubicBezTo>
                  <a:pt x="5261504" y="0"/>
                  <a:pt x="5334000" y="72496"/>
                  <a:pt x="5334000" y="161925"/>
                </a:cubicBezTo>
                <a:lnTo>
                  <a:pt x="5334000" y="3933825"/>
                </a:lnTo>
                <a:cubicBezTo>
                  <a:pt x="5334000" y="4023254"/>
                  <a:pt x="5261504" y="4095750"/>
                  <a:pt x="5172075" y="4095750"/>
                </a:cubicBezTo>
                <a:lnTo>
                  <a:pt x="161925" y="4095750"/>
                </a:lnTo>
                <a:cubicBezTo>
                  <a:pt x="72496" y="4095750"/>
                  <a:pt x="0" y="4023254"/>
                  <a:pt x="0" y="3933825"/>
                </a:cubicBezTo>
                <a:lnTo>
                  <a:pt x="0" y="161925"/>
                </a:lnTo>
                <a:cubicBezTo>
                  <a:pt x="0" y="72496"/>
                  <a:pt x="72496" y="0"/>
                  <a:pt x="161925" y="0"/>
                </a:cubicBezTo>
                <a:close/>
              </a:path>
            </a:pathLst>
          </a:custGeom>
          <a:solidFill xmlns:a="http://schemas.openxmlformats.org/drawingml/2006/main">
            <a:srgbClr val="F7FAFF"/>
          </a:solidFill>
          <a:ln xmlns:a="http://schemas.openxmlformats.org/drawingml/2006/main" w="19050">
            <a:solidFill>
              <a:srgbClr val="D2DEEB"/>
            </a:solidFill>
            <a:prstDash val="solid"/>
          </a:ln>
        </p:spPr>
      </p:sp>
      <p:sp>
        <p:nvSpPr>
          <p:cNvPr id="47" name="module number diamond">
            <a:extLst xmlns:a="http://schemas.openxmlformats.org/drawingml/2006/main">
              <a:ext uri="{FF2B5EF4-FFF2-40B4-BE49-F238E27FC236}">
                <a16:creationId xmlns:a16="http://schemas.microsoft.com/office/drawing/2014/main" id="{5D1F0F6A-8621-4919-BEF7-93CD8F11A603}"/>
              </a:ext>
            </a:extLst>
          </p:cNvPr>
          <p:cNvSpPr>
            <a:spLocks xmlns:a="http://schemas.openxmlformats.org/drawingml/2006/main" noGrp="1"/>
          </p:cNvSpPr>
          <p:nvPr/>
        </p:nvSpPr>
        <p:spPr>
          <a:xfrm xmlns:a="http://schemas.openxmlformats.org/drawingml/2006/main">
            <a:off x="371475" y="29622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26A94"/>
          </a:solidFill>
          <a:ln xmlns:a="http://schemas.openxmlformats.org/drawingml/2006/main" w="9525">
            <a:noFill/>
            <a:prstDash val="solid"/>
          </a:ln>
        </p:spPr>
      </p:sp>
      <p:sp>
        <p:nvSpPr>
          <p:cNvPr id="48" name="1">
            <a:extLst xmlns:a="http://schemas.openxmlformats.org/drawingml/2006/main">
              <a:ext uri="{FF2B5EF4-FFF2-40B4-BE49-F238E27FC236}">
                <a16:creationId xmlns:a16="http://schemas.microsoft.com/office/drawing/2014/main" id="{DD125879-FE73-479D-A47E-E1379E310C88}"/>
              </a:ext>
            </a:extLst>
          </p:cNvPr>
          <p:cNvSpPr>
            <a:spLocks xmlns:a="http://schemas.openxmlformats.org/drawingml/2006/main" noGrp="1"/>
          </p:cNvSpPr>
          <p:nvPr/>
        </p:nvSpPr>
        <p:spPr>
          <a:xfrm xmlns:a="http://schemas.openxmlformats.org/drawingml/2006/main" rot="0">
            <a:off x="523875" y="30113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1</a:t>
            </a:r>
          </a:p>
        </p:txBody>
      </p:sp>
      <p:sp>
        <p:nvSpPr>
          <p:cNvPr id="49" name="module number diamond">
            <a:extLst xmlns:a="http://schemas.openxmlformats.org/drawingml/2006/main">
              <a:ext uri="{FF2B5EF4-FFF2-40B4-BE49-F238E27FC236}">
                <a16:creationId xmlns:a16="http://schemas.microsoft.com/office/drawing/2014/main" id="{820A4214-197E-433B-B62A-4674ED392A8C}"/>
              </a:ext>
            </a:extLst>
          </p:cNvPr>
          <p:cNvSpPr>
            <a:spLocks xmlns:a="http://schemas.openxmlformats.org/drawingml/2006/main" noGrp="1"/>
          </p:cNvSpPr>
          <p:nvPr/>
        </p:nvSpPr>
        <p:spPr>
          <a:xfrm xmlns:a="http://schemas.openxmlformats.org/drawingml/2006/main">
            <a:off x="3181350" y="29622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26A94"/>
          </a:solidFill>
          <a:ln xmlns:a="http://schemas.openxmlformats.org/drawingml/2006/main" w="9525">
            <a:noFill/>
            <a:prstDash val="solid"/>
          </a:ln>
        </p:spPr>
      </p:sp>
      <p:sp>
        <p:nvSpPr>
          <p:cNvPr id="50" name="2">
            <a:extLst xmlns:a="http://schemas.openxmlformats.org/drawingml/2006/main">
              <a:ext uri="{FF2B5EF4-FFF2-40B4-BE49-F238E27FC236}">
                <a16:creationId xmlns:a16="http://schemas.microsoft.com/office/drawing/2014/main" id="{8B571C68-E8E9-4669-B9C2-21907C7709DB}"/>
              </a:ext>
            </a:extLst>
          </p:cNvPr>
          <p:cNvSpPr>
            <a:spLocks xmlns:a="http://schemas.openxmlformats.org/drawingml/2006/main" noGrp="1"/>
          </p:cNvSpPr>
          <p:nvPr/>
        </p:nvSpPr>
        <p:spPr>
          <a:xfrm xmlns:a="http://schemas.openxmlformats.org/drawingml/2006/main" rot="0">
            <a:off x="3333750" y="30113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2</a:t>
            </a:r>
          </a:p>
        </p:txBody>
      </p:sp>
      <p:sp>
        <p:nvSpPr>
          <p:cNvPr id="51" name="module number diamond">
            <a:extLst xmlns:a="http://schemas.openxmlformats.org/drawingml/2006/main">
              <a:ext uri="{FF2B5EF4-FFF2-40B4-BE49-F238E27FC236}">
                <a16:creationId xmlns:a16="http://schemas.microsoft.com/office/drawing/2014/main" id="{0A090DB3-3E7B-4CD9-B66E-8CB5B1CCC3A1}"/>
              </a:ext>
            </a:extLst>
          </p:cNvPr>
          <p:cNvSpPr>
            <a:spLocks xmlns:a="http://schemas.openxmlformats.org/drawingml/2006/main" noGrp="1"/>
          </p:cNvSpPr>
          <p:nvPr/>
        </p:nvSpPr>
        <p:spPr>
          <a:xfrm xmlns:a="http://schemas.openxmlformats.org/drawingml/2006/main">
            <a:off x="8848725" y="29622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26A94"/>
          </a:solidFill>
          <a:ln xmlns:a="http://schemas.openxmlformats.org/drawingml/2006/main" w="9525">
            <a:noFill/>
            <a:prstDash val="solid"/>
          </a:ln>
        </p:spPr>
      </p:sp>
      <p:sp>
        <p:nvSpPr>
          <p:cNvPr id="52" name="3">
            <a:extLst xmlns:a="http://schemas.openxmlformats.org/drawingml/2006/main">
              <a:ext uri="{FF2B5EF4-FFF2-40B4-BE49-F238E27FC236}">
                <a16:creationId xmlns:a16="http://schemas.microsoft.com/office/drawing/2014/main" id="{AEC857B8-8F1E-42A5-9144-686D5A03F2FC}"/>
              </a:ext>
            </a:extLst>
          </p:cNvPr>
          <p:cNvSpPr>
            <a:spLocks xmlns:a="http://schemas.openxmlformats.org/drawingml/2006/main" noGrp="1"/>
          </p:cNvSpPr>
          <p:nvPr/>
        </p:nvSpPr>
        <p:spPr>
          <a:xfrm xmlns:a="http://schemas.openxmlformats.org/drawingml/2006/main" rot="0">
            <a:off x="9001125" y="30113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3</a:t>
            </a:r>
          </a:p>
        </p:txBody>
      </p:sp>
      <p:sp>
        <p:nvSpPr>
          <p:cNvPr id="53" name="Prompt Planning">
            <a:extLst xmlns:a="http://schemas.openxmlformats.org/drawingml/2006/main">
              <a:ext uri="{FF2B5EF4-FFF2-40B4-BE49-F238E27FC236}">
                <a16:creationId xmlns:a16="http://schemas.microsoft.com/office/drawing/2014/main" id="{49DA39DC-41D5-404E-AA2B-C41A8983E6F0}"/>
              </a:ext>
            </a:extLst>
          </p:cNvPr>
          <p:cNvSpPr>
            <a:spLocks xmlns:a="http://schemas.openxmlformats.org/drawingml/2006/main" noGrp="1"/>
          </p:cNvSpPr>
          <p:nvPr/>
        </p:nvSpPr>
        <p:spPr>
          <a:xfrm xmlns:a="http://schemas.openxmlformats.org/drawingml/2006/main" rot="0">
            <a:off x="885825" y="3007873"/>
            <a:ext cx="1828800" cy="343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1" i="0">
                <a:solidFill>
                  <a:srgbClr val="3B6074"/>
                </a:solidFill>
                <a:latin typeface="Times New Roman"/>
                <a:ea typeface="Times New Roman"/>
                <a:cs typeface="Times New Roman"/>
              </a:defRPr>
            </a:defPPr>
          </a:lstStyle>
          <a:p xmlns:a="http://schemas.openxmlformats.org/drawingml/2006/main">
            <a:pPr algn="l">
              <a:lnSpc>
                <a:spcPct val="100000"/>
              </a:lnSpc>
              <a:buNone/>
              <a:defRPr sz="1932" b="1" i="0">
                <a:solidFill>
                  <a:srgbClr val="3B6074"/>
                </a:solidFill>
                <a:latin typeface="Times New Roman"/>
                <a:ea typeface="Times New Roman"/>
                <a:cs typeface="Times New Roman"/>
              </a:defRPr>
            </a:pPr>
            <a:r>
              <a:rPr sz="1932" b="1" i="0">
                <a:solidFill>
                  <a:srgbClr val="3B6074"/>
                </a:solidFill>
                <a:latin typeface="Times New Roman"/>
                <a:ea typeface="Times New Roman"/>
                <a:cs typeface="Times New Roman"/>
              </a:rPr>
              <a:t>Prompt Planning</a:t>
            </a:r>
          </a:p>
        </p:txBody>
      </p:sp>
      <p:sp>
        <p:nvSpPr>
          <p:cNvPr id="54" name="Scene Assets Generation">
            <a:extLst xmlns:a="http://schemas.openxmlformats.org/drawingml/2006/main">
              <a:ext uri="{FF2B5EF4-FFF2-40B4-BE49-F238E27FC236}">
                <a16:creationId xmlns:a16="http://schemas.microsoft.com/office/drawing/2014/main" id="{19150C84-C963-491D-A6A3-2F091128BD9A}"/>
              </a:ext>
            </a:extLst>
          </p:cNvPr>
          <p:cNvSpPr>
            <a:spLocks xmlns:a="http://schemas.openxmlformats.org/drawingml/2006/main" noGrp="1"/>
          </p:cNvSpPr>
          <p:nvPr/>
        </p:nvSpPr>
        <p:spPr>
          <a:xfrm xmlns:a="http://schemas.openxmlformats.org/drawingml/2006/main" rot="0">
            <a:off x="3743325" y="3002890"/>
            <a:ext cx="2733675" cy="36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72" b="1" i="0">
                <a:solidFill>
                  <a:srgbClr val="3B6074"/>
                </a:solidFill>
                <a:latin typeface="Times New Roman"/>
                <a:ea typeface="Times New Roman"/>
                <a:cs typeface="Times New Roman"/>
              </a:defRPr>
            </a:defPPr>
          </a:lstStyle>
          <a:p xmlns:a="http://schemas.openxmlformats.org/drawingml/2006/main">
            <a:pPr algn="l">
              <a:lnSpc>
                <a:spcPct val="100000"/>
              </a:lnSpc>
              <a:buNone/>
              <a:defRPr sz="2072" b="1" i="0">
                <a:solidFill>
                  <a:srgbClr val="3B6074"/>
                </a:solidFill>
                <a:latin typeface="Times New Roman"/>
                <a:ea typeface="Times New Roman"/>
                <a:cs typeface="Times New Roman"/>
              </a:defRPr>
            </a:pPr>
            <a:r>
              <a:rPr sz="2072" b="1" i="0">
                <a:solidFill>
                  <a:srgbClr val="3B6074"/>
                </a:solidFill>
                <a:latin typeface="Times New Roman"/>
                <a:ea typeface="Times New Roman"/>
                <a:cs typeface="Times New Roman"/>
              </a:rPr>
              <a:t>Scene Assets Generation</a:t>
            </a:r>
          </a:p>
        </p:txBody>
      </p:sp>
      <p:sp>
        <p:nvSpPr>
          <p:cNvPr id="55" name="Scene Terrain Generation &amp; Refinement">
            <a:extLst xmlns:a="http://schemas.openxmlformats.org/drawingml/2006/main">
              <a:ext uri="{FF2B5EF4-FFF2-40B4-BE49-F238E27FC236}">
                <a16:creationId xmlns:a16="http://schemas.microsoft.com/office/drawing/2014/main" id="{B4F943E3-92F2-440C-BB27-365ED157A5CD}"/>
              </a:ext>
            </a:extLst>
          </p:cNvPr>
          <p:cNvSpPr>
            <a:spLocks xmlns:a="http://schemas.openxmlformats.org/drawingml/2006/main" noGrp="1"/>
          </p:cNvSpPr>
          <p:nvPr/>
        </p:nvSpPr>
        <p:spPr>
          <a:xfrm xmlns:a="http://schemas.openxmlformats.org/drawingml/2006/main" rot="0">
            <a:off x="9372600" y="3005095"/>
            <a:ext cx="4410075" cy="3574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10" b="1" i="0">
                <a:solidFill>
                  <a:srgbClr val="3B6074"/>
                </a:solidFill>
                <a:latin typeface="Times New Roman"/>
                <a:ea typeface="Times New Roman"/>
                <a:cs typeface="Times New Roman"/>
              </a:defRPr>
            </a:defPPr>
          </a:lstStyle>
          <a:p xmlns:a="http://schemas.openxmlformats.org/drawingml/2006/main">
            <a:pPr algn="l">
              <a:lnSpc>
                <a:spcPct val="100000"/>
              </a:lnSpc>
              <a:buNone/>
              <a:defRPr sz="2010" b="1" i="0">
                <a:solidFill>
                  <a:srgbClr val="3B6074"/>
                </a:solidFill>
                <a:latin typeface="Times New Roman"/>
                <a:ea typeface="Times New Roman"/>
                <a:cs typeface="Times New Roman"/>
              </a:defRPr>
            </a:pPr>
            <a:r>
              <a:rPr sz="2010" b="1" i="0">
                <a:solidFill>
                  <a:srgbClr val="3B6074"/>
                </a:solidFill>
                <a:latin typeface="Times New Roman"/>
                <a:ea typeface="Times New Roman"/>
                <a:cs typeface="Times New Roman"/>
              </a:rPr>
              <a:t>Scene Terrain Generation &amp; Refinement</a:t>
            </a:r>
          </a:p>
        </p:txBody>
      </p:sp>
      <p:sp>
        <p:nvSpPr>
          <p:cNvPr id="56" name="(a) layout design">
            <a:extLst xmlns:a="http://schemas.openxmlformats.org/drawingml/2006/main">
              <a:ext uri="{FF2B5EF4-FFF2-40B4-BE49-F238E27FC236}">
                <a16:creationId xmlns:a16="http://schemas.microsoft.com/office/drawing/2014/main" id="{A319F903-2F8B-4E9E-BFC0-868723C9A6DB}"/>
              </a:ext>
            </a:extLst>
          </p:cNvPr>
          <p:cNvSpPr>
            <a:spLocks xmlns:a="http://schemas.openxmlformats.org/drawingml/2006/main" noGrp="1"/>
          </p:cNvSpPr>
          <p:nvPr/>
        </p:nvSpPr>
        <p:spPr>
          <a:xfrm xmlns:a="http://schemas.openxmlformats.org/drawingml/2006/main" rot="0">
            <a:off x="381000" y="3502819"/>
            <a:ext cx="1381125"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06" b="1" i="0">
                <a:solidFill>
                  <a:srgbClr val="007FB3"/>
                </a:solidFill>
                <a:latin typeface="Times New Roman"/>
                <a:ea typeface="Times New Roman"/>
                <a:cs typeface="Times New Roman"/>
              </a:defRPr>
            </a:pPr>
            <a:r>
              <a:rPr sz="1406" b="1" i="0">
                <a:solidFill>
                  <a:srgbClr val="007FB3"/>
                </a:solidFill>
                <a:latin typeface="Times New Roman"/>
                <a:ea typeface="Times New Roman"/>
                <a:cs typeface="Times New Roman"/>
              </a:rPr>
              <a:t>(a) layout design</a:t>
            </a:r>
          </a:p>
        </p:txBody>
      </p:sp>
      <p:sp>
        <p:nvSpPr>
          <p:cNvPr id="57" name="layout design prompt">
            <a:extLst xmlns:a="http://schemas.openxmlformats.org/drawingml/2006/main">
              <a:ext uri="{FF2B5EF4-FFF2-40B4-BE49-F238E27FC236}">
                <a16:creationId xmlns:a16="http://schemas.microsoft.com/office/drawing/2014/main" id="{2C73825D-1162-4B06-AD33-F09E43BD2B97}"/>
              </a:ext>
            </a:extLst>
          </p:cNvPr>
          <p:cNvSpPr>
            <a:spLocks xmlns:a="http://schemas.openxmlformats.org/drawingml/2006/main" noGrp="1"/>
          </p:cNvSpPr>
          <p:nvPr/>
        </p:nvSpPr>
        <p:spPr>
          <a:xfrm xmlns:a="http://schemas.openxmlformats.org/drawingml/2006/main">
            <a:off x="390525" y="3829050"/>
            <a:ext cx="2371725" cy="542925"/>
          </a:xfrm>
          <a:custGeom xmlns:a="http://schemas.openxmlformats.org/drawingml/2006/main">
            <a:pathLst>
              <a:path w="2371725" h="542925">
                <a:moveTo>
                  <a:pt x="57150" y="0"/>
                </a:moveTo>
                <a:lnTo>
                  <a:pt x="2314575" y="0"/>
                </a:lnTo>
                <a:cubicBezTo>
                  <a:pt x="2346138" y="0"/>
                  <a:pt x="2371725" y="25587"/>
                  <a:pt x="2371725" y="57150"/>
                </a:cubicBezTo>
                <a:lnTo>
                  <a:pt x="2371725" y="485775"/>
                </a:lnTo>
                <a:cubicBezTo>
                  <a:pt x="2371725" y="517338"/>
                  <a:pt x="2346138" y="542925"/>
                  <a:pt x="2314575" y="542925"/>
                </a:cubicBezTo>
                <a:lnTo>
                  <a:pt x="57150" y="542925"/>
                </a:lnTo>
                <a:cubicBezTo>
                  <a:pt x="25587" y="542925"/>
                  <a:pt x="0" y="517338"/>
                  <a:pt x="0" y="485775"/>
                </a:cubicBezTo>
                <a:lnTo>
                  <a:pt x="0" y="57150"/>
                </a:lnTo>
                <a:cubicBezTo>
                  <a:pt x="0" y="25587"/>
                  <a:pt x="25587" y="0"/>
                  <a:pt x="57150" y="0"/>
                </a:cubicBezTo>
                <a:close/>
              </a:path>
            </a:pathLst>
          </a:custGeom>
          <a:solidFill xmlns:a="http://schemas.openxmlformats.org/drawingml/2006/main">
            <a:srgbClr val="FFFFFF"/>
          </a:solidFill>
          <a:ln xmlns:a="http://schemas.openxmlformats.org/drawingml/2006/main" w="19050">
            <a:solidFill>
              <a:srgbClr val="A9CEF2"/>
            </a:solidFill>
            <a:prstDash val="solid"/>
          </a:ln>
        </p:spPr>
      </p:sp>
      <p:sp>
        <p:nvSpPr>
          <p:cNvPr id="58" name="... a cold biome with">
            <a:extLst xmlns:a="http://schemas.openxmlformats.org/drawingml/2006/main">
              <a:ext uri="{FF2B5EF4-FFF2-40B4-BE49-F238E27FC236}">
                <a16:creationId xmlns:a16="http://schemas.microsoft.com/office/drawing/2014/main" id="{BF98E1EA-0C84-4D8A-9C6F-0512C0E5B697}"/>
              </a:ext>
            </a:extLst>
          </p:cNvPr>
          <p:cNvSpPr>
            <a:spLocks xmlns:a="http://schemas.openxmlformats.org/drawingml/2006/main" noGrp="1"/>
          </p:cNvSpPr>
          <p:nvPr/>
        </p:nvSpPr>
        <p:spPr>
          <a:xfrm xmlns:a="http://schemas.openxmlformats.org/drawingml/2006/main" rot="0">
            <a:off x="485775" y="3858768"/>
            <a:ext cx="17240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i="0">
                <a:solidFill>
                  <a:srgbClr val="454545"/>
                </a:solidFill>
                <a:latin typeface="Times New Roman"/>
                <a:ea typeface="Times New Roman"/>
                <a:cs typeface="Times New Roman"/>
              </a:defRPr>
            </a:defPPr>
          </a:lstStyle>
          <a:p xmlns:a="http://schemas.openxmlformats.org/drawingml/2006/main">
            <a:pPr algn="l">
              <a:lnSpc>
                <a:spcPct val="100000"/>
              </a:lnSpc>
              <a:buNone/>
              <a:defRPr sz="1575" b="0" i="0">
                <a:solidFill>
                  <a:srgbClr val="454545"/>
                </a:solidFill>
                <a:latin typeface="Times New Roman"/>
                <a:ea typeface="Times New Roman"/>
                <a:cs typeface="Times New Roman"/>
              </a:defRPr>
            </a:pPr>
            <a:r>
              <a:rPr sz="1575" b="0" i="0">
                <a:solidFill>
                  <a:srgbClr val="454545"/>
                </a:solidFill>
                <a:latin typeface="Times New Roman"/>
                <a:ea typeface="Times New Roman"/>
                <a:cs typeface="Times New Roman"/>
              </a:rPr>
              <a:t>... a cold biome with</a:t>
            </a:r>
          </a:p>
        </p:txBody>
      </p:sp>
      <p:sp>
        <p:nvSpPr>
          <p:cNvPr id="59" name="frozen">
            <a:extLst xmlns:a="http://schemas.openxmlformats.org/drawingml/2006/main">
              <a:ext uri="{FF2B5EF4-FFF2-40B4-BE49-F238E27FC236}">
                <a16:creationId xmlns:a16="http://schemas.microsoft.com/office/drawing/2014/main" id="{BAAF9751-137B-4B7F-AC20-C6A176C0D29E}"/>
              </a:ext>
            </a:extLst>
          </p:cNvPr>
          <p:cNvSpPr>
            <a:spLocks xmlns:a="http://schemas.openxmlformats.org/drawingml/2006/main" noGrp="1"/>
          </p:cNvSpPr>
          <p:nvPr/>
        </p:nvSpPr>
        <p:spPr>
          <a:xfrm xmlns:a="http://schemas.openxmlformats.org/drawingml/2006/main" rot="0">
            <a:off x="2276475" y="3864648"/>
            <a:ext cx="457200" cy="250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0" b="0" i="0">
                <a:solidFill>
                  <a:srgbClr val="007FB3"/>
                </a:solidFill>
                <a:latin typeface="Times New Roman"/>
                <a:ea typeface="Times New Roman"/>
                <a:cs typeface="Times New Roman"/>
              </a:defRPr>
            </a:defPPr>
          </a:lstStyle>
          <a:p xmlns:a="http://schemas.openxmlformats.org/drawingml/2006/main">
            <a:pPr algn="l">
              <a:lnSpc>
                <a:spcPct val="100000"/>
              </a:lnSpc>
              <a:buNone/>
              <a:defRPr sz="1410" b="0" i="0">
                <a:solidFill>
                  <a:srgbClr val="007FB3"/>
                </a:solidFill>
                <a:latin typeface="Times New Roman"/>
                <a:ea typeface="Times New Roman"/>
                <a:cs typeface="Times New Roman"/>
              </a:defRPr>
            </a:pPr>
            <a:r>
              <a:rPr sz="1410" b="0" i="0">
                <a:solidFill>
                  <a:srgbClr val="007FB3"/>
                </a:solidFill>
                <a:latin typeface="Times New Roman"/>
                <a:ea typeface="Times New Roman"/>
                <a:cs typeface="Times New Roman"/>
              </a:rPr>
              <a:t>frozen</a:t>
            </a:r>
          </a:p>
        </p:txBody>
      </p:sp>
      <p:sp>
        <p:nvSpPr>
          <p:cNvPr id="60" name="lake,">
            <a:extLst xmlns:a="http://schemas.openxmlformats.org/drawingml/2006/main">
              <a:ext uri="{FF2B5EF4-FFF2-40B4-BE49-F238E27FC236}">
                <a16:creationId xmlns:a16="http://schemas.microsoft.com/office/drawing/2014/main" id="{AEADB1E3-3020-48A9-93BB-817E39A4D4B6}"/>
              </a:ext>
            </a:extLst>
          </p:cNvPr>
          <p:cNvSpPr>
            <a:spLocks xmlns:a="http://schemas.openxmlformats.org/drawingml/2006/main" noGrp="1"/>
          </p:cNvSpPr>
          <p:nvPr/>
        </p:nvSpPr>
        <p:spPr>
          <a:xfrm xmlns:a="http://schemas.openxmlformats.org/drawingml/2006/main" rot="0">
            <a:off x="485775" y="4099159"/>
            <a:ext cx="3238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007FB3"/>
                </a:solidFill>
                <a:latin typeface="Times New Roman"/>
                <a:ea typeface="Times New Roman"/>
                <a:cs typeface="Times New Roman"/>
              </a:defRPr>
            </a:defPPr>
          </a:lstStyle>
          <a:p xmlns:a="http://schemas.openxmlformats.org/drawingml/2006/main">
            <a:pPr algn="l">
              <a:lnSpc>
                <a:spcPct val="100000"/>
              </a:lnSpc>
              <a:buNone/>
              <a:defRPr sz="1243" b="0" i="0">
                <a:solidFill>
                  <a:srgbClr val="007FB3"/>
                </a:solidFill>
                <a:latin typeface="Times New Roman"/>
                <a:ea typeface="Times New Roman"/>
                <a:cs typeface="Times New Roman"/>
              </a:defRPr>
            </a:pPr>
            <a:r>
              <a:rPr sz="1243" b="0" i="0">
                <a:solidFill>
                  <a:srgbClr val="007FB3"/>
                </a:solidFill>
                <a:latin typeface="Times New Roman"/>
                <a:ea typeface="Times New Roman"/>
                <a:cs typeface="Times New Roman"/>
              </a:rPr>
              <a:t>lake,</a:t>
            </a:r>
          </a:p>
        </p:txBody>
      </p:sp>
      <p:sp>
        <p:nvSpPr>
          <p:cNvPr id="61" name="forests,">
            <a:extLst xmlns:a="http://schemas.openxmlformats.org/drawingml/2006/main">
              <a:ext uri="{FF2B5EF4-FFF2-40B4-BE49-F238E27FC236}">
                <a16:creationId xmlns:a16="http://schemas.microsoft.com/office/drawing/2014/main" id="{BE30D0C6-1144-44D0-AEEE-2BB0E301729C}"/>
              </a:ext>
            </a:extLst>
          </p:cNvPr>
          <p:cNvSpPr>
            <a:spLocks xmlns:a="http://schemas.openxmlformats.org/drawingml/2006/main" noGrp="1"/>
          </p:cNvSpPr>
          <p:nvPr/>
        </p:nvSpPr>
        <p:spPr>
          <a:xfrm xmlns:a="http://schemas.openxmlformats.org/drawingml/2006/main" rot="0">
            <a:off x="857250" y="4099159"/>
            <a:ext cx="504825"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397F56"/>
                </a:solidFill>
                <a:latin typeface="Times New Roman"/>
                <a:ea typeface="Times New Roman"/>
                <a:cs typeface="Times New Roman"/>
              </a:defRPr>
            </a:defPPr>
          </a:lstStyle>
          <a:p xmlns:a="http://schemas.openxmlformats.org/drawingml/2006/main">
            <a:pPr algn="l">
              <a:lnSpc>
                <a:spcPct val="100000"/>
              </a:lnSpc>
              <a:buNone/>
              <a:defRPr sz="1243" b="0" i="0">
                <a:solidFill>
                  <a:srgbClr val="397F56"/>
                </a:solidFill>
                <a:latin typeface="Times New Roman"/>
                <a:ea typeface="Times New Roman"/>
                <a:cs typeface="Times New Roman"/>
              </a:defRPr>
            </a:pPr>
            <a:r>
              <a:rPr sz="1243" b="0" i="0">
                <a:solidFill>
                  <a:srgbClr val="397F56"/>
                </a:solidFill>
                <a:latin typeface="Times New Roman"/>
                <a:ea typeface="Times New Roman"/>
                <a:cs typeface="Times New Roman"/>
              </a:rPr>
              <a:t>forests,</a:t>
            </a:r>
          </a:p>
        </p:txBody>
      </p:sp>
      <p:sp>
        <p:nvSpPr>
          <p:cNvPr id="62" name="road path...">
            <a:extLst xmlns:a="http://schemas.openxmlformats.org/drawingml/2006/main">
              <a:ext uri="{FF2B5EF4-FFF2-40B4-BE49-F238E27FC236}">
                <a16:creationId xmlns:a16="http://schemas.microsoft.com/office/drawing/2014/main" id="{954ABC0C-9DC4-488C-9CCC-DA88981B32CC}"/>
              </a:ext>
            </a:extLst>
          </p:cNvPr>
          <p:cNvSpPr>
            <a:spLocks xmlns:a="http://schemas.openxmlformats.org/drawingml/2006/main" noGrp="1"/>
          </p:cNvSpPr>
          <p:nvPr/>
        </p:nvSpPr>
        <p:spPr>
          <a:xfrm xmlns:a="http://schemas.openxmlformats.org/drawingml/2006/main" rot="0">
            <a:off x="1419225" y="4101370"/>
            <a:ext cx="942975"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B98C29"/>
                </a:solidFill>
                <a:latin typeface="Times New Roman"/>
                <a:ea typeface="Times New Roman"/>
                <a:cs typeface="Times New Roman"/>
              </a:defRPr>
            </a:defPPr>
          </a:lstStyle>
          <a:p xmlns:a="http://schemas.openxmlformats.org/drawingml/2006/main">
            <a:pPr algn="l">
              <a:lnSpc>
                <a:spcPct val="100000"/>
              </a:lnSpc>
              <a:buNone/>
              <a:defRPr sz="1181" b="0" i="0">
                <a:solidFill>
                  <a:srgbClr val="B98C29"/>
                </a:solidFill>
                <a:latin typeface="Times New Roman"/>
                <a:ea typeface="Times New Roman"/>
                <a:cs typeface="Times New Roman"/>
              </a:defRPr>
            </a:pPr>
            <a:r>
              <a:rPr sz="1181" b="0" i="0">
                <a:solidFill>
                  <a:srgbClr val="B98C29"/>
                </a:solidFill>
                <a:latin typeface="Times New Roman"/>
                <a:ea typeface="Times New Roman"/>
                <a:cs typeface="Times New Roman"/>
              </a:rPr>
              <a:t>road path...</a:t>
            </a:r>
          </a:p>
        </p:txBody>
      </p:sp>
      <p:sp>
        <p:nvSpPr>
          <p:cNvPr id="63" name="(b) material &amp; assets design">
            <a:extLst xmlns:a="http://schemas.openxmlformats.org/drawingml/2006/main">
              <a:ext uri="{FF2B5EF4-FFF2-40B4-BE49-F238E27FC236}">
                <a16:creationId xmlns:a16="http://schemas.microsoft.com/office/drawing/2014/main" id="{62CD51F8-DCD1-47D8-9D1F-2238C57BB94B}"/>
              </a:ext>
            </a:extLst>
          </p:cNvPr>
          <p:cNvSpPr>
            <a:spLocks xmlns:a="http://schemas.openxmlformats.org/drawingml/2006/main" noGrp="1"/>
          </p:cNvSpPr>
          <p:nvPr/>
        </p:nvSpPr>
        <p:spPr>
          <a:xfrm xmlns:a="http://schemas.openxmlformats.org/drawingml/2006/main" rot="0">
            <a:off x="381000" y="4474369"/>
            <a:ext cx="2352675"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06" b="1" i="0">
                <a:solidFill>
                  <a:srgbClr val="007FB3"/>
                </a:solidFill>
                <a:latin typeface="Times New Roman"/>
                <a:ea typeface="Times New Roman"/>
                <a:cs typeface="Times New Roman"/>
              </a:defRPr>
            </a:pPr>
            <a:r>
              <a:rPr sz="1406" b="1" i="0">
                <a:solidFill>
                  <a:srgbClr val="007FB3"/>
                </a:solidFill>
                <a:latin typeface="Times New Roman"/>
                <a:ea typeface="Times New Roman"/>
                <a:cs typeface="Times New Roman"/>
              </a:rPr>
              <a:t>(b) material &amp; assets design</a:t>
            </a:r>
          </a:p>
        </p:txBody>
      </p:sp>
      <p:sp>
        <p:nvSpPr>
          <p:cNvPr id="64" name="material asset description">
            <a:extLst xmlns:a="http://schemas.openxmlformats.org/drawingml/2006/main">
              <a:ext uri="{FF2B5EF4-FFF2-40B4-BE49-F238E27FC236}">
                <a16:creationId xmlns:a16="http://schemas.microsoft.com/office/drawing/2014/main" id="{5C7B2A11-3E56-40E8-AAEB-A04744B9CE3C}"/>
              </a:ext>
            </a:extLst>
          </p:cNvPr>
          <p:cNvSpPr>
            <a:spLocks xmlns:a="http://schemas.openxmlformats.org/drawingml/2006/main" noGrp="1"/>
          </p:cNvSpPr>
          <p:nvPr/>
        </p:nvSpPr>
        <p:spPr>
          <a:xfrm xmlns:a="http://schemas.openxmlformats.org/drawingml/2006/main">
            <a:off x="390525" y="4800600"/>
            <a:ext cx="2371725" cy="952500"/>
          </a:xfrm>
          <a:custGeom xmlns:a="http://schemas.openxmlformats.org/drawingml/2006/main">
            <a:pathLst>
              <a:path w="2371725" h="952500">
                <a:moveTo>
                  <a:pt x="57150" y="0"/>
                </a:moveTo>
                <a:lnTo>
                  <a:pt x="2314575" y="0"/>
                </a:lnTo>
                <a:cubicBezTo>
                  <a:pt x="2346138" y="0"/>
                  <a:pt x="2371725" y="25587"/>
                  <a:pt x="2371725" y="57150"/>
                </a:cubicBezTo>
                <a:lnTo>
                  <a:pt x="2371725" y="895350"/>
                </a:lnTo>
                <a:cubicBezTo>
                  <a:pt x="2371725" y="926913"/>
                  <a:pt x="2346138" y="952500"/>
                  <a:pt x="2314575" y="952500"/>
                </a:cubicBezTo>
                <a:lnTo>
                  <a:pt x="57150" y="952500"/>
                </a:lnTo>
                <a:cubicBezTo>
                  <a:pt x="25587" y="952500"/>
                  <a:pt x="0" y="926913"/>
                  <a:pt x="0" y="895350"/>
                </a:cubicBezTo>
                <a:lnTo>
                  <a:pt x="0" y="57150"/>
                </a:lnTo>
                <a:cubicBezTo>
                  <a:pt x="0" y="25587"/>
                  <a:pt x="25587" y="0"/>
                  <a:pt x="57150" y="0"/>
                </a:cubicBezTo>
                <a:close/>
              </a:path>
            </a:pathLst>
          </a:custGeom>
          <a:solidFill xmlns:a="http://schemas.openxmlformats.org/drawingml/2006/main">
            <a:srgbClr val="FFFFFF"/>
          </a:solidFill>
          <a:ln xmlns:a="http://schemas.openxmlformats.org/drawingml/2006/main" w="19050">
            <a:solidFill>
              <a:srgbClr val="A9CEF2"/>
            </a:solidFill>
            <a:prstDash val="solid"/>
          </a:ln>
        </p:spPr>
      </p:sp>
      <p:sp>
        <p:nvSpPr>
          <p:cNvPr id="65" name="forest:">
            <a:extLst xmlns:a="http://schemas.openxmlformats.org/drawingml/2006/main">
              <a:ext uri="{FF2B5EF4-FFF2-40B4-BE49-F238E27FC236}">
                <a16:creationId xmlns:a16="http://schemas.microsoft.com/office/drawing/2014/main" id="{E33C1001-AFEA-43C0-A3B9-3F88D5373855}"/>
              </a:ext>
            </a:extLst>
          </p:cNvPr>
          <p:cNvSpPr>
            <a:spLocks xmlns:a="http://schemas.openxmlformats.org/drawingml/2006/main" noGrp="1"/>
          </p:cNvSpPr>
          <p:nvPr/>
        </p:nvSpPr>
        <p:spPr>
          <a:xfrm xmlns:a="http://schemas.openxmlformats.org/drawingml/2006/main" rot="0">
            <a:off x="485775" y="4835172"/>
            <a:ext cx="466725" cy="2557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8" b="0" i="0">
                <a:solidFill>
                  <a:srgbClr val="397F56"/>
                </a:solidFill>
                <a:latin typeface="Times New Roman"/>
                <a:ea typeface="Times New Roman"/>
                <a:cs typeface="Times New Roman"/>
              </a:defRPr>
            </a:defPPr>
          </a:lstStyle>
          <a:p xmlns:a="http://schemas.openxmlformats.org/drawingml/2006/main">
            <a:pPr algn="l">
              <a:lnSpc>
                <a:spcPct val="100000"/>
              </a:lnSpc>
              <a:buNone/>
              <a:defRPr sz="1438" b="0" i="0">
                <a:solidFill>
                  <a:srgbClr val="397F56"/>
                </a:solidFill>
                <a:latin typeface="Times New Roman"/>
                <a:ea typeface="Times New Roman"/>
                <a:cs typeface="Times New Roman"/>
              </a:defRPr>
            </a:pPr>
            <a:r>
              <a:rPr sz="1438" b="0" i="0">
                <a:solidFill>
                  <a:srgbClr val="397F56"/>
                </a:solidFill>
                <a:latin typeface="Times New Roman"/>
                <a:ea typeface="Times New Roman"/>
                <a:cs typeface="Times New Roman"/>
              </a:rPr>
              <a:t>forest:</a:t>
            </a:r>
          </a:p>
        </p:txBody>
      </p:sp>
      <p:sp>
        <p:nvSpPr>
          <p:cNvPr id="66" name="deep green-brown...">
            <a:extLst xmlns:a="http://schemas.openxmlformats.org/drawingml/2006/main">
              <a:ext uri="{FF2B5EF4-FFF2-40B4-BE49-F238E27FC236}">
                <a16:creationId xmlns:a16="http://schemas.microsoft.com/office/drawing/2014/main" id="{78E8A778-3B80-4E9F-93AA-EB9731B5DB4C}"/>
              </a:ext>
            </a:extLst>
          </p:cNvPr>
          <p:cNvSpPr>
            <a:spLocks xmlns:a="http://schemas.openxmlformats.org/drawingml/2006/main" noGrp="1"/>
          </p:cNvSpPr>
          <p:nvPr/>
        </p:nvSpPr>
        <p:spPr>
          <a:xfrm xmlns:a="http://schemas.openxmlformats.org/drawingml/2006/main" rot="0">
            <a:off x="981075" y="4844320"/>
            <a:ext cx="160020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454545"/>
                </a:solidFill>
                <a:latin typeface="Times New Roman"/>
                <a:ea typeface="Times New Roman"/>
                <a:cs typeface="Times New Roman"/>
              </a:defRPr>
            </a:defPPr>
          </a:lstStyle>
          <a:p xmlns:a="http://schemas.openxmlformats.org/drawingml/2006/main">
            <a:pPr algn="l">
              <a:lnSpc>
                <a:spcPct val="100000"/>
              </a:lnSpc>
              <a:buNone/>
              <a:defRPr sz="1181" b="0" i="0">
                <a:solidFill>
                  <a:srgbClr val="454545"/>
                </a:solidFill>
                <a:latin typeface="Times New Roman"/>
                <a:ea typeface="Times New Roman"/>
                <a:cs typeface="Times New Roman"/>
              </a:defRPr>
            </a:pPr>
            <a:r>
              <a:rPr sz="1181" b="0" i="0">
                <a:solidFill>
                  <a:srgbClr val="454545"/>
                </a:solidFill>
                <a:latin typeface="Times New Roman"/>
                <a:ea typeface="Times New Roman"/>
                <a:cs typeface="Times New Roman"/>
              </a:rPr>
              <a:t>deep green-brown...</a:t>
            </a:r>
          </a:p>
        </p:txBody>
      </p:sp>
      <p:sp>
        <p:nvSpPr>
          <p:cNvPr id="67" name="road path:">
            <a:extLst xmlns:a="http://schemas.openxmlformats.org/drawingml/2006/main">
              <a:ext uri="{FF2B5EF4-FFF2-40B4-BE49-F238E27FC236}">
                <a16:creationId xmlns:a16="http://schemas.microsoft.com/office/drawing/2014/main" id="{B6B7270E-CB69-4C65-A75E-B89BFCCA1795}"/>
              </a:ext>
            </a:extLst>
          </p:cNvPr>
          <p:cNvSpPr>
            <a:spLocks xmlns:a="http://schemas.openxmlformats.org/drawingml/2006/main" noGrp="1"/>
          </p:cNvSpPr>
          <p:nvPr/>
        </p:nvSpPr>
        <p:spPr>
          <a:xfrm xmlns:a="http://schemas.openxmlformats.org/drawingml/2006/main" rot="0">
            <a:off x="485775" y="5072920"/>
            <a:ext cx="7429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B98C29"/>
                </a:solidFill>
                <a:latin typeface="Times New Roman"/>
                <a:ea typeface="Times New Roman"/>
                <a:cs typeface="Times New Roman"/>
              </a:defRPr>
            </a:defPPr>
          </a:lstStyle>
          <a:p xmlns:a="http://schemas.openxmlformats.org/drawingml/2006/main">
            <a:pPr algn="l">
              <a:lnSpc>
                <a:spcPct val="100000"/>
              </a:lnSpc>
              <a:buNone/>
              <a:defRPr sz="1181" b="0" i="0">
                <a:solidFill>
                  <a:srgbClr val="B98C29"/>
                </a:solidFill>
                <a:latin typeface="Times New Roman"/>
                <a:ea typeface="Times New Roman"/>
                <a:cs typeface="Times New Roman"/>
              </a:defRPr>
            </a:pPr>
            <a:r>
              <a:rPr sz="1181" b="0" i="0">
                <a:solidFill>
                  <a:srgbClr val="B98C29"/>
                </a:solidFill>
                <a:latin typeface="Times New Roman"/>
                <a:ea typeface="Times New Roman"/>
                <a:cs typeface="Times New Roman"/>
              </a:rPr>
              <a:t>road path:</a:t>
            </a:r>
          </a:p>
        </p:txBody>
      </p:sp>
      <p:sp>
        <p:nvSpPr>
          <p:cNvPr id="68" name="dark gray-brown...">
            <a:extLst xmlns:a="http://schemas.openxmlformats.org/drawingml/2006/main">
              <a:ext uri="{FF2B5EF4-FFF2-40B4-BE49-F238E27FC236}">
                <a16:creationId xmlns:a16="http://schemas.microsoft.com/office/drawing/2014/main" id="{4902E14E-7387-4A34-84FA-A6A79A6B6139}"/>
              </a:ext>
            </a:extLst>
          </p:cNvPr>
          <p:cNvSpPr>
            <a:spLocks xmlns:a="http://schemas.openxmlformats.org/drawingml/2006/main" noGrp="1"/>
          </p:cNvSpPr>
          <p:nvPr/>
        </p:nvSpPr>
        <p:spPr>
          <a:xfrm xmlns:a="http://schemas.openxmlformats.org/drawingml/2006/main" rot="0">
            <a:off x="1266825" y="5072920"/>
            <a:ext cx="1343025"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454545"/>
                </a:solidFill>
                <a:latin typeface="Times New Roman"/>
                <a:ea typeface="Times New Roman"/>
                <a:cs typeface="Times New Roman"/>
              </a:defRPr>
            </a:defPPr>
          </a:lstStyle>
          <a:p xmlns:a="http://schemas.openxmlformats.org/drawingml/2006/main">
            <a:pPr algn="l">
              <a:lnSpc>
                <a:spcPct val="100000"/>
              </a:lnSpc>
              <a:buNone/>
              <a:defRPr sz="1181" b="0" i="0">
                <a:solidFill>
                  <a:srgbClr val="454545"/>
                </a:solidFill>
                <a:latin typeface="Times New Roman"/>
                <a:ea typeface="Times New Roman"/>
                <a:cs typeface="Times New Roman"/>
              </a:defRPr>
            </a:pPr>
            <a:r>
              <a:rPr sz="1181" b="0" i="0">
                <a:solidFill>
                  <a:srgbClr val="454545"/>
                </a:solidFill>
                <a:latin typeface="Times New Roman"/>
                <a:ea typeface="Times New Roman"/>
                <a:cs typeface="Times New Roman"/>
              </a:rPr>
              <a:t>dark gray-brown...</a:t>
            </a:r>
          </a:p>
        </p:txBody>
      </p:sp>
      <p:sp>
        <p:nvSpPr>
          <p:cNvPr id="69" name="3d assets: snow-covered tree,">
            <a:extLst xmlns:a="http://schemas.openxmlformats.org/drawingml/2006/main">
              <a:ext uri="{FF2B5EF4-FFF2-40B4-BE49-F238E27FC236}">
                <a16:creationId xmlns:a16="http://schemas.microsoft.com/office/drawing/2014/main" id="{D2023AFF-4543-4EE3-8481-338BE5F117CF}"/>
              </a:ext>
            </a:extLst>
          </p:cNvPr>
          <p:cNvSpPr>
            <a:spLocks xmlns:a="http://schemas.openxmlformats.org/drawingml/2006/main" noGrp="1"/>
          </p:cNvSpPr>
          <p:nvPr/>
        </p:nvSpPr>
        <p:spPr>
          <a:xfrm xmlns:a="http://schemas.openxmlformats.org/drawingml/2006/main" rot="0">
            <a:off x="485775" y="5299309"/>
            <a:ext cx="2124075"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454545"/>
                </a:solidFill>
                <a:latin typeface="Times New Roman"/>
                <a:ea typeface="Times New Roman"/>
                <a:cs typeface="Times New Roman"/>
              </a:defRPr>
            </a:defPPr>
          </a:lstStyle>
          <a:p xmlns:a="http://schemas.openxmlformats.org/drawingml/2006/main">
            <a:pPr algn="l">
              <a:lnSpc>
                <a:spcPct val="100000"/>
              </a:lnSpc>
              <a:buNone/>
              <a:defRPr sz="1243" b="0" i="0">
                <a:solidFill>
                  <a:srgbClr val="454545"/>
                </a:solidFill>
                <a:latin typeface="Times New Roman"/>
                <a:ea typeface="Times New Roman"/>
                <a:cs typeface="Times New Roman"/>
              </a:defRPr>
            </a:pPr>
            <a:r>
              <a:rPr sz="1243" b="0" i="0">
                <a:solidFill>
                  <a:srgbClr val="454545"/>
                </a:solidFill>
                <a:latin typeface="Times New Roman"/>
                <a:ea typeface="Times New Roman"/>
                <a:cs typeface="Times New Roman"/>
              </a:rPr>
              <a:t>3d assets: snow-covered tree,</a:t>
            </a:r>
          </a:p>
        </p:txBody>
      </p:sp>
      <p:sp>
        <p:nvSpPr>
          <p:cNvPr id="70" name="stone, ice, blue flame torch...">
            <a:extLst xmlns:a="http://schemas.openxmlformats.org/drawingml/2006/main">
              <a:ext uri="{FF2B5EF4-FFF2-40B4-BE49-F238E27FC236}">
                <a16:creationId xmlns:a16="http://schemas.microsoft.com/office/drawing/2014/main" id="{0B6E91FD-0FD4-4654-B07C-60F7A60145C5}"/>
              </a:ext>
            </a:extLst>
          </p:cNvPr>
          <p:cNvSpPr>
            <a:spLocks xmlns:a="http://schemas.openxmlformats.org/drawingml/2006/main" noGrp="1"/>
          </p:cNvSpPr>
          <p:nvPr/>
        </p:nvSpPr>
        <p:spPr>
          <a:xfrm xmlns:a="http://schemas.openxmlformats.org/drawingml/2006/main" rot="0">
            <a:off x="485775" y="5518384"/>
            <a:ext cx="21526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454545"/>
                </a:solidFill>
                <a:latin typeface="Times New Roman"/>
                <a:ea typeface="Times New Roman"/>
                <a:cs typeface="Times New Roman"/>
              </a:defRPr>
            </a:defPPr>
          </a:lstStyle>
          <a:p xmlns:a="http://schemas.openxmlformats.org/drawingml/2006/main">
            <a:pPr algn="l">
              <a:lnSpc>
                <a:spcPct val="100000"/>
              </a:lnSpc>
              <a:buNone/>
              <a:defRPr sz="1243" b="0" i="0">
                <a:solidFill>
                  <a:srgbClr val="454545"/>
                </a:solidFill>
                <a:latin typeface="Times New Roman"/>
                <a:ea typeface="Times New Roman"/>
                <a:cs typeface="Times New Roman"/>
              </a:defRPr>
            </a:pPr>
            <a:r>
              <a:rPr sz="1243" b="0" i="0">
                <a:solidFill>
                  <a:srgbClr val="454545"/>
                </a:solidFill>
                <a:latin typeface="Times New Roman"/>
                <a:ea typeface="Times New Roman"/>
                <a:cs typeface="Times New Roman"/>
              </a:rPr>
              <a:t>stone, ice, blue flame torch...</a:t>
            </a:r>
          </a:p>
        </p:txBody>
      </p:sp>
      <p:sp>
        <p:nvSpPr>
          <p:cNvPr id="71" name="(c) terrain design">
            <a:extLst xmlns:a="http://schemas.openxmlformats.org/drawingml/2006/main">
              <a:ext uri="{FF2B5EF4-FFF2-40B4-BE49-F238E27FC236}">
                <a16:creationId xmlns:a16="http://schemas.microsoft.com/office/drawing/2014/main" id="{71C1A14F-DEAF-4762-873F-90E9B09E991B}"/>
              </a:ext>
            </a:extLst>
          </p:cNvPr>
          <p:cNvSpPr>
            <a:spLocks xmlns:a="http://schemas.openxmlformats.org/drawingml/2006/main" noGrp="1"/>
          </p:cNvSpPr>
          <p:nvPr/>
        </p:nvSpPr>
        <p:spPr>
          <a:xfrm xmlns:a="http://schemas.openxmlformats.org/drawingml/2006/main" rot="0">
            <a:off x="381000" y="5807869"/>
            <a:ext cx="1428750"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06" b="1" i="0">
                <a:solidFill>
                  <a:srgbClr val="007FB3"/>
                </a:solidFill>
                <a:latin typeface="Times New Roman"/>
                <a:ea typeface="Times New Roman"/>
                <a:cs typeface="Times New Roman"/>
              </a:defRPr>
            </a:pPr>
            <a:r>
              <a:rPr sz="1406" b="1" i="0">
                <a:solidFill>
                  <a:srgbClr val="007FB3"/>
                </a:solidFill>
                <a:latin typeface="Times New Roman"/>
                <a:ea typeface="Times New Roman"/>
                <a:cs typeface="Times New Roman"/>
              </a:rPr>
              <a:t>(c) terrain design</a:t>
            </a:r>
          </a:p>
        </p:txBody>
      </p:sp>
      <p:sp>
        <p:nvSpPr>
          <p:cNvPr id="72" name="terrain parameter description">
            <a:extLst xmlns:a="http://schemas.openxmlformats.org/drawingml/2006/main">
              <a:ext uri="{FF2B5EF4-FFF2-40B4-BE49-F238E27FC236}">
                <a16:creationId xmlns:a16="http://schemas.microsoft.com/office/drawing/2014/main" id="{63A9DF15-9351-48EE-964D-5F371E59A754}"/>
              </a:ext>
            </a:extLst>
          </p:cNvPr>
          <p:cNvSpPr>
            <a:spLocks xmlns:a="http://schemas.openxmlformats.org/drawingml/2006/main" noGrp="1"/>
          </p:cNvSpPr>
          <p:nvPr/>
        </p:nvSpPr>
        <p:spPr>
          <a:xfrm xmlns:a="http://schemas.openxmlformats.org/drawingml/2006/main">
            <a:off x="390525" y="6105525"/>
            <a:ext cx="2371725" cy="771525"/>
          </a:xfrm>
          <a:custGeom xmlns:a="http://schemas.openxmlformats.org/drawingml/2006/main">
            <a:pathLst>
              <a:path w="2371725" h="771525">
                <a:moveTo>
                  <a:pt x="57150" y="0"/>
                </a:moveTo>
                <a:lnTo>
                  <a:pt x="2314575" y="0"/>
                </a:lnTo>
                <a:cubicBezTo>
                  <a:pt x="2346138" y="0"/>
                  <a:pt x="2371725" y="25587"/>
                  <a:pt x="2371725" y="57150"/>
                </a:cubicBezTo>
                <a:lnTo>
                  <a:pt x="2371725" y="714375"/>
                </a:lnTo>
                <a:cubicBezTo>
                  <a:pt x="2371725" y="745938"/>
                  <a:pt x="2346138" y="771525"/>
                  <a:pt x="2314575" y="771525"/>
                </a:cubicBezTo>
                <a:lnTo>
                  <a:pt x="57150" y="771525"/>
                </a:lnTo>
                <a:cubicBezTo>
                  <a:pt x="25587" y="771525"/>
                  <a:pt x="0" y="745938"/>
                  <a:pt x="0" y="714375"/>
                </a:cubicBezTo>
                <a:lnTo>
                  <a:pt x="0" y="57150"/>
                </a:lnTo>
                <a:cubicBezTo>
                  <a:pt x="0" y="25587"/>
                  <a:pt x="25587" y="0"/>
                  <a:pt x="57150" y="0"/>
                </a:cubicBezTo>
                <a:close/>
              </a:path>
            </a:pathLst>
          </a:custGeom>
          <a:solidFill xmlns:a="http://schemas.openxmlformats.org/drawingml/2006/main">
            <a:srgbClr val="FFFFFF"/>
          </a:solidFill>
          <a:ln xmlns:a="http://schemas.openxmlformats.org/drawingml/2006/main" w="19050">
            <a:solidFill>
              <a:srgbClr val="A9CEF2"/>
            </a:solidFill>
            <a:prstDash val="solid"/>
          </a:ln>
        </p:spPr>
      </p:sp>
      <p:sp>
        <p:nvSpPr>
          <p:cNvPr id="73" name="frozen lake:">
            <a:extLst xmlns:a="http://schemas.openxmlformats.org/drawingml/2006/main">
              <a:ext uri="{FF2B5EF4-FFF2-40B4-BE49-F238E27FC236}">
                <a16:creationId xmlns:a16="http://schemas.microsoft.com/office/drawing/2014/main" id="{5E2B96FE-4016-486B-9581-916F887132E5}"/>
              </a:ext>
            </a:extLst>
          </p:cNvPr>
          <p:cNvSpPr>
            <a:spLocks xmlns:a="http://schemas.openxmlformats.org/drawingml/2006/main" noGrp="1"/>
          </p:cNvSpPr>
          <p:nvPr/>
        </p:nvSpPr>
        <p:spPr>
          <a:xfrm xmlns:a="http://schemas.openxmlformats.org/drawingml/2006/main" rot="0">
            <a:off x="514350" y="6160861"/>
            <a:ext cx="838200" cy="2471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0" b="0" i="0">
                <a:solidFill>
                  <a:srgbClr val="007FB3"/>
                </a:solidFill>
                <a:latin typeface="Times New Roman"/>
                <a:ea typeface="Times New Roman"/>
                <a:cs typeface="Times New Roman"/>
              </a:defRPr>
            </a:defPPr>
          </a:lstStyle>
          <a:p xmlns:a="http://schemas.openxmlformats.org/drawingml/2006/main">
            <a:pPr algn="l">
              <a:lnSpc>
                <a:spcPct val="100000"/>
              </a:lnSpc>
              <a:buNone/>
              <a:defRPr sz="1390" b="0" i="0">
                <a:solidFill>
                  <a:srgbClr val="007FB3"/>
                </a:solidFill>
                <a:latin typeface="Times New Roman"/>
                <a:ea typeface="Times New Roman"/>
                <a:cs typeface="Times New Roman"/>
              </a:defRPr>
            </a:pPr>
            <a:r>
              <a:rPr sz="1390" b="0" i="0">
                <a:solidFill>
                  <a:srgbClr val="007FB3"/>
                </a:solidFill>
                <a:latin typeface="Times New Roman"/>
                <a:ea typeface="Times New Roman"/>
                <a:cs typeface="Times New Roman"/>
              </a:rPr>
              <a:t>frozen lake:</a:t>
            </a:r>
          </a:p>
        </p:txBody>
      </p:sp>
      <p:sp>
        <p:nvSpPr>
          <p:cNvPr id="74" name="hmap(x0, y0)...">
            <a:extLst xmlns:a="http://schemas.openxmlformats.org/drawingml/2006/main">
              <a:ext uri="{FF2B5EF4-FFF2-40B4-BE49-F238E27FC236}">
                <a16:creationId xmlns:a16="http://schemas.microsoft.com/office/drawing/2014/main" id="{057DF688-3A76-4B45-BF1F-0A7CE6D55D29}"/>
              </a:ext>
            </a:extLst>
          </p:cNvPr>
          <p:cNvSpPr>
            <a:spLocks xmlns:a="http://schemas.openxmlformats.org/drawingml/2006/main" noGrp="1"/>
          </p:cNvSpPr>
          <p:nvPr/>
        </p:nvSpPr>
        <p:spPr>
          <a:xfrm xmlns:a="http://schemas.openxmlformats.org/drawingml/2006/main" rot="0">
            <a:off x="1390650" y="6170295"/>
            <a:ext cx="12096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125" b="0" i="0">
                <a:solidFill>
                  <a:srgbClr val="454545"/>
                </a:solidFill>
                <a:latin typeface="Times New Roman"/>
                <a:ea typeface="Times New Roman"/>
                <a:cs typeface="Times New Roman"/>
              </a:defRPr>
            </a:pPr>
            <a:r>
              <a:rPr sz="1125" b="0" i="0">
                <a:solidFill>
                  <a:srgbClr val="454545"/>
                </a:solidFill>
                <a:latin typeface="Times New Roman"/>
                <a:ea typeface="Times New Roman"/>
                <a:cs typeface="Times New Roman"/>
              </a:rPr>
              <a:t>hmap(x0, y0)...</a:t>
            </a:r>
          </a:p>
        </p:txBody>
      </p:sp>
      <p:sp>
        <p:nvSpPr>
          <p:cNvPr id="75" name="forests:">
            <a:extLst xmlns:a="http://schemas.openxmlformats.org/drawingml/2006/main">
              <a:ext uri="{FF2B5EF4-FFF2-40B4-BE49-F238E27FC236}">
                <a16:creationId xmlns:a16="http://schemas.microsoft.com/office/drawing/2014/main" id="{4F1320C2-F7E8-427E-B724-BDBF8C00927A}"/>
              </a:ext>
            </a:extLst>
          </p:cNvPr>
          <p:cNvSpPr>
            <a:spLocks xmlns:a="http://schemas.openxmlformats.org/drawingml/2006/main" noGrp="1"/>
          </p:cNvSpPr>
          <p:nvPr/>
        </p:nvSpPr>
        <p:spPr>
          <a:xfrm xmlns:a="http://schemas.openxmlformats.org/drawingml/2006/main" rot="0">
            <a:off x="514350" y="6377735"/>
            <a:ext cx="542925" cy="2582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52" b="0" i="0">
                <a:solidFill>
                  <a:srgbClr val="397F56"/>
                </a:solidFill>
                <a:latin typeface="Times New Roman"/>
                <a:ea typeface="Times New Roman"/>
                <a:cs typeface="Times New Roman"/>
              </a:defRPr>
            </a:defPPr>
          </a:lstStyle>
          <a:p xmlns:a="http://schemas.openxmlformats.org/drawingml/2006/main">
            <a:pPr algn="l">
              <a:lnSpc>
                <a:spcPct val="100000"/>
              </a:lnSpc>
              <a:buNone/>
              <a:defRPr sz="1452" b="0" i="0">
                <a:solidFill>
                  <a:srgbClr val="397F56"/>
                </a:solidFill>
                <a:latin typeface="Times New Roman"/>
                <a:ea typeface="Times New Roman"/>
                <a:cs typeface="Times New Roman"/>
              </a:defRPr>
            </a:pPr>
            <a:r>
              <a:rPr sz="1452" b="0" i="0">
                <a:solidFill>
                  <a:srgbClr val="397F56"/>
                </a:solidFill>
                <a:latin typeface="Times New Roman"/>
                <a:ea typeface="Times New Roman"/>
                <a:cs typeface="Times New Roman"/>
              </a:rPr>
              <a:t>forests:</a:t>
            </a:r>
          </a:p>
        </p:txBody>
      </p:sp>
      <p:sp>
        <p:nvSpPr>
          <p:cNvPr id="76" name="hmap(x1, y1) + rise...">
            <a:extLst xmlns:a="http://schemas.openxmlformats.org/drawingml/2006/main">
              <a:ext uri="{FF2B5EF4-FFF2-40B4-BE49-F238E27FC236}">
                <a16:creationId xmlns:a16="http://schemas.microsoft.com/office/drawing/2014/main" id="{9B292707-EAD6-4050-848E-935C76DEF432}"/>
              </a:ext>
            </a:extLst>
          </p:cNvPr>
          <p:cNvSpPr>
            <a:spLocks xmlns:a="http://schemas.openxmlformats.org/drawingml/2006/main" noGrp="1"/>
          </p:cNvSpPr>
          <p:nvPr/>
        </p:nvSpPr>
        <p:spPr>
          <a:xfrm xmlns:a="http://schemas.openxmlformats.org/drawingml/2006/main" rot="0">
            <a:off x="1076325" y="6389370"/>
            <a:ext cx="1600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125" b="0" i="0">
                <a:solidFill>
                  <a:srgbClr val="454545"/>
                </a:solidFill>
                <a:latin typeface="Times New Roman"/>
                <a:ea typeface="Times New Roman"/>
                <a:cs typeface="Times New Roman"/>
              </a:defRPr>
            </a:pPr>
            <a:r>
              <a:rPr sz="1125" b="0" i="0">
                <a:solidFill>
                  <a:srgbClr val="454545"/>
                </a:solidFill>
                <a:latin typeface="Times New Roman"/>
                <a:ea typeface="Times New Roman"/>
                <a:cs typeface="Times New Roman"/>
              </a:rPr>
              <a:t>hmap(x1, y1) + rise...</a:t>
            </a:r>
          </a:p>
        </p:txBody>
      </p:sp>
      <p:sp>
        <p:nvSpPr>
          <p:cNvPr id="77" name="road path:">
            <a:extLst xmlns:a="http://schemas.openxmlformats.org/drawingml/2006/main">
              <a:ext uri="{FF2B5EF4-FFF2-40B4-BE49-F238E27FC236}">
                <a16:creationId xmlns:a16="http://schemas.microsoft.com/office/drawing/2014/main" id="{CEA27C5E-9857-42AF-924B-962C0C6978CC}"/>
              </a:ext>
            </a:extLst>
          </p:cNvPr>
          <p:cNvSpPr>
            <a:spLocks xmlns:a="http://schemas.openxmlformats.org/drawingml/2006/main" noGrp="1"/>
          </p:cNvSpPr>
          <p:nvPr/>
        </p:nvSpPr>
        <p:spPr>
          <a:xfrm xmlns:a="http://schemas.openxmlformats.org/drawingml/2006/main" rot="0">
            <a:off x="514350" y="6606445"/>
            <a:ext cx="7429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B98C29"/>
                </a:solidFill>
                <a:latin typeface="Times New Roman"/>
                <a:ea typeface="Times New Roman"/>
                <a:cs typeface="Times New Roman"/>
              </a:defRPr>
            </a:defPPr>
          </a:lstStyle>
          <a:p xmlns:a="http://schemas.openxmlformats.org/drawingml/2006/main">
            <a:pPr algn="l">
              <a:lnSpc>
                <a:spcPct val="100000"/>
              </a:lnSpc>
              <a:buNone/>
              <a:defRPr sz="1181" b="0" i="0">
                <a:solidFill>
                  <a:srgbClr val="B98C29"/>
                </a:solidFill>
                <a:latin typeface="Times New Roman"/>
                <a:ea typeface="Times New Roman"/>
                <a:cs typeface="Times New Roman"/>
              </a:defRPr>
            </a:pPr>
            <a:r>
              <a:rPr sz="1181" b="0" i="0">
                <a:solidFill>
                  <a:srgbClr val="B98C29"/>
                </a:solidFill>
                <a:latin typeface="Times New Roman"/>
                <a:ea typeface="Times New Roman"/>
                <a:cs typeface="Times New Roman"/>
              </a:rPr>
              <a:t>road path:</a:t>
            </a:r>
          </a:p>
        </p:txBody>
      </p:sp>
      <p:sp>
        <p:nvSpPr>
          <p:cNvPr id="78" name="width(x2, y2) * p...">
            <a:extLst xmlns:a="http://schemas.openxmlformats.org/drawingml/2006/main">
              <a:ext uri="{FF2B5EF4-FFF2-40B4-BE49-F238E27FC236}">
                <a16:creationId xmlns:a16="http://schemas.microsoft.com/office/drawing/2014/main" id="{7AA0D3C3-8492-4BFE-A7EA-860F3DCC60BB}"/>
              </a:ext>
            </a:extLst>
          </p:cNvPr>
          <p:cNvSpPr>
            <a:spLocks xmlns:a="http://schemas.openxmlformats.org/drawingml/2006/main" noGrp="1"/>
          </p:cNvSpPr>
          <p:nvPr/>
        </p:nvSpPr>
        <p:spPr>
          <a:xfrm xmlns:a="http://schemas.openxmlformats.org/drawingml/2006/main" rot="0">
            <a:off x="1295400" y="6608445"/>
            <a:ext cx="13620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125" b="0" i="0">
                <a:solidFill>
                  <a:srgbClr val="454545"/>
                </a:solidFill>
                <a:latin typeface="Times New Roman"/>
                <a:ea typeface="Times New Roman"/>
                <a:cs typeface="Times New Roman"/>
              </a:defRPr>
            </a:pPr>
            <a:r>
              <a:rPr sz="1125" b="0" i="0">
                <a:solidFill>
                  <a:srgbClr val="454545"/>
                </a:solidFill>
                <a:latin typeface="Times New Roman"/>
                <a:ea typeface="Times New Roman"/>
                <a:cs typeface="Times New Roman"/>
              </a:rPr>
              <a:t>width(x2, y2) * p...</a:t>
            </a:r>
          </a:p>
        </p:txBody>
      </p:sp>
      <p:sp>
        <p:nvSpPr>
          <p:cNvPr id="79" name="gen image pill">
            <a:extLst xmlns:a="http://schemas.openxmlformats.org/drawingml/2006/main">
              <a:ext uri="{FF2B5EF4-FFF2-40B4-BE49-F238E27FC236}">
                <a16:creationId xmlns:a16="http://schemas.microsoft.com/office/drawing/2014/main" id="{F3E8B278-3314-4757-B1D2-5A54542E1FCC}"/>
              </a:ext>
            </a:extLst>
          </p:cNvPr>
          <p:cNvSpPr>
            <a:spLocks xmlns:a="http://schemas.openxmlformats.org/drawingml/2006/main" noGrp="1"/>
          </p:cNvSpPr>
          <p:nvPr/>
        </p:nvSpPr>
        <p:spPr>
          <a:xfrm xmlns:a="http://schemas.openxmlformats.org/drawingml/2006/main">
            <a:off x="3200400" y="3495675"/>
            <a:ext cx="5086350" cy="295275"/>
          </a:xfrm>
          <a:custGeom xmlns:a="http://schemas.openxmlformats.org/drawingml/2006/main">
            <a:pathLst>
              <a:path w="5086350" h="295275">
                <a:moveTo>
                  <a:pt x="147638" y="0"/>
                </a:moveTo>
                <a:lnTo>
                  <a:pt x="4938713" y="0"/>
                </a:lnTo>
                <a:cubicBezTo>
                  <a:pt x="5020250" y="0"/>
                  <a:pt x="5086350" y="66100"/>
                  <a:pt x="5086350" y="147638"/>
                </a:cubicBezTo>
                <a:lnTo>
                  <a:pt x="5086350" y="147638"/>
                </a:lnTo>
                <a:cubicBezTo>
                  <a:pt x="5086350" y="229175"/>
                  <a:pt x="5020250" y="295275"/>
                  <a:pt x="49387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80" name="gen image icon background">
            <a:extLst xmlns:a="http://schemas.openxmlformats.org/drawingml/2006/main">
              <a:ext uri="{FF2B5EF4-FFF2-40B4-BE49-F238E27FC236}">
                <a16:creationId xmlns:a16="http://schemas.microsoft.com/office/drawing/2014/main" id="{F9A88BD8-6E66-45A3-B402-90E5FC57BAAB}"/>
              </a:ext>
            </a:extLst>
          </p:cNvPr>
          <p:cNvSpPr>
            <a:spLocks xmlns:a="http://schemas.openxmlformats.org/drawingml/2006/main" noGrp="1"/>
          </p:cNvSpPr>
          <p:nvPr/>
        </p:nvSpPr>
        <p:spPr>
          <a:xfrm xmlns:a="http://schemas.openxmlformats.org/drawingml/2006/main">
            <a:off x="3200400" y="3495675"/>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81" name="">
            <a:extLst xmlns:a="http://schemas.openxmlformats.org/drawingml/2006/main">
              <a:ext uri="{FF2B5EF4-FFF2-40B4-BE49-F238E27FC236}">
                <a16:creationId xmlns:a16="http://schemas.microsoft.com/office/drawing/2014/main" id="{D5497BA7-AFE7-4EDC-B788-A1830494A224}"/>
              </a:ext>
            </a:extLst>
          </p:cNvPr>
          <p:cNvPicPr>
            <a:picLocks xmlns:a="http://schemas.openxmlformats.org/drawingml/2006/main" noChangeAspect="1"/>
          </p:cNvPicPr>
          <p:nvPr/>
        </p:nvPicPr>
        <p:blipFill>
          <a:blip xmlns:r="http://schemas.openxmlformats.org/officeDocument/2006/relationships" xmlns:a="http://schemas.openxmlformats.org/drawingml/2006/main" r:embed="Rf60dd9c3b1b441fa"/>
          <a:stretch xmlns:a="http://schemas.openxmlformats.org/drawingml/2006/main"/>
        </p:blipFill>
        <p:spPr>
          <a:xfrm xmlns:a="http://schemas.openxmlformats.org/drawingml/2006/main">
            <a:off x="3257550" y="3528083"/>
            <a:ext cx="304800" cy="230459"/>
          </a:xfrm>
          <a:prstGeom xmlns:a="http://schemas.openxmlformats.org/drawingml/2006/main" prst="rect">
            <a:avLst/>
          </a:prstGeom>
        </p:spPr>
      </p:pic>
      <p:sp>
        <p:nvSpPr>
          <p:cNvPr id="82" name="gen image">
            <a:extLst xmlns:a="http://schemas.openxmlformats.org/drawingml/2006/main">
              <a:ext uri="{FF2B5EF4-FFF2-40B4-BE49-F238E27FC236}">
                <a16:creationId xmlns:a16="http://schemas.microsoft.com/office/drawing/2014/main" id="{34C3932A-C290-4FAB-9FB8-CC967E2BA5C3}"/>
              </a:ext>
            </a:extLst>
          </p:cNvPr>
          <p:cNvSpPr>
            <a:spLocks xmlns:a="http://schemas.openxmlformats.org/drawingml/2006/main" noGrp="1"/>
          </p:cNvSpPr>
          <p:nvPr/>
        </p:nvSpPr>
        <p:spPr>
          <a:xfrm xmlns:a="http://schemas.openxmlformats.org/drawingml/2006/main" rot="0">
            <a:off x="3762375" y="3522218"/>
            <a:ext cx="87630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007FB3"/>
                </a:solidFill>
                <a:latin typeface="Times New Roman"/>
                <a:ea typeface="Times New Roman"/>
                <a:cs typeface="Times New Roman"/>
              </a:defRPr>
            </a:defPPr>
          </a:lstStyle>
          <a:p xmlns:a="http://schemas.openxmlformats.org/drawingml/2006/main">
            <a:pPr algn="l">
              <a:lnSpc>
                <a:spcPct val="100000"/>
              </a:lnSpc>
              <a:buNone/>
              <a:defRPr sz="1396" b="1" i="0">
                <a:solidFill>
                  <a:srgbClr val="007FB3"/>
                </a:solidFill>
                <a:latin typeface="Times New Roman"/>
                <a:ea typeface="Times New Roman"/>
                <a:cs typeface="Times New Roman"/>
              </a:defRPr>
            </a:pPr>
            <a:r>
              <a:rPr sz="1396" b="1" i="0">
                <a:solidFill>
                  <a:srgbClr val="007FB3"/>
                </a:solidFill>
                <a:latin typeface="Times New Roman"/>
                <a:ea typeface="Times New Roman"/>
                <a:cs typeface="Times New Roman"/>
              </a:rPr>
              <a:t>gen image</a:t>
            </a:r>
          </a:p>
        </p:txBody>
      </p:sp>
      <p:sp>
        <p:nvSpPr>
          <p:cNvPr id="83" name="(prompt: scene_plan.yaml; script: img_gen.py)">
            <a:extLst xmlns:a="http://schemas.openxmlformats.org/drawingml/2006/main">
              <a:ext uri="{FF2B5EF4-FFF2-40B4-BE49-F238E27FC236}">
                <a16:creationId xmlns:a16="http://schemas.microsoft.com/office/drawing/2014/main" id="{5E46918C-4F2E-45CD-B572-164930ADCC0F}"/>
              </a:ext>
            </a:extLst>
          </p:cNvPr>
          <p:cNvSpPr>
            <a:spLocks xmlns:a="http://schemas.openxmlformats.org/drawingml/2006/main" noGrp="1"/>
          </p:cNvSpPr>
          <p:nvPr/>
        </p:nvSpPr>
        <p:spPr>
          <a:xfrm xmlns:a="http://schemas.openxmlformats.org/drawingml/2006/main" rot="0">
            <a:off x="4762500" y="3534537"/>
            <a:ext cx="3314700"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(prompt: scene_plan.yaml; script: img_gen.py)</a:t>
            </a:r>
          </a:p>
        </p:txBody>
      </p:sp>
      <p:sp>
        <p:nvSpPr>
          <p:cNvPr id="84" name="image branch spine">
            <a:extLst xmlns:a="http://schemas.openxmlformats.org/drawingml/2006/main">
              <a:ext uri="{FF2B5EF4-FFF2-40B4-BE49-F238E27FC236}">
                <a16:creationId xmlns:a16="http://schemas.microsoft.com/office/drawing/2014/main" id="{7D43E0AD-5A77-4077-90A2-28BE43C27B95}"/>
              </a:ext>
            </a:extLst>
          </p:cNvPr>
          <p:cNvSpPr>
            <a:spLocks xmlns:a="http://schemas.openxmlformats.org/drawingml/2006/main" noGrp="1"/>
          </p:cNvSpPr>
          <p:nvPr/>
        </p:nvSpPr>
        <p:spPr>
          <a:xfrm xmlns:a="http://schemas.openxmlformats.org/drawingml/2006/main">
            <a:off x="3400425" y="3857625"/>
            <a:ext cx="191" cy="1200340"/>
          </a:xfrm>
          <a:custGeom xmlns:a="http://schemas.openxmlformats.org/drawingml/2006/main">
            <a:pathLst>
              <a:path w="191" h="1200340">
                <a:moveTo>
                  <a:pt x="0" y="0"/>
                </a:moveTo>
                <a:lnTo>
                  <a:pt x="0" y="1200150"/>
                </a:lnTo>
              </a:path>
            </a:pathLst>
          </a:custGeom>
          <a:noFill xmlns:a="http://schemas.openxmlformats.org/drawingml/2006/main"/>
          <a:ln xmlns:a="http://schemas.openxmlformats.org/drawingml/2006/main" w="14288">
            <a:solidFill>
              <a:srgbClr val="9DD4E4"/>
            </a:solidFill>
            <a:prstDash val="solid"/>
          </a:ln>
        </p:spPr>
      </p:sp>
      <p:pic>
        <p:nvPicPr>
          <p:cNvPr id="85" name="">
            <a:extLst xmlns:a="http://schemas.openxmlformats.org/drawingml/2006/main">
              <a:ext uri="{FF2B5EF4-FFF2-40B4-BE49-F238E27FC236}">
                <a16:creationId xmlns:a16="http://schemas.microsoft.com/office/drawing/2014/main" id="{884C274C-56AC-40A3-A121-6069CEECA16B}"/>
              </a:ext>
            </a:extLst>
          </p:cNvPr>
          <p:cNvPicPr>
            <a:picLocks xmlns:a="http://schemas.openxmlformats.org/drawingml/2006/main" noChangeAspect="1"/>
          </p:cNvPicPr>
          <p:nvPr/>
        </p:nvPicPr>
        <p:blipFill>
          <a:blip xmlns:r="http://schemas.openxmlformats.org/officeDocument/2006/relationships" xmlns:a="http://schemas.openxmlformats.org/drawingml/2006/main" r:embed="R41ce2a39149c4064"/>
          <a:stretch xmlns:a="http://schemas.openxmlformats.org/drawingml/2006/main"/>
        </p:blipFill>
        <p:spPr>
          <a:xfrm xmlns:a="http://schemas.openxmlformats.org/drawingml/2006/main">
            <a:off x="3514901" y="3857625"/>
            <a:ext cx="1142647" cy="1171575"/>
          </a:xfrm>
          <a:prstGeom xmlns:a="http://schemas.openxmlformats.org/drawingml/2006/main" prst="rect">
            <a:avLst/>
          </a:prstGeom>
        </p:spPr>
      </p:pic>
      <p:sp>
        <p:nvSpPr>
          <p:cNvPr id="86" name="layout map">
            <a:extLst xmlns:a="http://schemas.openxmlformats.org/drawingml/2006/main">
              <a:ext uri="{FF2B5EF4-FFF2-40B4-BE49-F238E27FC236}">
                <a16:creationId xmlns:a16="http://schemas.microsoft.com/office/drawing/2014/main" id="{036DCC3C-7059-4A55-BDE5-989CAF79100A}"/>
              </a:ext>
            </a:extLst>
          </p:cNvPr>
          <p:cNvSpPr>
            <a:spLocks xmlns:a="http://schemas.openxmlformats.org/drawingml/2006/main" noGrp="1"/>
          </p:cNvSpPr>
          <p:nvPr/>
        </p:nvSpPr>
        <p:spPr>
          <a:xfrm xmlns:a="http://schemas.openxmlformats.org/drawingml/2006/main" rot="5400000">
            <a:off x="4400550" y="4353114"/>
            <a:ext cx="857250" cy="24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4" b="1" i="0">
                <a:solidFill>
                  <a:srgbClr val="454545"/>
                </a:solidFill>
                <a:latin typeface="Times New Roman"/>
                <a:ea typeface="Times New Roman"/>
                <a:cs typeface="Times New Roman"/>
              </a:defRPr>
            </a:defPPr>
          </a:lstStyle>
          <a:p xmlns:a="http://schemas.openxmlformats.org/drawingml/2006/main">
            <a:pPr algn="l">
              <a:lnSpc>
                <a:spcPct val="100000"/>
              </a:lnSpc>
              <a:buNone/>
              <a:defRPr sz="1404" b="1" i="0">
                <a:solidFill>
                  <a:srgbClr val="454545"/>
                </a:solidFill>
                <a:latin typeface="Times New Roman"/>
                <a:ea typeface="Times New Roman"/>
                <a:cs typeface="Times New Roman"/>
              </a:defRPr>
            </a:pPr>
            <a:r>
              <a:rPr sz="1404" b="1" i="0">
                <a:solidFill>
                  <a:srgbClr val="454545"/>
                </a:solidFill>
                <a:latin typeface="Times New Roman"/>
                <a:ea typeface="Times New Roman"/>
                <a:cs typeface="Times New Roman"/>
              </a:rPr>
              <a:t>layout map</a:t>
            </a:r>
          </a:p>
        </p:txBody>
      </p:sp>
      <p:pic>
        <p:nvPicPr>
          <p:cNvPr id="87" name="">
            <a:extLst xmlns:a="http://schemas.openxmlformats.org/drawingml/2006/main">
              <a:ext uri="{FF2B5EF4-FFF2-40B4-BE49-F238E27FC236}">
                <a16:creationId xmlns:a16="http://schemas.microsoft.com/office/drawing/2014/main" id="{55FB1360-49C9-4D36-969A-BA46DA3E4C5D}"/>
              </a:ext>
            </a:extLst>
          </p:cNvPr>
          <p:cNvPicPr>
            <a:picLocks xmlns:a="http://schemas.openxmlformats.org/drawingml/2006/main" noChangeAspect="1"/>
          </p:cNvPicPr>
          <p:nvPr/>
        </p:nvPicPr>
        <p:blipFill>
          <a:blip xmlns:r="http://schemas.openxmlformats.org/officeDocument/2006/relationships" xmlns:a="http://schemas.openxmlformats.org/drawingml/2006/main" r:embed="R864c00a3f5974eb4"/>
          <a:stretch xmlns:a="http://schemas.openxmlformats.org/drawingml/2006/main"/>
        </p:blipFill>
        <p:spPr>
          <a:xfrm xmlns:a="http://schemas.openxmlformats.org/drawingml/2006/main">
            <a:off x="5126344" y="3857625"/>
            <a:ext cx="281963" cy="600075"/>
          </a:xfrm>
          <a:prstGeom xmlns:a="http://schemas.openxmlformats.org/drawingml/2006/main" prst="rect">
            <a:avLst/>
          </a:prstGeom>
        </p:spPr>
      </p:pic>
      <p:pic>
        <p:nvPicPr>
          <p:cNvPr id="88" name="">
            <a:extLst xmlns:a="http://schemas.openxmlformats.org/drawingml/2006/main">
              <a:ext uri="{FF2B5EF4-FFF2-40B4-BE49-F238E27FC236}">
                <a16:creationId xmlns:a16="http://schemas.microsoft.com/office/drawing/2014/main" id="{37492B23-E397-49FC-95B6-984CD787E202}"/>
              </a:ext>
            </a:extLst>
          </p:cNvPr>
          <p:cNvPicPr>
            <a:picLocks xmlns:a="http://schemas.openxmlformats.org/drawingml/2006/main" noChangeAspect="1"/>
          </p:cNvPicPr>
          <p:nvPr/>
        </p:nvPicPr>
        <p:blipFill>
          <a:blip xmlns:r="http://schemas.openxmlformats.org/officeDocument/2006/relationships" xmlns:a="http://schemas.openxmlformats.org/drawingml/2006/main" r:embed="R56c9c93339ba445a"/>
          <a:stretch xmlns:a="http://schemas.openxmlformats.org/drawingml/2006/main"/>
        </p:blipFill>
        <p:spPr>
          <a:xfrm xmlns:a="http://schemas.openxmlformats.org/drawingml/2006/main">
            <a:off x="5495925" y="3858387"/>
            <a:ext cx="361950" cy="608076"/>
          </a:xfrm>
          <a:prstGeom xmlns:a="http://schemas.openxmlformats.org/drawingml/2006/main" prst="rect">
            <a:avLst/>
          </a:prstGeom>
        </p:spPr>
      </p:pic>
      <p:pic>
        <p:nvPicPr>
          <p:cNvPr id="89" name="">
            <a:extLst xmlns:a="http://schemas.openxmlformats.org/drawingml/2006/main">
              <a:ext uri="{FF2B5EF4-FFF2-40B4-BE49-F238E27FC236}">
                <a16:creationId xmlns:a16="http://schemas.microsoft.com/office/drawing/2014/main" id="{37311ACC-AD92-46D4-B778-F39950587997}"/>
              </a:ext>
            </a:extLst>
          </p:cNvPr>
          <p:cNvPicPr>
            <a:picLocks xmlns:a="http://schemas.openxmlformats.org/drawingml/2006/main" noChangeAspect="1"/>
          </p:cNvPicPr>
          <p:nvPr/>
        </p:nvPicPr>
        <p:blipFill>
          <a:blip xmlns:r="http://schemas.openxmlformats.org/officeDocument/2006/relationships" xmlns:a="http://schemas.openxmlformats.org/drawingml/2006/main" r:embed="Rfd9cc83bbfdf4ce7"/>
          <a:stretch xmlns:a="http://schemas.openxmlformats.org/drawingml/2006/main"/>
        </p:blipFill>
        <p:spPr>
          <a:xfrm xmlns:a="http://schemas.openxmlformats.org/drawingml/2006/main">
            <a:off x="5059765" y="4505325"/>
            <a:ext cx="377019" cy="485775"/>
          </a:xfrm>
          <a:prstGeom xmlns:a="http://schemas.openxmlformats.org/drawingml/2006/main" prst="rect">
            <a:avLst/>
          </a:prstGeom>
        </p:spPr>
      </p:pic>
      <p:pic>
        <p:nvPicPr>
          <p:cNvPr id="90" name="">
            <a:extLst xmlns:a="http://schemas.openxmlformats.org/drawingml/2006/main">
              <a:ext uri="{FF2B5EF4-FFF2-40B4-BE49-F238E27FC236}">
                <a16:creationId xmlns:a16="http://schemas.microsoft.com/office/drawing/2014/main" id="{77943090-26CC-4B96-BA8D-D2C3F318C165}"/>
              </a:ext>
            </a:extLst>
          </p:cNvPr>
          <p:cNvPicPr>
            <a:picLocks xmlns:a="http://schemas.openxmlformats.org/drawingml/2006/main" noChangeAspect="1"/>
          </p:cNvPicPr>
          <p:nvPr/>
        </p:nvPicPr>
        <p:blipFill>
          <a:blip xmlns:r="http://schemas.openxmlformats.org/officeDocument/2006/relationships" xmlns:a="http://schemas.openxmlformats.org/drawingml/2006/main" r:embed="R2196eb14123b41f6"/>
          <a:stretch xmlns:a="http://schemas.openxmlformats.org/drawingml/2006/main"/>
        </p:blipFill>
        <p:spPr>
          <a:xfrm xmlns:a="http://schemas.openxmlformats.org/drawingml/2006/main">
            <a:off x="5496185" y="4591050"/>
            <a:ext cx="370955" cy="400050"/>
          </a:xfrm>
          <a:prstGeom xmlns:a="http://schemas.openxmlformats.org/drawingml/2006/main" prst="rect">
            <a:avLst/>
          </a:prstGeom>
        </p:spPr>
      </p:pic>
      <p:sp>
        <p:nvSpPr>
          <p:cNvPr id="91" name="object images">
            <a:extLst xmlns:a="http://schemas.openxmlformats.org/drawingml/2006/main">
              <a:ext uri="{FF2B5EF4-FFF2-40B4-BE49-F238E27FC236}">
                <a16:creationId xmlns:a16="http://schemas.microsoft.com/office/drawing/2014/main" id="{05647F2C-7651-4753-A291-1F87FBBA09AF}"/>
              </a:ext>
            </a:extLst>
          </p:cNvPr>
          <p:cNvSpPr>
            <a:spLocks xmlns:a="http://schemas.openxmlformats.org/drawingml/2006/main" noGrp="1"/>
          </p:cNvSpPr>
          <p:nvPr/>
        </p:nvSpPr>
        <p:spPr>
          <a:xfrm xmlns:a="http://schemas.openxmlformats.org/drawingml/2006/main" rot="5400000">
            <a:off x="5567363" y="4379129"/>
            <a:ext cx="1019175" cy="2458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3" b="1" i="0">
                <a:solidFill>
                  <a:srgbClr val="454545"/>
                </a:solidFill>
                <a:latin typeface="Times New Roman"/>
                <a:ea typeface="Times New Roman"/>
                <a:cs typeface="Times New Roman"/>
              </a:defRPr>
            </a:defPPr>
          </a:lstStyle>
          <a:p xmlns:a="http://schemas.openxmlformats.org/drawingml/2006/main">
            <a:pPr algn="l">
              <a:lnSpc>
                <a:spcPct val="100000"/>
              </a:lnSpc>
              <a:buNone/>
              <a:defRPr sz="1383" b="1" i="0">
                <a:solidFill>
                  <a:srgbClr val="454545"/>
                </a:solidFill>
                <a:latin typeface="Times New Roman"/>
                <a:ea typeface="Times New Roman"/>
                <a:cs typeface="Times New Roman"/>
              </a:defRPr>
            </a:pPr>
            <a:r>
              <a:rPr sz="1383" b="1" i="0">
                <a:solidFill>
                  <a:srgbClr val="454545"/>
                </a:solidFill>
                <a:latin typeface="Times New Roman"/>
                <a:ea typeface="Times New Roman"/>
                <a:cs typeface="Times New Roman"/>
              </a:rPr>
              <a:t>object images</a:t>
            </a:r>
          </a:p>
        </p:txBody>
      </p:sp>
      <p:pic>
        <p:nvPicPr>
          <p:cNvPr id="92" name="">
            <a:extLst xmlns:a="http://schemas.openxmlformats.org/drawingml/2006/main">
              <a:ext uri="{FF2B5EF4-FFF2-40B4-BE49-F238E27FC236}">
                <a16:creationId xmlns:a16="http://schemas.microsoft.com/office/drawing/2014/main" id="{D966F5EF-1906-4547-A98C-77A838478E28}"/>
              </a:ext>
            </a:extLst>
          </p:cNvPr>
          <p:cNvPicPr>
            <a:picLocks xmlns:a="http://schemas.openxmlformats.org/drawingml/2006/main" noChangeAspect="1"/>
          </p:cNvPicPr>
          <p:nvPr/>
        </p:nvPicPr>
        <p:blipFill>
          <a:blip xmlns:r="http://schemas.openxmlformats.org/officeDocument/2006/relationships" xmlns:a="http://schemas.openxmlformats.org/drawingml/2006/main" r:embed="R59daa8fe43a04438"/>
          <a:stretch xmlns:a="http://schemas.openxmlformats.org/drawingml/2006/main"/>
        </p:blipFill>
        <p:spPr>
          <a:xfrm xmlns:a="http://schemas.openxmlformats.org/drawingml/2006/main">
            <a:off x="6460396" y="3838575"/>
            <a:ext cx="518984" cy="533400"/>
          </a:xfrm>
          <a:prstGeom xmlns:a="http://schemas.openxmlformats.org/drawingml/2006/main" prst="rect">
            <a:avLst/>
          </a:prstGeom>
        </p:spPr>
      </p:pic>
      <p:pic>
        <p:nvPicPr>
          <p:cNvPr id="93" name="">
            <a:extLst xmlns:a="http://schemas.openxmlformats.org/drawingml/2006/main">
              <a:ext uri="{FF2B5EF4-FFF2-40B4-BE49-F238E27FC236}">
                <a16:creationId xmlns:a16="http://schemas.microsoft.com/office/drawing/2014/main" id="{9D3F6462-F945-4FC8-A2B8-F49593E4CA71}"/>
              </a:ext>
            </a:extLst>
          </p:cNvPr>
          <p:cNvPicPr>
            <a:picLocks xmlns:a="http://schemas.openxmlformats.org/drawingml/2006/main" noChangeAspect="1"/>
          </p:cNvPicPr>
          <p:nvPr/>
        </p:nvPicPr>
        <p:blipFill>
          <a:blip xmlns:r="http://schemas.openxmlformats.org/officeDocument/2006/relationships" xmlns:a="http://schemas.openxmlformats.org/drawingml/2006/main" r:embed="R24c3a0ab90d642e8"/>
          <a:stretch xmlns:a="http://schemas.openxmlformats.org/drawingml/2006/main"/>
        </p:blipFill>
        <p:spPr>
          <a:xfrm xmlns:a="http://schemas.openxmlformats.org/drawingml/2006/main">
            <a:off x="7098571" y="3838575"/>
            <a:ext cx="518984" cy="533400"/>
          </a:xfrm>
          <a:prstGeom xmlns:a="http://schemas.openxmlformats.org/drawingml/2006/main" prst="rect">
            <a:avLst/>
          </a:prstGeom>
        </p:spPr>
      </p:pic>
      <p:pic>
        <p:nvPicPr>
          <p:cNvPr id="94" name="">
            <a:extLst xmlns:a="http://schemas.openxmlformats.org/drawingml/2006/main">
              <a:ext uri="{FF2B5EF4-FFF2-40B4-BE49-F238E27FC236}">
                <a16:creationId xmlns:a16="http://schemas.microsoft.com/office/drawing/2014/main" id="{C25133A9-04B3-4366-B9CA-D19862709AA0}"/>
              </a:ext>
            </a:extLst>
          </p:cNvPr>
          <p:cNvPicPr>
            <a:picLocks xmlns:a="http://schemas.openxmlformats.org/drawingml/2006/main" noChangeAspect="1"/>
          </p:cNvPicPr>
          <p:nvPr/>
        </p:nvPicPr>
        <p:blipFill>
          <a:blip xmlns:r="http://schemas.openxmlformats.org/officeDocument/2006/relationships" xmlns:a="http://schemas.openxmlformats.org/drawingml/2006/main" r:embed="R42ef5516952e458b"/>
          <a:stretch xmlns:a="http://schemas.openxmlformats.org/drawingml/2006/main"/>
        </p:blipFill>
        <p:spPr>
          <a:xfrm xmlns:a="http://schemas.openxmlformats.org/drawingml/2006/main">
            <a:off x="6457950" y="4438650"/>
            <a:ext cx="523875" cy="523875"/>
          </a:xfrm>
          <a:prstGeom xmlns:a="http://schemas.openxmlformats.org/drawingml/2006/main" prst="rect">
            <a:avLst/>
          </a:prstGeom>
        </p:spPr>
      </p:pic>
      <p:pic>
        <p:nvPicPr>
          <p:cNvPr id="95" name="">
            <a:extLst xmlns:a="http://schemas.openxmlformats.org/drawingml/2006/main">
              <a:ext uri="{FF2B5EF4-FFF2-40B4-BE49-F238E27FC236}">
                <a16:creationId xmlns:a16="http://schemas.microsoft.com/office/drawing/2014/main" id="{36B8F639-BAF0-4933-BC8A-186F9A48E469}"/>
              </a:ext>
            </a:extLst>
          </p:cNvPr>
          <p:cNvPicPr>
            <a:picLocks xmlns:a="http://schemas.openxmlformats.org/drawingml/2006/main" noChangeAspect="1"/>
          </p:cNvPicPr>
          <p:nvPr/>
        </p:nvPicPr>
        <p:blipFill>
          <a:blip xmlns:r="http://schemas.openxmlformats.org/officeDocument/2006/relationships" xmlns:a="http://schemas.openxmlformats.org/drawingml/2006/main" r:embed="R86e7ab9b7ba74818"/>
          <a:stretch xmlns:a="http://schemas.openxmlformats.org/drawingml/2006/main"/>
        </p:blipFill>
        <p:spPr>
          <a:xfrm xmlns:a="http://schemas.openxmlformats.org/drawingml/2006/main">
            <a:off x="7096125" y="4438650"/>
            <a:ext cx="523875" cy="523875"/>
          </a:xfrm>
          <a:prstGeom xmlns:a="http://schemas.openxmlformats.org/drawingml/2006/main" prst="rect">
            <a:avLst/>
          </a:prstGeom>
        </p:spPr>
      </p:pic>
      <p:sp>
        <p:nvSpPr>
          <p:cNvPr id="96" name="texture map">
            <a:extLst xmlns:a="http://schemas.openxmlformats.org/drawingml/2006/main">
              <a:ext uri="{FF2B5EF4-FFF2-40B4-BE49-F238E27FC236}">
                <a16:creationId xmlns:a16="http://schemas.microsoft.com/office/drawing/2014/main" id="{039814F7-1603-4CD0-9091-7A34991B4194}"/>
              </a:ext>
            </a:extLst>
          </p:cNvPr>
          <p:cNvSpPr>
            <a:spLocks xmlns:a="http://schemas.openxmlformats.org/drawingml/2006/main" noGrp="1"/>
          </p:cNvSpPr>
          <p:nvPr/>
        </p:nvSpPr>
        <p:spPr>
          <a:xfrm xmlns:a="http://schemas.openxmlformats.org/drawingml/2006/main" rot="5400000">
            <a:off x="7624763" y="4287417"/>
            <a:ext cx="885825" cy="2396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8" b="1" i="0">
                <a:solidFill>
                  <a:srgbClr val="454545"/>
                </a:solidFill>
                <a:latin typeface="Times New Roman"/>
                <a:ea typeface="Times New Roman"/>
                <a:cs typeface="Times New Roman"/>
              </a:defRPr>
            </a:defPPr>
          </a:lstStyle>
          <a:p xmlns:a="http://schemas.openxmlformats.org/drawingml/2006/main">
            <a:pPr algn="l">
              <a:lnSpc>
                <a:spcPct val="100000"/>
              </a:lnSpc>
              <a:buNone/>
              <a:defRPr sz="1348" b="1" i="0">
                <a:solidFill>
                  <a:srgbClr val="454545"/>
                </a:solidFill>
                <a:latin typeface="Times New Roman"/>
                <a:ea typeface="Times New Roman"/>
                <a:cs typeface="Times New Roman"/>
              </a:defRPr>
            </a:pPr>
            <a:r>
              <a:rPr sz="1348" b="1" i="0">
                <a:solidFill>
                  <a:srgbClr val="454545"/>
                </a:solidFill>
                <a:latin typeface="Times New Roman"/>
                <a:ea typeface="Times New Roman"/>
                <a:cs typeface="Times New Roman"/>
              </a:rPr>
              <a:t>texture map</a:t>
            </a:r>
          </a:p>
        </p:txBody>
      </p:sp>
      <p:sp>
        <p:nvSpPr>
          <p:cNvPr id="97" name="(optional)">
            <a:extLst xmlns:a="http://schemas.openxmlformats.org/drawingml/2006/main">
              <a:ext uri="{FF2B5EF4-FFF2-40B4-BE49-F238E27FC236}">
                <a16:creationId xmlns:a16="http://schemas.microsoft.com/office/drawing/2014/main" id="{90BAA641-4FD5-4056-B405-B4BD4571B977}"/>
              </a:ext>
            </a:extLst>
          </p:cNvPr>
          <p:cNvSpPr>
            <a:spLocks xmlns:a="http://schemas.openxmlformats.org/drawingml/2006/main" noGrp="1"/>
          </p:cNvSpPr>
          <p:nvPr/>
        </p:nvSpPr>
        <p:spPr>
          <a:xfrm xmlns:a="http://schemas.openxmlformats.org/drawingml/2006/main" rot="5400000">
            <a:off x="7443788" y="4271711"/>
            <a:ext cx="752475" cy="267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2" b="0" i="0">
                <a:solidFill>
                  <a:srgbClr val="454545"/>
                </a:solidFill>
                <a:latin typeface="Times New Roman"/>
                <a:ea typeface="Times New Roman"/>
                <a:cs typeface="Times New Roman"/>
              </a:defRPr>
            </a:defPPr>
          </a:lstStyle>
          <a:p xmlns:a="http://schemas.openxmlformats.org/drawingml/2006/main">
            <a:pPr algn="l">
              <a:lnSpc>
                <a:spcPct val="100000"/>
              </a:lnSpc>
              <a:buNone/>
              <a:defRPr sz="1502" b="0" i="0">
                <a:solidFill>
                  <a:srgbClr val="454545"/>
                </a:solidFill>
                <a:latin typeface="Times New Roman"/>
                <a:ea typeface="Times New Roman"/>
                <a:cs typeface="Times New Roman"/>
              </a:defRPr>
            </a:pPr>
            <a:r>
              <a:rPr sz="1502" b="0" i="0">
                <a:solidFill>
                  <a:srgbClr val="454545"/>
                </a:solidFill>
                <a:latin typeface="Times New Roman"/>
                <a:ea typeface="Times New Roman"/>
                <a:cs typeface="Times New Roman"/>
              </a:rPr>
              <a:t>(optional)</a:t>
            </a:r>
          </a:p>
        </p:txBody>
      </p:sp>
      <p:sp>
        <p:nvSpPr>
          <p:cNvPr id="98" name="3d gen assets pill">
            <a:extLst xmlns:a="http://schemas.openxmlformats.org/drawingml/2006/main">
              <a:ext uri="{FF2B5EF4-FFF2-40B4-BE49-F238E27FC236}">
                <a16:creationId xmlns:a16="http://schemas.microsoft.com/office/drawing/2014/main" id="{2123FD28-A75C-4629-B7FE-69A29EFE67E4}"/>
              </a:ext>
            </a:extLst>
          </p:cNvPr>
          <p:cNvSpPr>
            <a:spLocks xmlns:a="http://schemas.openxmlformats.org/drawingml/2006/main" noGrp="1"/>
          </p:cNvSpPr>
          <p:nvPr/>
        </p:nvSpPr>
        <p:spPr>
          <a:xfrm xmlns:a="http://schemas.openxmlformats.org/drawingml/2006/main">
            <a:off x="3200400" y="5191125"/>
            <a:ext cx="2724150" cy="285750"/>
          </a:xfrm>
          <a:custGeom xmlns:a="http://schemas.openxmlformats.org/drawingml/2006/main">
            <a:pathLst>
              <a:path w="2724150" h="285750">
                <a:moveTo>
                  <a:pt x="142875" y="0"/>
                </a:moveTo>
                <a:lnTo>
                  <a:pt x="2581275" y="0"/>
                </a:lnTo>
                <a:cubicBezTo>
                  <a:pt x="2660183" y="0"/>
                  <a:pt x="2724150" y="63967"/>
                  <a:pt x="2724150" y="142875"/>
                </a:cubicBezTo>
                <a:lnTo>
                  <a:pt x="2724150" y="142875"/>
                </a:lnTo>
                <a:cubicBezTo>
                  <a:pt x="2724150" y="221783"/>
                  <a:pt x="2660183" y="285750"/>
                  <a:pt x="258127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DFF8FD"/>
          </a:solidFill>
          <a:ln xmlns:a="http://schemas.openxmlformats.org/drawingml/2006/main" w="9525">
            <a:noFill/>
            <a:prstDash val="solid"/>
          </a:ln>
        </p:spPr>
      </p:sp>
      <p:sp>
        <p:nvSpPr>
          <p:cNvPr id="99" name="3d gen assets icon background">
            <a:extLst xmlns:a="http://schemas.openxmlformats.org/drawingml/2006/main">
              <a:ext uri="{FF2B5EF4-FFF2-40B4-BE49-F238E27FC236}">
                <a16:creationId xmlns:a16="http://schemas.microsoft.com/office/drawing/2014/main" id="{185852FD-D99B-4D0C-A1FF-DA616E781353}"/>
              </a:ext>
            </a:extLst>
          </p:cNvPr>
          <p:cNvSpPr>
            <a:spLocks xmlns:a="http://schemas.openxmlformats.org/drawingml/2006/main" noGrp="1"/>
          </p:cNvSpPr>
          <p:nvPr/>
        </p:nvSpPr>
        <p:spPr>
          <a:xfrm xmlns:a="http://schemas.openxmlformats.org/drawingml/2006/main">
            <a:off x="3200400" y="5191125"/>
            <a:ext cx="419100" cy="285750"/>
          </a:xfrm>
          <a:custGeom xmlns:a="http://schemas.openxmlformats.org/drawingml/2006/main">
            <a:pathLst>
              <a:path w="419100" h="285750">
                <a:moveTo>
                  <a:pt x="142875" y="0"/>
                </a:moveTo>
                <a:lnTo>
                  <a:pt x="276225" y="0"/>
                </a:lnTo>
                <a:cubicBezTo>
                  <a:pt x="355133" y="0"/>
                  <a:pt x="419100" y="63967"/>
                  <a:pt x="419100" y="142875"/>
                </a:cubicBezTo>
                <a:lnTo>
                  <a:pt x="419100" y="142875"/>
                </a:lnTo>
                <a:cubicBezTo>
                  <a:pt x="419100" y="221783"/>
                  <a:pt x="355133" y="285750"/>
                  <a:pt x="2762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007FB3"/>
          </a:solidFill>
          <a:ln xmlns:a="http://schemas.openxmlformats.org/drawingml/2006/main" w="9525">
            <a:noFill/>
            <a:prstDash val="solid"/>
          </a:ln>
        </p:spPr>
      </p:sp>
      <p:pic>
        <p:nvPicPr>
          <p:cNvPr id="100" name="">
            <a:extLst xmlns:a="http://schemas.openxmlformats.org/drawingml/2006/main">
              <a:ext uri="{FF2B5EF4-FFF2-40B4-BE49-F238E27FC236}">
                <a16:creationId xmlns:a16="http://schemas.microsoft.com/office/drawing/2014/main" id="{ACD887B2-9D4F-41C4-AF4A-56C298BA0EB0}"/>
              </a:ext>
            </a:extLst>
          </p:cNvPr>
          <p:cNvPicPr>
            <a:picLocks xmlns:a="http://schemas.openxmlformats.org/drawingml/2006/main" noChangeAspect="1"/>
          </p:cNvPicPr>
          <p:nvPr/>
        </p:nvPicPr>
        <p:blipFill>
          <a:blip xmlns:r="http://schemas.openxmlformats.org/officeDocument/2006/relationships" xmlns:a="http://schemas.openxmlformats.org/drawingml/2006/main" r:embed="R65cd91beb3c04cb7"/>
          <a:stretch xmlns:a="http://schemas.openxmlformats.org/drawingml/2006/main"/>
        </p:blipFill>
        <p:spPr>
          <a:xfrm xmlns:a="http://schemas.openxmlformats.org/drawingml/2006/main">
            <a:off x="3284934" y="5219700"/>
            <a:ext cx="250031" cy="228600"/>
          </a:xfrm>
          <a:prstGeom xmlns:a="http://schemas.openxmlformats.org/drawingml/2006/main" prst="rect">
            <a:avLst/>
          </a:prstGeom>
        </p:spPr>
      </p:pic>
      <p:sp>
        <p:nvSpPr>
          <p:cNvPr id="101" name="3d gen">
            <a:extLst xmlns:a="http://schemas.openxmlformats.org/drawingml/2006/main">
              <a:ext uri="{FF2B5EF4-FFF2-40B4-BE49-F238E27FC236}">
                <a16:creationId xmlns:a16="http://schemas.microsoft.com/office/drawing/2014/main" id="{E110FB39-67FC-410C-AE50-28865458C1A0}"/>
              </a:ext>
            </a:extLst>
          </p:cNvPr>
          <p:cNvSpPr>
            <a:spLocks xmlns:a="http://schemas.openxmlformats.org/drawingml/2006/main" noGrp="1"/>
          </p:cNvSpPr>
          <p:nvPr/>
        </p:nvSpPr>
        <p:spPr>
          <a:xfrm xmlns:a="http://schemas.openxmlformats.org/drawingml/2006/main" rot="0">
            <a:off x="3695700" y="5217668"/>
            <a:ext cx="59055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007FB3"/>
                </a:solidFill>
                <a:latin typeface="Times New Roman"/>
                <a:ea typeface="Times New Roman"/>
                <a:cs typeface="Times New Roman"/>
              </a:defRPr>
            </a:defPPr>
          </a:lstStyle>
          <a:p xmlns:a="http://schemas.openxmlformats.org/drawingml/2006/main">
            <a:pPr algn="l">
              <a:lnSpc>
                <a:spcPct val="100000"/>
              </a:lnSpc>
              <a:buNone/>
              <a:defRPr sz="1396" b="1" i="0">
                <a:solidFill>
                  <a:srgbClr val="007FB3"/>
                </a:solidFill>
                <a:latin typeface="Times New Roman"/>
                <a:ea typeface="Times New Roman"/>
                <a:cs typeface="Times New Roman"/>
              </a:defRPr>
            </a:pPr>
            <a:r>
              <a:rPr sz="1396" b="1" i="0">
                <a:solidFill>
                  <a:srgbClr val="007FB3"/>
                </a:solidFill>
                <a:latin typeface="Times New Roman"/>
                <a:ea typeface="Times New Roman"/>
                <a:cs typeface="Times New Roman"/>
              </a:rPr>
              <a:t>3d gen</a:t>
            </a:r>
          </a:p>
        </p:txBody>
      </p:sp>
      <p:sp>
        <p:nvSpPr>
          <p:cNvPr id="102" name="(script: img_to_3d.py)">
            <a:extLst xmlns:a="http://schemas.openxmlformats.org/drawingml/2006/main">
              <a:ext uri="{FF2B5EF4-FFF2-40B4-BE49-F238E27FC236}">
                <a16:creationId xmlns:a16="http://schemas.microsoft.com/office/drawing/2014/main" id="{1C022B6C-01FE-4D13-8726-646EA584043F}"/>
              </a:ext>
            </a:extLst>
          </p:cNvPr>
          <p:cNvSpPr>
            <a:spLocks xmlns:a="http://schemas.openxmlformats.org/drawingml/2006/main" noGrp="1"/>
          </p:cNvSpPr>
          <p:nvPr/>
        </p:nvSpPr>
        <p:spPr>
          <a:xfrm xmlns:a="http://schemas.openxmlformats.org/drawingml/2006/main" rot="0">
            <a:off x="4324350" y="5229987"/>
            <a:ext cx="1495425"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(script: img_to_3d.py)</a:t>
            </a:r>
          </a:p>
        </p:txBody>
      </p:sp>
      <p:sp>
        <p:nvSpPr>
          <p:cNvPr id="103" name="tex gen assets pill">
            <a:extLst xmlns:a="http://schemas.openxmlformats.org/drawingml/2006/main">
              <a:ext uri="{FF2B5EF4-FFF2-40B4-BE49-F238E27FC236}">
                <a16:creationId xmlns:a16="http://schemas.microsoft.com/office/drawing/2014/main" id="{5FAD35E2-F52A-4FC8-BF6D-5AB8ED631FE2}"/>
              </a:ext>
            </a:extLst>
          </p:cNvPr>
          <p:cNvSpPr>
            <a:spLocks xmlns:a="http://schemas.openxmlformats.org/drawingml/2006/main" noGrp="1"/>
          </p:cNvSpPr>
          <p:nvPr/>
        </p:nvSpPr>
        <p:spPr>
          <a:xfrm xmlns:a="http://schemas.openxmlformats.org/drawingml/2006/main">
            <a:off x="5972175" y="5191125"/>
            <a:ext cx="2286000" cy="285750"/>
          </a:xfrm>
          <a:custGeom xmlns:a="http://schemas.openxmlformats.org/drawingml/2006/main">
            <a:pathLst>
              <a:path w="2286000" h="285750">
                <a:moveTo>
                  <a:pt x="142875" y="0"/>
                </a:moveTo>
                <a:lnTo>
                  <a:pt x="2143125" y="0"/>
                </a:lnTo>
                <a:cubicBezTo>
                  <a:pt x="2222033" y="0"/>
                  <a:pt x="2286000" y="63967"/>
                  <a:pt x="2286000" y="142875"/>
                </a:cubicBezTo>
                <a:lnTo>
                  <a:pt x="2286000" y="142875"/>
                </a:lnTo>
                <a:cubicBezTo>
                  <a:pt x="2286000" y="221783"/>
                  <a:pt x="2222033" y="285750"/>
                  <a:pt x="21431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DFF8FD"/>
          </a:solidFill>
          <a:ln xmlns:a="http://schemas.openxmlformats.org/drawingml/2006/main" w="9525">
            <a:noFill/>
            <a:prstDash val="solid"/>
          </a:ln>
        </p:spPr>
      </p:sp>
      <p:sp>
        <p:nvSpPr>
          <p:cNvPr id="104" name="tex gen assets icon background">
            <a:extLst xmlns:a="http://schemas.openxmlformats.org/drawingml/2006/main">
              <a:ext uri="{FF2B5EF4-FFF2-40B4-BE49-F238E27FC236}">
                <a16:creationId xmlns:a16="http://schemas.microsoft.com/office/drawing/2014/main" id="{112E61BA-3C20-4869-B20D-863DC045648E}"/>
              </a:ext>
            </a:extLst>
          </p:cNvPr>
          <p:cNvSpPr>
            <a:spLocks xmlns:a="http://schemas.openxmlformats.org/drawingml/2006/main" noGrp="1"/>
          </p:cNvSpPr>
          <p:nvPr/>
        </p:nvSpPr>
        <p:spPr>
          <a:xfrm xmlns:a="http://schemas.openxmlformats.org/drawingml/2006/main">
            <a:off x="5972175" y="5191125"/>
            <a:ext cx="419100" cy="285750"/>
          </a:xfrm>
          <a:custGeom xmlns:a="http://schemas.openxmlformats.org/drawingml/2006/main">
            <a:pathLst>
              <a:path w="419100" h="285750">
                <a:moveTo>
                  <a:pt x="142875" y="0"/>
                </a:moveTo>
                <a:lnTo>
                  <a:pt x="276225" y="0"/>
                </a:lnTo>
                <a:cubicBezTo>
                  <a:pt x="355133" y="0"/>
                  <a:pt x="419100" y="63967"/>
                  <a:pt x="419100" y="142875"/>
                </a:cubicBezTo>
                <a:lnTo>
                  <a:pt x="419100" y="142875"/>
                </a:lnTo>
                <a:cubicBezTo>
                  <a:pt x="419100" y="221783"/>
                  <a:pt x="355133" y="285750"/>
                  <a:pt x="2762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007FB3"/>
          </a:solidFill>
          <a:ln xmlns:a="http://schemas.openxmlformats.org/drawingml/2006/main" w="9525">
            <a:noFill/>
            <a:prstDash val="solid"/>
          </a:ln>
        </p:spPr>
      </p:sp>
      <p:pic>
        <p:nvPicPr>
          <p:cNvPr id="105" name="">
            <a:extLst xmlns:a="http://schemas.openxmlformats.org/drawingml/2006/main">
              <a:ext uri="{FF2B5EF4-FFF2-40B4-BE49-F238E27FC236}">
                <a16:creationId xmlns:a16="http://schemas.microsoft.com/office/drawing/2014/main" id="{C583FF99-62A5-4179-93F1-42B8087AAEC7}"/>
              </a:ext>
            </a:extLst>
          </p:cNvPr>
          <p:cNvPicPr>
            <a:picLocks xmlns:a="http://schemas.openxmlformats.org/drawingml/2006/main" noChangeAspect="1"/>
          </p:cNvPicPr>
          <p:nvPr/>
        </p:nvPicPr>
        <p:blipFill>
          <a:blip xmlns:r="http://schemas.openxmlformats.org/officeDocument/2006/relationships" xmlns:a="http://schemas.openxmlformats.org/drawingml/2006/main" r:embed="Rb259d33698bb4822"/>
          <a:stretch xmlns:a="http://schemas.openxmlformats.org/drawingml/2006/main"/>
        </p:blipFill>
        <p:spPr>
          <a:xfrm xmlns:a="http://schemas.openxmlformats.org/drawingml/2006/main">
            <a:off x="6060051" y="5219700"/>
            <a:ext cx="243348" cy="228600"/>
          </a:xfrm>
          <a:prstGeom xmlns:a="http://schemas.openxmlformats.org/drawingml/2006/main" prst="rect">
            <a:avLst/>
          </a:prstGeom>
        </p:spPr>
      </p:pic>
      <p:sp>
        <p:nvSpPr>
          <p:cNvPr id="106" name="tex gen">
            <a:extLst xmlns:a="http://schemas.openxmlformats.org/drawingml/2006/main">
              <a:ext uri="{FF2B5EF4-FFF2-40B4-BE49-F238E27FC236}">
                <a16:creationId xmlns:a16="http://schemas.microsoft.com/office/drawing/2014/main" id="{243339B3-D535-4934-95B3-9C8E7DD37E99}"/>
              </a:ext>
            </a:extLst>
          </p:cNvPr>
          <p:cNvSpPr>
            <a:spLocks xmlns:a="http://schemas.openxmlformats.org/drawingml/2006/main" noGrp="1"/>
          </p:cNvSpPr>
          <p:nvPr/>
        </p:nvSpPr>
        <p:spPr>
          <a:xfrm xmlns:a="http://schemas.openxmlformats.org/drawingml/2006/main" rot="0">
            <a:off x="6477000" y="5215185"/>
            <a:ext cx="609600" cy="260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66" b="1" i="0">
                <a:solidFill>
                  <a:srgbClr val="007FB3"/>
                </a:solidFill>
                <a:latin typeface="Times New Roman"/>
                <a:ea typeface="Times New Roman"/>
                <a:cs typeface="Times New Roman"/>
              </a:defRPr>
            </a:pPr>
            <a:r>
              <a:rPr sz="1466" b="1" i="0">
                <a:solidFill>
                  <a:srgbClr val="007FB3"/>
                </a:solidFill>
                <a:latin typeface="Times New Roman"/>
                <a:ea typeface="Times New Roman"/>
                <a:cs typeface="Times New Roman"/>
              </a:rPr>
              <a:t>tex gen</a:t>
            </a:r>
          </a:p>
        </p:txBody>
      </p:sp>
      <p:sp>
        <p:nvSpPr>
          <p:cNvPr id="107" name="(script: tex.py)">
            <a:extLst xmlns:a="http://schemas.openxmlformats.org/drawingml/2006/main">
              <a:ext uri="{FF2B5EF4-FFF2-40B4-BE49-F238E27FC236}">
                <a16:creationId xmlns:a16="http://schemas.microsoft.com/office/drawing/2014/main" id="{6DDD648D-8909-4E59-BC6F-F42D93712D9C}"/>
              </a:ext>
            </a:extLst>
          </p:cNvPr>
          <p:cNvSpPr>
            <a:spLocks xmlns:a="http://schemas.openxmlformats.org/drawingml/2006/main" noGrp="1"/>
          </p:cNvSpPr>
          <p:nvPr/>
        </p:nvSpPr>
        <p:spPr>
          <a:xfrm xmlns:a="http://schemas.openxmlformats.org/drawingml/2006/main" rot="0">
            <a:off x="7181850" y="5229987"/>
            <a:ext cx="981075"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(script: tex.py)</a:t>
            </a:r>
          </a:p>
        </p:txBody>
      </p:sp>
      <p:sp>
        <p:nvSpPr>
          <p:cNvPr id="108" name="3d asset branch">
            <a:extLst xmlns:a="http://schemas.openxmlformats.org/drawingml/2006/main">
              <a:ext uri="{FF2B5EF4-FFF2-40B4-BE49-F238E27FC236}">
                <a16:creationId xmlns:a16="http://schemas.microsoft.com/office/drawing/2014/main" id="{D416745A-13D4-414E-88F2-6156F8D40177}"/>
              </a:ext>
            </a:extLst>
          </p:cNvPr>
          <p:cNvSpPr>
            <a:spLocks xmlns:a="http://schemas.openxmlformats.org/drawingml/2006/main" noGrp="1"/>
          </p:cNvSpPr>
          <p:nvPr/>
        </p:nvSpPr>
        <p:spPr>
          <a:xfrm xmlns:a="http://schemas.openxmlformats.org/drawingml/2006/main">
            <a:off x="3400425" y="5553075"/>
            <a:ext cx="191" cy="1314640"/>
          </a:xfrm>
          <a:custGeom xmlns:a="http://schemas.openxmlformats.org/drawingml/2006/main">
            <a:pathLst>
              <a:path w="191" h="1314640">
                <a:moveTo>
                  <a:pt x="0" y="0"/>
                </a:moveTo>
                <a:lnTo>
                  <a:pt x="0" y="1314450"/>
                </a:lnTo>
              </a:path>
            </a:pathLst>
          </a:custGeom>
          <a:noFill xmlns:a="http://schemas.openxmlformats.org/drawingml/2006/main"/>
          <a:ln xmlns:a="http://schemas.openxmlformats.org/drawingml/2006/main" w="14288">
            <a:solidFill>
              <a:srgbClr val="9DD4E4"/>
            </a:solidFill>
            <a:prstDash val="solid"/>
          </a:ln>
        </p:spPr>
      </p:sp>
      <p:sp>
        <p:nvSpPr>
          <p:cNvPr id="109" name="texture branch">
            <a:extLst xmlns:a="http://schemas.openxmlformats.org/drawingml/2006/main">
              <a:ext uri="{FF2B5EF4-FFF2-40B4-BE49-F238E27FC236}">
                <a16:creationId xmlns:a16="http://schemas.microsoft.com/office/drawing/2014/main" id="{706A6C9B-7492-4E34-9FE9-CA2883C414C8}"/>
              </a:ext>
            </a:extLst>
          </p:cNvPr>
          <p:cNvSpPr>
            <a:spLocks xmlns:a="http://schemas.openxmlformats.org/drawingml/2006/main" noGrp="1"/>
          </p:cNvSpPr>
          <p:nvPr/>
        </p:nvSpPr>
        <p:spPr>
          <a:xfrm xmlns:a="http://schemas.openxmlformats.org/drawingml/2006/main">
            <a:off x="6172200" y="5553075"/>
            <a:ext cx="191" cy="1314640"/>
          </a:xfrm>
          <a:custGeom xmlns:a="http://schemas.openxmlformats.org/drawingml/2006/main">
            <a:pathLst>
              <a:path w="191" h="1314640">
                <a:moveTo>
                  <a:pt x="0" y="0"/>
                </a:moveTo>
                <a:lnTo>
                  <a:pt x="0" y="1314450"/>
                </a:lnTo>
              </a:path>
            </a:pathLst>
          </a:custGeom>
          <a:noFill xmlns:a="http://schemas.openxmlformats.org/drawingml/2006/main"/>
          <a:ln xmlns:a="http://schemas.openxmlformats.org/drawingml/2006/main" w="14288">
            <a:solidFill>
              <a:srgbClr val="9DD4E4"/>
            </a:solidFill>
            <a:prstDash val="solid"/>
          </a:ln>
        </p:spPr>
      </p:sp>
      <p:sp>
        <p:nvSpPr>
          <p:cNvPr id="110" name="Image">
            <a:extLst xmlns:a="http://schemas.openxmlformats.org/drawingml/2006/main">
              <a:ext uri="{FF2B5EF4-FFF2-40B4-BE49-F238E27FC236}">
                <a16:creationId xmlns:a16="http://schemas.microsoft.com/office/drawing/2014/main" id="{DFF8D761-41DB-432E-A25A-975343F46CD5}"/>
              </a:ext>
            </a:extLst>
          </p:cNvPr>
          <p:cNvSpPr>
            <a:spLocks xmlns:a="http://schemas.openxmlformats.org/drawingml/2006/main" noGrp="1"/>
          </p:cNvSpPr>
          <p:nvPr/>
        </p:nvSpPr>
        <p:spPr>
          <a:xfrm xmlns:a="http://schemas.openxmlformats.org/drawingml/2006/main" rot="0">
            <a:off x="3600450" y="5535854"/>
            <a:ext cx="381000" cy="181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0" b="1" i="0">
                <a:solidFill>
                  <a:srgbClr val="3B6074"/>
                </a:solidFill>
                <a:latin typeface="Times New Roman"/>
                <a:ea typeface="Times New Roman"/>
                <a:cs typeface="Times New Roman"/>
              </a:defRPr>
            </a:defPPr>
          </a:lstStyle>
          <a:p xmlns:a="http://schemas.openxmlformats.org/drawingml/2006/main">
            <a:pPr algn="l">
              <a:lnSpc>
                <a:spcPct val="100000"/>
              </a:lnSpc>
              <a:buNone/>
              <a:defRPr sz="1020" b="1" i="0">
                <a:solidFill>
                  <a:srgbClr val="3B6074"/>
                </a:solidFill>
                <a:latin typeface="Times New Roman"/>
                <a:ea typeface="Times New Roman"/>
                <a:cs typeface="Times New Roman"/>
              </a:defRPr>
            </a:pPr>
            <a:r>
              <a:rPr sz="1020" b="1" i="0">
                <a:solidFill>
                  <a:srgbClr val="3B6074"/>
                </a:solidFill>
                <a:latin typeface="Times New Roman"/>
                <a:ea typeface="Times New Roman"/>
                <a:cs typeface="Times New Roman"/>
              </a:rPr>
              <a:t>Image</a:t>
            </a:r>
          </a:p>
        </p:txBody>
      </p:sp>
      <p:pic>
        <p:nvPicPr>
          <p:cNvPr id="111" name="">
            <a:extLst xmlns:a="http://schemas.openxmlformats.org/drawingml/2006/main">
              <a:ext uri="{FF2B5EF4-FFF2-40B4-BE49-F238E27FC236}">
                <a16:creationId xmlns:a16="http://schemas.microsoft.com/office/drawing/2014/main" id="{01EF7092-341B-4BA1-995A-626D7A562B60}"/>
              </a:ext>
            </a:extLst>
          </p:cNvPr>
          <p:cNvPicPr>
            <a:picLocks xmlns:a="http://schemas.openxmlformats.org/drawingml/2006/main" noChangeAspect="1"/>
          </p:cNvPicPr>
          <p:nvPr/>
        </p:nvPicPr>
        <p:blipFill>
          <a:blip xmlns:r="http://schemas.openxmlformats.org/officeDocument/2006/relationships" xmlns:a="http://schemas.openxmlformats.org/drawingml/2006/main" r:embed="Rcf61db30e71941b7"/>
          <a:stretch xmlns:a="http://schemas.openxmlformats.org/drawingml/2006/main"/>
        </p:blipFill>
        <p:spPr>
          <a:xfrm xmlns:a="http://schemas.openxmlformats.org/drawingml/2006/main">
            <a:off x="4048125" y="5520928"/>
            <a:ext cx="285750" cy="521494"/>
          </a:xfrm>
          <a:prstGeom xmlns:a="http://schemas.openxmlformats.org/drawingml/2006/main" prst="rect">
            <a:avLst/>
          </a:prstGeom>
        </p:spPr>
      </p:pic>
      <p:pic>
        <p:nvPicPr>
          <p:cNvPr id="112" name="">
            <a:extLst xmlns:a="http://schemas.openxmlformats.org/drawingml/2006/main">
              <a:ext uri="{FF2B5EF4-FFF2-40B4-BE49-F238E27FC236}">
                <a16:creationId xmlns:a16="http://schemas.microsoft.com/office/drawing/2014/main" id="{17DA4281-A3FA-4416-BB4C-B8C1EE9AB7A9}"/>
              </a:ext>
            </a:extLst>
          </p:cNvPr>
          <p:cNvPicPr>
            <a:picLocks xmlns:a="http://schemas.openxmlformats.org/drawingml/2006/main" noChangeAspect="1"/>
          </p:cNvPicPr>
          <p:nvPr/>
        </p:nvPicPr>
        <p:blipFill>
          <a:blip xmlns:r="http://schemas.openxmlformats.org/officeDocument/2006/relationships" xmlns:a="http://schemas.openxmlformats.org/drawingml/2006/main" r:embed="Ra5faba072aa14dde"/>
          <a:stretch xmlns:a="http://schemas.openxmlformats.org/drawingml/2006/main"/>
        </p:blipFill>
        <p:spPr>
          <a:xfrm xmlns:a="http://schemas.openxmlformats.org/drawingml/2006/main">
            <a:off x="4410075" y="5476963"/>
            <a:ext cx="390525" cy="571324"/>
          </a:xfrm>
          <a:prstGeom xmlns:a="http://schemas.openxmlformats.org/drawingml/2006/main" prst="rect">
            <a:avLst/>
          </a:prstGeom>
        </p:spPr>
      </p:pic>
      <p:pic>
        <p:nvPicPr>
          <p:cNvPr id="113" name="">
            <a:extLst xmlns:a="http://schemas.openxmlformats.org/drawingml/2006/main">
              <a:ext uri="{FF2B5EF4-FFF2-40B4-BE49-F238E27FC236}">
                <a16:creationId xmlns:a16="http://schemas.microsoft.com/office/drawing/2014/main" id="{B1393109-ADFB-4029-9ABF-83AF35CED432}"/>
              </a:ext>
            </a:extLst>
          </p:cNvPr>
          <p:cNvPicPr>
            <a:picLocks xmlns:a="http://schemas.openxmlformats.org/drawingml/2006/main" noChangeAspect="1"/>
          </p:cNvPicPr>
          <p:nvPr/>
        </p:nvPicPr>
        <p:blipFill>
          <a:blip xmlns:r="http://schemas.openxmlformats.org/officeDocument/2006/relationships" xmlns:a="http://schemas.openxmlformats.org/drawingml/2006/main" r:embed="Rb30e583380524520"/>
          <a:stretch xmlns:a="http://schemas.openxmlformats.org/drawingml/2006/main"/>
        </p:blipFill>
        <p:spPr>
          <a:xfrm xmlns:a="http://schemas.openxmlformats.org/drawingml/2006/main">
            <a:off x="4850143" y="5524500"/>
            <a:ext cx="443839" cy="523875"/>
          </a:xfrm>
          <a:prstGeom xmlns:a="http://schemas.openxmlformats.org/drawingml/2006/main" prst="rect">
            <a:avLst/>
          </a:prstGeom>
        </p:spPr>
      </p:pic>
      <p:pic>
        <p:nvPicPr>
          <p:cNvPr id="114" name="">
            <a:extLst xmlns:a="http://schemas.openxmlformats.org/drawingml/2006/main">
              <a:ext uri="{FF2B5EF4-FFF2-40B4-BE49-F238E27FC236}">
                <a16:creationId xmlns:a16="http://schemas.microsoft.com/office/drawing/2014/main" id="{8058326D-C9F2-405E-95AE-3C70664DBAA1}"/>
              </a:ext>
            </a:extLst>
          </p:cNvPr>
          <p:cNvPicPr>
            <a:picLocks xmlns:a="http://schemas.openxmlformats.org/drawingml/2006/main" noChangeAspect="1"/>
          </p:cNvPicPr>
          <p:nvPr/>
        </p:nvPicPr>
        <p:blipFill>
          <a:blip xmlns:r="http://schemas.openxmlformats.org/officeDocument/2006/relationships" xmlns:a="http://schemas.openxmlformats.org/drawingml/2006/main" r:embed="R17869179fb5441b6"/>
          <a:stretch xmlns:a="http://schemas.openxmlformats.org/drawingml/2006/main"/>
        </p:blipFill>
        <p:spPr>
          <a:xfrm xmlns:a="http://schemas.openxmlformats.org/drawingml/2006/main">
            <a:off x="5362575" y="5610225"/>
            <a:ext cx="447675" cy="447675"/>
          </a:xfrm>
          <a:prstGeom xmlns:a="http://schemas.openxmlformats.org/drawingml/2006/main" prst="rect">
            <a:avLst/>
          </a:prstGeom>
        </p:spPr>
      </p:pic>
      <p:sp>
        <p:nvSpPr>
          <p:cNvPr id="115" name="3d gen output connector">
            <a:extLst xmlns:a="http://schemas.openxmlformats.org/drawingml/2006/main">
              <a:ext uri="{FF2B5EF4-FFF2-40B4-BE49-F238E27FC236}">
                <a16:creationId xmlns:a16="http://schemas.microsoft.com/office/drawing/2014/main" id="{40350F37-F6C6-4336-AFF0-A3FA0B5AE770}"/>
              </a:ext>
            </a:extLst>
          </p:cNvPr>
          <p:cNvSpPr>
            <a:spLocks xmlns:a="http://schemas.openxmlformats.org/drawingml/2006/main" noGrp="1"/>
          </p:cNvSpPr>
          <p:nvPr/>
        </p:nvSpPr>
        <p:spPr>
          <a:xfrm xmlns:a="http://schemas.openxmlformats.org/drawingml/2006/main">
            <a:off x="3514725" y="6086475"/>
            <a:ext cx="2419350" cy="219075"/>
          </a:xfrm>
          <a:custGeom xmlns:a="http://schemas.openxmlformats.org/drawingml/2006/main">
            <a:pathLst>
              <a:path w="2419350" h="219075">
                <a:moveTo>
                  <a:pt x="28575" y="0"/>
                </a:moveTo>
                <a:lnTo>
                  <a:pt x="2390775" y="0"/>
                </a:lnTo>
                <a:cubicBezTo>
                  <a:pt x="2406557" y="0"/>
                  <a:pt x="2419350" y="12793"/>
                  <a:pt x="2419350" y="28575"/>
                </a:cubicBezTo>
                <a:lnTo>
                  <a:pt x="2419350" y="190500"/>
                </a:lnTo>
                <a:cubicBezTo>
                  <a:pt x="2419350" y="206282"/>
                  <a:pt x="2406557" y="219075"/>
                  <a:pt x="2390775" y="219075"/>
                </a:cubicBezTo>
                <a:lnTo>
                  <a:pt x="28575" y="219075"/>
                </a:lnTo>
                <a:cubicBezTo>
                  <a:pt x="12793" y="219075"/>
                  <a:pt x="0" y="206282"/>
                  <a:pt x="0" y="190500"/>
                </a:cubicBezTo>
                <a:lnTo>
                  <a:pt x="0" y="28575"/>
                </a:lnTo>
                <a:cubicBezTo>
                  <a:pt x="0" y="12793"/>
                  <a:pt x="12793" y="0"/>
                  <a:pt x="28575" y="0"/>
                </a:cubicBezTo>
                <a:close/>
              </a:path>
            </a:pathLst>
          </a:custGeom>
          <a:solidFill xmlns:a="http://schemas.openxmlformats.org/drawingml/2006/main">
            <a:srgbClr val="DEDEDE"/>
          </a:solidFill>
          <a:ln xmlns:a="http://schemas.openxmlformats.org/drawingml/2006/main" w="9525">
            <a:noFill/>
            <a:prstDash val="solid"/>
          </a:ln>
        </p:spPr>
      </p:sp>
      <p:sp>
        <p:nvSpPr>
          <p:cNvPr id="116" name="3d gen blue tag">
            <a:extLst xmlns:a="http://schemas.openxmlformats.org/drawingml/2006/main">
              <a:ext uri="{FF2B5EF4-FFF2-40B4-BE49-F238E27FC236}">
                <a16:creationId xmlns:a16="http://schemas.microsoft.com/office/drawing/2014/main" id="{E323444B-BCD5-4CE6-B737-C3DF7683A16C}"/>
              </a:ext>
            </a:extLst>
          </p:cNvPr>
          <p:cNvSpPr>
            <a:spLocks xmlns:a="http://schemas.openxmlformats.org/drawingml/2006/main" noGrp="1"/>
          </p:cNvSpPr>
          <p:nvPr/>
        </p:nvSpPr>
        <p:spPr>
          <a:xfrm xmlns:a="http://schemas.openxmlformats.org/drawingml/2006/main">
            <a:off x="3514725" y="6086475"/>
            <a:ext cx="533400" cy="219075"/>
          </a:xfrm>
          <a:custGeom xmlns:a="http://schemas.openxmlformats.org/drawingml/2006/main">
            <a:pathLst>
              <a:path w="533400" h="219075">
                <a:moveTo>
                  <a:pt x="38100" y="0"/>
                </a:moveTo>
                <a:lnTo>
                  <a:pt x="495300" y="0"/>
                </a:lnTo>
                <a:cubicBezTo>
                  <a:pt x="516342" y="0"/>
                  <a:pt x="533400" y="17058"/>
                  <a:pt x="533400" y="38100"/>
                </a:cubicBezTo>
                <a:lnTo>
                  <a:pt x="533400" y="180975"/>
                </a:lnTo>
                <a:cubicBezTo>
                  <a:pt x="533400" y="202017"/>
                  <a:pt x="516342" y="219075"/>
                  <a:pt x="495300" y="219075"/>
                </a:cubicBezTo>
                <a:lnTo>
                  <a:pt x="38100" y="219075"/>
                </a:lnTo>
                <a:cubicBezTo>
                  <a:pt x="17058" y="219075"/>
                  <a:pt x="0" y="202017"/>
                  <a:pt x="0" y="180975"/>
                </a:cubicBezTo>
                <a:lnTo>
                  <a:pt x="0" y="38100"/>
                </a:lnTo>
                <a:cubicBezTo>
                  <a:pt x="0" y="17058"/>
                  <a:pt x="17058" y="0"/>
                  <a:pt x="38100" y="0"/>
                </a:cubicBezTo>
                <a:close/>
              </a:path>
            </a:pathLst>
          </a:custGeom>
          <a:solidFill xmlns:a="http://schemas.openxmlformats.org/drawingml/2006/main">
            <a:srgbClr val="007FB3"/>
          </a:solidFill>
          <a:ln xmlns:a="http://schemas.openxmlformats.org/drawingml/2006/main" w="9525">
            <a:noFill/>
            <a:prstDash val="solid"/>
          </a:ln>
        </p:spPr>
      </p:sp>
      <p:sp>
        <p:nvSpPr>
          <p:cNvPr id="117" name="3D Gen">
            <a:extLst xmlns:a="http://schemas.openxmlformats.org/drawingml/2006/main">
              <a:ext uri="{FF2B5EF4-FFF2-40B4-BE49-F238E27FC236}">
                <a16:creationId xmlns:a16="http://schemas.microsoft.com/office/drawing/2014/main" id="{B97FBE4C-443B-421D-8D8A-BDA3D22BA568}"/>
              </a:ext>
            </a:extLst>
          </p:cNvPr>
          <p:cNvSpPr>
            <a:spLocks xmlns:a="http://schemas.openxmlformats.org/drawingml/2006/main" noGrp="1"/>
          </p:cNvSpPr>
          <p:nvPr/>
        </p:nvSpPr>
        <p:spPr>
          <a:xfrm xmlns:a="http://schemas.openxmlformats.org/drawingml/2006/main" rot="0">
            <a:off x="3562350" y="6105877"/>
            <a:ext cx="438150" cy="1887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2" b="1" i="0">
                <a:solidFill>
                  <a:srgbClr val="FFFFFF"/>
                </a:solidFill>
                <a:latin typeface="Times New Roman"/>
                <a:ea typeface="Times New Roman"/>
                <a:cs typeface="Times New Roman"/>
              </a:defRPr>
            </a:defPPr>
          </a:lstStyle>
          <a:p xmlns:a="http://schemas.openxmlformats.org/drawingml/2006/main">
            <a:pPr algn="l">
              <a:lnSpc>
                <a:spcPct val="100000"/>
              </a:lnSpc>
              <a:buNone/>
              <a:defRPr sz="1062" b="1" i="0">
                <a:solidFill>
                  <a:srgbClr val="FFFFFF"/>
                </a:solidFill>
                <a:latin typeface="Times New Roman"/>
                <a:ea typeface="Times New Roman"/>
                <a:cs typeface="Times New Roman"/>
              </a:defRPr>
            </a:pPr>
            <a:r>
              <a:rPr sz="1062" b="1" i="0">
                <a:solidFill>
                  <a:srgbClr val="FFFFFF"/>
                </a:solidFill>
                <a:latin typeface="Times New Roman"/>
                <a:ea typeface="Times New Roman"/>
                <a:cs typeface="Times New Roman"/>
              </a:rPr>
              <a:t>3D Gen</a:t>
            </a:r>
          </a:p>
        </p:txBody>
      </p:sp>
      <p:sp>
        <p:nvSpPr>
          <p:cNvPr id="118" name="mesh &amp; texture">
            <a:extLst xmlns:a="http://schemas.openxmlformats.org/drawingml/2006/main">
              <a:ext uri="{FF2B5EF4-FFF2-40B4-BE49-F238E27FC236}">
                <a16:creationId xmlns:a16="http://schemas.microsoft.com/office/drawing/2014/main" id="{7A93929E-D444-40F4-A247-F3C1E4C8D022}"/>
              </a:ext>
            </a:extLst>
          </p:cNvPr>
          <p:cNvSpPr>
            <a:spLocks xmlns:a="http://schemas.openxmlformats.org/drawingml/2006/main" noGrp="1"/>
          </p:cNvSpPr>
          <p:nvPr/>
        </p:nvSpPr>
        <p:spPr>
          <a:xfrm xmlns:a="http://schemas.openxmlformats.org/drawingml/2006/main" rot="0">
            <a:off x="4514850" y="6112683"/>
            <a:ext cx="952500" cy="2023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38" b="1" i="0">
                <a:solidFill>
                  <a:srgbClr val="454545"/>
                </a:solidFill>
                <a:latin typeface="Times New Roman"/>
                <a:ea typeface="Times New Roman"/>
                <a:cs typeface="Times New Roman"/>
              </a:defRPr>
            </a:defPPr>
          </a:lstStyle>
          <a:p xmlns:a="http://schemas.openxmlformats.org/drawingml/2006/main">
            <a:pPr algn="l">
              <a:lnSpc>
                <a:spcPct val="100000"/>
              </a:lnSpc>
              <a:buNone/>
              <a:defRPr sz="1138" b="1" i="0">
                <a:solidFill>
                  <a:srgbClr val="454545"/>
                </a:solidFill>
                <a:latin typeface="Times New Roman"/>
                <a:ea typeface="Times New Roman"/>
                <a:cs typeface="Times New Roman"/>
              </a:defRPr>
            </a:pPr>
            <a:r>
              <a:rPr sz="1138" b="1" i="0">
                <a:solidFill>
                  <a:srgbClr val="454545"/>
                </a:solidFill>
                <a:latin typeface="Times New Roman"/>
                <a:ea typeface="Times New Roman"/>
                <a:cs typeface="Times New Roman"/>
              </a:rPr>
              <a:t>mesh &amp; texture</a:t>
            </a:r>
          </a:p>
        </p:txBody>
      </p:sp>
      <p:sp>
        <p:nvSpPr>
          <p:cNvPr id="119" name="3D">
            <a:extLst xmlns:a="http://schemas.openxmlformats.org/drawingml/2006/main">
              <a:ext uri="{FF2B5EF4-FFF2-40B4-BE49-F238E27FC236}">
                <a16:creationId xmlns:a16="http://schemas.microsoft.com/office/drawing/2014/main" id="{1F31FDD3-E66E-481C-9F2C-36E9CBA5BE9D}"/>
              </a:ext>
            </a:extLst>
          </p:cNvPr>
          <p:cNvSpPr>
            <a:spLocks xmlns:a="http://schemas.openxmlformats.org/drawingml/2006/main" noGrp="1"/>
          </p:cNvSpPr>
          <p:nvPr/>
        </p:nvSpPr>
        <p:spPr>
          <a:xfrm xmlns:a="http://schemas.openxmlformats.org/drawingml/2006/main" rot="0">
            <a:off x="3695700" y="6449499"/>
            <a:ext cx="209550" cy="232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9" b="1" i="0">
                <a:solidFill>
                  <a:srgbClr val="3B6074"/>
                </a:solidFill>
                <a:latin typeface="Times New Roman"/>
                <a:ea typeface="Times New Roman"/>
                <a:cs typeface="Times New Roman"/>
              </a:defRPr>
            </a:defPPr>
          </a:lstStyle>
          <a:p xmlns:a="http://schemas.openxmlformats.org/drawingml/2006/main">
            <a:pPr algn="l">
              <a:lnSpc>
                <a:spcPct val="100000"/>
              </a:lnSpc>
              <a:buNone/>
              <a:defRPr sz="1309" b="1" i="0">
                <a:solidFill>
                  <a:srgbClr val="3B6074"/>
                </a:solidFill>
                <a:latin typeface="Times New Roman"/>
                <a:ea typeface="Times New Roman"/>
                <a:cs typeface="Times New Roman"/>
              </a:defRPr>
            </a:pPr>
            <a:r>
              <a:rPr sz="1309" b="1" i="0">
                <a:solidFill>
                  <a:srgbClr val="3B6074"/>
                </a:solidFill>
                <a:latin typeface="Times New Roman"/>
                <a:ea typeface="Times New Roman"/>
                <a:cs typeface="Times New Roman"/>
              </a:rPr>
              <a:t>3D</a:t>
            </a:r>
          </a:p>
        </p:txBody>
      </p:sp>
      <p:pic>
        <p:nvPicPr>
          <p:cNvPr id="120" name="">
            <a:extLst xmlns:a="http://schemas.openxmlformats.org/drawingml/2006/main">
              <a:ext uri="{FF2B5EF4-FFF2-40B4-BE49-F238E27FC236}">
                <a16:creationId xmlns:a16="http://schemas.microsoft.com/office/drawing/2014/main" id="{733F908D-4321-44EB-85FA-FF013FA2B41E}"/>
              </a:ext>
            </a:extLst>
          </p:cNvPr>
          <p:cNvPicPr>
            <a:picLocks xmlns:a="http://schemas.openxmlformats.org/drawingml/2006/main" noChangeAspect="1"/>
          </p:cNvPicPr>
          <p:nvPr/>
        </p:nvPicPr>
        <p:blipFill>
          <a:blip xmlns:r="http://schemas.openxmlformats.org/officeDocument/2006/relationships" xmlns:a="http://schemas.openxmlformats.org/drawingml/2006/main" r:embed="R3ad235d668384419"/>
          <a:stretch xmlns:a="http://schemas.openxmlformats.org/drawingml/2006/main"/>
        </p:blipFill>
        <p:spPr>
          <a:xfrm xmlns:a="http://schemas.openxmlformats.org/drawingml/2006/main">
            <a:off x="4057650" y="6379308"/>
            <a:ext cx="276225" cy="538285"/>
          </a:xfrm>
          <a:prstGeom xmlns:a="http://schemas.openxmlformats.org/drawingml/2006/main" prst="rect">
            <a:avLst/>
          </a:prstGeom>
        </p:spPr>
      </p:pic>
      <p:pic>
        <p:nvPicPr>
          <p:cNvPr id="121" name="">
            <a:extLst xmlns:a="http://schemas.openxmlformats.org/drawingml/2006/main">
              <a:ext uri="{FF2B5EF4-FFF2-40B4-BE49-F238E27FC236}">
                <a16:creationId xmlns:a16="http://schemas.microsoft.com/office/drawing/2014/main" id="{46962464-9BDF-4A8E-8A0A-7FE168BC6B49}"/>
              </a:ext>
            </a:extLst>
          </p:cNvPr>
          <p:cNvPicPr>
            <a:picLocks xmlns:a="http://schemas.openxmlformats.org/drawingml/2006/main" noChangeAspect="1"/>
          </p:cNvPicPr>
          <p:nvPr/>
        </p:nvPicPr>
        <p:blipFill>
          <a:blip xmlns:r="http://schemas.openxmlformats.org/officeDocument/2006/relationships" xmlns:a="http://schemas.openxmlformats.org/drawingml/2006/main" r:embed="Ra78e95788594474c"/>
          <a:stretch xmlns:a="http://schemas.openxmlformats.org/drawingml/2006/main"/>
        </p:blipFill>
        <p:spPr>
          <a:xfrm xmlns:a="http://schemas.openxmlformats.org/drawingml/2006/main">
            <a:off x="4430210" y="6353175"/>
            <a:ext cx="397880" cy="571500"/>
          </a:xfrm>
          <a:prstGeom xmlns:a="http://schemas.openxmlformats.org/drawingml/2006/main" prst="rect">
            <a:avLst/>
          </a:prstGeom>
        </p:spPr>
      </p:pic>
      <p:pic>
        <p:nvPicPr>
          <p:cNvPr id="122" name="">
            <a:extLst xmlns:a="http://schemas.openxmlformats.org/drawingml/2006/main">
              <a:ext uri="{FF2B5EF4-FFF2-40B4-BE49-F238E27FC236}">
                <a16:creationId xmlns:a16="http://schemas.microsoft.com/office/drawing/2014/main" id="{061F3A0D-D7AE-4969-A11C-D5341318B6A7}"/>
              </a:ext>
            </a:extLst>
          </p:cNvPr>
          <p:cNvPicPr>
            <a:picLocks xmlns:a="http://schemas.openxmlformats.org/drawingml/2006/main" noChangeAspect="1"/>
          </p:cNvPicPr>
          <p:nvPr/>
        </p:nvPicPr>
        <p:blipFill>
          <a:blip xmlns:r="http://schemas.openxmlformats.org/officeDocument/2006/relationships" xmlns:a="http://schemas.openxmlformats.org/drawingml/2006/main" r:embed="R031bf6a7d08f4aeb"/>
          <a:stretch xmlns:a="http://schemas.openxmlformats.org/drawingml/2006/main"/>
        </p:blipFill>
        <p:spPr>
          <a:xfrm xmlns:a="http://schemas.openxmlformats.org/drawingml/2006/main">
            <a:off x="4838700" y="6424539"/>
            <a:ext cx="466725" cy="495447"/>
          </a:xfrm>
          <a:prstGeom xmlns:a="http://schemas.openxmlformats.org/drawingml/2006/main" prst="rect">
            <a:avLst/>
          </a:prstGeom>
        </p:spPr>
      </p:pic>
      <p:pic>
        <p:nvPicPr>
          <p:cNvPr id="123" name="">
            <a:extLst xmlns:a="http://schemas.openxmlformats.org/drawingml/2006/main">
              <a:ext uri="{FF2B5EF4-FFF2-40B4-BE49-F238E27FC236}">
                <a16:creationId xmlns:a16="http://schemas.microsoft.com/office/drawing/2014/main" id="{BA7DB4F6-5244-4634-9A8A-9418FA806476}"/>
              </a:ext>
            </a:extLst>
          </p:cNvPr>
          <p:cNvPicPr>
            <a:picLocks xmlns:a="http://schemas.openxmlformats.org/drawingml/2006/main" noChangeAspect="1"/>
          </p:cNvPicPr>
          <p:nvPr/>
        </p:nvPicPr>
        <p:blipFill>
          <a:blip xmlns:r="http://schemas.openxmlformats.org/officeDocument/2006/relationships" xmlns:a="http://schemas.openxmlformats.org/drawingml/2006/main" r:embed="Re9ab8fd326c240d8"/>
          <a:stretch xmlns:a="http://schemas.openxmlformats.org/drawingml/2006/main"/>
        </p:blipFill>
        <p:spPr>
          <a:xfrm xmlns:a="http://schemas.openxmlformats.org/drawingml/2006/main">
            <a:off x="5354241" y="6505575"/>
            <a:ext cx="521494" cy="428625"/>
          </a:xfrm>
          <a:prstGeom xmlns:a="http://schemas.openxmlformats.org/drawingml/2006/main" prst="rect">
            <a:avLst/>
          </a:prstGeom>
        </p:spPr>
      </p:pic>
      <p:sp>
        <p:nvSpPr>
          <p:cNvPr id="124" name="a. proc texture">
            <a:extLst xmlns:a="http://schemas.openxmlformats.org/drawingml/2006/main">
              <a:ext uri="{FF2B5EF4-FFF2-40B4-BE49-F238E27FC236}">
                <a16:creationId xmlns:a16="http://schemas.microsoft.com/office/drawing/2014/main" id="{3EF516E2-1851-44A2-9C5C-666091746ABD}"/>
              </a:ext>
            </a:extLst>
          </p:cNvPr>
          <p:cNvSpPr>
            <a:spLocks xmlns:a="http://schemas.openxmlformats.org/drawingml/2006/main" noGrp="1"/>
          </p:cNvSpPr>
          <p:nvPr/>
        </p:nvSpPr>
        <p:spPr>
          <a:xfrm xmlns:a="http://schemas.openxmlformats.org/drawingml/2006/main" rot="0">
            <a:off x="6267450" y="5495020"/>
            <a:ext cx="933450" cy="1950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7" b="1" i="0">
                <a:solidFill>
                  <a:srgbClr val="454545"/>
                </a:solidFill>
                <a:latin typeface="Times New Roman"/>
                <a:ea typeface="Times New Roman"/>
                <a:cs typeface="Times New Roman"/>
              </a:defRPr>
            </a:defPPr>
          </a:lstStyle>
          <a:p xmlns:a="http://schemas.openxmlformats.org/drawingml/2006/main">
            <a:pPr algn="l">
              <a:lnSpc>
                <a:spcPct val="100000"/>
              </a:lnSpc>
              <a:buNone/>
              <a:defRPr sz="1097" b="1" i="0">
                <a:solidFill>
                  <a:srgbClr val="454545"/>
                </a:solidFill>
                <a:latin typeface="Times New Roman"/>
                <a:ea typeface="Times New Roman"/>
                <a:cs typeface="Times New Roman"/>
              </a:defRPr>
            </a:pPr>
            <a:r>
              <a:rPr sz="1097" b="1" i="0">
                <a:solidFill>
                  <a:srgbClr val="454545"/>
                </a:solidFill>
                <a:latin typeface="Times New Roman"/>
                <a:ea typeface="Times New Roman"/>
                <a:cs typeface="Times New Roman"/>
              </a:rPr>
              <a:t>a. proc texture</a:t>
            </a:r>
          </a:p>
        </p:txBody>
      </p:sp>
      <p:sp>
        <p:nvSpPr>
          <p:cNvPr id="125" name="b. texture map">
            <a:extLst xmlns:a="http://schemas.openxmlformats.org/drawingml/2006/main">
              <a:ext uri="{FF2B5EF4-FFF2-40B4-BE49-F238E27FC236}">
                <a16:creationId xmlns:a16="http://schemas.microsoft.com/office/drawing/2014/main" id="{ACF0F198-AC5B-4D4F-9237-806A2A14B743}"/>
              </a:ext>
            </a:extLst>
          </p:cNvPr>
          <p:cNvSpPr>
            <a:spLocks xmlns:a="http://schemas.openxmlformats.org/drawingml/2006/main" noGrp="1"/>
          </p:cNvSpPr>
          <p:nvPr/>
        </p:nvSpPr>
        <p:spPr>
          <a:xfrm xmlns:a="http://schemas.openxmlformats.org/drawingml/2006/main" rot="0">
            <a:off x="7419975" y="5497315"/>
            <a:ext cx="914400" cy="183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2"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2" b="1" i="0">
                <a:solidFill>
                  <a:srgbClr val="454545"/>
                </a:solidFill>
                <a:latin typeface="Times New Roman"/>
                <a:ea typeface="Times New Roman"/>
                <a:cs typeface="Times New Roman"/>
              </a:defRPr>
            </a:pPr>
            <a:r>
              <a:rPr sz="1032" b="1" i="0">
                <a:solidFill>
                  <a:srgbClr val="454545"/>
                </a:solidFill>
                <a:latin typeface="Times New Roman"/>
                <a:ea typeface="Times New Roman"/>
                <a:cs typeface="Times New Roman"/>
              </a:rPr>
              <a:t>b. texture map</a:t>
            </a:r>
          </a:p>
        </p:txBody>
      </p:sp>
      <p:pic>
        <p:nvPicPr>
          <p:cNvPr id="126" name="">
            <a:extLst xmlns:a="http://schemas.openxmlformats.org/drawingml/2006/main">
              <a:ext uri="{FF2B5EF4-FFF2-40B4-BE49-F238E27FC236}">
                <a16:creationId xmlns:a16="http://schemas.microsoft.com/office/drawing/2014/main" id="{769029A9-9B24-456E-A8AA-A1F4B6A41B89}"/>
              </a:ext>
            </a:extLst>
          </p:cNvPr>
          <p:cNvPicPr>
            <a:picLocks xmlns:a="http://schemas.openxmlformats.org/drawingml/2006/main" noChangeAspect="1"/>
          </p:cNvPicPr>
          <p:nvPr/>
        </p:nvPicPr>
        <p:blipFill>
          <a:blip xmlns:r="http://schemas.openxmlformats.org/officeDocument/2006/relationships" xmlns:a="http://schemas.openxmlformats.org/drawingml/2006/main" r:embed="R15a5e09a62e14bde"/>
          <a:stretch xmlns:a="http://schemas.openxmlformats.org/drawingml/2006/main"/>
        </p:blipFill>
        <p:spPr>
          <a:xfrm xmlns:a="http://schemas.openxmlformats.org/drawingml/2006/main">
            <a:off x="6298380" y="5705475"/>
            <a:ext cx="881115" cy="657225"/>
          </a:xfrm>
          <a:prstGeom xmlns:a="http://schemas.openxmlformats.org/drawingml/2006/main" prst="rect">
            <a:avLst/>
          </a:prstGeom>
        </p:spPr>
      </p:pic>
      <p:pic>
        <p:nvPicPr>
          <p:cNvPr id="127" name="">
            <a:extLst xmlns:a="http://schemas.openxmlformats.org/drawingml/2006/main">
              <a:ext uri="{FF2B5EF4-FFF2-40B4-BE49-F238E27FC236}">
                <a16:creationId xmlns:a16="http://schemas.microsoft.com/office/drawing/2014/main" id="{6A9E6D4B-5041-41E4-BBC5-0D5C9E1DBB1D}"/>
              </a:ext>
            </a:extLst>
          </p:cNvPr>
          <p:cNvPicPr>
            <a:picLocks xmlns:a="http://schemas.openxmlformats.org/drawingml/2006/main" noChangeAspect="1"/>
          </p:cNvPicPr>
          <p:nvPr/>
        </p:nvPicPr>
        <p:blipFill>
          <a:blip xmlns:r="http://schemas.openxmlformats.org/officeDocument/2006/relationships" xmlns:a="http://schemas.openxmlformats.org/drawingml/2006/main" r:embed="R223402efd1664662"/>
          <a:stretch xmlns:a="http://schemas.openxmlformats.org/drawingml/2006/main"/>
        </p:blipFill>
        <p:spPr>
          <a:xfrm xmlns:a="http://schemas.openxmlformats.org/drawingml/2006/main">
            <a:off x="7477676" y="5686425"/>
            <a:ext cx="808522" cy="685800"/>
          </a:xfrm>
          <a:prstGeom xmlns:a="http://schemas.openxmlformats.org/drawingml/2006/main" prst="rect">
            <a:avLst/>
          </a:prstGeom>
        </p:spPr>
      </p:pic>
      <p:sp>
        <p:nvSpPr>
          <p:cNvPr id="128" name="OR">
            <a:extLst xmlns:a="http://schemas.openxmlformats.org/drawingml/2006/main">
              <a:ext uri="{FF2B5EF4-FFF2-40B4-BE49-F238E27FC236}">
                <a16:creationId xmlns:a16="http://schemas.microsoft.com/office/drawing/2014/main" id="{28EC25D1-83B6-413B-AEAE-841631564CB5}"/>
              </a:ext>
            </a:extLst>
          </p:cNvPr>
          <p:cNvSpPr>
            <a:spLocks xmlns:a="http://schemas.openxmlformats.org/drawingml/2006/main" noGrp="1"/>
          </p:cNvSpPr>
          <p:nvPr/>
        </p:nvSpPr>
        <p:spPr>
          <a:xfrm xmlns:a="http://schemas.openxmlformats.org/drawingml/2006/main" rot="0">
            <a:off x="7219950" y="5874131"/>
            <a:ext cx="219075" cy="204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0" b="1" i="0">
                <a:solidFill>
                  <a:srgbClr val="007FB3"/>
                </a:solidFill>
                <a:latin typeface="Times New Roman"/>
                <a:ea typeface="Times New Roman"/>
                <a:cs typeface="Times New Roman"/>
              </a:defRPr>
            </a:defPPr>
          </a:lstStyle>
          <a:p xmlns:a="http://schemas.openxmlformats.org/drawingml/2006/main">
            <a:pPr algn="l">
              <a:lnSpc>
                <a:spcPct val="100000"/>
              </a:lnSpc>
              <a:buNone/>
              <a:defRPr sz="1150" b="1" i="0">
                <a:solidFill>
                  <a:srgbClr val="007FB3"/>
                </a:solidFill>
                <a:latin typeface="Times New Roman"/>
                <a:ea typeface="Times New Roman"/>
                <a:cs typeface="Times New Roman"/>
              </a:defRPr>
            </a:pPr>
            <a:r>
              <a:rPr sz="1150" b="1" i="0">
                <a:solidFill>
                  <a:srgbClr val="007FB3"/>
                </a:solidFill>
                <a:latin typeface="Times New Roman"/>
                <a:ea typeface="Times New Roman"/>
                <a:cs typeface="Times New Roman"/>
              </a:rPr>
              <a:t>OR</a:t>
            </a:r>
          </a:p>
        </p:txBody>
      </p:sp>
      <p:pic>
        <p:nvPicPr>
          <p:cNvPr id="129" name="">
            <a:extLst xmlns:a="http://schemas.openxmlformats.org/drawingml/2006/main">
              <a:ext uri="{FF2B5EF4-FFF2-40B4-BE49-F238E27FC236}">
                <a16:creationId xmlns:a16="http://schemas.microsoft.com/office/drawing/2014/main" id="{1690DAAA-D898-473E-95D2-82A594BF06B4}"/>
              </a:ext>
            </a:extLst>
          </p:cNvPr>
          <p:cNvPicPr>
            <a:picLocks xmlns:a="http://schemas.openxmlformats.org/drawingml/2006/main" noChangeAspect="1"/>
          </p:cNvPicPr>
          <p:nvPr/>
        </p:nvPicPr>
        <p:blipFill>
          <a:blip xmlns:r="http://schemas.openxmlformats.org/officeDocument/2006/relationships" xmlns:a="http://schemas.openxmlformats.org/drawingml/2006/main" r:embed="R754e904857bf4413"/>
          <a:stretch xmlns:a="http://schemas.openxmlformats.org/drawingml/2006/main"/>
        </p:blipFill>
        <p:spPr>
          <a:xfrm xmlns:a="http://schemas.openxmlformats.org/drawingml/2006/main">
            <a:off x="6299145" y="6496050"/>
            <a:ext cx="1965434" cy="419100"/>
          </a:xfrm>
          <a:prstGeom xmlns:a="http://schemas.openxmlformats.org/drawingml/2006/main" prst="rect">
            <a:avLst/>
          </a:prstGeom>
        </p:spPr>
      </p:pic>
      <p:sp>
        <p:nvSpPr>
          <p:cNvPr id="130" name="terrain generation pill">
            <a:extLst xmlns:a="http://schemas.openxmlformats.org/drawingml/2006/main">
              <a:ext uri="{FF2B5EF4-FFF2-40B4-BE49-F238E27FC236}">
                <a16:creationId xmlns:a16="http://schemas.microsoft.com/office/drawing/2014/main" id="{187E0AB0-CCE2-47F1-BF86-1697AB9483E7}"/>
              </a:ext>
            </a:extLst>
          </p:cNvPr>
          <p:cNvSpPr>
            <a:spLocks xmlns:a="http://schemas.openxmlformats.org/drawingml/2006/main" noGrp="1"/>
          </p:cNvSpPr>
          <p:nvPr/>
        </p:nvSpPr>
        <p:spPr>
          <a:xfrm xmlns:a="http://schemas.openxmlformats.org/drawingml/2006/main">
            <a:off x="8858250" y="3486150"/>
            <a:ext cx="3409950" cy="295275"/>
          </a:xfrm>
          <a:custGeom xmlns:a="http://schemas.openxmlformats.org/drawingml/2006/main">
            <a:pathLst>
              <a:path w="3409950" h="295275">
                <a:moveTo>
                  <a:pt x="147638" y="0"/>
                </a:moveTo>
                <a:lnTo>
                  <a:pt x="3262313" y="0"/>
                </a:lnTo>
                <a:cubicBezTo>
                  <a:pt x="3343850" y="0"/>
                  <a:pt x="3409950" y="66100"/>
                  <a:pt x="3409950" y="147638"/>
                </a:cubicBezTo>
                <a:lnTo>
                  <a:pt x="3409950" y="147638"/>
                </a:lnTo>
                <a:cubicBezTo>
                  <a:pt x="3409950" y="229175"/>
                  <a:pt x="3343850" y="295275"/>
                  <a:pt x="32623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131" name="terrain generation icon background">
            <a:extLst xmlns:a="http://schemas.openxmlformats.org/drawingml/2006/main">
              <a:ext uri="{FF2B5EF4-FFF2-40B4-BE49-F238E27FC236}">
                <a16:creationId xmlns:a16="http://schemas.microsoft.com/office/drawing/2014/main" id="{08864FDD-81AE-4D0F-81D7-473827C9C5AB}"/>
              </a:ext>
            </a:extLst>
          </p:cNvPr>
          <p:cNvSpPr>
            <a:spLocks xmlns:a="http://schemas.openxmlformats.org/drawingml/2006/main" noGrp="1"/>
          </p:cNvSpPr>
          <p:nvPr/>
        </p:nvSpPr>
        <p:spPr>
          <a:xfrm xmlns:a="http://schemas.openxmlformats.org/drawingml/2006/main">
            <a:off x="8858250" y="348615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132" name="">
            <a:extLst xmlns:a="http://schemas.openxmlformats.org/drawingml/2006/main">
              <a:ext uri="{FF2B5EF4-FFF2-40B4-BE49-F238E27FC236}">
                <a16:creationId xmlns:a16="http://schemas.microsoft.com/office/drawing/2014/main" id="{BE9C4ED9-FEBA-46A8-BBA7-B6F1AEE29B7B}"/>
              </a:ext>
            </a:extLst>
          </p:cNvPr>
          <p:cNvPicPr>
            <a:picLocks xmlns:a="http://schemas.openxmlformats.org/drawingml/2006/main" noChangeAspect="1"/>
          </p:cNvPicPr>
          <p:nvPr/>
        </p:nvPicPr>
        <p:blipFill>
          <a:blip xmlns:r="http://schemas.openxmlformats.org/officeDocument/2006/relationships" xmlns:a="http://schemas.openxmlformats.org/drawingml/2006/main" r:embed="R9fd75fa498884251"/>
          <a:stretch xmlns:a="http://schemas.openxmlformats.org/drawingml/2006/main"/>
        </p:blipFill>
        <p:spPr>
          <a:xfrm xmlns:a="http://schemas.openxmlformats.org/drawingml/2006/main">
            <a:off x="8926413" y="3514725"/>
            <a:ext cx="282773" cy="238125"/>
          </a:xfrm>
          <a:prstGeom xmlns:a="http://schemas.openxmlformats.org/drawingml/2006/main" prst="rect">
            <a:avLst/>
          </a:prstGeom>
        </p:spPr>
      </p:pic>
      <p:sp>
        <p:nvSpPr>
          <p:cNvPr id="133" name="terrain generation">
            <a:extLst xmlns:a="http://schemas.openxmlformats.org/drawingml/2006/main">
              <a:ext uri="{FF2B5EF4-FFF2-40B4-BE49-F238E27FC236}">
                <a16:creationId xmlns:a16="http://schemas.microsoft.com/office/drawing/2014/main" id="{CD99335B-C1FB-48AA-8DB2-384398253DC4}"/>
              </a:ext>
            </a:extLst>
          </p:cNvPr>
          <p:cNvSpPr>
            <a:spLocks xmlns:a="http://schemas.openxmlformats.org/drawingml/2006/main" noGrp="1"/>
          </p:cNvSpPr>
          <p:nvPr/>
        </p:nvSpPr>
        <p:spPr>
          <a:xfrm xmlns:a="http://schemas.openxmlformats.org/drawingml/2006/main" rot="0">
            <a:off x="9382125" y="3512693"/>
            <a:ext cx="1762125"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007FB3"/>
                </a:solidFill>
                <a:latin typeface="Times New Roman"/>
                <a:ea typeface="Times New Roman"/>
                <a:cs typeface="Times New Roman"/>
              </a:defRPr>
            </a:defPPr>
          </a:lstStyle>
          <a:p xmlns:a="http://schemas.openxmlformats.org/drawingml/2006/main">
            <a:pPr algn="l">
              <a:lnSpc>
                <a:spcPct val="100000"/>
              </a:lnSpc>
              <a:buNone/>
              <a:defRPr sz="1396" b="1" i="0">
                <a:solidFill>
                  <a:srgbClr val="007FB3"/>
                </a:solidFill>
                <a:latin typeface="Times New Roman"/>
                <a:ea typeface="Times New Roman"/>
                <a:cs typeface="Times New Roman"/>
              </a:defRPr>
            </a:pPr>
            <a:r>
              <a:rPr sz="1396" b="1" i="0">
                <a:solidFill>
                  <a:srgbClr val="007FB3"/>
                </a:solidFill>
                <a:latin typeface="Times New Roman"/>
                <a:ea typeface="Times New Roman"/>
                <a:cs typeface="Times New Roman"/>
              </a:rPr>
              <a:t>terrain generation</a:t>
            </a:r>
          </a:p>
        </p:txBody>
      </p:sp>
      <p:sp>
        <p:nvSpPr>
          <p:cNvPr id="134" name="(script: terrain.py)">
            <a:extLst xmlns:a="http://schemas.openxmlformats.org/drawingml/2006/main">
              <a:ext uri="{FF2B5EF4-FFF2-40B4-BE49-F238E27FC236}">
                <a16:creationId xmlns:a16="http://schemas.microsoft.com/office/drawing/2014/main" id="{117220C7-44BF-41B7-805E-ACEE8EABB2B0}"/>
              </a:ext>
            </a:extLst>
          </p:cNvPr>
          <p:cNvSpPr>
            <a:spLocks xmlns:a="http://schemas.openxmlformats.org/drawingml/2006/main" noGrp="1"/>
          </p:cNvSpPr>
          <p:nvPr/>
        </p:nvSpPr>
        <p:spPr>
          <a:xfrm xmlns:a="http://schemas.openxmlformats.org/drawingml/2006/main" rot="0">
            <a:off x="11210925" y="3523857"/>
            <a:ext cx="1000125" cy="192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2" b="0" i="0">
                <a:solidFill>
                  <a:srgbClr val="8B8B8B"/>
                </a:solidFill>
                <a:latin typeface="Times New Roman"/>
                <a:ea typeface="Times New Roman"/>
                <a:cs typeface="Times New Roman"/>
              </a:defRPr>
            </a:defPPr>
          </a:lstStyle>
          <a:p xmlns:a="http://schemas.openxmlformats.org/drawingml/2006/main">
            <a:pPr algn="l">
              <a:lnSpc>
                <a:spcPct val="100000"/>
              </a:lnSpc>
              <a:buNone/>
              <a:defRPr sz="1082" b="0" i="0">
                <a:solidFill>
                  <a:srgbClr val="8B8B8B"/>
                </a:solidFill>
                <a:latin typeface="Times New Roman"/>
                <a:ea typeface="Times New Roman"/>
                <a:cs typeface="Times New Roman"/>
              </a:defRPr>
            </a:pPr>
            <a:r>
              <a:rPr sz="1082" b="0" i="0">
                <a:solidFill>
                  <a:srgbClr val="8B8B8B"/>
                </a:solidFill>
                <a:latin typeface="Times New Roman"/>
                <a:ea typeface="Times New Roman"/>
                <a:cs typeface="Times New Roman"/>
              </a:rPr>
              <a:t>(script: terrain.py)</a:t>
            </a:r>
          </a:p>
        </p:txBody>
      </p:sp>
      <p:sp>
        <p:nvSpPr>
          <p:cNvPr id="135" name="3d assets scatter pill">
            <a:extLst xmlns:a="http://schemas.openxmlformats.org/drawingml/2006/main">
              <a:ext uri="{FF2B5EF4-FFF2-40B4-BE49-F238E27FC236}">
                <a16:creationId xmlns:a16="http://schemas.microsoft.com/office/drawing/2014/main" id="{27BC0B4F-6EA4-48FA-AB24-4D054149ECC9}"/>
              </a:ext>
            </a:extLst>
          </p:cNvPr>
          <p:cNvSpPr>
            <a:spLocks xmlns:a="http://schemas.openxmlformats.org/drawingml/2006/main" noGrp="1"/>
          </p:cNvSpPr>
          <p:nvPr/>
        </p:nvSpPr>
        <p:spPr>
          <a:xfrm xmlns:a="http://schemas.openxmlformats.org/drawingml/2006/main">
            <a:off x="8858250" y="4543425"/>
            <a:ext cx="3409950" cy="295275"/>
          </a:xfrm>
          <a:custGeom xmlns:a="http://schemas.openxmlformats.org/drawingml/2006/main">
            <a:pathLst>
              <a:path w="3409950" h="295275">
                <a:moveTo>
                  <a:pt x="147638" y="0"/>
                </a:moveTo>
                <a:lnTo>
                  <a:pt x="3262313" y="0"/>
                </a:lnTo>
                <a:cubicBezTo>
                  <a:pt x="3343850" y="0"/>
                  <a:pt x="3409950" y="66100"/>
                  <a:pt x="3409950" y="147638"/>
                </a:cubicBezTo>
                <a:lnTo>
                  <a:pt x="3409950" y="147638"/>
                </a:lnTo>
                <a:cubicBezTo>
                  <a:pt x="3409950" y="229175"/>
                  <a:pt x="3343850" y="295275"/>
                  <a:pt x="32623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136" name="3d assets scatter icon background">
            <a:extLst xmlns:a="http://schemas.openxmlformats.org/drawingml/2006/main">
              <a:ext uri="{FF2B5EF4-FFF2-40B4-BE49-F238E27FC236}">
                <a16:creationId xmlns:a16="http://schemas.microsoft.com/office/drawing/2014/main" id="{C30469AB-2CC6-4A9F-B8D0-68AC77908057}"/>
              </a:ext>
            </a:extLst>
          </p:cNvPr>
          <p:cNvSpPr>
            <a:spLocks xmlns:a="http://schemas.openxmlformats.org/drawingml/2006/main" noGrp="1"/>
          </p:cNvSpPr>
          <p:nvPr/>
        </p:nvSpPr>
        <p:spPr>
          <a:xfrm xmlns:a="http://schemas.openxmlformats.org/drawingml/2006/main">
            <a:off x="8858250" y="4543425"/>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137" name="">
            <a:extLst xmlns:a="http://schemas.openxmlformats.org/drawingml/2006/main">
              <a:ext uri="{FF2B5EF4-FFF2-40B4-BE49-F238E27FC236}">
                <a16:creationId xmlns:a16="http://schemas.microsoft.com/office/drawing/2014/main" id="{3EDC4E30-0A80-4225-A6C7-073C8C36F346}"/>
              </a:ext>
            </a:extLst>
          </p:cNvPr>
          <p:cNvPicPr>
            <a:picLocks xmlns:a="http://schemas.openxmlformats.org/drawingml/2006/main" noChangeAspect="1"/>
          </p:cNvPicPr>
          <p:nvPr/>
        </p:nvPicPr>
        <p:blipFill>
          <a:blip xmlns:r="http://schemas.openxmlformats.org/officeDocument/2006/relationships" xmlns:a="http://schemas.openxmlformats.org/drawingml/2006/main" r:embed="R724beb9ffd764898"/>
          <a:stretch xmlns:a="http://schemas.openxmlformats.org/drawingml/2006/main"/>
        </p:blipFill>
        <p:spPr>
          <a:xfrm xmlns:a="http://schemas.openxmlformats.org/drawingml/2006/main">
            <a:off x="8929534" y="4572000"/>
            <a:ext cx="276532" cy="238125"/>
          </a:xfrm>
          <a:prstGeom xmlns:a="http://schemas.openxmlformats.org/drawingml/2006/main" prst="rect">
            <a:avLst/>
          </a:prstGeom>
        </p:spPr>
      </p:pic>
      <p:sp>
        <p:nvSpPr>
          <p:cNvPr id="138" name="3d assets scatter">
            <a:extLst xmlns:a="http://schemas.openxmlformats.org/drawingml/2006/main">
              <a:ext uri="{FF2B5EF4-FFF2-40B4-BE49-F238E27FC236}">
                <a16:creationId xmlns:a16="http://schemas.microsoft.com/office/drawing/2014/main" id="{DDAC64B1-AD91-4380-B273-372B5D25D4E1}"/>
              </a:ext>
            </a:extLst>
          </p:cNvPr>
          <p:cNvSpPr>
            <a:spLocks xmlns:a="http://schemas.openxmlformats.org/drawingml/2006/main" noGrp="1"/>
          </p:cNvSpPr>
          <p:nvPr/>
        </p:nvSpPr>
        <p:spPr>
          <a:xfrm xmlns:a="http://schemas.openxmlformats.org/drawingml/2006/main" rot="0">
            <a:off x="9382125" y="4554450"/>
            <a:ext cx="1762125" cy="325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33" b="1" i="0">
                <a:solidFill>
                  <a:srgbClr val="007FB3"/>
                </a:solidFill>
                <a:latin typeface="Times New Roman"/>
                <a:ea typeface="Times New Roman"/>
                <a:cs typeface="Times New Roman"/>
              </a:defRPr>
            </a:defPPr>
          </a:lstStyle>
          <a:p xmlns:a="http://schemas.openxmlformats.org/drawingml/2006/main">
            <a:pPr algn="l">
              <a:lnSpc>
                <a:spcPct val="100000"/>
              </a:lnSpc>
              <a:buNone/>
              <a:defRPr sz="1833" b="1" i="0">
                <a:solidFill>
                  <a:srgbClr val="007FB3"/>
                </a:solidFill>
                <a:latin typeface="Times New Roman"/>
                <a:ea typeface="Times New Roman"/>
                <a:cs typeface="Times New Roman"/>
              </a:defRPr>
            </a:pPr>
            <a:r>
              <a:rPr sz="1833" b="1" i="0">
                <a:solidFill>
                  <a:srgbClr val="007FB3"/>
                </a:solidFill>
                <a:latin typeface="Times New Roman"/>
                <a:ea typeface="Times New Roman"/>
                <a:cs typeface="Times New Roman"/>
              </a:rPr>
              <a:t>3d assets scatter</a:t>
            </a:r>
          </a:p>
        </p:txBody>
      </p:sp>
      <p:sp>
        <p:nvSpPr>
          <p:cNvPr id="139" name="(script: scatter.py)">
            <a:extLst xmlns:a="http://schemas.openxmlformats.org/drawingml/2006/main">
              <a:ext uri="{FF2B5EF4-FFF2-40B4-BE49-F238E27FC236}">
                <a16:creationId xmlns:a16="http://schemas.microsoft.com/office/drawing/2014/main" id="{A9925BAA-5EA7-480A-B649-07DED99C1DD8}"/>
              </a:ext>
            </a:extLst>
          </p:cNvPr>
          <p:cNvSpPr>
            <a:spLocks xmlns:a="http://schemas.openxmlformats.org/drawingml/2006/main" noGrp="1"/>
          </p:cNvSpPr>
          <p:nvPr/>
        </p:nvSpPr>
        <p:spPr>
          <a:xfrm xmlns:a="http://schemas.openxmlformats.org/drawingml/2006/main" rot="0">
            <a:off x="11182350" y="4580091"/>
            <a:ext cx="1057275" cy="197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12" b="0" i="0">
                <a:solidFill>
                  <a:srgbClr val="8B8B8B"/>
                </a:solidFill>
                <a:latin typeface="Times New Roman"/>
                <a:ea typeface="Times New Roman"/>
                <a:cs typeface="Times New Roman"/>
              </a:defRPr>
            </a:defPPr>
          </a:lstStyle>
          <a:p xmlns:a="http://schemas.openxmlformats.org/drawingml/2006/main">
            <a:pPr algn="l">
              <a:lnSpc>
                <a:spcPct val="100000"/>
              </a:lnSpc>
              <a:buNone/>
              <a:defRPr sz="1112" b="0" i="0">
                <a:solidFill>
                  <a:srgbClr val="8B8B8B"/>
                </a:solidFill>
                <a:latin typeface="Times New Roman"/>
                <a:ea typeface="Times New Roman"/>
                <a:cs typeface="Times New Roman"/>
              </a:defRPr>
            </a:pPr>
            <a:r>
              <a:rPr sz="1112" b="0" i="0">
                <a:solidFill>
                  <a:srgbClr val="8B8B8B"/>
                </a:solidFill>
                <a:latin typeface="Times New Roman"/>
                <a:ea typeface="Times New Roman"/>
                <a:cs typeface="Times New Roman"/>
              </a:rPr>
              <a:t>(script: scatter.py)</a:t>
            </a:r>
          </a:p>
        </p:txBody>
      </p:sp>
      <p:sp>
        <p:nvSpPr>
          <p:cNvPr id="140" name="scene refinement pill">
            <a:extLst xmlns:a="http://schemas.openxmlformats.org/drawingml/2006/main">
              <a:ext uri="{FF2B5EF4-FFF2-40B4-BE49-F238E27FC236}">
                <a16:creationId xmlns:a16="http://schemas.microsoft.com/office/drawing/2014/main" id="{93DDE52D-BC84-4DC4-AD57-7906BC0E446E}"/>
              </a:ext>
            </a:extLst>
          </p:cNvPr>
          <p:cNvSpPr>
            <a:spLocks xmlns:a="http://schemas.openxmlformats.org/drawingml/2006/main" noGrp="1"/>
          </p:cNvSpPr>
          <p:nvPr/>
        </p:nvSpPr>
        <p:spPr>
          <a:xfrm xmlns:a="http://schemas.openxmlformats.org/drawingml/2006/main">
            <a:off x="8858250" y="5715000"/>
            <a:ext cx="3409950" cy="295275"/>
          </a:xfrm>
          <a:custGeom xmlns:a="http://schemas.openxmlformats.org/drawingml/2006/main">
            <a:pathLst>
              <a:path w="3409950" h="295275">
                <a:moveTo>
                  <a:pt x="147638" y="0"/>
                </a:moveTo>
                <a:lnTo>
                  <a:pt x="3262313" y="0"/>
                </a:lnTo>
                <a:cubicBezTo>
                  <a:pt x="3343850" y="0"/>
                  <a:pt x="3409950" y="66100"/>
                  <a:pt x="3409950" y="147638"/>
                </a:cubicBezTo>
                <a:lnTo>
                  <a:pt x="3409950" y="147638"/>
                </a:lnTo>
                <a:cubicBezTo>
                  <a:pt x="3409950" y="229175"/>
                  <a:pt x="3343850" y="295275"/>
                  <a:pt x="32623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141" name="scene refinement icon background">
            <a:extLst xmlns:a="http://schemas.openxmlformats.org/drawingml/2006/main">
              <a:ext uri="{FF2B5EF4-FFF2-40B4-BE49-F238E27FC236}">
                <a16:creationId xmlns:a16="http://schemas.microsoft.com/office/drawing/2014/main" id="{83C95E66-F31C-486F-BF16-57913448C695}"/>
              </a:ext>
            </a:extLst>
          </p:cNvPr>
          <p:cNvSpPr>
            <a:spLocks xmlns:a="http://schemas.openxmlformats.org/drawingml/2006/main" noGrp="1"/>
          </p:cNvSpPr>
          <p:nvPr/>
        </p:nvSpPr>
        <p:spPr>
          <a:xfrm xmlns:a="http://schemas.openxmlformats.org/drawingml/2006/main">
            <a:off x="8858250" y="571500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142" name="">
            <a:extLst xmlns:a="http://schemas.openxmlformats.org/drawingml/2006/main">
              <a:ext uri="{FF2B5EF4-FFF2-40B4-BE49-F238E27FC236}">
                <a16:creationId xmlns:a16="http://schemas.microsoft.com/office/drawing/2014/main" id="{730ED29D-47D3-4A71-BBA0-7B6FF97ACDBE}"/>
              </a:ext>
            </a:extLst>
          </p:cNvPr>
          <p:cNvPicPr>
            <a:picLocks xmlns:a="http://schemas.openxmlformats.org/drawingml/2006/main" noChangeAspect="1"/>
          </p:cNvPicPr>
          <p:nvPr/>
        </p:nvPicPr>
        <p:blipFill>
          <a:blip xmlns:r="http://schemas.openxmlformats.org/officeDocument/2006/relationships" xmlns:a="http://schemas.openxmlformats.org/drawingml/2006/main" r:embed="R1ad3b5eebe3c48ef"/>
          <a:stretch xmlns:a="http://schemas.openxmlformats.org/drawingml/2006/main"/>
        </p:blipFill>
        <p:spPr>
          <a:xfrm xmlns:a="http://schemas.openxmlformats.org/drawingml/2006/main">
            <a:off x="8948738" y="5743575"/>
            <a:ext cx="238125" cy="238125"/>
          </a:xfrm>
          <a:prstGeom xmlns:a="http://schemas.openxmlformats.org/drawingml/2006/main" prst="rect">
            <a:avLst/>
          </a:prstGeom>
        </p:spPr>
      </p:pic>
      <p:sp>
        <p:nvSpPr>
          <p:cNvPr id="143" name="scene refinement">
            <a:extLst xmlns:a="http://schemas.openxmlformats.org/drawingml/2006/main">
              <a:ext uri="{FF2B5EF4-FFF2-40B4-BE49-F238E27FC236}">
                <a16:creationId xmlns:a16="http://schemas.microsoft.com/office/drawing/2014/main" id="{5D02F957-1AED-4614-9E95-9F46DD83DA54}"/>
              </a:ext>
            </a:extLst>
          </p:cNvPr>
          <p:cNvSpPr>
            <a:spLocks xmlns:a="http://schemas.openxmlformats.org/drawingml/2006/main" noGrp="1"/>
          </p:cNvSpPr>
          <p:nvPr/>
        </p:nvSpPr>
        <p:spPr>
          <a:xfrm xmlns:a="http://schemas.openxmlformats.org/drawingml/2006/main" rot="0">
            <a:off x="9382125" y="5726025"/>
            <a:ext cx="1762125" cy="325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33" b="1" i="0">
                <a:solidFill>
                  <a:srgbClr val="007FB3"/>
                </a:solidFill>
                <a:latin typeface="Times New Roman"/>
                <a:ea typeface="Times New Roman"/>
                <a:cs typeface="Times New Roman"/>
              </a:defRPr>
            </a:defPPr>
          </a:lstStyle>
          <a:p xmlns:a="http://schemas.openxmlformats.org/drawingml/2006/main">
            <a:pPr algn="l">
              <a:lnSpc>
                <a:spcPct val="100000"/>
              </a:lnSpc>
              <a:buNone/>
              <a:defRPr sz="1833" b="1" i="0">
                <a:solidFill>
                  <a:srgbClr val="007FB3"/>
                </a:solidFill>
                <a:latin typeface="Times New Roman"/>
                <a:ea typeface="Times New Roman"/>
                <a:cs typeface="Times New Roman"/>
              </a:defRPr>
            </a:pPr>
            <a:r>
              <a:rPr sz="1833" b="1" i="0">
                <a:solidFill>
                  <a:srgbClr val="007FB3"/>
                </a:solidFill>
                <a:latin typeface="Times New Roman"/>
                <a:ea typeface="Times New Roman"/>
                <a:cs typeface="Times New Roman"/>
              </a:rPr>
              <a:t>scene refinement</a:t>
            </a:r>
          </a:p>
        </p:txBody>
      </p:sp>
      <p:sp>
        <p:nvSpPr>
          <p:cNvPr id="144" name="(post: VLM model)">
            <a:extLst xmlns:a="http://schemas.openxmlformats.org/drawingml/2006/main">
              <a:ext uri="{FF2B5EF4-FFF2-40B4-BE49-F238E27FC236}">
                <a16:creationId xmlns:a16="http://schemas.microsoft.com/office/drawing/2014/main" id="{60A15A9F-9933-4EA7-9277-1D974B41B89C}"/>
              </a:ext>
            </a:extLst>
          </p:cNvPr>
          <p:cNvSpPr>
            <a:spLocks xmlns:a="http://schemas.openxmlformats.org/drawingml/2006/main" noGrp="1"/>
          </p:cNvSpPr>
          <p:nvPr/>
        </p:nvSpPr>
        <p:spPr>
          <a:xfrm xmlns:a="http://schemas.openxmlformats.org/drawingml/2006/main" rot="0">
            <a:off x="11210925" y="5753317"/>
            <a:ext cx="1057275" cy="1894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5" b="0" i="0">
                <a:solidFill>
                  <a:srgbClr val="8B8B8B"/>
                </a:solidFill>
                <a:latin typeface="Times New Roman"/>
                <a:ea typeface="Times New Roman"/>
                <a:cs typeface="Times New Roman"/>
              </a:defRPr>
            </a:defPPr>
          </a:lstStyle>
          <a:p xmlns:a="http://schemas.openxmlformats.org/drawingml/2006/main">
            <a:pPr algn="l">
              <a:lnSpc>
                <a:spcPct val="100000"/>
              </a:lnSpc>
              <a:buNone/>
              <a:defRPr sz="1065" b="0" i="0">
                <a:solidFill>
                  <a:srgbClr val="8B8B8B"/>
                </a:solidFill>
                <a:latin typeface="Times New Roman"/>
                <a:ea typeface="Times New Roman"/>
                <a:cs typeface="Times New Roman"/>
              </a:defRPr>
            </a:pPr>
            <a:r>
              <a:rPr sz="1065" b="0" i="0">
                <a:solidFill>
                  <a:srgbClr val="8B8B8B"/>
                </a:solidFill>
                <a:latin typeface="Times New Roman"/>
                <a:ea typeface="Times New Roman"/>
                <a:cs typeface="Times New Roman"/>
              </a:rPr>
              <a:t>(post: VLM model)</a:t>
            </a:r>
          </a:p>
        </p:txBody>
      </p:sp>
      <p:sp>
        <p:nvSpPr>
          <p:cNvPr id="145" name="terrain execution spine">
            <a:extLst xmlns:a="http://schemas.openxmlformats.org/drawingml/2006/main">
              <a:ext uri="{FF2B5EF4-FFF2-40B4-BE49-F238E27FC236}">
                <a16:creationId xmlns:a16="http://schemas.microsoft.com/office/drawing/2014/main" id="{70DE6851-82DF-4C09-A585-E4C2112C99FD}"/>
              </a:ext>
            </a:extLst>
          </p:cNvPr>
          <p:cNvSpPr>
            <a:spLocks xmlns:a="http://schemas.openxmlformats.org/drawingml/2006/main" noGrp="1"/>
          </p:cNvSpPr>
          <p:nvPr/>
        </p:nvSpPr>
        <p:spPr>
          <a:xfrm xmlns:a="http://schemas.openxmlformats.org/drawingml/2006/main">
            <a:off x="9039225" y="3886200"/>
            <a:ext cx="191" cy="562165"/>
          </a:xfrm>
          <a:custGeom xmlns:a="http://schemas.openxmlformats.org/drawingml/2006/main">
            <a:pathLst>
              <a:path w="191" h="562165">
                <a:moveTo>
                  <a:pt x="0" y="0"/>
                </a:moveTo>
                <a:lnTo>
                  <a:pt x="0" y="561975"/>
                </a:lnTo>
              </a:path>
            </a:pathLst>
          </a:custGeom>
          <a:noFill xmlns:a="http://schemas.openxmlformats.org/drawingml/2006/main"/>
          <a:ln xmlns:a="http://schemas.openxmlformats.org/drawingml/2006/main" w="14288">
            <a:solidFill>
              <a:srgbClr val="66BDD2"/>
            </a:solidFill>
            <a:prstDash val="solid"/>
          </a:ln>
        </p:spPr>
      </p:sp>
      <p:sp>
        <p:nvSpPr>
          <p:cNvPr id="146" name="status-dot">
            <a:extLst xmlns:a="http://schemas.openxmlformats.org/drawingml/2006/main">
              <a:ext uri="{FF2B5EF4-FFF2-40B4-BE49-F238E27FC236}">
                <a16:creationId xmlns:a16="http://schemas.microsoft.com/office/drawing/2014/main" id="{3915FB98-6D68-4D39-A0F3-5CF7FAD00787}"/>
              </a:ext>
            </a:extLst>
          </p:cNvPr>
          <p:cNvSpPr>
            <a:spLocks xmlns:a="http://schemas.openxmlformats.org/drawingml/2006/main" noGrp="1"/>
          </p:cNvSpPr>
          <p:nvPr/>
        </p:nvSpPr>
        <p:spPr>
          <a:xfrm xmlns:a="http://schemas.openxmlformats.org/drawingml/2006/main">
            <a:off x="9124950" y="39338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47" name="">
            <a:extLst xmlns:a="http://schemas.openxmlformats.org/drawingml/2006/main">
              <a:ext uri="{FF2B5EF4-FFF2-40B4-BE49-F238E27FC236}">
                <a16:creationId xmlns:a16="http://schemas.microsoft.com/office/drawing/2014/main" id="{917A095C-943F-4949-ABC5-67D7EF7D34AB}"/>
              </a:ext>
            </a:extLst>
          </p:cNvPr>
          <p:cNvPicPr>
            <a:picLocks xmlns:a="http://schemas.openxmlformats.org/drawingml/2006/main" noChangeAspect="1"/>
          </p:cNvPicPr>
          <p:nvPr/>
        </p:nvPicPr>
        <p:blipFill>
          <a:blip xmlns:r="http://schemas.openxmlformats.org/officeDocument/2006/relationships" xmlns:a="http://schemas.openxmlformats.org/drawingml/2006/main" r:embed="R7bd49fe879ea4f34"/>
          <a:stretch xmlns:a="http://schemas.openxmlformats.org/drawingml/2006/main"/>
        </p:blipFill>
        <p:spPr>
          <a:xfrm xmlns:a="http://schemas.openxmlformats.org/drawingml/2006/main">
            <a:off x="9287066" y="3867150"/>
            <a:ext cx="152019" cy="180975"/>
          </a:xfrm>
          <a:prstGeom xmlns:a="http://schemas.openxmlformats.org/drawingml/2006/main" prst="rect">
            <a:avLst/>
          </a:prstGeom>
        </p:spPr>
      </p:pic>
      <p:sp>
        <p:nvSpPr>
          <p:cNvPr id="148" name="read">
            <a:extLst xmlns:a="http://schemas.openxmlformats.org/drawingml/2006/main">
              <a:ext uri="{FF2B5EF4-FFF2-40B4-BE49-F238E27FC236}">
                <a16:creationId xmlns:a16="http://schemas.microsoft.com/office/drawing/2014/main" id="{FCC02E60-FED3-4756-B198-4FAD2C151570}"/>
              </a:ext>
            </a:extLst>
          </p:cNvPr>
          <p:cNvSpPr>
            <a:spLocks xmlns:a="http://schemas.openxmlformats.org/drawingml/2006/main" noGrp="1"/>
          </p:cNvSpPr>
          <p:nvPr/>
        </p:nvSpPr>
        <p:spPr>
          <a:xfrm xmlns:a="http://schemas.openxmlformats.org/drawingml/2006/main" rot="0">
            <a:off x="9525000" y="3849445"/>
            <a:ext cx="342900" cy="27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69" b="0" i="0">
                <a:solidFill>
                  <a:srgbClr val="454545"/>
                </a:solidFill>
                <a:latin typeface="Times New Roman"/>
                <a:ea typeface="Times New Roman"/>
                <a:cs typeface="Times New Roman"/>
              </a:defRPr>
            </a:defPPr>
          </a:lstStyle>
          <a:p xmlns:a="http://schemas.openxmlformats.org/drawingml/2006/main">
            <a:pPr algn="l">
              <a:lnSpc>
                <a:spcPct val="100000"/>
              </a:lnSpc>
              <a:buNone/>
              <a:defRPr sz="1569" b="0" i="0">
                <a:solidFill>
                  <a:srgbClr val="454545"/>
                </a:solidFill>
                <a:latin typeface="Times New Roman"/>
                <a:ea typeface="Times New Roman"/>
                <a:cs typeface="Times New Roman"/>
              </a:defRPr>
            </a:pPr>
            <a:r>
              <a:rPr sz="1569" b="0" i="0">
                <a:solidFill>
                  <a:srgbClr val="454545"/>
                </a:solidFill>
                <a:latin typeface="Times New Roman"/>
                <a:ea typeface="Times New Roman"/>
                <a:cs typeface="Times New Roman"/>
              </a:rPr>
              <a:t>read</a:t>
            </a:r>
          </a:p>
        </p:txBody>
      </p:sp>
      <p:sp>
        <p:nvSpPr>
          <p:cNvPr id="149" name="(filename: terrain_param.yaml)">
            <a:extLst xmlns:a="http://schemas.openxmlformats.org/drawingml/2006/main">
              <a:ext uri="{FF2B5EF4-FFF2-40B4-BE49-F238E27FC236}">
                <a16:creationId xmlns:a16="http://schemas.microsoft.com/office/drawing/2014/main" id="{8912FD98-CB90-46B4-AA53-42FE47405059}"/>
              </a:ext>
            </a:extLst>
          </p:cNvPr>
          <p:cNvSpPr>
            <a:spLocks xmlns:a="http://schemas.openxmlformats.org/drawingml/2006/main" noGrp="1"/>
          </p:cNvSpPr>
          <p:nvPr/>
        </p:nvSpPr>
        <p:spPr>
          <a:xfrm xmlns:a="http://schemas.openxmlformats.org/drawingml/2006/main" rot="0">
            <a:off x="9934575" y="3892296"/>
            <a:ext cx="19812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terrain_param.yaml)</a:t>
            </a:r>
          </a:p>
        </p:txBody>
      </p:sp>
      <p:sp>
        <p:nvSpPr>
          <p:cNvPr id="150" name="status-dot">
            <a:extLst xmlns:a="http://schemas.openxmlformats.org/drawingml/2006/main">
              <a:ext uri="{FF2B5EF4-FFF2-40B4-BE49-F238E27FC236}">
                <a16:creationId xmlns:a16="http://schemas.microsoft.com/office/drawing/2014/main" id="{8F95979D-D1BF-4DDF-89DE-4A2FCBF6134C}"/>
              </a:ext>
            </a:extLst>
          </p:cNvPr>
          <p:cNvSpPr>
            <a:spLocks xmlns:a="http://schemas.openxmlformats.org/drawingml/2006/main" noGrp="1"/>
          </p:cNvSpPr>
          <p:nvPr/>
        </p:nvSpPr>
        <p:spPr>
          <a:xfrm xmlns:a="http://schemas.openxmlformats.org/drawingml/2006/main">
            <a:off x="9124950" y="42862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51" name="">
            <a:extLst xmlns:a="http://schemas.openxmlformats.org/drawingml/2006/main">
              <a:ext uri="{FF2B5EF4-FFF2-40B4-BE49-F238E27FC236}">
                <a16:creationId xmlns:a16="http://schemas.microsoft.com/office/drawing/2014/main" id="{14AA0759-343C-4CC0-BC5A-A135E6F96AF8}"/>
              </a:ext>
            </a:extLst>
          </p:cNvPr>
          <p:cNvPicPr>
            <a:picLocks xmlns:a="http://schemas.openxmlformats.org/drawingml/2006/main" noChangeAspect="1"/>
          </p:cNvPicPr>
          <p:nvPr/>
        </p:nvPicPr>
        <p:blipFill>
          <a:blip xmlns:r="http://schemas.openxmlformats.org/officeDocument/2006/relationships" xmlns:a="http://schemas.openxmlformats.org/drawingml/2006/main" r:embed="R761af2acf2244c23"/>
          <a:stretch xmlns:a="http://schemas.openxmlformats.org/drawingml/2006/main"/>
        </p:blipFill>
        <p:spPr>
          <a:xfrm xmlns:a="http://schemas.openxmlformats.org/drawingml/2006/main">
            <a:off x="9250010" y="4210050"/>
            <a:ext cx="197556" cy="190500"/>
          </a:xfrm>
          <a:prstGeom xmlns:a="http://schemas.openxmlformats.org/drawingml/2006/main" prst="rect">
            <a:avLst/>
          </a:prstGeom>
        </p:spPr>
      </p:pic>
      <p:sp>
        <p:nvSpPr>
          <p:cNvPr id="152" name="exec_py_scr">
            <a:extLst xmlns:a="http://schemas.openxmlformats.org/drawingml/2006/main">
              <a:ext uri="{FF2B5EF4-FFF2-40B4-BE49-F238E27FC236}">
                <a16:creationId xmlns:a16="http://schemas.microsoft.com/office/drawing/2014/main" id="{125C2309-964B-4DA0-9F62-1C0A48FC19A2}"/>
              </a:ext>
            </a:extLst>
          </p:cNvPr>
          <p:cNvSpPr>
            <a:spLocks xmlns:a="http://schemas.openxmlformats.org/drawingml/2006/main" noGrp="1"/>
          </p:cNvSpPr>
          <p:nvPr/>
        </p:nvSpPr>
        <p:spPr>
          <a:xfrm xmlns:a="http://schemas.openxmlformats.org/drawingml/2006/main" rot="0">
            <a:off x="9515475" y="421330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153" name="(script: import bpy ...)">
            <a:extLst xmlns:a="http://schemas.openxmlformats.org/drawingml/2006/main">
              <a:ext uri="{FF2B5EF4-FFF2-40B4-BE49-F238E27FC236}">
                <a16:creationId xmlns:a16="http://schemas.microsoft.com/office/drawing/2014/main" id="{1DBF3968-3035-4D0D-BDBB-7E5B26D482CE}"/>
              </a:ext>
            </a:extLst>
          </p:cNvPr>
          <p:cNvSpPr>
            <a:spLocks xmlns:a="http://schemas.openxmlformats.org/drawingml/2006/main" noGrp="1"/>
          </p:cNvSpPr>
          <p:nvPr/>
        </p:nvSpPr>
        <p:spPr>
          <a:xfrm xmlns:a="http://schemas.openxmlformats.org/drawingml/2006/main" rot="0">
            <a:off x="10572750" y="4263771"/>
            <a:ext cx="14192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bpy ...)</a:t>
            </a:r>
          </a:p>
        </p:txBody>
      </p:sp>
      <p:sp>
        <p:nvSpPr>
          <p:cNvPr id="154" name="scatter execution spine">
            <a:extLst xmlns:a="http://schemas.openxmlformats.org/drawingml/2006/main">
              <a:ext uri="{FF2B5EF4-FFF2-40B4-BE49-F238E27FC236}">
                <a16:creationId xmlns:a16="http://schemas.microsoft.com/office/drawing/2014/main" id="{C4775026-B72E-4AE0-843E-8754C2858CEA}"/>
              </a:ext>
            </a:extLst>
          </p:cNvPr>
          <p:cNvSpPr>
            <a:spLocks xmlns:a="http://schemas.openxmlformats.org/drawingml/2006/main" noGrp="1"/>
          </p:cNvSpPr>
          <p:nvPr/>
        </p:nvSpPr>
        <p:spPr>
          <a:xfrm xmlns:a="http://schemas.openxmlformats.org/drawingml/2006/main">
            <a:off x="9039225" y="5019675"/>
            <a:ext cx="191" cy="562165"/>
          </a:xfrm>
          <a:custGeom xmlns:a="http://schemas.openxmlformats.org/drawingml/2006/main">
            <a:pathLst>
              <a:path w="191" h="562165">
                <a:moveTo>
                  <a:pt x="0" y="0"/>
                </a:moveTo>
                <a:lnTo>
                  <a:pt x="0" y="561975"/>
                </a:lnTo>
              </a:path>
            </a:pathLst>
          </a:custGeom>
          <a:noFill xmlns:a="http://schemas.openxmlformats.org/drawingml/2006/main"/>
          <a:ln xmlns:a="http://schemas.openxmlformats.org/drawingml/2006/main" w="14288">
            <a:solidFill>
              <a:srgbClr val="66BDD2"/>
            </a:solidFill>
            <a:prstDash val="solid"/>
          </a:ln>
        </p:spPr>
      </p:sp>
      <p:sp>
        <p:nvSpPr>
          <p:cNvPr id="155" name="status-dot">
            <a:extLst xmlns:a="http://schemas.openxmlformats.org/drawingml/2006/main">
              <a:ext uri="{FF2B5EF4-FFF2-40B4-BE49-F238E27FC236}">
                <a16:creationId xmlns:a16="http://schemas.microsoft.com/office/drawing/2014/main" id="{337457A4-EA34-4FD6-9AE6-BD75658CB283}"/>
              </a:ext>
            </a:extLst>
          </p:cNvPr>
          <p:cNvSpPr>
            <a:spLocks xmlns:a="http://schemas.openxmlformats.org/drawingml/2006/main" noGrp="1"/>
          </p:cNvSpPr>
          <p:nvPr/>
        </p:nvSpPr>
        <p:spPr>
          <a:xfrm xmlns:a="http://schemas.openxmlformats.org/drawingml/2006/main">
            <a:off x="9124950" y="506730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56" name="">
            <a:extLst xmlns:a="http://schemas.openxmlformats.org/drawingml/2006/main">
              <a:ext uri="{FF2B5EF4-FFF2-40B4-BE49-F238E27FC236}">
                <a16:creationId xmlns:a16="http://schemas.microsoft.com/office/drawing/2014/main" id="{E296B3A6-CB05-4017-B425-E083B836217A}"/>
              </a:ext>
            </a:extLst>
          </p:cNvPr>
          <p:cNvPicPr>
            <a:picLocks xmlns:a="http://schemas.openxmlformats.org/drawingml/2006/main" noChangeAspect="1"/>
          </p:cNvPicPr>
          <p:nvPr/>
        </p:nvPicPr>
        <p:blipFill>
          <a:blip xmlns:r="http://schemas.openxmlformats.org/officeDocument/2006/relationships" xmlns:a="http://schemas.openxmlformats.org/drawingml/2006/main" r:embed="R03eb65c1a4864e00"/>
          <a:stretch xmlns:a="http://schemas.openxmlformats.org/drawingml/2006/main"/>
        </p:blipFill>
        <p:spPr>
          <a:xfrm xmlns:a="http://schemas.openxmlformats.org/drawingml/2006/main">
            <a:off x="9287066" y="5000625"/>
            <a:ext cx="152019" cy="180975"/>
          </a:xfrm>
          <a:prstGeom xmlns:a="http://schemas.openxmlformats.org/drawingml/2006/main" prst="rect">
            <a:avLst/>
          </a:prstGeom>
        </p:spPr>
      </p:pic>
      <p:sp>
        <p:nvSpPr>
          <p:cNvPr id="157" name="read">
            <a:extLst xmlns:a="http://schemas.openxmlformats.org/drawingml/2006/main">
              <a:ext uri="{FF2B5EF4-FFF2-40B4-BE49-F238E27FC236}">
                <a16:creationId xmlns:a16="http://schemas.microsoft.com/office/drawing/2014/main" id="{D1B67622-2610-4C3B-9640-8D34C0178EA8}"/>
              </a:ext>
            </a:extLst>
          </p:cNvPr>
          <p:cNvSpPr>
            <a:spLocks xmlns:a="http://schemas.openxmlformats.org/drawingml/2006/main" noGrp="1"/>
          </p:cNvSpPr>
          <p:nvPr/>
        </p:nvSpPr>
        <p:spPr>
          <a:xfrm xmlns:a="http://schemas.openxmlformats.org/drawingml/2006/main" rot="0">
            <a:off x="9525000" y="4982920"/>
            <a:ext cx="342900" cy="27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69" b="0" i="0">
                <a:solidFill>
                  <a:srgbClr val="454545"/>
                </a:solidFill>
                <a:latin typeface="Times New Roman"/>
                <a:ea typeface="Times New Roman"/>
                <a:cs typeface="Times New Roman"/>
              </a:defRPr>
            </a:defPPr>
          </a:lstStyle>
          <a:p xmlns:a="http://schemas.openxmlformats.org/drawingml/2006/main">
            <a:pPr algn="l">
              <a:lnSpc>
                <a:spcPct val="100000"/>
              </a:lnSpc>
              <a:buNone/>
              <a:defRPr sz="1569" b="0" i="0">
                <a:solidFill>
                  <a:srgbClr val="454545"/>
                </a:solidFill>
                <a:latin typeface="Times New Roman"/>
                <a:ea typeface="Times New Roman"/>
                <a:cs typeface="Times New Roman"/>
              </a:defRPr>
            </a:pPr>
            <a:r>
              <a:rPr sz="1569" b="0" i="0">
                <a:solidFill>
                  <a:srgbClr val="454545"/>
                </a:solidFill>
                <a:latin typeface="Times New Roman"/>
                <a:ea typeface="Times New Roman"/>
                <a:cs typeface="Times New Roman"/>
              </a:rPr>
              <a:t>read</a:t>
            </a:r>
          </a:p>
        </p:txBody>
      </p:sp>
      <p:sp>
        <p:nvSpPr>
          <p:cNvPr id="158" name="(filename: scatter_plan.yaml)">
            <a:extLst xmlns:a="http://schemas.openxmlformats.org/drawingml/2006/main">
              <a:ext uri="{FF2B5EF4-FFF2-40B4-BE49-F238E27FC236}">
                <a16:creationId xmlns:a16="http://schemas.microsoft.com/office/drawing/2014/main" id="{9AC5B744-5CF9-4B55-BC44-A39D44C90367}"/>
              </a:ext>
            </a:extLst>
          </p:cNvPr>
          <p:cNvSpPr>
            <a:spLocks xmlns:a="http://schemas.openxmlformats.org/drawingml/2006/main" noGrp="1"/>
          </p:cNvSpPr>
          <p:nvPr/>
        </p:nvSpPr>
        <p:spPr>
          <a:xfrm xmlns:a="http://schemas.openxmlformats.org/drawingml/2006/main" rot="0">
            <a:off x="9934575" y="5025771"/>
            <a:ext cx="19812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scatter_plan.yaml)</a:t>
            </a:r>
          </a:p>
        </p:txBody>
      </p:sp>
      <p:sp>
        <p:nvSpPr>
          <p:cNvPr id="159" name="status-dot">
            <a:extLst xmlns:a="http://schemas.openxmlformats.org/drawingml/2006/main">
              <a:ext uri="{FF2B5EF4-FFF2-40B4-BE49-F238E27FC236}">
                <a16:creationId xmlns:a16="http://schemas.microsoft.com/office/drawing/2014/main" id="{08B708C9-A840-4911-832E-FAA346A20741}"/>
              </a:ext>
            </a:extLst>
          </p:cNvPr>
          <p:cNvSpPr>
            <a:spLocks xmlns:a="http://schemas.openxmlformats.org/drawingml/2006/main" noGrp="1"/>
          </p:cNvSpPr>
          <p:nvPr/>
        </p:nvSpPr>
        <p:spPr>
          <a:xfrm xmlns:a="http://schemas.openxmlformats.org/drawingml/2006/main">
            <a:off x="9124950" y="54197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60" name="">
            <a:extLst xmlns:a="http://schemas.openxmlformats.org/drawingml/2006/main">
              <a:ext uri="{FF2B5EF4-FFF2-40B4-BE49-F238E27FC236}">
                <a16:creationId xmlns:a16="http://schemas.microsoft.com/office/drawing/2014/main" id="{EC54F778-556A-450C-BF96-8520420386D1}"/>
              </a:ext>
            </a:extLst>
          </p:cNvPr>
          <p:cNvPicPr>
            <a:picLocks xmlns:a="http://schemas.openxmlformats.org/drawingml/2006/main" noChangeAspect="1"/>
          </p:cNvPicPr>
          <p:nvPr/>
        </p:nvPicPr>
        <p:blipFill>
          <a:blip xmlns:r="http://schemas.openxmlformats.org/officeDocument/2006/relationships" xmlns:a="http://schemas.openxmlformats.org/drawingml/2006/main" r:embed="R94174d8c84f7496c"/>
          <a:stretch xmlns:a="http://schemas.openxmlformats.org/drawingml/2006/main"/>
        </p:blipFill>
        <p:spPr>
          <a:xfrm xmlns:a="http://schemas.openxmlformats.org/drawingml/2006/main">
            <a:off x="9248775" y="5345906"/>
            <a:ext cx="200025" cy="185738"/>
          </a:xfrm>
          <a:prstGeom xmlns:a="http://schemas.openxmlformats.org/drawingml/2006/main" prst="rect">
            <a:avLst/>
          </a:prstGeom>
        </p:spPr>
      </p:pic>
      <p:sp>
        <p:nvSpPr>
          <p:cNvPr id="161" name="exec_py_scr">
            <a:extLst xmlns:a="http://schemas.openxmlformats.org/drawingml/2006/main">
              <a:ext uri="{FF2B5EF4-FFF2-40B4-BE49-F238E27FC236}">
                <a16:creationId xmlns:a16="http://schemas.microsoft.com/office/drawing/2014/main" id="{F5D34FB7-F597-48F4-A749-A2A3DE29C0E1}"/>
              </a:ext>
            </a:extLst>
          </p:cNvPr>
          <p:cNvSpPr>
            <a:spLocks xmlns:a="http://schemas.openxmlformats.org/drawingml/2006/main" noGrp="1"/>
          </p:cNvSpPr>
          <p:nvPr/>
        </p:nvSpPr>
        <p:spPr>
          <a:xfrm xmlns:a="http://schemas.openxmlformats.org/drawingml/2006/main" rot="0">
            <a:off x="9515475" y="5346776"/>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162" name="(script: import bpy ...)">
            <a:extLst xmlns:a="http://schemas.openxmlformats.org/drawingml/2006/main">
              <a:ext uri="{FF2B5EF4-FFF2-40B4-BE49-F238E27FC236}">
                <a16:creationId xmlns:a16="http://schemas.microsoft.com/office/drawing/2014/main" id="{D00F9A96-C290-44CD-9AA5-3AD1732D6621}"/>
              </a:ext>
            </a:extLst>
          </p:cNvPr>
          <p:cNvSpPr>
            <a:spLocks xmlns:a="http://schemas.openxmlformats.org/drawingml/2006/main" noGrp="1"/>
          </p:cNvSpPr>
          <p:nvPr/>
        </p:nvSpPr>
        <p:spPr>
          <a:xfrm xmlns:a="http://schemas.openxmlformats.org/drawingml/2006/main" rot="0">
            <a:off x="10572750" y="5397246"/>
            <a:ext cx="14192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bpy ...)</a:t>
            </a:r>
          </a:p>
        </p:txBody>
      </p:sp>
      <p:pic>
        <p:nvPicPr>
          <p:cNvPr id="163" name="">
            <a:extLst xmlns:a="http://schemas.openxmlformats.org/drawingml/2006/main">
              <a:ext uri="{FF2B5EF4-FFF2-40B4-BE49-F238E27FC236}">
                <a16:creationId xmlns:a16="http://schemas.microsoft.com/office/drawing/2014/main" id="{0C956ED7-346E-4FA3-9E53-A4AB4E1235B2}"/>
              </a:ext>
            </a:extLst>
          </p:cNvPr>
          <p:cNvPicPr>
            <a:picLocks xmlns:a="http://schemas.openxmlformats.org/drawingml/2006/main" noChangeAspect="1"/>
          </p:cNvPicPr>
          <p:nvPr/>
        </p:nvPicPr>
        <p:blipFill>
          <a:blip xmlns:r="http://schemas.openxmlformats.org/officeDocument/2006/relationships" xmlns:a="http://schemas.openxmlformats.org/drawingml/2006/main" r:embed="R3f0373e020c74290"/>
          <a:stretch xmlns:a="http://schemas.openxmlformats.org/drawingml/2006/main"/>
        </p:blipFill>
        <p:spPr>
          <a:xfrm xmlns:a="http://schemas.openxmlformats.org/drawingml/2006/main">
            <a:off x="12268200" y="3419872"/>
            <a:ext cx="1647825" cy="961231"/>
          </a:xfrm>
          <a:prstGeom xmlns:a="http://schemas.openxmlformats.org/drawingml/2006/main" prst="rect">
            <a:avLst/>
          </a:prstGeom>
        </p:spPr>
      </p:pic>
      <p:pic>
        <p:nvPicPr>
          <p:cNvPr id="164" name="">
            <a:extLst xmlns:a="http://schemas.openxmlformats.org/drawingml/2006/main">
              <a:ext uri="{FF2B5EF4-FFF2-40B4-BE49-F238E27FC236}">
                <a16:creationId xmlns:a16="http://schemas.microsoft.com/office/drawing/2014/main" id="{DB2F25CB-4C24-4FD9-969F-1CF837D7CD04}"/>
              </a:ext>
            </a:extLst>
          </p:cNvPr>
          <p:cNvPicPr>
            <a:picLocks xmlns:a="http://schemas.openxmlformats.org/drawingml/2006/main" noChangeAspect="1"/>
          </p:cNvPicPr>
          <p:nvPr/>
        </p:nvPicPr>
        <p:blipFill>
          <a:blip xmlns:r="http://schemas.openxmlformats.org/officeDocument/2006/relationships" xmlns:a="http://schemas.openxmlformats.org/drawingml/2006/main" r:embed="Re989be6fd9fb4a75"/>
          <a:stretch xmlns:a="http://schemas.openxmlformats.org/drawingml/2006/main"/>
        </p:blipFill>
        <p:spPr>
          <a:xfrm xmlns:a="http://schemas.openxmlformats.org/drawingml/2006/main">
            <a:off x="12268200" y="4642518"/>
            <a:ext cx="1647825" cy="982913"/>
          </a:xfrm>
          <a:prstGeom xmlns:a="http://schemas.openxmlformats.org/drawingml/2006/main" prst="rect">
            <a:avLst/>
          </a:prstGeom>
        </p:spPr>
      </p:pic>
      <p:pic>
        <p:nvPicPr>
          <p:cNvPr id="165" name="">
            <a:extLst xmlns:a="http://schemas.openxmlformats.org/drawingml/2006/main">
              <a:ext uri="{FF2B5EF4-FFF2-40B4-BE49-F238E27FC236}">
                <a16:creationId xmlns:a16="http://schemas.microsoft.com/office/drawing/2014/main" id="{B4049106-3D12-4760-ADA5-F964180640E2}"/>
              </a:ext>
            </a:extLst>
          </p:cNvPr>
          <p:cNvPicPr>
            <a:picLocks xmlns:a="http://schemas.openxmlformats.org/drawingml/2006/main" noChangeAspect="1"/>
          </p:cNvPicPr>
          <p:nvPr/>
        </p:nvPicPr>
        <p:blipFill>
          <a:blip xmlns:r="http://schemas.openxmlformats.org/officeDocument/2006/relationships" xmlns:a="http://schemas.openxmlformats.org/drawingml/2006/main" r:embed="R2789acdfdd814f54"/>
          <a:stretch xmlns:a="http://schemas.openxmlformats.org/drawingml/2006/main"/>
        </p:blipFill>
        <p:spPr>
          <a:xfrm xmlns:a="http://schemas.openxmlformats.org/drawingml/2006/main">
            <a:off x="12268200" y="5830223"/>
            <a:ext cx="1638300" cy="988754"/>
          </a:xfrm>
          <a:prstGeom xmlns:a="http://schemas.openxmlformats.org/drawingml/2006/main" prst="rect">
            <a:avLst/>
          </a:prstGeom>
        </p:spPr>
      </p:pic>
      <p:sp>
        <p:nvSpPr>
          <p:cNvPr id="166" name="refinement execution spine">
            <a:extLst xmlns:a="http://schemas.openxmlformats.org/drawingml/2006/main">
              <a:ext uri="{FF2B5EF4-FFF2-40B4-BE49-F238E27FC236}">
                <a16:creationId xmlns:a16="http://schemas.microsoft.com/office/drawing/2014/main" id="{E3762806-06B6-49AC-9756-F2253F5B7BFD}"/>
              </a:ext>
            </a:extLst>
          </p:cNvPr>
          <p:cNvSpPr>
            <a:spLocks xmlns:a="http://schemas.openxmlformats.org/drawingml/2006/main" noGrp="1"/>
          </p:cNvSpPr>
          <p:nvPr/>
        </p:nvSpPr>
        <p:spPr>
          <a:xfrm xmlns:a="http://schemas.openxmlformats.org/drawingml/2006/main">
            <a:off x="9039225" y="6067425"/>
            <a:ext cx="191" cy="762190"/>
          </a:xfrm>
          <a:custGeom xmlns:a="http://schemas.openxmlformats.org/drawingml/2006/main">
            <a:pathLst>
              <a:path w="191" h="762190">
                <a:moveTo>
                  <a:pt x="0" y="0"/>
                </a:moveTo>
                <a:lnTo>
                  <a:pt x="0" y="762000"/>
                </a:lnTo>
              </a:path>
            </a:pathLst>
          </a:custGeom>
          <a:noFill xmlns:a="http://schemas.openxmlformats.org/drawingml/2006/main"/>
          <a:ln xmlns:a="http://schemas.openxmlformats.org/drawingml/2006/main" w="14288">
            <a:solidFill>
              <a:srgbClr val="66BDD2"/>
            </a:solidFill>
            <a:prstDash val="solid"/>
          </a:ln>
        </p:spPr>
      </p:sp>
      <p:sp>
        <p:nvSpPr>
          <p:cNvPr id="167" name="status-dot">
            <a:extLst xmlns:a="http://schemas.openxmlformats.org/drawingml/2006/main">
              <a:ext uri="{FF2B5EF4-FFF2-40B4-BE49-F238E27FC236}">
                <a16:creationId xmlns:a16="http://schemas.microsoft.com/office/drawing/2014/main" id="{7179D224-3857-400C-B648-3770F5BA6BDF}"/>
              </a:ext>
            </a:extLst>
          </p:cNvPr>
          <p:cNvSpPr>
            <a:spLocks xmlns:a="http://schemas.openxmlformats.org/drawingml/2006/main" noGrp="1"/>
          </p:cNvSpPr>
          <p:nvPr/>
        </p:nvSpPr>
        <p:spPr>
          <a:xfrm xmlns:a="http://schemas.openxmlformats.org/drawingml/2006/main">
            <a:off x="9124950" y="60769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B8861A"/>
          </a:solidFill>
          <a:ln xmlns:a="http://schemas.openxmlformats.org/drawingml/2006/main" w="9525">
            <a:noFill/>
            <a:prstDash val="solid"/>
          </a:ln>
        </p:spPr>
      </p:sp>
      <p:sp>
        <p:nvSpPr>
          <p:cNvPr id="168" name="/loop">
            <a:extLst xmlns:a="http://schemas.openxmlformats.org/drawingml/2006/main">
              <a:ext uri="{FF2B5EF4-FFF2-40B4-BE49-F238E27FC236}">
                <a16:creationId xmlns:a16="http://schemas.microsoft.com/office/drawing/2014/main" id="{C639D594-BB0B-460D-879E-AA59A529F797}"/>
              </a:ext>
            </a:extLst>
          </p:cNvPr>
          <p:cNvSpPr>
            <a:spLocks xmlns:a="http://schemas.openxmlformats.org/drawingml/2006/main" noGrp="1"/>
          </p:cNvSpPr>
          <p:nvPr/>
        </p:nvSpPr>
        <p:spPr>
          <a:xfrm xmlns:a="http://schemas.openxmlformats.org/drawingml/2006/main" rot="0">
            <a:off x="9267825" y="6037647"/>
            <a:ext cx="409575" cy="196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05" b="1" i="0">
                <a:solidFill>
                  <a:srgbClr val="007FB3"/>
                </a:solidFill>
                <a:latin typeface="Times New Roman"/>
                <a:ea typeface="Times New Roman"/>
                <a:cs typeface="Times New Roman"/>
              </a:defRPr>
            </a:defPPr>
          </a:lstStyle>
          <a:p xmlns:a="http://schemas.openxmlformats.org/drawingml/2006/main">
            <a:pPr algn="l">
              <a:lnSpc>
                <a:spcPct val="100000"/>
              </a:lnSpc>
              <a:buNone/>
              <a:defRPr sz="1105" b="1" i="0">
                <a:solidFill>
                  <a:srgbClr val="007FB3"/>
                </a:solidFill>
                <a:latin typeface="Times New Roman"/>
                <a:ea typeface="Times New Roman"/>
                <a:cs typeface="Times New Roman"/>
              </a:defRPr>
            </a:pPr>
            <a:r>
              <a:rPr sz="1105" b="1" i="0">
                <a:solidFill>
                  <a:srgbClr val="007FB3"/>
                </a:solidFill>
                <a:latin typeface="Times New Roman"/>
                <a:ea typeface="Times New Roman"/>
                <a:cs typeface="Times New Roman"/>
              </a:rPr>
              <a:t>/loop</a:t>
            </a:r>
          </a:p>
        </p:txBody>
      </p:sp>
      <p:sp>
        <p:nvSpPr>
          <p:cNvPr id="169" name="(3/5)">
            <a:extLst xmlns:a="http://schemas.openxmlformats.org/drawingml/2006/main">
              <a:ext uri="{FF2B5EF4-FFF2-40B4-BE49-F238E27FC236}">
                <a16:creationId xmlns:a16="http://schemas.microsoft.com/office/drawing/2014/main" id="{476601F7-65D9-4FA6-A234-96B9BE1118BF}"/>
              </a:ext>
            </a:extLst>
          </p:cNvPr>
          <p:cNvSpPr>
            <a:spLocks xmlns:a="http://schemas.openxmlformats.org/drawingml/2006/main" noGrp="1"/>
          </p:cNvSpPr>
          <p:nvPr/>
        </p:nvSpPr>
        <p:spPr>
          <a:xfrm xmlns:a="http://schemas.openxmlformats.org/drawingml/2006/main" rot="0">
            <a:off x="9715500" y="6037647"/>
            <a:ext cx="361950" cy="196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05" b="0" i="0">
                <a:solidFill>
                  <a:srgbClr val="8B8B8B"/>
                </a:solidFill>
                <a:latin typeface="Times New Roman"/>
                <a:ea typeface="Times New Roman"/>
                <a:cs typeface="Times New Roman"/>
              </a:defRPr>
            </a:defPPr>
          </a:lstStyle>
          <a:p xmlns:a="http://schemas.openxmlformats.org/drawingml/2006/main">
            <a:pPr algn="l">
              <a:lnSpc>
                <a:spcPct val="100000"/>
              </a:lnSpc>
              <a:buNone/>
              <a:defRPr sz="1105" b="0" i="0">
                <a:solidFill>
                  <a:srgbClr val="8B8B8B"/>
                </a:solidFill>
                <a:latin typeface="Times New Roman"/>
                <a:ea typeface="Times New Roman"/>
                <a:cs typeface="Times New Roman"/>
              </a:defRPr>
            </a:pPr>
            <a:r>
              <a:rPr sz="1105" b="0" i="0">
                <a:solidFill>
                  <a:srgbClr val="8B8B8B"/>
                </a:solidFill>
                <a:latin typeface="Times New Roman"/>
                <a:ea typeface="Times New Roman"/>
                <a:cs typeface="Times New Roman"/>
              </a:rPr>
              <a:t>(3/5)</a:t>
            </a:r>
          </a:p>
        </p:txBody>
      </p:sp>
      <p:sp>
        <p:nvSpPr>
          <p:cNvPr id="170" name="running...">
            <a:extLst xmlns:a="http://schemas.openxmlformats.org/drawingml/2006/main">
              <a:ext uri="{FF2B5EF4-FFF2-40B4-BE49-F238E27FC236}">
                <a16:creationId xmlns:a16="http://schemas.microsoft.com/office/drawing/2014/main" id="{B473076F-31EF-4816-ACB2-96C41550149F}"/>
              </a:ext>
            </a:extLst>
          </p:cNvPr>
          <p:cNvSpPr>
            <a:spLocks xmlns:a="http://schemas.openxmlformats.org/drawingml/2006/main" noGrp="1"/>
          </p:cNvSpPr>
          <p:nvPr/>
        </p:nvSpPr>
        <p:spPr>
          <a:xfrm xmlns:a="http://schemas.openxmlformats.org/drawingml/2006/main" rot="0">
            <a:off x="11430000" y="6052471"/>
            <a:ext cx="6572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BD881B"/>
                </a:solidFill>
                <a:latin typeface="Times New Roman"/>
                <a:ea typeface="Times New Roman"/>
                <a:cs typeface="Times New Roman"/>
              </a:defRPr>
            </a:defPPr>
          </a:lstStyle>
          <a:p xmlns:a="http://schemas.openxmlformats.org/drawingml/2006/main">
            <a:pPr algn="l">
              <a:lnSpc>
                <a:spcPct val="100000"/>
              </a:lnSpc>
              <a:buNone/>
              <a:defRPr sz="956" b="1" i="0">
                <a:solidFill>
                  <a:srgbClr val="BD881B"/>
                </a:solidFill>
                <a:latin typeface="Times New Roman"/>
                <a:ea typeface="Times New Roman"/>
                <a:cs typeface="Times New Roman"/>
              </a:defRPr>
            </a:pPr>
            <a:r>
              <a:rPr sz="956" b="1" i="0">
                <a:solidFill>
                  <a:srgbClr val="BD881B"/>
                </a:solidFill>
                <a:latin typeface="Times New Roman"/>
                <a:ea typeface="Times New Roman"/>
                <a:cs typeface="Times New Roman"/>
              </a:rPr>
              <a:t>running...</a:t>
            </a:r>
          </a:p>
        </p:txBody>
      </p:sp>
      <p:sp>
        <p:nvSpPr>
          <p:cNvPr id="171" name="status-dot">
            <a:extLst xmlns:a="http://schemas.openxmlformats.org/drawingml/2006/main">
              <a:ext uri="{FF2B5EF4-FFF2-40B4-BE49-F238E27FC236}">
                <a16:creationId xmlns:a16="http://schemas.microsoft.com/office/drawing/2014/main" id="{F6D11B7B-65D1-4D1A-B104-69E155D3AB32}"/>
              </a:ext>
            </a:extLst>
          </p:cNvPr>
          <p:cNvSpPr>
            <a:spLocks xmlns:a="http://schemas.openxmlformats.org/drawingml/2006/main" noGrp="1"/>
          </p:cNvSpPr>
          <p:nvPr/>
        </p:nvSpPr>
        <p:spPr>
          <a:xfrm xmlns:a="http://schemas.openxmlformats.org/drawingml/2006/main">
            <a:off x="9305925" y="63912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72" name="">
            <a:extLst xmlns:a="http://schemas.openxmlformats.org/drawingml/2006/main">
              <a:ext uri="{FF2B5EF4-FFF2-40B4-BE49-F238E27FC236}">
                <a16:creationId xmlns:a16="http://schemas.microsoft.com/office/drawing/2014/main" id="{1A7C79A2-75A9-4348-BB87-7C4262870183}"/>
              </a:ext>
            </a:extLst>
          </p:cNvPr>
          <p:cNvPicPr>
            <a:picLocks xmlns:a="http://schemas.openxmlformats.org/drawingml/2006/main" noChangeAspect="1"/>
          </p:cNvPicPr>
          <p:nvPr/>
        </p:nvPicPr>
        <p:blipFill>
          <a:blip xmlns:r="http://schemas.openxmlformats.org/officeDocument/2006/relationships" xmlns:a="http://schemas.openxmlformats.org/drawingml/2006/main" r:embed="R969e2b78d9fa4950"/>
          <a:stretch xmlns:a="http://schemas.openxmlformats.org/drawingml/2006/main"/>
        </p:blipFill>
        <p:spPr>
          <a:xfrm xmlns:a="http://schemas.openxmlformats.org/drawingml/2006/main">
            <a:off x="9429750" y="6335439"/>
            <a:ext cx="209550" cy="187872"/>
          </a:xfrm>
          <a:prstGeom xmlns:a="http://schemas.openxmlformats.org/drawingml/2006/main" prst="rect">
            <a:avLst/>
          </a:prstGeom>
        </p:spPr>
      </p:pic>
      <p:sp>
        <p:nvSpPr>
          <p:cNvPr id="173" name="render">
            <a:extLst xmlns:a="http://schemas.openxmlformats.org/drawingml/2006/main">
              <a:ext uri="{FF2B5EF4-FFF2-40B4-BE49-F238E27FC236}">
                <a16:creationId xmlns:a16="http://schemas.microsoft.com/office/drawing/2014/main" id="{483B783D-321C-4EC7-85BA-B3E72FAC8982}"/>
              </a:ext>
            </a:extLst>
          </p:cNvPr>
          <p:cNvSpPr>
            <a:spLocks xmlns:a="http://schemas.openxmlformats.org/drawingml/2006/main" noGrp="1"/>
          </p:cNvSpPr>
          <p:nvPr/>
        </p:nvSpPr>
        <p:spPr>
          <a:xfrm xmlns:a="http://schemas.openxmlformats.org/drawingml/2006/main" rot="0">
            <a:off x="9715500" y="6325357"/>
            <a:ext cx="514350" cy="2819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86" b="0" i="0">
                <a:solidFill>
                  <a:srgbClr val="454545"/>
                </a:solidFill>
                <a:latin typeface="Times New Roman"/>
                <a:ea typeface="Times New Roman"/>
                <a:cs typeface="Times New Roman"/>
              </a:defRPr>
            </a:pPr>
            <a:r>
              <a:rPr sz="1586" b="0" i="0">
                <a:solidFill>
                  <a:srgbClr val="454545"/>
                </a:solidFill>
                <a:latin typeface="Times New Roman"/>
                <a:ea typeface="Times New Roman"/>
                <a:cs typeface="Times New Roman"/>
              </a:rPr>
              <a:t>render</a:t>
            </a:r>
          </a:p>
        </p:txBody>
      </p:sp>
      <p:sp>
        <p:nvSpPr>
          <p:cNvPr id="174" name="(filename: preview_03.png)">
            <a:extLst xmlns:a="http://schemas.openxmlformats.org/drawingml/2006/main">
              <a:ext uri="{FF2B5EF4-FFF2-40B4-BE49-F238E27FC236}">
                <a16:creationId xmlns:a16="http://schemas.microsoft.com/office/drawing/2014/main" id="{E9B30F2D-FB40-4C04-9155-E5B4B50AE2CE}"/>
              </a:ext>
            </a:extLst>
          </p:cNvPr>
          <p:cNvSpPr>
            <a:spLocks xmlns:a="http://schemas.openxmlformats.org/drawingml/2006/main" noGrp="1"/>
          </p:cNvSpPr>
          <p:nvPr/>
        </p:nvSpPr>
        <p:spPr>
          <a:xfrm xmlns:a="http://schemas.openxmlformats.org/drawingml/2006/main" rot="0">
            <a:off x="10277475" y="6368796"/>
            <a:ext cx="174307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preview_03.png)</a:t>
            </a:r>
          </a:p>
        </p:txBody>
      </p:sp>
      <p:sp>
        <p:nvSpPr>
          <p:cNvPr id="175" name="status-dot">
            <a:extLst xmlns:a="http://schemas.openxmlformats.org/drawingml/2006/main">
              <a:ext uri="{FF2B5EF4-FFF2-40B4-BE49-F238E27FC236}">
                <a16:creationId xmlns:a16="http://schemas.microsoft.com/office/drawing/2014/main" id="{330E0F8D-4E0F-4A9B-9E35-4D4A225E3208}"/>
              </a:ext>
            </a:extLst>
          </p:cNvPr>
          <p:cNvSpPr>
            <a:spLocks xmlns:a="http://schemas.openxmlformats.org/drawingml/2006/main" noGrp="1"/>
          </p:cNvSpPr>
          <p:nvPr/>
        </p:nvSpPr>
        <p:spPr>
          <a:xfrm xmlns:a="http://schemas.openxmlformats.org/drawingml/2006/main">
            <a:off x="9305925" y="66865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76" name="">
            <a:extLst xmlns:a="http://schemas.openxmlformats.org/drawingml/2006/main">
              <a:ext uri="{FF2B5EF4-FFF2-40B4-BE49-F238E27FC236}">
                <a16:creationId xmlns:a16="http://schemas.microsoft.com/office/drawing/2014/main" id="{88E6762A-150C-4295-807A-9E8F4912C2F4}"/>
              </a:ext>
            </a:extLst>
          </p:cNvPr>
          <p:cNvPicPr>
            <a:picLocks xmlns:a="http://schemas.openxmlformats.org/drawingml/2006/main" noChangeAspect="1"/>
          </p:cNvPicPr>
          <p:nvPr/>
        </p:nvPicPr>
        <p:blipFill>
          <a:blip xmlns:r="http://schemas.openxmlformats.org/officeDocument/2006/relationships" xmlns:a="http://schemas.openxmlformats.org/drawingml/2006/main" r:embed="R9199ca0a6a8d42f1"/>
          <a:stretch xmlns:a="http://schemas.openxmlformats.org/drawingml/2006/main"/>
        </p:blipFill>
        <p:spPr>
          <a:xfrm xmlns:a="http://schemas.openxmlformats.org/drawingml/2006/main">
            <a:off x="9420225" y="6621066"/>
            <a:ext cx="228600" cy="207169"/>
          </a:xfrm>
          <a:prstGeom xmlns:a="http://schemas.openxmlformats.org/drawingml/2006/main" prst="rect">
            <a:avLst/>
          </a:prstGeom>
        </p:spPr>
      </p:pic>
      <p:sp>
        <p:nvSpPr>
          <p:cNvPr id="177" name="exec_py_scr">
            <a:extLst xmlns:a="http://schemas.openxmlformats.org/drawingml/2006/main">
              <a:ext uri="{FF2B5EF4-FFF2-40B4-BE49-F238E27FC236}">
                <a16:creationId xmlns:a16="http://schemas.microsoft.com/office/drawing/2014/main" id="{86F868A8-7DFA-47FA-AF08-73B6A6DB468D}"/>
              </a:ext>
            </a:extLst>
          </p:cNvPr>
          <p:cNvSpPr>
            <a:spLocks xmlns:a="http://schemas.openxmlformats.org/drawingml/2006/main" noGrp="1"/>
          </p:cNvSpPr>
          <p:nvPr/>
        </p:nvSpPr>
        <p:spPr>
          <a:xfrm xmlns:a="http://schemas.openxmlformats.org/drawingml/2006/main" rot="0">
            <a:off x="9725025" y="663265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178" name="(script: import bpy ...)">
            <a:extLst xmlns:a="http://schemas.openxmlformats.org/drawingml/2006/main">
              <a:ext uri="{FF2B5EF4-FFF2-40B4-BE49-F238E27FC236}">
                <a16:creationId xmlns:a16="http://schemas.microsoft.com/office/drawing/2014/main" id="{5E17B0BB-9CCC-4D44-A85D-AE54F6FCC7C1}"/>
              </a:ext>
            </a:extLst>
          </p:cNvPr>
          <p:cNvSpPr>
            <a:spLocks xmlns:a="http://schemas.openxmlformats.org/drawingml/2006/main" noGrp="1"/>
          </p:cNvSpPr>
          <p:nvPr/>
        </p:nvSpPr>
        <p:spPr>
          <a:xfrm xmlns:a="http://schemas.openxmlformats.org/drawingml/2006/main" rot="0">
            <a:off x="10734675" y="6673596"/>
            <a:ext cx="13335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bpy ...)</a:t>
            </a:r>
          </a:p>
        </p:txBody>
      </p:sp>
      <p:sp>
        <p:nvSpPr>
          <p:cNvPr id="179" name="Region planning module">
            <a:extLst xmlns:a="http://schemas.openxmlformats.org/drawingml/2006/main">
              <a:ext uri="{FF2B5EF4-FFF2-40B4-BE49-F238E27FC236}">
                <a16:creationId xmlns:a16="http://schemas.microsoft.com/office/drawing/2014/main" id="{099C1313-A95A-4F92-9816-55979215CAB7}"/>
              </a:ext>
            </a:extLst>
          </p:cNvPr>
          <p:cNvSpPr>
            <a:spLocks xmlns:a="http://schemas.openxmlformats.org/drawingml/2006/main" noGrp="1"/>
          </p:cNvSpPr>
          <p:nvPr/>
        </p:nvSpPr>
        <p:spPr>
          <a:xfrm xmlns:a="http://schemas.openxmlformats.org/drawingml/2006/main">
            <a:off x="285750" y="8258175"/>
            <a:ext cx="2790825" cy="4086225"/>
          </a:xfrm>
          <a:custGeom xmlns:a="http://schemas.openxmlformats.org/drawingml/2006/main">
            <a:pathLst>
              <a:path w="2790825" h="4086225">
                <a:moveTo>
                  <a:pt x="209550" y="0"/>
                </a:moveTo>
                <a:lnTo>
                  <a:pt x="2581275" y="0"/>
                </a:lnTo>
                <a:cubicBezTo>
                  <a:pt x="2697006" y="0"/>
                  <a:pt x="2790825" y="93819"/>
                  <a:pt x="2790825" y="209550"/>
                </a:cubicBezTo>
                <a:lnTo>
                  <a:pt x="2790825" y="3876675"/>
                </a:lnTo>
                <a:cubicBezTo>
                  <a:pt x="2790825" y="3992406"/>
                  <a:pt x="2697006" y="4086225"/>
                  <a:pt x="2581275" y="4086225"/>
                </a:cubicBezTo>
                <a:lnTo>
                  <a:pt x="209550" y="4086225"/>
                </a:lnTo>
                <a:cubicBezTo>
                  <a:pt x="93819" y="4086225"/>
                  <a:pt x="0" y="3992406"/>
                  <a:pt x="0" y="3876675"/>
                </a:cubicBezTo>
                <a:lnTo>
                  <a:pt x="0" y="209550"/>
                </a:lnTo>
                <a:cubicBezTo>
                  <a:pt x="0" y="93819"/>
                  <a:pt x="93819" y="0"/>
                  <a:pt x="209550" y="0"/>
                </a:cubicBezTo>
                <a:close/>
              </a:path>
            </a:pathLst>
          </a:custGeom>
          <a:solidFill xmlns:a="http://schemas.openxmlformats.org/drawingml/2006/main">
            <a:srgbClr val="FFFFFF"/>
          </a:solidFill>
          <a:ln xmlns:a="http://schemas.openxmlformats.org/drawingml/2006/main" w="19050">
            <a:solidFill>
              <a:srgbClr val="DEE5CF"/>
            </a:solidFill>
            <a:prstDash val="solid"/>
          </a:ln>
        </p:spPr>
      </p:sp>
      <p:sp>
        <p:nvSpPr>
          <p:cNvPr id="180" name="Terrain-aware rendering module">
            <a:extLst xmlns:a="http://schemas.openxmlformats.org/drawingml/2006/main">
              <a:ext uri="{FF2B5EF4-FFF2-40B4-BE49-F238E27FC236}">
                <a16:creationId xmlns:a16="http://schemas.microsoft.com/office/drawing/2014/main" id="{6D467D94-A6AC-4792-9150-7C6C3A8A3C16}"/>
              </a:ext>
            </a:extLst>
          </p:cNvPr>
          <p:cNvSpPr>
            <a:spLocks xmlns:a="http://schemas.openxmlformats.org/drawingml/2006/main" noGrp="1"/>
          </p:cNvSpPr>
          <p:nvPr/>
        </p:nvSpPr>
        <p:spPr>
          <a:xfrm xmlns:a="http://schemas.openxmlformats.org/drawingml/2006/main">
            <a:off x="3267075" y="8258175"/>
            <a:ext cx="6858000" cy="4086225"/>
          </a:xfrm>
          <a:custGeom xmlns:a="http://schemas.openxmlformats.org/drawingml/2006/main">
            <a:pathLst>
              <a:path w="6858000" h="4086225">
                <a:moveTo>
                  <a:pt x="209550" y="0"/>
                </a:moveTo>
                <a:lnTo>
                  <a:pt x="6648450" y="0"/>
                </a:lnTo>
                <a:cubicBezTo>
                  <a:pt x="6764181" y="0"/>
                  <a:pt x="6858000" y="93819"/>
                  <a:pt x="6858000" y="209550"/>
                </a:cubicBezTo>
                <a:lnTo>
                  <a:pt x="6858000" y="3876675"/>
                </a:lnTo>
                <a:cubicBezTo>
                  <a:pt x="6858000" y="3992406"/>
                  <a:pt x="6764181" y="4086225"/>
                  <a:pt x="6648450" y="4086225"/>
                </a:cubicBezTo>
                <a:lnTo>
                  <a:pt x="209550" y="4086225"/>
                </a:lnTo>
                <a:cubicBezTo>
                  <a:pt x="93819" y="4086225"/>
                  <a:pt x="0" y="3992406"/>
                  <a:pt x="0" y="3876675"/>
                </a:cubicBezTo>
                <a:lnTo>
                  <a:pt x="0" y="209550"/>
                </a:lnTo>
                <a:cubicBezTo>
                  <a:pt x="0" y="93819"/>
                  <a:pt x="93819" y="0"/>
                  <a:pt x="209550" y="0"/>
                </a:cubicBezTo>
                <a:close/>
              </a:path>
            </a:pathLst>
          </a:custGeom>
          <a:solidFill xmlns:a="http://schemas.openxmlformats.org/drawingml/2006/main">
            <a:srgbClr val="FFFFFF"/>
          </a:solidFill>
          <a:ln xmlns:a="http://schemas.openxmlformats.org/drawingml/2006/main" w="19050">
            <a:solidFill>
              <a:srgbClr val="DEE5CF"/>
            </a:solidFill>
            <a:prstDash val="solid"/>
          </a:ln>
        </p:spPr>
      </p:sp>
      <p:sp>
        <p:nvSpPr>
          <p:cNvPr id="181" name="Scene refinement module">
            <a:extLst xmlns:a="http://schemas.openxmlformats.org/drawingml/2006/main">
              <a:ext uri="{FF2B5EF4-FFF2-40B4-BE49-F238E27FC236}">
                <a16:creationId xmlns:a16="http://schemas.microsoft.com/office/drawing/2014/main" id="{AC6CA4A2-E9F4-45A0-9129-66982F43826F}"/>
              </a:ext>
            </a:extLst>
          </p:cNvPr>
          <p:cNvSpPr>
            <a:spLocks xmlns:a="http://schemas.openxmlformats.org/drawingml/2006/main" noGrp="1"/>
          </p:cNvSpPr>
          <p:nvPr/>
        </p:nvSpPr>
        <p:spPr>
          <a:xfrm xmlns:a="http://schemas.openxmlformats.org/drawingml/2006/main">
            <a:off x="10306050" y="8258175"/>
            <a:ext cx="3724275" cy="4086225"/>
          </a:xfrm>
          <a:custGeom xmlns:a="http://schemas.openxmlformats.org/drawingml/2006/main">
            <a:pathLst>
              <a:path w="3724275" h="4086225">
                <a:moveTo>
                  <a:pt x="209550" y="0"/>
                </a:moveTo>
                <a:lnTo>
                  <a:pt x="3514725" y="0"/>
                </a:lnTo>
                <a:cubicBezTo>
                  <a:pt x="3630456" y="0"/>
                  <a:pt x="3724275" y="93819"/>
                  <a:pt x="3724275" y="209550"/>
                </a:cubicBezTo>
                <a:lnTo>
                  <a:pt x="3724275" y="3876675"/>
                </a:lnTo>
                <a:cubicBezTo>
                  <a:pt x="3724275" y="3992406"/>
                  <a:pt x="3630456" y="4086225"/>
                  <a:pt x="3514725" y="4086225"/>
                </a:cubicBezTo>
                <a:lnTo>
                  <a:pt x="209550" y="4086225"/>
                </a:lnTo>
                <a:cubicBezTo>
                  <a:pt x="93819" y="4086225"/>
                  <a:pt x="0" y="3992406"/>
                  <a:pt x="0" y="3876675"/>
                </a:cubicBezTo>
                <a:lnTo>
                  <a:pt x="0" y="209550"/>
                </a:lnTo>
                <a:cubicBezTo>
                  <a:pt x="0" y="93819"/>
                  <a:pt x="93819" y="0"/>
                  <a:pt x="209550" y="0"/>
                </a:cubicBezTo>
                <a:close/>
              </a:path>
            </a:pathLst>
          </a:custGeom>
          <a:solidFill xmlns:a="http://schemas.openxmlformats.org/drawingml/2006/main">
            <a:srgbClr val="FFFFFF"/>
          </a:solidFill>
          <a:ln xmlns:a="http://schemas.openxmlformats.org/drawingml/2006/main" w="19050">
            <a:solidFill>
              <a:srgbClr val="DEE5CF"/>
            </a:solidFill>
            <a:prstDash val="solid"/>
          </a:ln>
        </p:spPr>
      </p:sp>
      <p:sp>
        <p:nvSpPr>
          <p:cNvPr id="182" name="module number diamond">
            <a:extLst xmlns:a="http://schemas.openxmlformats.org/drawingml/2006/main">
              <a:ext uri="{FF2B5EF4-FFF2-40B4-BE49-F238E27FC236}">
                <a16:creationId xmlns:a16="http://schemas.microsoft.com/office/drawing/2014/main" id="{B470082B-6652-4535-B22A-2286D6D35A2C}"/>
              </a:ext>
            </a:extLst>
          </p:cNvPr>
          <p:cNvSpPr>
            <a:spLocks xmlns:a="http://schemas.openxmlformats.org/drawingml/2006/main" noGrp="1"/>
          </p:cNvSpPr>
          <p:nvPr/>
        </p:nvSpPr>
        <p:spPr>
          <a:xfrm xmlns:a="http://schemas.openxmlformats.org/drawingml/2006/main">
            <a:off x="428625" y="83343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97F56"/>
          </a:solidFill>
          <a:ln xmlns:a="http://schemas.openxmlformats.org/drawingml/2006/main" w="9525">
            <a:noFill/>
            <a:prstDash val="solid"/>
          </a:ln>
        </p:spPr>
      </p:sp>
      <p:sp>
        <p:nvSpPr>
          <p:cNvPr id="183" name="1">
            <a:extLst xmlns:a="http://schemas.openxmlformats.org/drawingml/2006/main">
              <a:ext uri="{FF2B5EF4-FFF2-40B4-BE49-F238E27FC236}">
                <a16:creationId xmlns:a16="http://schemas.microsoft.com/office/drawing/2014/main" id="{62AC99AF-32CC-4392-ADC4-3F44AC81B089}"/>
              </a:ext>
            </a:extLst>
          </p:cNvPr>
          <p:cNvSpPr>
            <a:spLocks xmlns:a="http://schemas.openxmlformats.org/drawingml/2006/main" noGrp="1"/>
          </p:cNvSpPr>
          <p:nvPr/>
        </p:nvSpPr>
        <p:spPr>
          <a:xfrm xmlns:a="http://schemas.openxmlformats.org/drawingml/2006/main" rot="0">
            <a:off x="581025" y="83834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1</a:t>
            </a:r>
          </a:p>
        </p:txBody>
      </p:sp>
      <p:sp>
        <p:nvSpPr>
          <p:cNvPr id="184" name="module number diamond">
            <a:extLst xmlns:a="http://schemas.openxmlformats.org/drawingml/2006/main">
              <a:ext uri="{FF2B5EF4-FFF2-40B4-BE49-F238E27FC236}">
                <a16:creationId xmlns:a16="http://schemas.microsoft.com/office/drawing/2014/main" id="{0783089E-25EF-49BB-9BB3-A18F1DB47088}"/>
              </a:ext>
            </a:extLst>
          </p:cNvPr>
          <p:cNvSpPr>
            <a:spLocks xmlns:a="http://schemas.openxmlformats.org/drawingml/2006/main" noGrp="1"/>
          </p:cNvSpPr>
          <p:nvPr/>
        </p:nvSpPr>
        <p:spPr>
          <a:xfrm xmlns:a="http://schemas.openxmlformats.org/drawingml/2006/main">
            <a:off x="3486150" y="83343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97F56"/>
          </a:solidFill>
          <a:ln xmlns:a="http://schemas.openxmlformats.org/drawingml/2006/main" w="9525">
            <a:noFill/>
            <a:prstDash val="solid"/>
          </a:ln>
        </p:spPr>
      </p:sp>
      <p:sp>
        <p:nvSpPr>
          <p:cNvPr id="185" name="2">
            <a:extLst xmlns:a="http://schemas.openxmlformats.org/drawingml/2006/main">
              <a:ext uri="{FF2B5EF4-FFF2-40B4-BE49-F238E27FC236}">
                <a16:creationId xmlns:a16="http://schemas.microsoft.com/office/drawing/2014/main" id="{8A65775D-D45A-4D9A-8F25-EB4A35930B82}"/>
              </a:ext>
            </a:extLst>
          </p:cNvPr>
          <p:cNvSpPr>
            <a:spLocks xmlns:a="http://schemas.openxmlformats.org/drawingml/2006/main" noGrp="1"/>
          </p:cNvSpPr>
          <p:nvPr/>
        </p:nvSpPr>
        <p:spPr>
          <a:xfrm xmlns:a="http://schemas.openxmlformats.org/drawingml/2006/main" rot="0">
            <a:off x="3638550" y="83834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2</a:t>
            </a:r>
          </a:p>
        </p:txBody>
      </p:sp>
      <p:sp>
        <p:nvSpPr>
          <p:cNvPr id="186" name="module number diamond">
            <a:extLst xmlns:a="http://schemas.openxmlformats.org/drawingml/2006/main">
              <a:ext uri="{FF2B5EF4-FFF2-40B4-BE49-F238E27FC236}">
                <a16:creationId xmlns:a16="http://schemas.microsoft.com/office/drawing/2014/main" id="{38C9F28F-AB01-4876-BF67-DBD25DC8FBAA}"/>
              </a:ext>
            </a:extLst>
          </p:cNvPr>
          <p:cNvSpPr>
            <a:spLocks xmlns:a="http://schemas.openxmlformats.org/drawingml/2006/main" noGrp="1"/>
          </p:cNvSpPr>
          <p:nvPr/>
        </p:nvSpPr>
        <p:spPr>
          <a:xfrm xmlns:a="http://schemas.openxmlformats.org/drawingml/2006/main">
            <a:off x="10467975" y="83343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97F56"/>
          </a:solidFill>
          <a:ln xmlns:a="http://schemas.openxmlformats.org/drawingml/2006/main" w="9525">
            <a:noFill/>
            <a:prstDash val="solid"/>
          </a:ln>
        </p:spPr>
      </p:sp>
      <p:sp>
        <p:nvSpPr>
          <p:cNvPr id="187" name="3">
            <a:extLst xmlns:a="http://schemas.openxmlformats.org/drawingml/2006/main">
              <a:ext uri="{FF2B5EF4-FFF2-40B4-BE49-F238E27FC236}">
                <a16:creationId xmlns:a16="http://schemas.microsoft.com/office/drawing/2014/main" id="{AE10F1CA-5CD5-46B9-BCA8-7725CAA5C3BA}"/>
              </a:ext>
            </a:extLst>
          </p:cNvPr>
          <p:cNvSpPr>
            <a:spLocks xmlns:a="http://schemas.openxmlformats.org/drawingml/2006/main" noGrp="1"/>
          </p:cNvSpPr>
          <p:nvPr/>
        </p:nvSpPr>
        <p:spPr>
          <a:xfrm xmlns:a="http://schemas.openxmlformats.org/drawingml/2006/main" rot="0">
            <a:off x="10620375" y="83834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3</a:t>
            </a:r>
          </a:p>
        </p:txBody>
      </p:sp>
      <p:sp>
        <p:nvSpPr>
          <p:cNvPr id="188" name="Region Planning">
            <a:extLst xmlns:a="http://schemas.openxmlformats.org/drawingml/2006/main">
              <a:ext uri="{FF2B5EF4-FFF2-40B4-BE49-F238E27FC236}">
                <a16:creationId xmlns:a16="http://schemas.microsoft.com/office/drawing/2014/main" id="{34B1CE00-BD0A-4D52-BB6A-611D971FEFCC}"/>
              </a:ext>
            </a:extLst>
          </p:cNvPr>
          <p:cNvSpPr>
            <a:spLocks xmlns:a="http://schemas.openxmlformats.org/drawingml/2006/main" noGrp="1"/>
          </p:cNvSpPr>
          <p:nvPr/>
        </p:nvSpPr>
        <p:spPr>
          <a:xfrm xmlns:a="http://schemas.openxmlformats.org/drawingml/2006/main" rot="0">
            <a:off x="981075" y="8389498"/>
            <a:ext cx="1771650" cy="343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1" i="0">
                <a:solidFill>
                  <a:srgbClr val="285646"/>
                </a:solidFill>
                <a:latin typeface="Times New Roman"/>
                <a:ea typeface="Times New Roman"/>
                <a:cs typeface="Times New Roman"/>
              </a:defRPr>
            </a:defPPr>
          </a:lstStyle>
          <a:p xmlns:a="http://schemas.openxmlformats.org/drawingml/2006/main">
            <a:pPr algn="l">
              <a:lnSpc>
                <a:spcPct val="100000"/>
              </a:lnSpc>
              <a:buNone/>
              <a:defRPr sz="1932" b="1" i="0">
                <a:solidFill>
                  <a:srgbClr val="285646"/>
                </a:solidFill>
                <a:latin typeface="Times New Roman"/>
                <a:ea typeface="Times New Roman"/>
                <a:cs typeface="Times New Roman"/>
              </a:defRPr>
            </a:pPr>
            <a:r>
              <a:rPr sz="1932" b="1" i="0">
                <a:solidFill>
                  <a:srgbClr val="285646"/>
                </a:solidFill>
                <a:latin typeface="Times New Roman"/>
                <a:ea typeface="Times New Roman"/>
                <a:cs typeface="Times New Roman"/>
              </a:rPr>
              <a:t>Region Planning</a:t>
            </a:r>
          </a:p>
        </p:txBody>
      </p:sp>
      <p:sp>
        <p:nvSpPr>
          <p:cNvPr id="189" name="Terrain-Aware Rendering">
            <a:extLst xmlns:a="http://schemas.openxmlformats.org/drawingml/2006/main">
              <a:ext uri="{FF2B5EF4-FFF2-40B4-BE49-F238E27FC236}">
                <a16:creationId xmlns:a16="http://schemas.microsoft.com/office/drawing/2014/main" id="{7BEF5A5E-B940-43EA-8027-3B927F63C05A}"/>
              </a:ext>
            </a:extLst>
          </p:cNvPr>
          <p:cNvSpPr>
            <a:spLocks xmlns:a="http://schemas.openxmlformats.org/drawingml/2006/main" noGrp="1"/>
          </p:cNvSpPr>
          <p:nvPr/>
        </p:nvSpPr>
        <p:spPr>
          <a:xfrm xmlns:a="http://schemas.openxmlformats.org/drawingml/2006/main" rot="0">
            <a:off x="4067175" y="8389498"/>
            <a:ext cx="3152775" cy="343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1" i="0">
                <a:solidFill>
                  <a:srgbClr val="285646"/>
                </a:solidFill>
                <a:latin typeface="Times New Roman"/>
                <a:ea typeface="Times New Roman"/>
                <a:cs typeface="Times New Roman"/>
              </a:defRPr>
            </a:defPPr>
          </a:lstStyle>
          <a:p xmlns:a="http://schemas.openxmlformats.org/drawingml/2006/main">
            <a:pPr algn="l">
              <a:lnSpc>
                <a:spcPct val="100000"/>
              </a:lnSpc>
              <a:buNone/>
              <a:defRPr sz="1932" b="1" i="0">
                <a:solidFill>
                  <a:srgbClr val="285646"/>
                </a:solidFill>
                <a:latin typeface="Times New Roman"/>
                <a:ea typeface="Times New Roman"/>
                <a:cs typeface="Times New Roman"/>
              </a:defRPr>
            </a:pPr>
            <a:r>
              <a:rPr sz="1932" b="1" i="0">
                <a:solidFill>
                  <a:srgbClr val="285646"/>
                </a:solidFill>
                <a:latin typeface="Times New Roman"/>
                <a:ea typeface="Times New Roman"/>
                <a:cs typeface="Times New Roman"/>
              </a:rPr>
              <a:t>Terrain-Aware Rendering</a:t>
            </a:r>
          </a:p>
        </p:txBody>
      </p:sp>
      <p:sp>
        <p:nvSpPr>
          <p:cNvPr id="190" name="Scene Refinement">
            <a:extLst xmlns:a="http://schemas.openxmlformats.org/drawingml/2006/main">
              <a:ext uri="{FF2B5EF4-FFF2-40B4-BE49-F238E27FC236}">
                <a16:creationId xmlns:a16="http://schemas.microsoft.com/office/drawing/2014/main" id="{5170B2E9-D3BC-47B6-A543-A2F3EF6A0EB9}"/>
              </a:ext>
            </a:extLst>
          </p:cNvPr>
          <p:cNvSpPr>
            <a:spLocks xmlns:a="http://schemas.openxmlformats.org/drawingml/2006/main" noGrp="1"/>
          </p:cNvSpPr>
          <p:nvPr/>
        </p:nvSpPr>
        <p:spPr>
          <a:xfrm xmlns:a="http://schemas.openxmlformats.org/drawingml/2006/main" rot="0">
            <a:off x="11029950" y="8384163"/>
            <a:ext cx="2019300" cy="370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82" b="1" i="0">
                <a:solidFill>
                  <a:srgbClr val="285646"/>
                </a:solidFill>
                <a:latin typeface="Times New Roman"/>
                <a:ea typeface="Times New Roman"/>
                <a:cs typeface="Times New Roman"/>
              </a:defRPr>
            </a:defPPr>
          </a:lstStyle>
          <a:p xmlns:a="http://schemas.openxmlformats.org/drawingml/2006/main">
            <a:pPr algn="l">
              <a:lnSpc>
                <a:spcPct val="100000"/>
              </a:lnSpc>
              <a:buNone/>
              <a:defRPr sz="2082" b="1" i="0">
                <a:solidFill>
                  <a:srgbClr val="285646"/>
                </a:solidFill>
                <a:latin typeface="Times New Roman"/>
                <a:ea typeface="Times New Roman"/>
                <a:cs typeface="Times New Roman"/>
              </a:defRPr>
            </a:pPr>
            <a:r>
              <a:rPr sz="2082" b="1" i="0">
                <a:solidFill>
                  <a:srgbClr val="285646"/>
                </a:solidFill>
                <a:latin typeface="Times New Roman"/>
                <a:ea typeface="Times New Roman"/>
                <a:cs typeface="Times New Roman"/>
              </a:rPr>
              <a:t>Scene Refinement</a:t>
            </a:r>
          </a:p>
        </p:txBody>
      </p:sp>
      <p:sp>
        <p:nvSpPr>
          <p:cNvPr id="191" name="divide regions pill">
            <a:extLst xmlns:a="http://schemas.openxmlformats.org/drawingml/2006/main">
              <a:ext uri="{FF2B5EF4-FFF2-40B4-BE49-F238E27FC236}">
                <a16:creationId xmlns:a16="http://schemas.microsoft.com/office/drawing/2014/main" id="{42E3545A-8273-48DA-8BC0-8C40DF599503}"/>
              </a:ext>
            </a:extLst>
          </p:cNvPr>
          <p:cNvSpPr>
            <a:spLocks xmlns:a="http://schemas.openxmlformats.org/drawingml/2006/main" noGrp="1"/>
          </p:cNvSpPr>
          <p:nvPr/>
        </p:nvSpPr>
        <p:spPr>
          <a:xfrm xmlns:a="http://schemas.openxmlformats.org/drawingml/2006/main">
            <a:off x="609600" y="8829675"/>
            <a:ext cx="2162175" cy="285750"/>
          </a:xfrm>
          <a:custGeom xmlns:a="http://schemas.openxmlformats.org/drawingml/2006/main">
            <a:pathLst>
              <a:path w="2162175" h="285750">
                <a:moveTo>
                  <a:pt x="142875" y="0"/>
                </a:moveTo>
                <a:lnTo>
                  <a:pt x="2019300" y="0"/>
                </a:lnTo>
                <a:cubicBezTo>
                  <a:pt x="2098208" y="0"/>
                  <a:pt x="2162175" y="63967"/>
                  <a:pt x="2162175" y="142875"/>
                </a:cubicBezTo>
                <a:lnTo>
                  <a:pt x="2162175" y="142875"/>
                </a:lnTo>
                <a:cubicBezTo>
                  <a:pt x="2162175" y="221783"/>
                  <a:pt x="2098208" y="285750"/>
                  <a:pt x="2019300"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F0FFF0"/>
          </a:solidFill>
          <a:ln xmlns:a="http://schemas.openxmlformats.org/drawingml/2006/main" w="9525">
            <a:noFill/>
            <a:prstDash val="solid"/>
          </a:ln>
        </p:spPr>
      </p:sp>
      <p:sp>
        <p:nvSpPr>
          <p:cNvPr id="192" name="divide regions icon background">
            <a:extLst xmlns:a="http://schemas.openxmlformats.org/drawingml/2006/main">
              <a:ext uri="{FF2B5EF4-FFF2-40B4-BE49-F238E27FC236}">
                <a16:creationId xmlns:a16="http://schemas.microsoft.com/office/drawing/2014/main" id="{CF521F35-FDC1-49F8-A2C0-F9709A30ED63}"/>
              </a:ext>
            </a:extLst>
          </p:cNvPr>
          <p:cNvSpPr>
            <a:spLocks xmlns:a="http://schemas.openxmlformats.org/drawingml/2006/main" noGrp="1"/>
          </p:cNvSpPr>
          <p:nvPr/>
        </p:nvSpPr>
        <p:spPr>
          <a:xfrm xmlns:a="http://schemas.openxmlformats.org/drawingml/2006/main">
            <a:off x="609600" y="8829675"/>
            <a:ext cx="419100" cy="285750"/>
          </a:xfrm>
          <a:custGeom xmlns:a="http://schemas.openxmlformats.org/drawingml/2006/main">
            <a:pathLst>
              <a:path w="419100" h="285750">
                <a:moveTo>
                  <a:pt x="142875" y="0"/>
                </a:moveTo>
                <a:lnTo>
                  <a:pt x="276225" y="0"/>
                </a:lnTo>
                <a:cubicBezTo>
                  <a:pt x="355133" y="0"/>
                  <a:pt x="419100" y="63967"/>
                  <a:pt x="419100" y="142875"/>
                </a:cubicBezTo>
                <a:lnTo>
                  <a:pt x="419100" y="142875"/>
                </a:lnTo>
                <a:cubicBezTo>
                  <a:pt x="419100" y="221783"/>
                  <a:pt x="355133" y="285750"/>
                  <a:pt x="2762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397F56"/>
          </a:solidFill>
          <a:ln xmlns:a="http://schemas.openxmlformats.org/drawingml/2006/main" w="9525">
            <a:noFill/>
            <a:prstDash val="solid"/>
          </a:ln>
        </p:spPr>
      </p:sp>
      <p:pic>
        <p:nvPicPr>
          <p:cNvPr id="193" name="">
            <a:extLst xmlns:a="http://schemas.openxmlformats.org/drawingml/2006/main">
              <a:ext uri="{FF2B5EF4-FFF2-40B4-BE49-F238E27FC236}">
                <a16:creationId xmlns:a16="http://schemas.microsoft.com/office/drawing/2014/main" id="{3A4CDC62-9300-4272-B9F8-643C4AD09B15}"/>
              </a:ext>
            </a:extLst>
          </p:cNvPr>
          <p:cNvPicPr>
            <a:picLocks xmlns:a="http://schemas.openxmlformats.org/drawingml/2006/main" noChangeAspect="1"/>
          </p:cNvPicPr>
          <p:nvPr/>
        </p:nvPicPr>
        <p:blipFill>
          <a:blip xmlns:r="http://schemas.openxmlformats.org/officeDocument/2006/relationships" xmlns:a="http://schemas.openxmlformats.org/drawingml/2006/main" r:embed="R4c09c6d6ab17435c"/>
          <a:stretch xmlns:a="http://schemas.openxmlformats.org/drawingml/2006/main"/>
        </p:blipFill>
        <p:spPr>
          <a:xfrm xmlns:a="http://schemas.openxmlformats.org/drawingml/2006/main">
            <a:off x="697706" y="8858250"/>
            <a:ext cx="242888" cy="228600"/>
          </a:xfrm>
          <a:prstGeom xmlns:a="http://schemas.openxmlformats.org/drawingml/2006/main" prst="rect">
            <a:avLst/>
          </a:prstGeom>
        </p:spPr>
      </p:pic>
      <p:sp>
        <p:nvSpPr>
          <p:cNvPr id="194" name="divide regions">
            <a:extLst xmlns:a="http://schemas.openxmlformats.org/drawingml/2006/main">
              <a:ext uri="{FF2B5EF4-FFF2-40B4-BE49-F238E27FC236}">
                <a16:creationId xmlns:a16="http://schemas.microsoft.com/office/drawing/2014/main" id="{13258B63-7C49-42C8-883D-9400BFD9B5B7}"/>
              </a:ext>
            </a:extLst>
          </p:cNvPr>
          <p:cNvSpPr>
            <a:spLocks xmlns:a="http://schemas.openxmlformats.org/drawingml/2006/main" noGrp="1"/>
          </p:cNvSpPr>
          <p:nvPr/>
        </p:nvSpPr>
        <p:spPr>
          <a:xfrm xmlns:a="http://schemas.openxmlformats.org/drawingml/2006/main" rot="0">
            <a:off x="1266825" y="8858936"/>
            <a:ext cx="1219200" cy="2346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20" b="1" i="0">
                <a:solidFill>
                  <a:srgbClr val="397F56"/>
                </a:solidFill>
                <a:latin typeface="Times New Roman"/>
                <a:ea typeface="Times New Roman"/>
                <a:cs typeface="Times New Roman"/>
              </a:defRPr>
            </a:defPPr>
          </a:lstStyle>
          <a:p xmlns:a="http://schemas.openxmlformats.org/drawingml/2006/main">
            <a:pPr algn="l">
              <a:lnSpc>
                <a:spcPct val="100000"/>
              </a:lnSpc>
              <a:buNone/>
              <a:defRPr sz="1320" b="1" i="0">
                <a:solidFill>
                  <a:srgbClr val="397F56"/>
                </a:solidFill>
                <a:latin typeface="Times New Roman"/>
                <a:ea typeface="Times New Roman"/>
                <a:cs typeface="Times New Roman"/>
              </a:defRPr>
            </a:pPr>
            <a:r>
              <a:rPr sz="1320" b="1" i="0">
                <a:solidFill>
                  <a:srgbClr val="397F56"/>
                </a:solidFill>
                <a:latin typeface="Times New Roman"/>
                <a:ea typeface="Times New Roman"/>
                <a:cs typeface="Times New Roman"/>
              </a:rPr>
              <a:t>divide regions</a:t>
            </a:r>
          </a:p>
        </p:txBody>
      </p:sp>
      <p:sp>
        <p:nvSpPr>
          <p:cNvPr id="195" name="status-dot">
            <a:extLst xmlns:a="http://schemas.openxmlformats.org/drawingml/2006/main">
              <a:ext uri="{FF2B5EF4-FFF2-40B4-BE49-F238E27FC236}">
                <a16:creationId xmlns:a16="http://schemas.microsoft.com/office/drawing/2014/main" id="{4A246F55-8CC0-4B71-9E82-82C86A4DB06D}"/>
              </a:ext>
            </a:extLst>
          </p:cNvPr>
          <p:cNvSpPr>
            <a:spLocks xmlns:a="http://schemas.openxmlformats.org/drawingml/2006/main" noGrp="1"/>
          </p:cNvSpPr>
          <p:nvPr/>
        </p:nvSpPr>
        <p:spPr>
          <a:xfrm xmlns:a="http://schemas.openxmlformats.org/drawingml/2006/main">
            <a:off x="2590800" y="8943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5A34A"/>
          </a:solidFill>
          <a:ln xmlns:a="http://schemas.openxmlformats.org/drawingml/2006/main" w="9525">
            <a:noFill/>
            <a:prstDash val="solid"/>
          </a:ln>
        </p:spPr>
      </p:sp>
      <p:pic>
        <p:nvPicPr>
          <p:cNvPr id="196" name="">
            <a:extLst xmlns:a="http://schemas.openxmlformats.org/drawingml/2006/main">
              <a:ext uri="{FF2B5EF4-FFF2-40B4-BE49-F238E27FC236}">
                <a16:creationId xmlns:a16="http://schemas.microsoft.com/office/drawing/2014/main" id="{487307A0-7256-4A14-9257-334D7C491349}"/>
              </a:ext>
            </a:extLst>
          </p:cNvPr>
          <p:cNvPicPr>
            <a:picLocks xmlns:a="http://schemas.openxmlformats.org/drawingml/2006/main" noChangeAspect="1"/>
          </p:cNvPicPr>
          <p:nvPr/>
        </p:nvPicPr>
        <p:blipFill>
          <a:blip xmlns:r="http://schemas.openxmlformats.org/officeDocument/2006/relationships" xmlns:a="http://schemas.openxmlformats.org/drawingml/2006/main" r:embed="R079ed880f43b4d91"/>
          <a:stretch xmlns:a="http://schemas.openxmlformats.org/drawingml/2006/main"/>
        </p:blipFill>
        <p:spPr>
          <a:xfrm xmlns:a="http://schemas.openxmlformats.org/drawingml/2006/main">
            <a:off x="594169" y="9201150"/>
            <a:ext cx="2193037" cy="2200275"/>
          </a:xfrm>
          <a:prstGeom xmlns:a="http://schemas.openxmlformats.org/drawingml/2006/main" prst="rect">
            <a:avLst/>
          </a:prstGeom>
        </p:spPr>
      </p:pic>
      <p:sp>
        <p:nvSpPr>
          <p:cNvPr id="197" name="region legend rule">
            <a:extLst xmlns:a="http://schemas.openxmlformats.org/drawingml/2006/main">
              <a:ext uri="{FF2B5EF4-FFF2-40B4-BE49-F238E27FC236}">
                <a16:creationId xmlns:a16="http://schemas.microsoft.com/office/drawing/2014/main" id="{4DBCEDD1-BAF3-4247-B9B2-A59F459BE53E}"/>
              </a:ext>
            </a:extLst>
          </p:cNvPr>
          <p:cNvSpPr>
            <a:spLocks xmlns:a="http://schemas.openxmlformats.org/drawingml/2006/main" noGrp="1"/>
          </p:cNvSpPr>
          <p:nvPr/>
        </p:nvSpPr>
        <p:spPr>
          <a:xfrm xmlns:a="http://schemas.openxmlformats.org/drawingml/2006/main">
            <a:off x="542925" y="11487150"/>
            <a:ext cx="2286191" cy="191"/>
          </a:xfrm>
          <a:custGeom xmlns:a="http://schemas.openxmlformats.org/drawingml/2006/main">
            <a:pathLst>
              <a:path w="2286191" h="191">
                <a:moveTo>
                  <a:pt x="0" y="0"/>
                </a:moveTo>
                <a:lnTo>
                  <a:pt x="2286000" y="0"/>
                </a:lnTo>
              </a:path>
            </a:pathLst>
          </a:custGeom>
          <a:noFill xmlns:a="http://schemas.openxmlformats.org/drawingml/2006/main"/>
          <a:ln xmlns:a="http://schemas.openxmlformats.org/drawingml/2006/main" w="13335">
            <a:solidFill>
              <a:srgbClr val="397F56"/>
            </a:solidFill>
            <a:prstDash val="dash"/>
          </a:ln>
        </p:spPr>
      </p:sp>
      <p:sp>
        <p:nvSpPr>
          <p:cNvPr id="198" name="Region label white clearing">
            <a:extLst xmlns:a="http://schemas.openxmlformats.org/drawingml/2006/main">
              <a:ext uri="{FF2B5EF4-FFF2-40B4-BE49-F238E27FC236}">
                <a16:creationId xmlns:a16="http://schemas.microsoft.com/office/drawing/2014/main" id="{D0F9680F-9185-430D-88CD-C8F60AB2B75D}"/>
              </a:ext>
            </a:extLst>
          </p:cNvPr>
          <p:cNvSpPr>
            <a:spLocks xmlns:a="http://schemas.openxmlformats.org/drawingml/2006/main" noGrp="1"/>
          </p:cNvSpPr>
          <p:nvPr/>
        </p:nvSpPr>
        <p:spPr>
          <a:xfrm xmlns:a="http://schemas.openxmlformats.org/drawingml/2006/main">
            <a:off x="1362075" y="11410950"/>
            <a:ext cx="657225" cy="161925"/>
          </a:xfrm>
          <a:custGeom xmlns:a="http://schemas.openxmlformats.org/drawingml/2006/main">
            <a:pathLst>
              <a:path w="657225" h="161925">
                <a:moveTo>
                  <a:pt x="0" y="0"/>
                </a:moveTo>
                <a:lnTo>
                  <a:pt x="657225" y="0"/>
                </a:lnTo>
                <a:lnTo>
                  <a:pt x="657225" y="161925"/>
                </a:lnTo>
                <a:lnTo>
                  <a:pt x="0" y="161925"/>
                </a:lnTo>
                <a:close/>
              </a:path>
            </a:pathLst>
          </a:custGeom>
          <a:solidFill xmlns:a="http://schemas.openxmlformats.org/drawingml/2006/main">
            <a:srgbClr val="FFFFFF"/>
          </a:solidFill>
          <a:ln xmlns:a="http://schemas.openxmlformats.org/drawingml/2006/main" w="9525">
            <a:noFill/>
            <a:prstDash val="solid"/>
          </a:ln>
        </p:spPr>
      </p:sp>
      <p:sp>
        <p:nvSpPr>
          <p:cNvPr id="199" name="Region">
            <a:extLst xmlns:a="http://schemas.openxmlformats.org/drawingml/2006/main">
              <a:ext uri="{FF2B5EF4-FFF2-40B4-BE49-F238E27FC236}">
                <a16:creationId xmlns:a16="http://schemas.microsoft.com/office/drawing/2014/main" id="{0B38BB2B-D23F-43CC-ABA4-DF41A67FF7B7}"/>
              </a:ext>
            </a:extLst>
          </p:cNvPr>
          <p:cNvSpPr>
            <a:spLocks xmlns:a="http://schemas.openxmlformats.org/drawingml/2006/main" noGrp="1"/>
          </p:cNvSpPr>
          <p:nvPr/>
        </p:nvSpPr>
        <p:spPr>
          <a:xfrm xmlns:a="http://schemas.openxmlformats.org/drawingml/2006/main" rot="0">
            <a:off x="1457325" y="11412340"/>
            <a:ext cx="447675" cy="183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2" b="1" i="0">
                <a:solidFill>
                  <a:srgbClr val="397F56"/>
                </a:solidFill>
                <a:latin typeface="Times New Roman"/>
                <a:ea typeface="Times New Roman"/>
                <a:cs typeface="Times New Roman"/>
              </a:defRPr>
            </a:defPPr>
          </a:lstStyle>
          <a:p xmlns:a="http://schemas.openxmlformats.org/drawingml/2006/main">
            <a:pPr algn="l">
              <a:lnSpc>
                <a:spcPct val="100000"/>
              </a:lnSpc>
              <a:buNone/>
              <a:defRPr sz="1032" b="1" i="0">
                <a:solidFill>
                  <a:srgbClr val="397F56"/>
                </a:solidFill>
                <a:latin typeface="Times New Roman"/>
                <a:ea typeface="Times New Roman"/>
                <a:cs typeface="Times New Roman"/>
              </a:defRPr>
            </a:pPr>
            <a:r>
              <a:rPr sz="1032" b="1" i="0">
                <a:solidFill>
                  <a:srgbClr val="397F56"/>
                </a:solidFill>
                <a:latin typeface="Times New Roman"/>
                <a:ea typeface="Times New Roman"/>
                <a:cs typeface="Times New Roman"/>
              </a:rPr>
              <a:t>Region</a:t>
            </a:r>
          </a:p>
        </p:txBody>
      </p:sp>
      <p:sp>
        <p:nvSpPr>
          <p:cNvPr id="200" name="status-dot">
            <a:extLst xmlns:a="http://schemas.openxmlformats.org/drawingml/2006/main">
              <a:ext uri="{FF2B5EF4-FFF2-40B4-BE49-F238E27FC236}">
                <a16:creationId xmlns:a16="http://schemas.microsoft.com/office/drawing/2014/main" id="{F95CB333-E7F2-4DA3-8EB3-73C48139F31D}"/>
              </a:ext>
            </a:extLst>
          </p:cNvPr>
          <p:cNvSpPr>
            <a:spLocks xmlns:a="http://schemas.openxmlformats.org/drawingml/2006/main" noGrp="1"/>
          </p:cNvSpPr>
          <p:nvPr/>
        </p:nvSpPr>
        <p:spPr>
          <a:xfrm xmlns:a="http://schemas.openxmlformats.org/drawingml/2006/main">
            <a:off x="361950" y="116586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56899"/>
          </a:solidFill>
          <a:ln xmlns:a="http://schemas.openxmlformats.org/drawingml/2006/main" w="9525">
            <a:noFill/>
            <a:prstDash val="solid"/>
          </a:ln>
        </p:spPr>
      </p:sp>
      <p:sp>
        <p:nvSpPr>
          <p:cNvPr id="201" name="a">
            <a:extLst xmlns:a="http://schemas.openxmlformats.org/drawingml/2006/main">
              <a:ext uri="{FF2B5EF4-FFF2-40B4-BE49-F238E27FC236}">
                <a16:creationId xmlns:a16="http://schemas.microsoft.com/office/drawing/2014/main" id="{D4B05C83-5301-4347-9BF2-55D50A41B433}"/>
              </a:ext>
            </a:extLst>
          </p:cNvPr>
          <p:cNvSpPr>
            <a:spLocks xmlns:a="http://schemas.openxmlformats.org/drawingml/2006/main" noGrp="1"/>
          </p:cNvSpPr>
          <p:nvPr/>
        </p:nvSpPr>
        <p:spPr>
          <a:xfrm xmlns:a="http://schemas.openxmlformats.org/drawingml/2006/main" rot="0">
            <a:off x="457200" y="11651742"/>
            <a:ext cx="1143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8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a</a:t>
            </a:r>
          </a:p>
        </p:txBody>
      </p:sp>
      <p:sp>
        <p:nvSpPr>
          <p:cNvPr id="202" name="Festival Plaza">
            <a:extLst xmlns:a="http://schemas.openxmlformats.org/drawingml/2006/main">
              <a:ext uri="{FF2B5EF4-FFF2-40B4-BE49-F238E27FC236}">
                <a16:creationId xmlns:a16="http://schemas.microsoft.com/office/drawing/2014/main" id="{7F726D46-3561-4292-9D8D-9EACA150CB5C}"/>
              </a:ext>
            </a:extLst>
          </p:cNvPr>
          <p:cNvSpPr>
            <a:spLocks xmlns:a="http://schemas.openxmlformats.org/drawingml/2006/main" noGrp="1"/>
          </p:cNvSpPr>
          <p:nvPr/>
        </p:nvSpPr>
        <p:spPr>
          <a:xfrm xmlns:a="http://schemas.openxmlformats.org/drawingml/2006/main" rot="0">
            <a:off x="704850" y="11720994"/>
            <a:ext cx="895350" cy="21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2" b="1" i="0">
                <a:solidFill>
                  <a:srgbClr val="454545"/>
                </a:solidFill>
                <a:latin typeface="Times New Roman"/>
                <a:ea typeface="Times New Roman"/>
                <a:cs typeface="Times New Roman"/>
              </a:defRPr>
            </a:defPPr>
          </a:lstStyle>
          <a:p xmlns:a="http://schemas.openxmlformats.org/drawingml/2006/main">
            <a:pPr algn="l">
              <a:lnSpc>
                <a:spcPct val="100000"/>
              </a:lnSpc>
              <a:buNone/>
              <a:defRPr sz="1192" b="1" i="0">
                <a:solidFill>
                  <a:srgbClr val="454545"/>
                </a:solidFill>
                <a:latin typeface="Times New Roman"/>
                <a:ea typeface="Times New Roman"/>
                <a:cs typeface="Times New Roman"/>
              </a:defRPr>
            </a:pPr>
            <a:r>
              <a:rPr sz="1192" b="1" i="0">
                <a:solidFill>
                  <a:srgbClr val="454545"/>
                </a:solidFill>
                <a:latin typeface="Times New Roman"/>
                <a:ea typeface="Times New Roman"/>
                <a:cs typeface="Times New Roman"/>
              </a:rPr>
              <a:t>Festival Plaza</a:t>
            </a:r>
          </a:p>
        </p:txBody>
      </p:sp>
      <p:sp>
        <p:nvSpPr>
          <p:cNvPr id="203" name="status-dot">
            <a:extLst xmlns:a="http://schemas.openxmlformats.org/drawingml/2006/main">
              <a:ext uri="{FF2B5EF4-FFF2-40B4-BE49-F238E27FC236}">
                <a16:creationId xmlns:a16="http://schemas.microsoft.com/office/drawing/2014/main" id="{48F0B80F-CECA-41AB-B57F-B0A8B0C0D68B}"/>
              </a:ext>
            </a:extLst>
          </p:cNvPr>
          <p:cNvSpPr>
            <a:spLocks xmlns:a="http://schemas.openxmlformats.org/drawingml/2006/main" noGrp="1"/>
          </p:cNvSpPr>
          <p:nvPr/>
        </p:nvSpPr>
        <p:spPr>
          <a:xfrm xmlns:a="http://schemas.openxmlformats.org/drawingml/2006/main">
            <a:off x="1628775" y="116586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18C00"/>
          </a:solidFill>
          <a:ln xmlns:a="http://schemas.openxmlformats.org/drawingml/2006/main" w="9525">
            <a:noFill/>
            <a:prstDash val="solid"/>
          </a:ln>
        </p:spPr>
      </p:sp>
      <p:sp>
        <p:nvSpPr>
          <p:cNvPr id="204" name="b">
            <a:extLst xmlns:a="http://schemas.openxmlformats.org/drawingml/2006/main">
              <a:ext uri="{FF2B5EF4-FFF2-40B4-BE49-F238E27FC236}">
                <a16:creationId xmlns:a16="http://schemas.microsoft.com/office/drawing/2014/main" id="{62A7F909-997A-42C5-8B5E-8ABE651D07B3}"/>
              </a:ext>
            </a:extLst>
          </p:cNvPr>
          <p:cNvSpPr>
            <a:spLocks xmlns:a="http://schemas.openxmlformats.org/drawingml/2006/main" noGrp="1"/>
          </p:cNvSpPr>
          <p:nvPr/>
        </p:nvSpPr>
        <p:spPr>
          <a:xfrm xmlns:a="http://schemas.openxmlformats.org/drawingml/2006/main" rot="0">
            <a:off x="1724025" y="11658215"/>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b</a:t>
            </a:r>
          </a:p>
        </p:txBody>
      </p:sp>
      <p:sp>
        <p:nvSpPr>
          <p:cNvPr id="205" name="Cabin Village">
            <a:extLst xmlns:a="http://schemas.openxmlformats.org/drawingml/2006/main">
              <a:ext uri="{FF2B5EF4-FFF2-40B4-BE49-F238E27FC236}">
                <a16:creationId xmlns:a16="http://schemas.microsoft.com/office/drawing/2014/main" id="{9794990B-AE0E-4034-928A-4EC2C081D7EF}"/>
              </a:ext>
            </a:extLst>
          </p:cNvPr>
          <p:cNvSpPr>
            <a:spLocks xmlns:a="http://schemas.openxmlformats.org/drawingml/2006/main" noGrp="1"/>
          </p:cNvSpPr>
          <p:nvPr/>
        </p:nvSpPr>
        <p:spPr>
          <a:xfrm xmlns:a="http://schemas.openxmlformats.org/drawingml/2006/main" rot="0">
            <a:off x="1971675" y="11726537"/>
            <a:ext cx="885825" cy="184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6" b="1" i="0">
                <a:solidFill>
                  <a:srgbClr val="454545"/>
                </a:solidFill>
                <a:latin typeface="Times New Roman"/>
                <a:ea typeface="Times New Roman"/>
                <a:cs typeface="Times New Roman"/>
              </a:defRPr>
            </a:pPr>
            <a:r>
              <a:rPr sz="1036" b="1" i="0">
                <a:solidFill>
                  <a:srgbClr val="454545"/>
                </a:solidFill>
                <a:latin typeface="Times New Roman"/>
                <a:ea typeface="Times New Roman"/>
                <a:cs typeface="Times New Roman"/>
              </a:rPr>
              <a:t>Cabin Village</a:t>
            </a:r>
          </a:p>
        </p:txBody>
      </p:sp>
      <p:sp>
        <p:nvSpPr>
          <p:cNvPr id="206" name="status-dot">
            <a:extLst xmlns:a="http://schemas.openxmlformats.org/drawingml/2006/main">
              <a:ext uri="{FF2B5EF4-FFF2-40B4-BE49-F238E27FC236}">
                <a16:creationId xmlns:a16="http://schemas.microsoft.com/office/drawing/2014/main" id="{8608E8F7-FE23-4A0C-9DB1-DBF82567AB4C}"/>
              </a:ext>
            </a:extLst>
          </p:cNvPr>
          <p:cNvSpPr>
            <a:spLocks xmlns:a="http://schemas.openxmlformats.org/drawingml/2006/main" noGrp="1"/>
          </p:cNvSpPr>
          <p:nvPr/>
        </p:nvSpPr>
        <p:spPr>
          <a:xfrm xmlns:a="http://schemas.openxmlformats.org/drawingml/2006/main">
            <a:off x="361950" y="12011025"/>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A44CE0"/>
          </a:solidFill>
          <a:ln xmlns:a="http://schemas.openxmlformats.org/drawingml/2006/main" w="9525">
            <a:noFill/>
            <a:prstDash val="solid"/>
          </a:ln>
        </p:spPr>
      </p:sp>
      <p:sp>
        <p:nvSpPr>
          <p:cNvPr id="207" name="c">
            <a:extLst xmlns:a="http://schemas.openxmlformats.org/drawingml/2006/main">
              <a:ext uri="{FF2B5EF4-FFF2-40B4-BE49-F238E27FC236}">
                <a16:creationId xmlns:a16="http://schemas.microsoft.com/office/drawing/2014/main" id="{FC88A9A8-E087-4F50-8EDA-6DFB1FFA3039}"/>
              </a:ext>
            </a:extLst>
          </p:cNvPr>
          <p:cNvSpPr>
            <a:spLocks xmlns:a="http://schemas.openxmlformats.org/drawingml/2006/main" noGrp="1"/>
          </p:cNvSpPr>
          <p:nvPr/>
        </p:nvSpPr>
        <p:spPr>
          <a:xfrm xmlns:a="http://schemas.openxmlformats.org/drawingml/2006/main" rot="0">
            <a:off x="457200" y="11996053"/>
            <a:ext cx="114300" cy="360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8" b="1" i="0">
                <a:solidFill>
                  <a:srgbClr val="FFFFFF"/>
                </a:solidFill>
                <a:latin typeface="Times New Roman"/>
                <a:ea typeface="Times New Roman"/>
                <a:cs typeface="Times New Roman"/>
              </a:defRPr>
            </a:defPPr>
          </a:lstStyle>
          <a:p xmlns:a="http://schemas.openxmlformats.org/drawingml/2006/main">
            <a:pPr algn="l">
              <a:lnSpc>
                <a:spcPct val="100000"/>
              </a:lnSpc>
              <a:buNone/>
              <a:defRPr sz="2028" b="1" i="0">
                <a:solidFill>
                  <a:srgbClr val="FFFFFF"/>
                </a:solidFill>
                <a:latin typeface="Times New Roman"/>
                <a:ea typeface="Times New Roman"/>
                <a:cs typeface="Times New Roman"/>
              </a:defRPr>
            </a:pPr>
            <a:r>
              <a:rPr sz="2028" b="1" i="0">
                <a:solidFill>
                  <a:srgbClr val="FFFFFF"/>
                </a:solidFill>
                <a:latin typeface="Times New Roman"/>
                <a:ea typeface="Times New Roman"/>
                <a:cs typeface="Times New Roman"/>
              </a:rPr>
              <a:t>c</a:t>
            </a:r>
          </a:p>
        </p:txBody>
      </p:sp>
      <p:sp>
        <p:nvSpPr>
          <p:cNvPr id="208" name="Supply Site">
            <a:extLst xmlns:a="http://schemas.openxmlformats.org/drawingml/2006/main">
              <a:ext uri="{FF2B5EF4-FFF2-40B4-BE49-F238E27FC236}">
                <a16:creationId xmlns:a16="http://schemas.microsoft.com/office/drawing/2014/main" id="{EC7BA418-9CC1-4E21-93E1-489073A48545}"/>
              </a:ext>
            </a:extLst>
          </p:cNvPr>
          <p:cNvSpPr>
            <a:spLocks xmlns:a="http://schemas.openxmlformats.org/drawingml/2006/main" noGrp="1"/>
          </p:cNvSpPr>
          <p:nvPr/>
        </p:nvSpPr>
        <p:spPr>
          <a:xfrm xmlns:a="http://schemas.openxmlformats.org/drawingml/2006/main" rot="0">
            <a:off x="704850" y="12078962"/>
            <a:ext cx="781050" cy="184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6" b="1" i="0">
                <a:solidFill>
                  <a:srgbClr val="454545"/>
                </a:solidFill>
                <a:latin typeface="Times New Roman"/>
                <a:ea typeface="Times New Roman"/>
                <a:cs typeface="Times New Roman"/>
              </a:defRPr>
            </a:pPr>
            <a:r>
              <a:rPr sz="1036" b="1" i="0">
                <a:solidFill>
                  <a:srgbClr val="454545"/>
                </a:solidFill>
                <a:latin typeface="Times New Roman"/>
                <a:ea typeface="Times New Roman"/>
                <a:cs typeface="Times New Roman"/>
              </a:rPr>
              <a:t>Supply Site</a:t>
            </a:r>
          </a:p>
        </p:txBody>
      </p:sp>
      <p:sp>
        <p:nvSpPr>
          <p:cNvPr id="209" name="status-dot">
            <a:extLst xmlns:a="http://schemas.openxmlformats.org/drawingml/2006/main">
              <a:ext uri="{FF2B5EF4-FFF2-40B4-BE49-F238E27FC236}">
                <a16:creationId xmlns:a16="http://schemas.microsoft.com/office/drawing/2014/main" id="{CA08AB73-3C50-4F83-938E-8E0BE42D18A1}"/>
              </a:ext>
            </a:extLst>
          </p:cNvPr>
          <p:cNvSpPr>
            <a:spLocks xmlns:a="http://schemas.openxmlformats.org/drawingml/2006/main" noGrp="1"/>
          </p:cNvSpPr>
          <p:nvPr/>
        </p:nvSpPr>
        <p:spPr>
          <a:xfrm xmlns:a="http://schemas.openxmlformats.org/drawingml/2006/main">
            <a:off x="1628775" y="12011025"/>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00AECB"/>
          </a:solidFill>
          <a:ln xmlns:a="http://schemas.openxmlformats.org/drawingml/2006/main" w="9525">
            <a:noFill/>
            <a:prstDash val="solid"/>
          </a:ln>
        </p:spPr>
      </p:sp>
      <p:sp>
        <p:nvSpPr>
          <p:cNvPr id="210" name="d">
            <a:extLst xmlns:a="http://schemas.openxmlformats.org/drawingml/2006/main">
              <a:ext uri="{FF2B5EF4-FFF2-40B4-BE49-F238E27FC236}">
                <a16:creationId xmlns:a16="http://schemas.microsoft.com/office/drawing/2014/main" id="{0026E727-1C2E-456A-A25B-3632972FB886}"/>
              </a:ext>
            </a:extLst>
          </p:cNvPr>
          <p:cNvSpPr>
            <a:spLocks xmlns:a="http://schemas.openxmlformats.org/drawingml/2006/main" noGrp="1"/>
          </p:cNvSpPr>
          <p:nvPr/>
        </p:nvSpPr>
        <p:spPr>
          <a:xfrm xmlns:a="http://schemas.openxmlformats.org/drawingml/2006/main" rot="0">
            <a:off x="1724025" y="12010640"/>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d</a:t>
            </a:r>
          </a:p>
        </p:txBody>
      </p:sp>
      <p:sp>
        <p:nvSpPr>
          <p:cNvPr id="211" name="Fishing Village">
            <a:extLst xmlns:a="http://schemas.openxmlformats.org/drawingml/2006/main">
              <a:ext uri="{FF2B5EF4-FFF2-40B4-BE49-F238E27FC236}">
                <a16:creationId xmlns:a16="http://schemas.microsoft.com/office/drawing/2014/main" id="{884BA41F-F20C-44F5-B5DC-35FD07ABBDCB}"/>
              </a:ext>
            </a:extLst>
          </p:cNvPr>
          <p:cNvSpPr>
            <a:spLocks xmlns:a="http://schemas.openxmlformats.org/drawingml/2006/main" noGrp="1"/>
          </p:cNvSpPr>
          <p:nvPr/>
        </p:nvSpPr>
        <p:spPr>
          <a:xfrm xmlns:a="http://schemas.openxmlformats.org/drawingml/2006/main" rot="0">
            <a:off x="1971675" y="12078962"/>
            <a:ext cx="990600" cy="184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6" b="1" i="0">
                <a:solidFill>
                  <a:srgbClr val="454545"/>
                </a:solidFill>
                <a:latin typeface="Times New Roman"/>
                <a:ea typeface="Times New Roman"/>
                <a:cs typeface="Times New Roman"/>
              </a:defRPr>
            </a:pPr>
            <a:r>
              <a:rPr sz="1036" b="1" i="0">
                <a:solidFill>
                  <a:srgbClr val="454545"/>
                </a:solidFill>
                <a:latin typeface="Times New Roman"/>
                <a:ea typeface="Times New Roman"/>
                <a:cs typeface="Times New Roman"/>
              </a:rPr>
              <a:t>Fishing Village</a:t>
            </a:r>
          </a:p>
        </p:txBody>
      </p:sp>
      <p:sp>
        <p:nvSpPr>
          <p:cNvPr id="212" name="region design pill">
            <a:extLst xmlns:a="http://schemas.openxmlformats.org/drawingml/2006/main">
              <a:ext uri="{FF2B5EF4-FFF2-40B4-BE49-F238E27FC236}">
                <a16:creationId xmlns:a16="http://schemas.microsoft.com/office/drawing/2014/main" id="{6BE084C1-927B-4D71-A33A-F4DADE1F39D3}"/>
              </a:ext>
            </a:extLst>
          </p:cNvPr>
          <p:cNvSpPr>
            <a:spLocks xmlns:a="http://schemas.openxmlformats.org/drawingml/2006/main" noGrp="1"/>
          </p:cNvSpPr>
          <p:nvPr/>
        </p:nvSpPr>
        <p:spPr>
          <a:xfrm xmlns:a="http://schemas.openxmlformats.org/drawingml/2006/main">
            <a:off x="3476625" y="8839200"/>
            <a:ext cx="3228975" cy="295275"/>
          </a:xfrm>
          <a:custGeom xmlns:a="http://schemas.openxmlformats.org/drawingml/2006/main">
            <a:pathLst>
              <a:path w="3228975" h="295275">
                <a:moveTo>
                  <a:pt x="147638" y="0"/>
                </a:moveTo>
                <a:lnTo>
                  <a:pt x="3081338" y="0"/>
                </a:lnTo>
                <a:cubicBezTo>
                  <a:pt x="3162875" y="0"/>
                  <a:pt x="3228975" y="66100"/>
                  <a:pt x="3228975" y="147638"/>
                </a:cubicBezTo>
                <a:lnTo>
                  <a:pt x="3228975" y="147638"/>
                </a:lnTo>
                <a:cubicBezTo>
                  <a:pt x="3228975" y="229175"/>
                  <a:pt x="3162875" y="295275"/>
                  <a:pt x="3081338"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F0FFF0"/>
          </a:solidFill>
          <a:ln xmlns:a="http://schemas.openxmlformats.org/drawingml/2006/main" w="9525">
            <a:noFill/>
            <a:prstDash val="solid"/>
          </a:ln>
        </p:spPr>
      </p:sp>
      <p:sp>
        <p:nvSpPr>
          <p:cNvPr id="213" name="region design icon background">
            <a:extLst xmlns:a="http://schemas.openxmlformats.org/drawingml/2006/main">
              <a:ext uri="{FF2B5EF4-FFF2-40B4-BE49-F238E27FC236}">
                <a16:creationId xmlns:a16="http://schemas.microsoft.com/office/drawing/2014/main" id="{2209B576-8B19-45B3-B513-BE4C9F74A408}"/>
              </a:ext>
            </a:extLst>
          </p:cNvPr>
          <p:cNvSpPr>
            <a:spLocks xmlns:a="http://schemas.openxmlformats.org/drawingml/2006/main" noGrp="1"/>
          </p:cNvSpPr>
          <p:nvPr/>
        </p:nvSpPr>
        <p:spPr>
          <a:xfrm xmlns:a="http://schemas.openxmlformats.org/drawingml/2006/main">
            <a:off x="3476625" y="883920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397F56"/>
          </a:solidFill>
          <a:ln xmlns:a="http://schemas.openxmlformats.org/drawingml/2006/main" w="9525">
            <a:noFill/>
            <a:prstDash val="solid"/>
          </a:ln>
        </p:spPr>
      </p:sp>
      <p:pic>
        <p:nvPicPr>
          <p:cNvPr id="214" name="">
            <a:extLst xmlns:a="http://schemas.openxmlformats.org/drawingml/2006/main">
              <a:ext uri="{FF2B5EF4-FFF2-40B4-BE49-F238E27FC236}">
                <a16:creationId xmlns:a16="http://schemas.microsoft.com/office/drawing/2014/main" id="{04F30099-8DFE-4AEF-BF9C-A90941D11D91}"/>
              </a:ext>
            </a:extLst>
          </p:cNvPr>
          <p:cNvPicPr>
            <a:picLocks xmlns:a="http://schemas.openxmlformats.org/drawingml/2006/main" noChangeAspect="1"/>
          </p:cNvPicPr>
          <p:nvPr/>
        </p:nvPicPr>
        <p:blipFill>
          <a:blip xmlns:r="http://schemas.openxmlformats.org/officeDocument/2006/relationships" xmlns:a="http://schemas.openxmlformats.org/drawingml/2006/main" r:embed="R918e6f2548fb40a6"/>
          <a:stretch xmlns:a="http://schemas.openxmlformats.org/drawingml/2006/main"/>
        </p:blipFill>
        <p:spPr>
          <a:xfrm xmlns:a="http://schemas.openxmlformats.org/drawingml/2006/main">
            <a:off x="3559431" y="8867775"/>
            <a:ext cx="253488" cy="238125"/>
          </a:xfrm>
          <a:prstGeom xmlns:a="http://schemas.openxmlformats.org/drawingml/2006/main" prst="rect">
            <a:avLst/>
          </a:prstGeom>
        </p:spPr>
      </p:pic>
      <p:sp>
        <p:nvSpPr>
          <p:cNvPr id="215" name="region design">
            <a:extLst xmlns:a="http://schemas.openxmlformats.org/drawingml/2006/main">
              <a:ext uri="{FF2B5EF4-FFF2-40B4-BE49-F238E27FC236}">
                <a16:creationId xmlns:a16="http://schemas.microsoft.com/office/drawing/2014/main" id="{EA3C49B7-1C53-4DF5-9AEE-EEB6D589A1AF}"/>
              </a:ext>
            </a:extLst>
          </p:cNvPr>
          <p:cNvSpPr>
            <a:spLocks xmlns:a="http://schemas.openxmlformats.org/drawingml/2006/main" noGrp="1"/>
          </p:cNvSpPr>
          <p:nvPr/>
        </p:nvSpPr>
        <p:spPr>
          <a:xfrm xmlns:a="http://schemas.openxmlformats.org/drawingml/2006/main" rot="0">
            <a:off x="4038600" y="8865743"/>
            <a:ext cx="114300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397F56"/>
                </a:solidFill>
                <a:latin typeface="Times New Roman"/>
                <a:ea typeface="Times New Roman"/>
                <a:cs typeface="Times New Roman"/>
              </a:defRPr>
            </a:defPPr>
          </a:lstStyle>
          <a:p xmlns:a="http://schemas.openxmlformats.org/drawingml/2006/main">
            <a:pPr algn="l">
              <a:lnSpc>
                <a:spcPct val="100000"/>
              </a:lnSpc>
              <a:buNone/>
              <a:defRPr sz="1396" b="1" i="0">
                <a:solidFill>
                  <a:srgbClr val="397F56"/>
                </a:solidFill>
                <a:latin typeface="Times New Roman"/>
                <a:ea typeface="Times New Roman"/>
                <a:cs typeface="Times New Roman"/>
              </a:defRPr>
            </a:pPr>
            <a:r>
              <a:rPr sz="1396" b="1" i="0">
                <a:solidFill>
                  <a:srgbClr val="397F56"/>
                </a:solidFill>
                <a:latin typeface="Times New Roman"/>
                <a:ea typeface="Times New Roman"/>
                <a:cs typeface="Times New Roman"/>
              </a:rPr>
              <a:t>region design</a:t>
            </a:r>
          </a:p>
        </p:txBody>
      </p:sp>
      <p:sp>
        <p:nvSpPr>
          <p:cNvPr id="216" name="(script: img_edit.py)">
            <a:extLst xmlns:a="http://schemas.openxmlformats.org/drawingml/2006/main">
              <a:ext uri="{FF2B5EF4-FFF2-40B4-BE49-F238E27FC236}">
                <a16:creationId xmlns:a16="http://schemas.microsoft.com/office/drawing/2014/main" id="{D724237E-9020-4151-B300-B89BC34DE3B5}"/>
              </a:ext>
            </a:extLst>
          </p:cNvPr>
          <p:cNvSpPr>
            <a:spLocks xmlns:a="http://schemas.openxmlformats.org/drawingml/2006/main" noGrp="1"/>
          </p:cNvSpPr>
          <p:nvPr/>
        </p:nvSpPr>
        <p:spPr>
          <a:xfrm xmlns:a="http://schemas.openxmlformats.org/drawingml/2006/main" rot="0">
            <a:off x="5267325" y="8902446"/>
            <a:ext cx="135255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img_edit.py)</a:t>
            </a:r>
          </a:p>
        </p:txBody>
      </p:sp>
      <p:sp>
        <p:nvSpPr>
          <p:cNvPr id="217" name="3d gen regional pill">
            <a:extLst xmlns:a="http://schemas.openxmlformats.org/drawingml/2006/main">
              <a:ext uri="{FF2B5EF4-FFF2-40B4-BE49-F238E27FC236}">
                <a16:creationId xmlns:a16="http://schemas.microsoft.com/office/drawing/2014/main" id="{FB8AC671-C77B-4AE7-8D21-5EEFEF508FE5}"/>
              </a:ext>
            </a:extLst>
          </p:cNvPr>
          <p:cNvSpPr>
            <a:spLocks xmlns:a="http://schemas.openxmlformats.org/drawingml/2006/main" noGrp="1"/>
          </p:cNvSpPr>
          <p:nvPr/>
        </p:nvSpPr>
        <p:spPr>
          <a:xfrm xmlns:a="http://schemas.openxmlformats.org/drawingml/2006/main">
            <a:off x="3476625" y="9963150"/>
            <a:ext cx="3228975" cy="295275"/>
          </a:xfrm>
          <a:custGeom xmlns:a="http://schemas.openxmlformats.org/drawingml/2006/main">
            <a:pathLst>
              <a:path w="3228975" h="295275">
                <a:moveTo>
                  <a:pt x="147638" y="0"/>
                </a:moveTo>
                <a:lnTo>
                  <a:pt x="3081338" y="0"/>
                </a:lnTo>
                <a:cubicBezTo>
                  <a:pt x="3162875" y="0"/>
                  <a:pt x="3228975" y="66100"/>
                  <a:pt x="3228975" y="147638"/>
                </a:cubicBezTo>
                <a:lnTo>
                  <a:pt x="3228975" y="147638"/>
                </a:lnTo>
                <a:cubicBezTo>
                  <a:pt x="3228975" y="229175"/>
                  <a:pt x="3162875" y="295275"/>
                  <a:pt x="3081338"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F0FFF0"/>
          </a:solidFill>
          <a:ln xmlns:a="http://schemas.openxmlformats.org/drawingml/2006/main" w="9525">
            <a:noFill/>
            <a:prstDash val="solid"/>
          </a:ln>
        </p:spPr>
      </p:sp>
      <p:sp>
        <p:nvSpPr>
          <p:cNvPr id="218" name="3d gen regional icon background">
            <a:extLst xmlns:a="http://schemas.openxmlformats.org/drawingml/2006/main">
              <a:ext uri="{FF2B5EF4-FFF2-40B4-BE49-F238E27FC236}">
                <a16:creationId xmlns:a16="http://schemas.microsoft.com/office/drawing/2014/main" id="{D75C1F10-C7C3-4A5E-994D-27CFC9F6D657}"/>
              </a:ext>
            </a:extLst>
          </p:cNvPr>
          <p:cNvSpPr>
            <a:spLocks xmlns:a="http://schemas.openxmlformats.org/drawingml/2006/main" noGrp="1"/>
          </p:cNvSpPr>
          <p:nvPr/>
        </p:nvSpPr>
        <p:spPr>
          <a:xfrm xmlns:a="http://schemas.openxmlformats.org/drawingml/2006/main">
            <a:off x="3476625" y="996315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397F56"/>
          </a:solidFill>
          <a:ln xmlns:a="http://schemas.openxmlformats.org/drawingml/2006/main" w="9525">
            <a:noFill/>
            <a:prstDash val="solid"/>
          </a:ln>
        </p:spPr>
      </p:sp>
      <p:pic>
        <p:nvPicPr>
          <p:cNvPr id="219" name="">
            <a:extLst xmlns:a="http://schemas.openxmlformats.org/drawingml/2006/main">
              <a:ext uri="{FF2B5EF4-FFF2-40B4-BE49-F238E27FC236}">
                <a16:creationId xmlns:a16="http://schemas.microsoft.com/office/drawing/2014/main" id="{2DCF6A9C-31F7-45C9-B4D4-F894C80D2F8D}"/>
              </a:ext>
            </a:extLst>
          </p:cNvPr>
          <p:cNvPicPr>
            <a:picLocks xmlns:a="http://schemas.openxmlformats.org/drawingml/2006/main" noChangeAspect="1"/>
          </p:cNvPicPr>
          <p:nvPr/>
        </p:nvPicPr>
        <p:blipFill>
          <a:blip xmlns:r="http://schemas.openxmlformats.org/officeDocument/2006/relationships" xmlns:a="http://schemas.openxmlformats.org/drawingml/2006/main" r:embed="R1077ffa32f184550"/>
          <a:stretch xmlns:a="http://schemas.openxmlformats.org/drawingml/2006/main"/>
        </p:blipFill>
        <p:spPr>
          <a:xfrm xmlns:a="http://schemas.openxmlformats.org/drawingml/2006/main">
            <a:off x="3550690" y="9991725"/>
            <a:ext cx="270970" cy="238125"/>
          </a:xfrm>
          <a:prstGeom xmlns:a="http://schemas.openxmlformats.org/drawingml/2006/main" prst="rect">
            <a:avLst/>
          </a:prstGeom>
        </p:spPr>
      </p:pic>
      <p:sp>
        <p:nvSpPr>
          <p:cNvPr id="220" name="3d gen">
            <a:extLst xmlns:a="http://schemas.openxmlformats.org/drawingml/2006/main">
              <a:ext uri="{FF2B5EF4-FFF2-40B4-BE49-F238E27FC236}">
                <a16:creationId xmlns:a16="http://schemas.microsoft.com/office/drawing/2014/main" id="{2D9DEAFE-BA72-4323-82F6-0FAE43240685}"/>
              </a:ext>
            </a:extLst>
          </p:cNvPr>
          <p:cNvSpPr>
            <a:spLocks xmlns:a="http://schemas.openxmlformats.org/drawingml/2006/main" noGrp="1"/>
          </p:cNvSpPr>
          <p:nvPr/>
        </p:nvSpPr>
        <p:spPr>
          <a:xfrm xmlns:a="http://schemas.openxmlformats.org/drawingml/2006/main" rot="0">
            <a:off x="4038600" y="9989693"/>
            <a:ext cx="561975"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397F56"/>
                </a:solidFill>
                <a:latin typeface="Times New Roman"/>
                <a:ea typeface="Times New Roman"/>
                <a:cs typeface="Times New Roman"/>
              </a:defRPr>
            </a:defPPr>
          </a:lstStyle>
          <a:p xmlns:a="http://schemas.openxmlformats.org/drawingml/2006/main">
            <a:pPr algn="l">
              <a:lnSpc>
                <a:spcPct val="100000"/>
              </a:lnSpc>
              <a:buNone/>
              <a:defRPr sz="1396" b="1" i="0">
                <a:solidFill>
                  <a:srgbClr val="397F56"/>
                </a:solidFill>
                <a:latin typeface="Times New Roman"/>
                <a:ea typeface="Times New Roman"/>
                <a:cs typeface="Times New Roman"/>
              </a:defRPr>
            </a:pPr>
            <a:r>
              <a:rPr sz="1396" b="1" i="0">
                <a:solidFill>
                  <a:srgbClr val="397F56"/>
                </a:solidFill>
                <a:latin typeface="Times New Roman"/>
                <a:ea typeface="Times New Roman"/>
                <a:cs typeface="Times New Roman"/>
              </a:rPr>
              <a:t>3d gen</a:t>
            </a:r>
          </a:p>
        </p:txBody>
      </p:sp>
      <p:sp>
        <p:nvSpPr>
          <p:cNvPr id="221" name="(script: img_to_3d.py --det)">
            <a:extLst xmlns:a="http://schemas.openxmlformats.org/drawingml/2006/main">
              <a:ext uri="{FF2B5EF4-FFF2-40B4-BE49-F238E27FC236}">
                <a16:creationId xmlns:a16="http://schemas.microsoft.com/office/drawing/2014/main" id="{34DE25F7-0506-413D-9847-C1F52453B9B3}"/>
              </a:ext>
            </a:extLst>
          </p:cNvPr>
          <p:cNvSpPr>
            <a:spLocks xmlns:a="http://schemas.openxmlformats.org/drawingml/2006/main" noGrp="1"/>
          </p:cNvSpPr>
          <p:nvPr/>
        </p:nvSpPr>
        <p:spPr>
          <a:xfrm xmlns:a="http://schemas.openxmlformats.org/drawingml/2006/main" rot="0">
            <a:off x="4695825" y="10026396"/>
            <a:ext cx="1876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img_to_3d.py --det)</a:t>
            </a:r>
          </a:p>
        </p:txBody>
      </p:sp>
      <p:sp>
        <p:nvSpPr>
          <p:cNvPr id="222" name="place model pill">
            <a:extLst xmlns:a="http://schemas.openxmlformats.org/drawingml/2006/main">
              <a:ext uri="{FF2B5EF4-FFF2-40B4-BE49-F238E27FC236}">
                <a16:creationId xmlns:a16="http://schemas.microsoft.com/office/drawing/2014/main" id="{3A382E40-AFF4-4B8E-BEB3-14B853897A51}"/>
              </a:ext>
            </a:extLst>
          </p:cNvPr>
          <p:cNvSpPr>
            <a:spLocks xmlns:a="http://schemas.openxmlformats.org/drawingml/2006/main" noGrp="1"/>
          </p:cNvSpPr>
          <p:nvPr/>
        </p:nvSpPr>
        <p:spPr>
          <a:xfrm xmlns:a="http://schemas.openxmlformats.org/drawingml/2006/main">
            <a:off x="3476625" y="11134725"/>
            <a:ext cx="3248025" cy="295275"/>
          </a:xfrm>
          <a:custGeom xmlns:a="http://schemas.openxmlformats.org/drawingml/2006/main">
            <a:pathLst>
              <a:path w="3248025" h="295275">
                <a:moveTo>
                  <a:pt x="147638" y="0"/>
                </a:moveTo>
                <a:lnTo>
                  <a:pt x="3100388" y="0"/>
                </a:lnTo>
                <a:cubicBezTo>
                  <a:pt x="3181925" y="0"/>
                  <a:pt x="3248025" y="66100"/>
                  <a:pt x="3248025" y="147638"/>
                </a:cubicBezTo>
                <a:lnTo>
                  <a:pt x="3248025" y="147638"/>
                </a:lnTo>
                <a:cubicBezTo>
                  <a:pt x="3248025" y="229175"/>
                  <a:pt x="3181925" y="295275"/>
                  <a:pt x="3100388"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F0FFF0"/>
          </a:solidFill>
          <a:ln xmlns:a="http://schemas.openxmlformats.org/drawingml/2006/main" w="9525">
            <a:noFill/>
            <a:prstDash val="solid"/>
          </a:ln>
        </p:spPr>
      </p:sp>
      <p:sp>
        <p:nvSpPr>
          <p:cNvPr id="223" name="place model icon background">
            <a:extLst xmlns:a="http://schemas.openxmlformats.org/drawingml/2006/main">
              <a:ext uri="{FF2B5EF4-FFF2-40B4-BE49-F238E27FC236}">
                <a16:creationId xmlns:a16="http://schemas.microsoft.com/office/drawing/2014/main" id="{2DE4DA5D-BF52-402C-8B63-75DADDC26994}"/>
              </a:ext>
            </a:extLst>
          </p:cNvPr>
          <p:cNvSpPr>
            <a:spLocks xmlns:a="http://schemas.openxmlformats.org/drawingml/2006/main" noGrp="1"/>
          </p:cNvSpPr>
          <p:nvPr/>
        </p:nvSpPr>
        <p:spPr>
          <a:xfrm xmlns:a="http://schemas.openxmlformats.org/drawingml/2006/main">
            <a:off x="3476625" y="11134725"/>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397F56"/>
          </a:solidFill>
          <a:ln xmlns:a="http://schemas.openxmlformats.org/drawingml/2006/main" w="9525">
            <a:noFill/>
            <a:prstDash val="solid"/>
          </a:ln>
        </p:spPr>
      </p:sp>
      <p:pic>
        <p:nvPicPr>
          <p:cNvPr id="224" name="">
            <a:extLst xmlns:a="http://schemas.openxmlformats.org/drawingml/2006/main">
              <a:ext uri="{FF2B5EF4-FFF2-40B4-BE49-F238E27FC236}">
                <a16:creationId xmlns:a16="http://schemas.microsoft.com/office/drawing/2014/main" id="{06788B8F-87E2-45AF-8F99-5D5CE57D9EAD}"/>
              </a:ext>
            </a:extLst>
          </p:cNvPr>
          <p:cNvPicPr>
            <a:picLocks xmlns:a="http://schemas.openxmlformats.org/drawingml/2006/main" noChangeAspect="1"/>
          </p:cNvPicPr>
          <p:nvPr/>
        </p:nvPicPr>
        <p:blipFill>
          <a:blip xmlns:r="http://schemas.openxmlformats.org/officeDocument/2006/relationships" xmlns:a="http://schemas.openxmlformats.org/drawingml/2006/main" r:embed="Rf31e265c7eaa4a7e"/>
          <a:stretch xmlns:a="http://schemas.openxmlformats.org/drawingml/2006/main"/>
        </p:blipFill>
        <p:spPr>
          <a:xfrm xmlns:a="http://schemas.openxmlformats.org/drawingml/2006/main">
            <a:off x="3555206" y="11163300"/>
            <a:ext cx="261938" cy="238125"/>
          </a:xfrm>
          <a:prstGeom xmlns:a="http://schemas.openxmlformats.org/drawingml/2006/main" prst="rect">
            <a:avLst/>
          </a:prstGeom>
        </p:spPr>
      </p:pic>
      <p:sp>
        <p:nvSpPr>
          <p:cNvPr id="225" name="place model">
            <a:extLst xmlns:a="http://schemas.openxmlformats.org/drawingml/2006/main">
              <a:ext uri="{FF2B5EF4-FFF2-40B4-BE49-F238E27FC236}">
                <a16:creationId xmlns:a16="http://schemas.microsoft.com/office/drawing/2014/main" id="{CE5DCC09-C78A-4FE5-B40C-B876260A0F6D}"/>
              </a:ext>
            </a:extLst>
          </p:cNvPr>
          <p:cNvSpPr>
            <a:spLocks xmlns:a="http://schemas.openxmlformats.org/drawingml/2006/main" noGrp="1"/>
          </p:cNvSpPr>
          <p:nvPr/>
        </p:nvSpPr>
        <p:spPr>
          <a:xfrm xmlns:a="http://schemas.openxmlformats.org/drawingml/2006/main" rot="0">
            <a:off x="4038600" y="11161268"/>
            <a:ext cx="100965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397F56"/>
                </a:solidFill>
                <a:latin typeface="Times New Roman"/>
                <a:ea typeface="Times New Roman"/>
                <a:cs typeface="Times New Roman"/>
              </a:defRPr>
            </a:defPPr>
          </a:lstStyle>
          <a:p xmlns:a="http://schemas.openxmlformats.org/drawingml/2006/main">
            <a:pPr algn="l">
              <a:lnSpc>
                <a:spcPct val="100000"/>
              </a:lnSpc>
              <a:buNone/>
              <a:defRPr sz="1396" b="1" i="0">
                <a:solidFill>
                  <a:srgbClr val="397F56"/>
                </a:solidFill>
                <a:latin typeface="Times New Roman"/>
                <a:ea typeface="Times New Roman"/>
                <a:cs typeface="Times New Roman"/>
              </a:defRPr>
            </a:pPr>
            <a:r>
              <a:rPr sz="1396" b="1" i="0">
                <a:solidFill>
                  <a:srgbClr val="397F56"/>
                </a:solidFill>
                <a:latin typeface="Times New Roman"/>
                <a:ea typeface="Times New Roman"/>
                <a:cs typeface="Times New Roman"/>
              </a:rPr>
              <a:t>place model</a:t>
            </a:r>
          </a:p>
        </p:txBody>
      </p:sp>
      <p:sp>
        <p:nvSpPr>
          <p:cNvPr id="226" name="(script: 3d_placement.py)">
            <a:extLst xmlns:a="http://schemas.openxmlformats.org/drawingml/2006/main">
              <a:ext uri="{FF2B5EF4-FFF2-40B4-BE49-F238E27FC236}">
                <a16:creationId xmlns:a16="http://schemas.microsoft.com/office/drawing/2014/main" id="{0AEF0F30-F42E-4D3C-95B1-A948A0B8D391}"/>
              </a:ext>
            </a:extLst>
          </p:cNvPr>
          <p:cNvSpPr>
            <a:spLocks xmlns:a="http://schemas.openxmlformats.org/drawingml/2006/main" noGrp="1"/>
          </p:cNvSpPr>
          <p:nvPr/>
        </p:nvSpPr>
        <p:spPr>
          <a:xfrm xmlns:a="http://schemas.openxmlformats.org/drawingml/2006/main" rot="0">
            <a:off x="5143500" y="11197971"/>
            <a:ext cx="1524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3d_placement.py)</a:t>
            </a:r>
          </a:p>
        </p:txBody>
      </p:sp>
      <p:sp>
        <p:nvSpPr>
          <p:cNvPr id="227" name="regional execution spine">
            <a:extLst xmlns:a="http://schemas.openxmlformats.org/drawingml/2006/main">
              <a:ext uri="{FF2B5EF4-FFF2-40B4-BE49-F238E27FC236}">
                <a16:creationId xmlns:a16="http://schemas.microsoft.com/office/drawing/2014/main" id="{7FEA355A-9744-4D79-99D0-62686B2221B6}"/>
              </a:ext>
            </a:extLst>
          </p:cNvPr>
          <p:cNvSpPr>
            <a:spLocks xmlns:a="http://schemas.openxmlformats.org/drawingml/2006/main" noGrp="1"/>
          </p:cNvSpPr>
          <p:nvPr/>
        </p:nvSpPr>
        <p:spPr>
          <a:xfrm xmlns:a="http://schemas.openxmlformats.org/drawingml/2006/main">
            <a:off x="3657600" y="9201150"/>
            <a:ext cx="191" cy="685990"/>
          </a:xfrm>
          <a:custGeom xmlns:a="http://schemas.openxmlformats.org/drawingml/2006/main">
            <a:pathLst>
              <a:path w="191" h="685990">
                <a:moveTo>
                  <a:pt x="0" y="0"/>
                </a:moveTo>
                <a:lnTo>
                  <a:pt x="0" y="685800"/>
                </a:lnTo>
              </a:path>
            </a:pathLst>
          </a:custGeom>
          <a:noFill xmlns:a="http://schemas.openxmlformats.org/drawingml/2006/main"/>
          <a:ln xmlns:a="http://schemas.openxmlformats.org/drawingml/2006/main" w="14288">
            <a:solidFill>
              <a:srgbClr val="81BC97"/>
            </a:solidFill>
            <a:prstDash val="solid"/>
          </a:ln>
        </p:spPr>
      </p:sp>
      <p:sp>
        <p:nvSpPr>
          <p:cNvPr id="228" name="regional execution spine">
            <a:extLst xmlns:a="http://schemas.openxmlformats.org/drawingml/2006/main">
              <a:ext uri="{FF2B5EF4-FFF2-40B4-BE49-F238E27FC236}">
                <a16:creationId xmlns:a16="http://schemas.microsoft.com/office/drawing/2014/main" id="{D027209D-5E42-4EC6-B9D0-A4EE88FAFE5B}"/>
              </a:ext>
            </a:extLst>
          </p:cNvPr>
          <p:cNvSpPr>
            <a:spLocks xmlns:a="http://schemas.openxmlformats.org/drawingml/2006/main" noGrp="1"/>
          </p:cNvSpPr>
          <p:nvPr/>
        </p:nvSpPr>
        <p:spPr>
          <a:xfrm xmlns:a="http://schemas.openxmlformats.org/drawingml/2006/main">
            <a:off x="3657600" y="10334625"/>
            <a:ext cx="191" cy="685990"/>
          </a:xfrm>
          <a:custGeom xmlns:a="http://schemas.openxmlformats.org/drawingml/2006/main">
            <a:pathLst>
              <a:path w="191" h="685990">
                <a:moveTo>
                  <a:pt x="0" y="0"/>
                </a:moveTo>
                <a:lnTo>
                  <a:pt x="0" y="685800"/>
                </a:lnTo>
              </a:path>
            </a:pathLst>
          </a:custGeom>
          <a:noFill xmlns:a="http://schemas.openxmlformats.org/drawingml/2006/main"/>
          <a:ln xmlns:a="http://schemas.openxmlformats.org/drawingml/2006/main" w="14288">
            <a:solidFill>
              <a:srgbClr val="81BC97"/>
            </a:solidFill>
            <a:prstDash val="solid"/>
          </a:ln>
        </p:spPr>
      </p:sp>
      <p:sp>
        <p:nvSpPr>
          <p:cNvPr id="229" name="regional execution spine">
            <a:extLst xmlns:a="http://schemas.openxmlformats.org/drawingml/2006/main">
              <a:ext uri="{FF2B5EF4-FFF2-40B4-BE49-F238E27FC236}">
                <a16:creationId xmlns:a16="http://schemas.microsoft.com/office/drawing/2014/main" id="{F78E4880-85B2-4EFD-A072-BD58549C1924}"/>
              </a:ext>
            </a:extLst>
          </p:cNvPr>
          <p:cNvSpPr>
            <a:spLocks xmlns:a="http://schemas.openxmlformats.org/drawingml/2006/main" noGrp="1"/>
          </p:cNvSpPr>
          <p:nvPr/>
        </p:nvSpPr>
        <p:spPr>
          <a:xfrm xmlns:a="http://schemas.openxmlformats.org/drawingml/2006/main">
            <a:off x="3657600" y="11506200"/>
            <a:ext cx="191" cy="685990"/>
          </a:xfrm>
          <a:custGeom xmlns:a="http://schemas.openxmlformats.org/drawingml/2006/main">
            <a:pathLst>
              <a:path w="191" h="685990">
                <a:moveTo>
                  <a:pt x="0" y="0"/>
                </a:moveTo>
                <a:lnTo>
                  <a:pt x="0" y="685800"/>
                </a:lnTo>
              </a:path>
            </a:pathLst>
          </a:custGeom>
          <a:noFill xmlns:a="http://schemas.openxmlformats.org/drawingml/2006/main"/>
          <a:ln xmlns:a="http://schemas.openxmlformats.org/drawingml/2006/main" w="14288">
            <a:solidFill>
              <a:srgbClr val="81BC97"/>
            </a:solidFill>
            <a:prstDash val="solid"/>
          </a:ln>
        </p:spPr>
      </p:sp>
      <p:sp>
        <p:nvSpPr>
          <p:cNvPr id="230" name="status-dot">
            <a:extLst xmlns:a="http://schemas.openxmlformats.org/drawingml/2006/main">
              <a:ext uri="{FF2B5EF4-FFF2-40B4-BE49-F238E27FC236}">
                <a16:creationId xmlns:a16="http://schemas.microsoft.com/office/drawing/2014/main" id="{DCAE899F-8113-41A4-8F2D-82F36B538C4C}"/>
              </a:ext>
            </a:extLst>
          </p:cNvPr>
          <p:cNvSpPr>
            <a:spLocks xmlns:a="http://schemas.openxmlformats.org/drawingml/2006/main" noGrp="1"/>
          </p:cNvSpPr>
          <p:nvPr/>
        </p:nvSpPr>
        <p:spPr>
          <a:xfrm xmlns:a="http://schemas.openxmlformats.org/drawingml/2006/main">
            <a:off x="3743325" y="9324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31" name="">
            <a:extLst xmlns:a="http://schemas.openxmlformats.org/drawingml/2006/main">
              <a:ext uri="{FF2B5EF4-FFF2-40B4-BE49-F238E27FC236}">
                <a16:creationId xmlns:a16="http://schemas.microsoft.com/office/drawing/2014/main" id="{26FE4147-09B8-4CC4-934C-0E1F295F946A}"/>
              </a:ext>
            </a:extLst>
          </p:cNvPr>
          <p:cNvPicPr>
            <a:picLocks xmlns:a="http://schemas.openxmlformats.org/drawingml/2006/main" noChangeAspect="1"/>
          </p:cNvPicPr>
          <p:nvPr/>
        </p:nvPicPr>
        <p:blipFill>
          <a:blip xmlns:r="http://schemas.openxmlformats.org/officeDocument/2006/relationships" xmlns:a="http://schemas.openxmlformats.org/drawingml/2006/main" r:embed="R5e947b2d3ad14d76"/>
          <a:stretch xmlns:a="http://schemas.openxmlformats.org/drawingml/2006/main"/>
        </p:blipFill>
        <p:spPr>
          <a:xfrm xmlns:a="http://schemas.openxmlformats.org/drawingml/2006/main">
            <a:off x="3898210" y="9277350"/>
            <a:ext cx="176005" cy="161925"/>
          </a:xfrm>
          <a:prstGeom xmlns:a="http://schemas.openxmlformats.org/drawingml/2006/main" prst="rect">
            <a:avLst/>
          </a:prstGeom>
        </p:spPr>
      </p:pic>
      <p:sp>
        <p:nvSpPr>
          <p:cNvPr id="232" name="render">
            <a:extLst xmlns:a="http://schemas.openxmlformats.org/drawingml/2006/main">
              <a:ext uri="{FF2B5EF4-FFF2-40B4-BE49-F238E27FC236}">
                <a16:creationId xmlns:a16="http://schemas.microsoft.com/office/drawing/2014/main" id="{9EA45FF9-4692-4432-92EA-B052529312E3}"/>
              </a:ext>
            </a:extLst>
          </p:cNvPr>
          <p:cNvSpPr>
            <a:spLocks xmlns:a="http://schemas.openxmlformats.org/drawingml/2006/main" noGrp="1"/>
          </p:cNvSpPr>
          <p:nvPr/>
        </p:nvSpPr>
        <p:spPr>
          <a:xfrm xmlns:a="http://schemas.openxmlformats.org/drawingml/2006/main" rot="0">
            <a:off x="4171950" y="9227349"/>
            <a:ext cx="542925" cy="2976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74" b="0" i="0">
                <a:solidFill>
                  <a:srgbClr val="454545"/>
                </a:solidFill>
                <a:latin typeface="Times New Roman"/>
                <a:ea typeface="Times New Roman"/>
                <a:cs typeface="Times New Roman"/>
              </a:defRPr>
            </a:defPPr>
          </a:lstStyle>
          <a:p xmlns:a="http://schemas.openxmlformats.org/drawingml/2006/main">
            <a:pPr algn="l">
              <a:lnSpc>
                <a:spcPct val="100000"/>
              </a:lnSpc>
              <a:buNone/>
              <a:defRPr sz="1674" b="0" i="0">
                <a:solidFill>
                  <a:srgbClr val="454545"/>
                </a:solidFill>
                <a:latin typeface="Times New Roman"/>
                <a:ea typeface="Times New Roman"/>
                <a:cs typeface="Times New Roman"/>
              </a:defRPr>
            </a:pPr>
            <a:r>
              <a:rPr sz="1674" b="0" i="0">
                <a:solidFill>
                  <a:srgbClr val="454545"/>
                </a:solidFill>
                <a:latin typeface="Times New Roman"/>
                <a:ea typeface="Times New Roman"/>
                <a:cs typeface="Times New Roman"/>
              </a:rPr>
              <a:t>render</a:t>
            </a:r>
          </a:p>
        </p:txBody>
      </p:sp>
      <p:sp>
        <p:nvSpPr>
          <p:cNvPr id="233" name="(filename: region_b.png)">
            <a:extLst xmlns:a="http://schemas.openxmlformats.org/drawingml/2006/main">
              <a:ext uri="{FF2B5EF4-FFF2-40B4-BE49-F238E27FC236}">
                <a16:creationId xmlns:a16="http://schemas.microsoft.com/office/drawing/2014/main" id="{B9564FFA-5BAD-4442-8A56-2C92E1D9CB14}"/>
              </a:ext>
            </a:extLst>
          </p:cNvPr>
          <p:cNvSpPr>
            <a:spLocks xmlns:a="http://schemas.openxmlformats.org/drawingml/2006/main" noGrp="1"/>
          </p:cNvSpPr>
          <p:nvPr/>
        </p:nvSpPr>
        <p:spPr>
          <a:xfrm xmlns:a="http://schemas.openxmlformats.org/drawingml/2006/main" rot="0">
            <a:off x="4752975" y="9283446"/>
            <a:ext cx="1905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region_b.png)</a:t>
            </a:r>
          </a:p>
        </p:txBody>
      </p:sp>
      <p:sp>
        <p:nvSpPr>
          <p:cNvPr id="234" name="status-dot">
            <a:extLst xmlns:a="http://schemas.openxmlformats.org/drawingml/2006/main">
              <a:ext uri="{FF2B5EF4-FFF2-40B4-BE49-F238E27FC236}">
                <a16:creationId xmlns:a16="http://schemas.microsoft.com/office/drawing/2014/main" id="{C27BEBF8-D094-459A-B539-A38B1EA75FB5}"/>
              </a:ext>
            </a:extLst>
          </p:cNvPr>
          <p:cNvSpPr>
            <a:spLocks xmlns:a="http://schemas.openxmlformats.org/drawingml/2006/main" noGrp="1"/>
          </p:cNvSpPr>
          <p:nvPr/>
        </p:nvSpPr>
        <p:spPr>
          <a:xfrm xmlns:a="http://schemas.openxmlformats.org/drawingml/2006/main">
            <a:off x="3743325" y="967740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35" name="">
            <a:extLst xmlns:a="http://schemas.openxmlformats.org/drawingml/2006/main">
              <a:ext uri="{FF2B5EF4-FFF2-40B4-BE49-F238E27FC236}">
                <a16:creationId xmlns:a16="http://schemas.microsoft.com/office/drawing/2014/main" id="{F7DC7161-17E5-472E-B4F6-E8CB4E52A4AC}"/>
              </a:ext>
            </a:extLst>
          </p:cNvPr>
          <p:cNvPicPr>
            <a:picLocks xmlns:a="http://schemas.openxmlformats.org/drawingml/2006/main" noChangeAspect="1"/>
          </p:cNvPicPr>
          <p:nvPr/>
        </p:nvPicPr>
        <p:blipFill>
          <a:blip xmlns:r="http://schemas.openxmlformats.org/officeDocument/2006/relationships" xmlns:a="http://schemas.openxmlformats.org/drawingml/2006/main" r:embed="Ra02f0f324eb040fe"/>
          <a:stretch xmlns:a="http://schemas.openxmlformats.org/drawingml/2006/main"/>
        </p:blipFill>
        <p:spPr>
          <a:xfrm xmlns:a="http://schemas.openxmlformats.org/drawingml/2006/main">
            <a:off x="3896800" y="9610725"/>
            <a:ext cx="197874" cy="219075"/>
          </a:xfrm>
          <a:prstGeom xmlns:a="http://schemas.openxmlformats.org/drawingml/2006/main" prst="rect">
            <a:avLst/>
          </a:prstGeom>
        </p:spPr>
      </p:pic>
      <p:sp>
        <p:nvSpPr>
          <p:cNvPr id="236" name="exec_py_scr">
            <a:extLst xmlns:a="http://schemas.openxmlformats.org/drawingml/2006/main">
              <a:ext uri="{FF2B5EF4-FFF2-40B4-BE49-F238E27FC236}">
                <a16:creationId xmlns:a16="http://schemas.microsoft.com/office/drawing/2014/main" id="{62063DD5-9973-4200-98B7-977FBE694F06}"/>
              </a:ext>
            </a:extLst>
          </p:cNvPr>
          <p:cNvSpPr>
            <a:spLocks xmlns:a="http://schemas.openxmlformats.org/drawingml/2006/main" noGrp="1"/>
          </p:cNvSpPr>
          <p:nvPr/>
        </p:nvSpPr>
        <p:spPr>
          <a:xfrm xmlns:a="http://schemas.openxmlformats.org/drawingml/2006/main" rot="0">
            <a:off x="4171950" y="958540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237" name="(script: import ...)">
            <a:extLst xmlns:a="http://schemas.openxmlformats.org/drawingml/2006/main">
              <a:ext uri="{FF2B5EF4-FFF2-40B4-BE49-F238E27FC236}">
                <a16:creationId xmlns:a16="http://schemas.microsoft.com/office/drawing/2014/main" id="{8334FCDE-211D-48F9-8BAE-076C1418152E}"/>
              </a:ext>
            </a:extLst>
          </p:cNvPr>
          <p:cNvSpPr>
            <a:spLocks xmlns:a="http://schemas.openxmlformats.org/drawingml/2006/main" noGrp="1"/>
          </p:cNvSpPr>
          <p:nvPr/>
        </p:nvSpPr>
        <p:spPr>
          <a:xfrm xmlns:a="http://schemas.openxmlformats.org/drawingml/2006/main" rot="0">
            <a:off x="5172075" y="9635871"/>
            <a:ext cx="1495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a:t>
            </a:r>
          </a:p>
        </p:txBody>
      </p:sp>
      <p:sp>
        <p:nvSpPr>
          <p:cNvPr id="238" name="status-dot">
            <a:extLst xmlns:a="http://schemas.openxmlformats.org/drawingml/2006/main">
              <a:ext uri="{FF2B5EF4-FFF2-40B4-BE49-F238E27FC236}">
                <a16:creationId xmlns:a16="http://schemas.microsoft.com/office/drawing/2014/main" id="{B4D96ED8-EDF3-4A3F-AD18-4839B80C936D}"/>
              </a:ext>
            </a:extLst>
          </p:cNvPr>
          <p:cNvSpPr>
            <a:spLocks xmlns:a="http://schemas.openxmlformats.org/drawingml/2006/main" noGrp="1"/>
          </p:cNvSpPr>
          <p:nvPr/>
        </p:nvSpPr>
        <p:spPr>
          <a:xfrm xmlns:a="http://schemas.openxmlformats.org/drawingml/2006/main">
            <a:off x="3743325" y="10467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39" name="">
            <a:extLst xmlns:a="http://schemas.openxmlformats.org/drawingml/2006/main">
              <a:ext uri="{FF2B5EF4-FFF2-40B4-BE49-F238E27FC236}">
                <a16:creationId xmlns:a16="http://schemas.microsoft.com/office/drawing/2014/main" id="{808EA26C-88B6-4A78-A428-107301330913}"/>
              </a:ext>
            </a:extLst>
          </p:cNvPr>
          <p:cNvPicPr>
            <a:picLocks xmlns:a="http://schemas.openxmlformats.org/drawingml/2006/main" noChangeAspect="1"/>
          </p:cNvPicPr>
          <p:nvPr/>
        </p:nvPicPr>
        <p:blipFill>
          <a:blip xmlns:r="http://schemas.openxmlformats.org/officeDocument/2006/relationships" xmlns:a="http://schemas.openxmlformats.org/drawingml/2006/main" r:embed="R738da80c715640ed"/>
          <a:stretch xmlns:a="http://schemas.openxmlformats.org/drawingml/2006/main"/>
        </p:blipFill>
        <p:spPr>
          <a:xfrm xmlns:a="http://schemas.openxmlformats.org/drawingml/2006/main">
            <a:off x="3895725" y="10403498"/>
            <a:ext cx="190500" cy="205154"/>
          </a:xfrm>
          <a:prstGeom xmlns:a="http://schemas.openxmlformats.org/drawingml/2006/main" prst="rect">
            <a:avLst/>
          </a:prstGeom>
        </p:spPr>
      </p:pic>
      <p:sp>
        <p:nvSpPr>
          <p:cNvPr id="240" name="detect">
            <a:extLst xmlns:a="http://schemas.openxmlformats.org/drawingml/2006/main">
              <a:ext uri="{FF2B5EF4-FFF2-40B4-BE49-F238E27FC236}">
                <a16:creationId xmlns:a16="http://schemas.microsoft.com/office/drawing/2014/main" id="{9AEAA31B-DAA2-434F-BD15-7D6C0BB7C62A}"/>
              </a:ext>
            </a:extLst>
          </p:cNvPr>
          <p:cNvSpPr>
            <a:spLocks xmlns:a="http://schemas.openxmlformats.org/drawingml/2006/main" noGrp="1"/>
          </p:cNvSpPr>
          <p:nvPr/>
        </p:nvSpPr>
        <p:spPr>
          <a:xfrm xmlns:a="http://schemas.openxmlformats.org/drawingml/2006/main" rot="0">
            <a:off x="4171950" y="10370134"/>
            <a:ext cx="542925" cy="298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80" b="0" i="0">
                <a:solidFill>
                  <a:srgbClr val="454545"/>
                </a:solidFill>
                <a:latin typeface="Times New Roman"/>
                <a:ea typeface="Times New Roman"/>
                <a:cs typeface="Times New Roman"/>
              </a:defRPr>
            </a:defPPr>
          </a:lstStyle>
          <a:p xmlns:a="http://schemas.openxmlformats.org/drawingml/2006/main">
            <a:pPr algn="l">
              <a:lnSpc>
                <a:spcPct val="100000"/>
              </a:lnSpc>
              <a:buNone/>
              <a:defRPr sz="1680" b="0" i="0">
                <a:solidFill>
                  <a:srgbClr val="454545"/>
                </a:solidFill>
                <a:latin typeface="Times New Roman"/>
                <a:ea typeface="Times New Roman"/>
                <a:cs typeface="Times New Roman"/>
              </a:defRPr>
            </a:pPr>
            <a:r>
              <a:rPr sz="1680" b="0" i="0">
                <a:solidFill>
                  <a:srgbClr val="454545"/>
                </a:solidFill>
                <a:latin typeface="Times New Roman"/>
                <a:ea typeface="Times New Roman"/>
                <a:cs typeface="Times New Roman"/>
              </a:rPr>
              <a:t>detect</a:t>
            </a:r>
          </a:p>
        </p:txBody>
      </p:sp>
      <p:sp>
        <p:nvSpPr>
          <p:cNvPr id="241" name="(file_path: objects/)">
            <a:extLst xmlns:a="http://schemas.openxmlformats.org/drawingml/2006/main">
              <a:ext uri="{FF2B5EF4-FFF2-40B4-BE49-F238E27FC236}">
                <a16:creationId xmlns:a16="http://schemas.microsoft.com/office/drawing/2014/main" id="{CD5156CE-7133-40A8-B8AF-B132B27D381A}"/>
              </a:ext>
            </a:extLst>
          </p:cNvPr>
          <p:cNvSpPr>
            <a:spLocks xmlns:a="http://schemas.openxmlformats.org/drawingml/2006/main" noGrp="1"/>
          </p:cNvSpPr>
          <p:nvPr/>
        </p:nvSpPr>
        <p:spPr>
          <a:xfrm xmlns:a="http://schemas.openxmlformats.org/drawingml/2006/main" rot="0">
            <a:off x="4752975" y="10426446"/>
            <a:ext cx="1905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(file_path: objects/)</a:t>
            </a:r>
          </a:p>
        </p:txBody>
      </p:sp>
      <p:sp>
        <p:nvSpPr>
          <p:cNvPr id="242" name="status-dot">
            <a:extLst xmlns:a="http://schemas.openxmlformats.org/drawingml/2006/main">
              <a:ext uri="{FF2B5EF4-FFF2-40B4-BE49-F238E27FC236}">
                <a16:creationId xmlns:a16="http://schemas.microsoft.com/office/drawing/2014/main" id="{AEAC00F7-02F3-41D3-A039-C10A0B61EB6B}"/>
              </a:ext>
            </a:extLst>
          </p:cNvPr>
          <p:cNvSpPr>
            <a:spLocks xmlns:a="http://schemas.openxmlformats.org/drawingml/2006/main" noGrp="1"/>
          </p:cNvSpPr>
          <p:nvPr/>
        </p:nvSpPr>
        <p:spPr>
          <a:xfrm xmlns:a="http://schemas.openxmlformats.org/drawingml/2006/main">
            <a:off x="3743325" y="1082040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43" name="">
            <a:extLst xmlns:a="http://schemas.openxmlformats.org/drawingml/2006/main">
              <a:ext uri="{FF2B5EF4-FFF2-40B4-BE49-F238E27FC236}">
                <a16:creationId xmlns:a16="http://schemas.microsoft.com/office/drawing/2014/main" id="{1FCDAD1F-5E6E-4E28-99E9-92B92FDE75B9}"/>
              </a:ext>
            </a:extLst>
          </p:cNvPr>
          <p:cNvPicPr>
            <a:picLocks xmlns:a="http://schemas.openxmlformats.org/drawingml/2006/main" noChangeAspect="1"/>
          </p:cNvPicPr>
          <p:nvPr/>
        </p:nvPicPr>
        <p:blipFill>
          <a:blip xmlns:r="http://schemas.openxmlformats.org/officeDocument/2006/relationships" xmlns:a="http://schemas.openxmlformats.org/drawingml/2006/main" r:embed="R6bc1df54a8f04611"/>
          <a:stretch xmlns:a="http://schemas.openxmlformats.org/drawingml/2006/main"/>
        </p:blipFill>
        <p:spPr>
          <a:xfrm xmlns:a="http://schemas.openxmlformats.org/drawingml/2006/main">
            <a:off x="3895725" y="10756106"/>
            <a:ext cx="200025" cy="214313"/>
          </a:xfrm>
          <a:prstGeom xmlns:a="http://schemas.openxmlformats.org/drawingml/2006/main" prst="rect">
            <a:avLst/>
          </a:prstGeom>
        </p:spPr>
      </p:pic>
      <p:sp>
        <p:nvSpPr>
          <p:cNvPr id="244" name="exec_py_scr">
            <a:extLst xmlns:a="http://schemas.openxmlformats.org/drawingml/2006/main">
              <a:ext uri="{FF2B5EF4-FFF2-40B4-BE49-F238E27FC236}">
                <a16:creationId xmlns:a16="http://schemas.microsoft.com/office/drawing/2014/main" id="{5C6E8C37-DE27-41EA-B65C-4F317066D999}"/>
              </a:ext>
            </a:extLst>
          </p:cNvPr>
          <p:cNvSpPr>
            <a:spLocks xmlns:a="http://schemas.openxmlformats.org/drawingml/2006/main" noGrp="1"/>
          </p:cNvSpPr>
          <p:nvPr/>
        </p:nvSpPr>
        <p:spPr>
          <a:xfrm xmlns:a="http://schemas.openxmlformats.org/drawingml/2006/main" rot="0">
            <a:off x="4171950" y="1072840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245" name="(script: import ...)">
            <a:extLst xmlns:a="http://schemas.openxmlformats.org/drawingml/2006/main">
              <a:ext uri="{FF2B5EF4-FFF2-40B4-BE49-F238E27FC236}">
                <a16:creationId xmlns:a16="http://schemas.microsoft.com/office/drawing/2014/main" id="{7143B77B-B228-480A-8393-D9CDDF29E7ED}"/>
              </a:ext>
            </a:extLst>
          </p:cNvPr>
          <p:cNvSpPr>
            <a:spLocks xmlns:a="http://schemas.openxmlformats.org/drawingml/2006/main" noGrp="1"/>
          </p:cNvSpPr>
          <p:nvPr/>
        </p:nvSpPr>
        <p:spPr>
          <a:xfrm xmlns:a="http://schemas.openxmlformats.org/drawingml/2006/main" rot="0">
            <a:off x="5172075" y="10778871"/>
            <a:ext cx="1495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a:t>
            </a:r>
          </a:p>
        </p:txBody>
      </p:sp>
      <p:sp>
        <p:nvSpPr>
          <p:cNvPr id="246" name="status-dot">
            <a:extLst xmlns:a="http://schemas.openxmlformats.org/drawingml/2006/main">
              <a:ext uri="{FF2B5EF4-FFF2-40B4-BE49-F238E27FC236}">
                <a16:creationId xmlns:a16="http://schemas.microsoft.com/office/drawing/2014/main" id="{8DEFF1F1-7EF5-4E52-8A61-D24C6D4D6EA4}"/>
              </a:ext>
            </a:extLst>
          </p:cNvPr>
          <p:cNvSpPr>
            <a:spLocks xmlns:a="http://schemas.openxmlformats.org/drawingml/2006/main" noGrp="1"/>
          </p:cNvSpPr>
          <p:nvPr/>
        </p:nvSpPr>
        <p:spPr>
          <a:xfrm xmlns:a="http://schemas.openxmlformats.org/drawingml/2006/main">
            <a:off x="3743325" y="11610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47" name="">
            <a:extLst xmlns:a="http://schemas.openxmlformats.org/drawingml/2006/main">
              <a:ext uri="{FF2B5EF4-FFF2-40B4-BE49-F238E27FC236}">
                <a16:creationId xmlns:a16="http://schemas.microsoft.com/office/drawing/2014/main" id="{771AF07D-AA41-4CD7-B374-8E2101A07D27}"/>
              </a:ext>
            </a:extLst>
          </p:cNvPr>
          <p:cNvPicPr>
            <a:picLocks xmlns:a="http://schemas.openxmlformats.org/drawingml/2006/main" noChangeAspect="1"/>
          </p:cNvPicPr>
          <p:nvPr/>
        </p:nvPicPr>
        <p:blipFill>
          <a:blip xmlns:r="http://schemas.openxmlformats.org/officeDocument/2006/relationships" xmlns:a="http://schemas.openxmlformats.org/drawingml/2006/main" r:embed="R3878f43f5d9941da"/>
          <a:stretch xmlns:a="http://schemas.openxmlformats.org/drawingml/2006/main"/>
        </p:blipFill>
        <p:spPr>
          <a:xfrm xmlns:a="http://schemas.openxmlformats.org/drawingml/2006/main">
            <a:off x="3895725" y="11556302"/>
            <a:ext cx="180975" cy="166497"/>
          </a:xfrm>
          <a:prstGeom xmlns:a="http://schemas.openxmlformats.org/drawingml/2006/main" prst="rect">
            <a:avLst/>
          </a:prstGeom>
        </p:spPr>
      </p:pic>
      <p:sp>
        <p:nvSpPr>
          <p:cNvPr id="248" name="read">
            <a:extLst xmlns:a="http://schemas.openxmlformats.org/drawingml/2006/main">
              <a:ext uri="{FF2B5EF4-FFF2-40B4-BE49-F238E27FC236}">
                <a16:creationId xmlns:a16="http://schemas.microsoft.com/office/drawing/2014/main" id="{0F6DD8F4-2C17-4DD2-8019-78EE80353826}"/>
              </a:ext>
            </a:extLst>
          </p:cNvPr>
          <p:cNvSpPr>
            <a:spLocks xmlns:a="http://schemas.openxmlformats.org/drawingml/2006/main" noGrp="1"/>
          </p:cNvSpPr>
          <p:nvPr/>
        </p:nvSpPr>
        <p:spPr>
          <a:xfrm xmlns:a="http://schemas.openxmlformats.org/drawingml/2006/main" rot="0">
            <a:off x="4171950" y="11513134"/>
            <a:ext cx="542925" cy="298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80" b="0" i="0">
                <a:solidFill>
                  <a:srgbClr val="454545"/>
                </a:solidFill>
                <a:latin typeface="Times New Roman"/>
                <a:ea typeface="Times New Roman"/>
                <a:cs typeface="Times New Roman"/>
              </a:defRPr>
            </a:defPPr>
          </a:lstStyle>
          <a:p xmlns:a="http://schemas.openxmlformats.org/drawingml/2006/main">
            <a:pPr algn="l">
              <a:lnSpc>
                <a:spcPct val="100000"/>
              </a:lnSpc>
              <a:buNone/>
              <a:defRPr sz="1680" b="0" i="0">
                <a:solidFill>
                  <a:srgbClr val="454545"/>
                </a:solidFill>
                <a:latin typeface="Times New Roman"/>
                <a:ea typeface="Times New Roman"/>
                <a:cs typeface="Times New Roman"/>
              </a:defRPr>
            </a:pPr>
            <a:r>
              <a:rPr sz="1680" b="0" i="0">
                <a:solidFill>
                  <a:srgbClr val="454545"/>
                </a:solidFill>
                <a:latin typeface="Times New Roman"/>
                <a:ea typeface="Times New Roman"/>
                <a:cs typeface="Times New Roman"/>
              </a:rPr>
              <a:t>read</a:t>
            </a:r>
          </a:p>
        </p:txBody>
      </p:sp>
      <p:sp>
        <p:nvSpPr>
          <p:cNvPr id="249" name="(file_path: 3d_models/ cam_param)">
            <a:extLst xmlns:a="http://schemas.openxmlformats.org/drawingml/2006/main">
              <a:ext uri="{FF2B5EF4-FFF2-40B4-BE49-F238E27FC236}">
                <a16:creationId xmlns:a16="http://schemas.microsoft.com/office/drawing/2014/main" id="{FDBEFED9-D197-4316-A810-64BB32C71CA9}"/>
              </a:ext>
            </a:extLst>
          </p:cNvPr>
          <p:cNvSpPr>
            <a:spLocks xmlns:a="http://schemas.openxmlformats.org/drawingml/2006/main" noGrp="1"/>
          </p:cNvSpPr>
          <p:nvPr/>
        </p:nvSpPr>
        <p:spPr>
          <a:xfrm xmlns:a="http://schemas.openxmlformats.org/drawingml/2006/main" rot="0">
            <a:off x="4752975" y="11569446"/>
            <a:ext cx="1905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(file_path: 3d_models/ cam_param)</a:t>
            </a:r>
          </a:p>
        </p:txBody>
      </p:sp>
      <p:sp>
        <p:nvSpPr>
          <p:cNvPr id="250" name="status-dot">
            <a:extLst xmlns:a="http://schemas.openxmlformats.org/drawingml/2006/main">
              <a:ext uri="{FF2B5EF4-FFF2-40B4-BE49-F238E27FC236}">
                <a16:creationId xmlns:a16="http://schemas.microsoft.com/office/drawing/2014/main" id="{52810163-BC9D-409F-9B53-EAC25C70FE5E}"/>
              </a:ext>
            </a:extLst>
          </p:cNvPr>
          <p:cNvSpPr>
            <a:spLocks xmlns:a="http://schemas.openxmlformats.org/drawingml/2006/main" noGrp="1"/>
          </p:cNvSpPr>
          <p:nvPr/>
        </p:nvSpPr>
        <p:spPr>
          <a:xfrm xmlns:a="http://schemas.openxmlformats.org/drawingml/2006/main">
            <a:off x="3743325" y="11991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51" name="">
            <a:extLst xmlns:a="http://schemas.openxmlformats.org/drawingml/2006/main">
              <a:ext uri="{FF2B5EF4-FFF2-40B4-BE49-F238E27FC236}">
                <a16:creationId xmlns:a16="http://schemas.microsoft.com/office/drawing/2014/main" id="{7706F85A-C2F1-45F5-8050-16C73E684F06}"/>
              </a:ext>
            </a:extLst>
          </p:cNvPr>
          <p:cNvPicPr>
            <a:picLocks xmlns:a="http://schemas.openxmlformats.org/drawingml/2006/main" noChangeAspect="1"/>
          </p:cNvPicPr>
          <p:nvPr/>
        </p:nvPicPr>
        <p:blipFill>
          <a:blip xmlns:r="http://schemas.openxmlformats.org/officeDocument/2006/relationships" xmlns:a="http://schemas.openxmlformats.org/drawingml/2006/main" r:embed="R18c54d6f3b4744d8"/>
          <a:stretch xmlns:a="http://schemas.openxmlformats.org/drawingml/2006/main"/>
        </p:blipFill>
        <p:spPr>
          <a:xfrm xmlns:a="http://schemas.openxmlformats.org/drawingml/2006/main">
            <a:off x="3895725" y="11927681"/>
            <a:ext cx="200025" cy="214313"/>
          </a:xfrm>
          <a:prstGeom xmlns:a="http://schemas.openxmlformats.org/drawingml/2006/main" prst="rect">
            <a:avLst/>
          </a:prstGeom>
        </p:spPr>
      </p:pic>
      <p:sp>
        <p:nvSpPr>
          <p:cNvPr id="252" name="exec_py_scr">
            <a:extLst xmlns:a="http://schemas.openxmlformats.org/drawingml/2006/main">
              <a:ext uri="{FF2B5EF4-FFF2-40B4-BE49-F238E27FC236}">
                <a16:creationId xmlns:a16="http://schemas.microsoft.com/office/drawing/2014/main" id="{A7932227-92AA-4E92-B3F0-EF4A4DA0F6EB}"/>
              </a:ext>
            </a:extLst>
          </p:cNvPr>
          <p:cNvSpPr>
            <a:spLocks xmlns:a="http://schemas.openxmlformats.org/drawingml/2006/main" noGrp="1"/>
          </p:cNvSpPr>
          <p:nvPr/>
        </p:nvSpPr>
        <p:spPr>
          <a:xfrm xmlns:a="http://schemas.openxmlformats.org/drawingml/2006/main" rot="0">
            <a:off x="4171950" y="11899976"/>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253" name="(script: call placement skills )">
            <a:extLst xmlns:a="http://schemas.openxmlformats.org/drawingml/2006/main">
              <a:ext uri="{FF2B5EF4-FFF2-40B4-BE49-F238E27FC236}">
                <a16:creationId xmlns:a16="http://schemas.microsoft.com/office/drawing/2014/main" id="{27C39CAA-FDC4-4795-9260-7AC37B1B279F}"/>
              </a:ext>
            </a:extLst>
          </p:cNvPr>
          <p:cNvSpPr>
            <a:spLocks xmlns:a="http://schemas.openxmlformats.org/drawingml/2006/main" noGrp="1"/>
          </p:cNvSpPr>
          <p:nvPr/>
        </p:nvSpPr>
        <p:spPr>
          <a:xfrm xmlns:a="http://schemas.openxmlformats.org/drawingml/2006/main" rot="0">
            <a:off x="5172075" y="11950446"/>
            <a:ext cx="1495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call placement skills )</a:t>
            </a:r>
          </a:p>
        </p:txBody>
      </p:sp>
      <p:sp>
        <p:nvSpPr>
          <p:cNvPr id="254" name="render image header">
            <a:extLst xmlns:a="http://schemas.openxmlformats.org/drawingml/2006/main">
              <a:ext uri="{FF2B5EF4-FFF2-40B4-BE49-F238E27FC236}">
                <a16:creationId xmlns:a16="http://schemas.microsoft.com/office/drawing/2014/main" id="{CA3306A7-4DBC-4C81-AE55-26624C4F6C1C}"/>
              </a:ext>
            </a:extLst>
          </p:cNvPr>
          <p:cNvSpPr>
            <a:spLocks xmlns:a="http://schemas.openxmlformats.org/drawingml/2006/main" noGrp="1"/>
          </p:cNvSpPr>
          <p:nvPr/>
        </p:nvSpPr>
        <p:spPr>
          <a:xfrm xmlns:a="http://schemas.openxmlformats.org/drawingml/2006/main">
            <a:off x="6829425" y="8705850"/>
            <a:ext cx="1381125" cy="190500"/>
          </a:xfrm>
          <a:custGeom xmlns:a="http://schemas.openxmlformats.org/drawingml/2006/main">
            <a:pathLst>
              <a:path w="1381125" h="190500">
                <a:moveTo>
                  <a:pt x="38100" y="0"/>
                </a:moveTo>
                <a:lnTo>
                  <a:pt x="1343025" y="0"/>
                </a:lnTo>
                <a:cubicBezTo>
                  <a:pt x="1364067" y="0"/>
                  <a:pt x="1381125" y="17058"/>
                  <a:pt x="1381125" y="38100"/>
                </a:cubicBezTo>
                <a:lnTo>
                  <a:pt x="1381125" y="152400"/>
                </a:lnTo>
                <a:cubicBezTo>
                  <a:pt x="1381125" y="173442"/>
                  <a:pt x="1364067" y="190500"/>
                  <a:pt x="13430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55" name="render image">
            <a:extLst xmlns:a="http://schemas.openxmlformats.org/drawingml/2006/main">
              <a:ext uri="{FF2B5EF4-FFF2-40B4-BE49-F238E27FC236}">
                <a16:creationId xmlns:a16="http://schemas.microsoft.com/office/drawing/2014/main" id="{5108F1A6-85A9-474E-ACDC-61B9580B9699}"/>
              </a:ext>
            </a:extLst>
          </p:cNvPr>
          <p:cNvSpPr>
            <a:spLocks xmlns:a="http://schemas.openxmlformats.org/drawingml/2006/main" noGrp="1"/>
          </p:cNvSpPr>
          <p:nvPr/>
        </p:nvSpPr>
        <p:spPr>
          <a:xfrm xmlns:a="http://schemas.openxmlformats.org/drawingml/2006/main" rot="0">
            <a:off x="6905625" y="8719471"/>
            <a:ext cx="12287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render image</a:t>
            </a:r>
          </a:p>
        </p:txBody>
      </p:sp>
      <p:sp>
        <p:nvSpPr>
          <p:cNvPr id="256" name="composition image header">
            <a:extLst xmlns:a="http://schemas.openxmlformats.org/drawingml/2006/main">
              <a:ext uri="{FF2B5EF4-FFF2-40B4-BE49-F238E27FC236}">
                <a16:creationId xmlns:a16="http://schemas.microsoft.com/office/drawing/2014/main" id="{A175D6E6-F02B-4F2A-83B5-C38E6C8F7693}"/>
              </a:ext>
            </a:extLst>
          </p:cNvPr>
          <p:cNvSpPr>
            <a:spLocks xmlns:a="http://schemas.openxmlformats.org/drawingml/2006/main" noGrp="1"/>
          </p:cNvSpPr>
          <p:nvPr/>
        </p:nvSpPr>
        <p:spPr>
          <a:xfrm xmlns:a="http://schemas.openxmlformats.org/drawingml/2006/main">
            <a:off x="8591550" y="8705850"/>
            <a:ext cx="1381125" cy="190500"/>
          </a:xfrm>
          <a:custGeom xmlns:a="http://schemas.openxmlformats.org/drawingml/2006/main">
            <a:pathLst>
              <a:path w="1381125" h="190500">
                <a:moveTo>
                  <a:pt x="38100" y="0"/>
                </a:moveTo>
                <a:lnTo>
                  <a:pt x="1343025" y="0"/>
                </a:lnTo>
                <a:cubicBezTo>
                  <a:pt x="1364067" y="0"/>
                  <a:pt x="1381125" y="17058"/>
                  <a:pt x="1381125" y="38100"/>
                </a:cubicBezTo>
                <a:lnTo>
                  <a:pt x="1381125" y="152400"/>
                </a:lnTo>
                <a:cubicBezTo>
                  <a:pt x="1381125" y="173442"/>
                  <a:pt x="1364067" y="190500"/>
                  <a:pt x="13430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57" name="composition image">
            <a:extLst xmlns:a="http://schemas.openxmlformats.org/drawingml/2006/main">
              <a:ext uri="{FF2B5EF4-FFF2-40B4-BE49-F238E27FC236}">
                <a16:creationId xmlns:a16="http://schemas.microsoft.com/office/drawing/2014/main" id="{F75F555A-2242-4181-AC50-EC9BD19382C9}"/>
              </a:ext>
            </a:extLst>
          </p:cNvPr>
          <p:cNvSpPr>
            <a:spLocks xmlns:a="http://schemas.openxmlformats.org/drawingml/2006/main" noGrp="1"/>
          </p:cNvSpPr>
          <p:nvPr/>
        </p:nvSpPr>
        <p:spPr>
          <a:xfrm xmlns:a="http://schemas.openxmlformats.org/drawingml/2006/main" rot="0">
            <a:off x="8667750" y="8719471"/>
            <a:ext cx="12287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composition image</a:t>
            </a:r>
          </a:p>
        </p:txBody>
      </p:sp>
      <p:sp>
        <p:nvSpPr>
          <p:cNvPr id="258" name="detection header">
            <a:extLst xmlns:a="http://schemas.openxmlformats.org/drawingml/2006/main">
              <a:ext uri="{FF2B5EF4-FFF2-40B4-BE49-F238E27FC236}">
                <a16:creationId xmlns:a16="http://schemas.microsoft.com/office/drawing/2014/main" id="{5DB8B391-0FEF-45B2-A568-F8995143A04F}"/>
              </a:ext>
            </a:extLst>
          </p:cNvPr>
          <p:cNvSpPr>
            <a:spLocks xmlns:a="http://schemas.openxmlformats.org/drawingml/2006/main" noGrp="1"/>
          </p:cNvSpPr>
          <p:nvPr/>
        </p:nvSpPr>
        <p:spPr>
          <a:xfrm xmlns:a="http://schemas.openxmlformats.org/drawingml/2006/main">
            <a:off x="6838950" y="9991725"/>
            <a:ext cx="1381125" cy="190500"/>
          </a:xfrm>
          <a:custGeom xmlns:a="http://schemas.openxmlformats.org/drawingml/2006/main">
            <a:pathLst>
              <a:path w="1381125" h="190500">
                <a:moveTo>
                  <a:pt x="38100" y="0"/>
                </a:moveTo>
                <a:lnTo>
                  <a:pt x="1343025" y="0"/>
                </a:lnTo>
                <a:cubicBezTo>
                  <a:pt x="1364067" y="0"/>
                  <a:pt x="1381125" y="17058"/>
                  <a:pt x="1381125" y="38100"/>
                </a:cubicBezTo>
                <a:lnTo>
                  <a:pt x="1381125" y="152400"/>
                </a:lnTo>
                <a:cubicBezTo>
                  <a:pt x="1381125" y="173442"/>
                  <a:pt x="1364067" y="190500"/>
                  <a:pt x="13430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59" name="detection">
            <a:extLst xmlns:a="http://schemas.openxmlformats.org/drawingml/2006/main">
              <a:ext uri="{FF2B5EF4-FFF2-40B4-BE49-F238E27FC236}">
                <a16:creationId xmlns:a16="http://schemas.microsoft.com/office/drawing/2014/main" id="{C577A1D3-C023-4B28-AFCD-CD772A9FDC5A}"/>
              </a:ext>
            </a:extLst>
          </p:cNvPr>
          <p:cNvSpPr>
            <a:spLocks xmlns:a="http://schemas.openxmlformats.org/drawingml/2006/main" noGrp="1"/>
          </p:cNvSpPr>
          <p:nvPr/>
        </p:nvSpPr>
        <p:spPr>
          <a:xfrm xmlns:a="http://schemas.openxmlformats.org/drawingml/2006/main" rot="0">
            <a:off x="6915150" y="9994011"/>
            <a:ext cx="1228725" cy="226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i="0">
                <a:solidFill>
                  <a:srgbClr val="FFFFFF"/>
                </a:solidFill>
                <a:latin typeface="Times New Roman"/>
                <a:ea typeface="Times New Roman"/>
                <a:cs typeface="Times New Roman"/>
              </a:defRPr>
            </a:defPPr>
          </a:lstStyle>
          <a:p xmlns:a="http://schemas.openxmlformats.org/drawingml/2006/main">
            <a:pPr algn="l">
              <a:lnSpc>
                <a:spcPct val="100000"/>
              </a:lnSpc>
              <a:buNone/>
              <a:defRPr sz="1275" b="1" i="0">
                <a:solidFill>
                  <a:srgbClr val="FFFFFF"/>
                </a:solidFill>
                <a:latin typeface="Times New Roman"/>
                <a:ea typeface="Times New Roman"/>
                <a:cs typeface="Times New Roman"/>
              </a:defRPr>
            </a:pPr>
            <a:r>
              <a:rPr sz="1275" b="1" i="0">
                <a:solidFill>
                  <a:srgbClr val="FFFFFF"/>
                </a:solidFill>
                <a:latin typeface="Times New Roman"/>
                <a:ea typeface="Times New Roman"/>
                <a:cs typeface="Times New Roman"/>
              </a:rPr>
              <a:t>detection</a:t>
            </a:r>
          </a:p>
        </p:txBody>
      </p:sp>
      <p:sp>
        <p:nvSpPr>
          <p:cNvPr id="260" name="3d cartoon object list header">
            <a:extLst xmlns:a="http://schemas.openxmlformats.org/drawingml/2006/main">
              <a:ext uri="{FF2B5EF4-FFF2-40B4-BE49-F238E27FC236}">
                <a16:creationId xmlns:a16="http://schemas.microsoft.com/office/drawing/2014/main" id="{92866C34-4A11-49F6-ABB6-A88CFE2E1706}"/>
              </a:ext>
            </a:extLst>
          </p:cNvPr>
          <p:cNvSpPr>
            <a:spLocks xmlns:a="http://schemas.openxmlformats.org/drawingml/2006/main" noGrp="1"/>
          </p:cNvSpPr>
          <p:nvPr/>
        </p:nvSpPr>
        <p:spPr>
          <a:xfrm xmlns:a="http://schemas.openxmlformats.org/drawingml/2006/main">
            <a:off x="8286750" y="9991725"/>
            <a:ext cx="1724025" cy="190500"/>
          </a:xfrm>
          <a:custGeom xmlns:a="http://schemas.openxmlformats.org/drawingml/2006/main">
            <a:pathLst>
              <a:path w="1724025" h="190500">
                <a:moveTo>
                  <a:pt x="38100" y="0"/>
                </a:moveTo>
                <a:lnTo>
                  <a:pt x="1685925" y="0"/>
                </a:lnTo>
                <a:cubicBezTo>
                  <a:pt x="1706967" y="0"/>
                  <a:pt x="1724025" y="17058"/>
                  <a:pt x="1724025" y="38100"/>
                </a:cubicBezTo>
                <a:lnTo>
                  <a:pt x="1724025" y="152400"/>
                </a:lnTo>
                <a:cubicBezTo>
                  <a:pt x="1724025" y="173442"/>
                  <a:pt x="1706967" y="190500"/>
                  <a:pt x="16859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61" name="3d cartoon object list">
            <a:extLst xmlns:a="http://schemas.openxmlformats.org/drawingml/2006/main">
              <a:ext uri="{FF2B5EF4-FFF2-40B4-BE49-F238E27FC236}">
                <a16:creationId xmlns:a16="http://schemas.microsoft.com/office/drawing/2014/main" id="{988755C9-885C-4141-938E-D10AEE332DFB}"/>
              </a:ext>
            </a:extLst>
          </p:cNvPr>
          <p:cNvSpPr>
            <a:spLocks xmlns:a="http://schemas.openxmlformats.org/drawingml/2006/main" noGrp="1"/>
          </p:cNvSpPr>
          <p:nvPr/>
        </p:nvSpPr>
        <p:spPr>
          <a:xfrm xmlns:a="http://schemas.openxmlformats.org/drawingml/2006/main" rot="0">
            <a:off x="8362950" y="10005346"/>
            <a:ext cx="15716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3d cartoon object list</a:t>
            </a:r>
          </a:p>
        </p:txBody>
      </p:sp>
      <p:sp>
        <p:nvSpPr>
          <p:cNvPr id="262" name="placement determination header">
            <a:extLst xmlns:a="http://schemas.openxmlformats.org/drawingml/2006/main">
              <a:ext uri="{FF2B5EF4-FFF2-40B4-BE49-F238E27FC236}">
                <a16:creationId xmlns:a16="http://schemas.microsoft.com/office/drawing/2014/main" id="{29E56DC6-FC64-41DD-AA8C-5820FB97FC95}"/>
              </a:ext>
            </a:extLst>
          </p:cNvPr>
          <p:cNvSpPr>
            <a:spLocks xmlns:a="http://schemas.openxmlformats.org/drawingml/2006/main" noGrp="1"/>
          </p:cNvSpPr>
          <p:nvPr/>
        </p:nvSpPr>
        <p:spPr>
          <a:xfrm xmlns:a="http://schemas.openxmlformats.org/drawingml/2006/main">
            <a:off x="7334250" y="11077575"/>
            <a:ext cx="2562225" cy="190500"/>
          </a:xfrm>
          <a:custGeom xmlns:a="http://schemas.openxmlformats.org/drawingml/2006/main">
            <a:pathLst>
              <a:path w="2562225" h="190500">
                <a:moveTo>
                  <a:pt x="38100" y="0"/>
                </a:moveTo>
                <a:lnTo>
                  <a:pt x="2524125" y="0"/>
                </a:lnTo>
                <a:cubicBezTo>
                  <a:pt x="2545167" y="0"/>
                  <a:pt x="2562225" y="17058"/>
                  <a:pt x="2562225" y="38100"/>
                </a:cubicBezTo>
                <a:lnTo>
                  <a:pt x="2562225" y="152400"/>
                </a:lnTo>
                <a:cubicBezTo>
                  <a:pt x="2562225" y="173442"/>
                  <a:pt x="2545167" y="190500"/>
                  <a:pt x="25241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63" name="placement determination">
            <a:extLst xmlns:a="http://schemas.openxmlformats.org/drawingml/2006/main">
              <a:ext uri="{FF2B5EF4-FFF2-40B4-BE49-F238E27FC236}">
                <a16:creationId xmlns:a16="http://schemas.microsoft.com/office/drawing/2014/main" id="{40C04302-DC94-4269-9F78-993EFAB3C297}"/>
              </a:ext>
            </a:extLst>
          </p:cNvPr>
          <p:cNvSpPr>
            <a:spLocks xmlns:a="http://schemas.openxmlformats.org/drawingml/2006/main" noGrp="1"/>
          </p:cNvSpPr>
          <p:nvPr/>
        </p:nvSpPr>
        <p:spPr>
          <a:xfrm xmlns:a="http://schemas.openxmlformats.org/drawingml/2006/main" rot="0">
            <a:off x="7410450" y="11091196"/>
            <a:ext cx="24098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placement determination</a:t>
            </a:r>
          </a:p>
        </p:txBody>
      </p:sp>
      <p:pic>
        <p:nvPicPr>
          <p:cNvPr id="264" name="">
            <a:extLst xmlns:a="http://schemas.openxmlformats.org/drawingml/2006/main">
              <a:ext uri="{FF2B5EF4-FFF2-40B4-BE49-F238E27FC236}">
                <a16:creationId xmlns:a16="http://schemas.microsoft.com/office/drawing/2014/main" id="{CB44FBC4-82AB-4EE4-AB6E-5D2A9B16613F}"/>
              </a:ext>
            </a:extLst>
          </p:cNvPr>
          <p:cNvPicPr>
            <a:picLocks xmlns:a="http://schemas.openxmlformats.org/drawingml/2006/main" noChangeAspect="1"/>
          </p:cNvPicPr>
          <p:nvPr/>
        </p:nvPicPr>
        <p:blipFill>
          <a:blip xmlns:r="http://schemas.openxmlformats.org/officeDocument/2006/relationships" xmlns:a="http://schemas.openxmlformats.org/drawingml/2006/main" r:embed="Ref56398495744f6d"/>
          <a:stretch xmlns:a="http://schemas.openxmlformats.org/drawingml/2006/main"/>
        </p:blipFill>
        <p:spPr>
          <a:xfrm xmlns:a="http://schemas.openxmlformats.org/drawingml/2006/main">
            <a:off x="6843559" y="8905875"/>
            <a:ext cx="1371907" cy="895350"/>
          </a:xfrm>
          <a:prstGeom xmlns:a="http://schemas.openxmlformats.org/drawingml/2006/main" prst="rect">
            <a:avLst/>
          </a:prstGeom>
        </p:spPr>
      </p:pic>
      <p:pic>
        <p:nvPicPr>
          <p:cNvPr id="265" name="">
            <a:extLst xmlns:a="http://schemas.openxmlformats.org/drawingml/2006/main">
              <a:ext uri="{FF2B5EF4-FFF2-40B4-BE49-F238E27FC236}">
                <a16:creationId xmlns:a16="http://schemas.microsoft.com/office/drawing/2014/main" id="{CDE445CC-307D-4031-8E9E-9A89EB4CA478}"/>
              </a:ext>
            </a:extLst>
          </p:cNvPr>
          <p:cNvPicPr>
            <a:picLocks xmlns:a="http://schemas.openxmlformats.org/drawingml/2006/main" noChangeAspect="1"/>
          </p:cNvPicPr>
          <p:nvPr/>
        </p:nvPicPr>
        <p:blipFill>
          <a:blip xmlns:r="http://schemas.openxmlformats.org/officeDocument/2006/relationships" xmlns:a="http://schemas.openxmlformats.org/drawingml/2006/main" r:embed="R28a133d17c9147c3"/>
          <a:stretch xmlns:a="http://schemas.openxmlformats.org/drawingml/2006/main"/>
        </p:blipFill>
        <p:spPr>
          <a:xfrm xmlns:a="http://schemas.openxmlformats.org/drawingml/2006/main">
            <a:off x="8596159" y="8905875"/>
            <a:ext cx="1371907" cy="895350"/>
          </a:xfrm>
          <a:prstGeom xmlns:a="http://schemas.openxmlformats.org/drawingml/2006/main" prst="rect">
            <a:avLst/>
          </a:prstGeom>
        </p:spPr>
      </p:pic>
      <p:sp>
        <p:nvSpPr>
          <p:cNvPr id="266" name="region composition direction">
            <a:extLst xmlns:a="http://schemas.openxmlformats.org/drawingml/2006/main">
              <a:ext uri="{FF2B5EF4-FFF2-40B4-BE49-F238E27FC236}">
                <a16:creationId xmlns:a16="http://schemas.microsoft.com/office/drawing/2014/main" id="{4F4B95CF-3AF5-4F99-A46B-7BD49198C5A7}"/>
              </a:ext>
            </a:extLst>
          </p:cNvPr>
          <p:cNvSpPr>
            <a:spLocks xmlns:a="http://schemas.openxmlformats.org/drawingml/2006/main" noGrp="1"/>
          </p:cNvSpPr>
          <p:nvPr/>
        </p:nvSpPr>
        <p:spPr>
          <a:xfrm xmlns:a="http://schemas.openxmlformats.org/drawingml/2006/main">
            <a:off x="8277225" y="9315450"/>
            <a:ext cx="156400" cy="191"/>
          </a:xfrm>
          <a:custGeom xmlns:a="http://schemas.openxmlformats.org/drawingml/2006/main">
            <a:pathLst>
              <a:path w="156400" h="191">
                <a:moveTo>
                  <a:pt x="0" y="0"/>
                </a:moveTo>
                <a:lnTo>
                  <a:pt x="156210" y="0"/>
                </a:lnTo>
              </a:path>
            </a:pathLst>
          </a:custGeom>
          <a:noFill xmlns:a="http://schemas.openxmlformats.org/drawingml/2006/main"/>
          <a:ln xmlns:a="http://schemas.openxmlformats.org/drawingml/2006/main" w="57150">
            <a:solidFill>
              <a:srgbClr val="397F56"/>
            </a:solidFill>
            <a:prstDash val="solid"/>
          </a:ln>
        </p:spPr>
      </p:sp>
      <p:sp>
        <p:nvSpPr>
          <p:cNvPr id="267" name="region composition direction head">
            <a:extLst xmlns:a="http://schemas.openxmlformats.org/drawingml/2006/main">
              <a:ext uri="{FF2B5EF4-FFF2-40B4-BE49-F238E27FC236}">
                <a16:creationId xmlns:a16="http://schemas.microsoft.com/office/drawing/2014/main" id="{91F4C759-42AA-48E8-A8DE-8A597D3596E6}"/>
              </a:ext>
            </a:extLst>
          </p:cNvPr>
          <p:cNvSpPr>
            <a:spLocks xmlns:a="http://schemas.openxmlformats.org/drawingml/2006/main" noGrp="1"/>
          </p:cNvSpPr>
          <p:nvPr/>
        </p:nvSpPr>
        <p:spPr>
          <a:xfrm xmlns:a="http://schemas.openxmlformats.org/drawingml/2006/main">
            <a:off x="8410575" y="9195435"/>
            <a:ext cx="114300" cy="240030"/>
          </a:xfrm>
          <a:custGeom xmlns:a="http://schemas.openxmlformats.org/drawingml/2006/main">
            <a:pathLst>
              <a:path w="114300" h="240030">
                <a:moveTo>
                  <a:pt x="114300" y="120015"/>
                </a:moveTo>
                <a:lnTo>
                  <a:pt x="0" y="240030"/>
                </a:lnTo>
                <a:lnTo>
                  <a:pt x="0" y="0"/>
                </a:lnTo>
                <a:close/>
              </a:path>
            </a:pathLst>
          </a:custGeom>
          <a:solidFill xmlns:a="http://schemas.openxmlformats.org/drawingml/2006/main">
            <a:srgbClr val="397F56"/>
          </a:solidFill>
          <a:ln xmlns:a="http://schemas.openxmlformats.org/drawingml/2006/main" w="9525">
            <a:noFill/>
            <a:prstDash val="solid"/>
          </a:ln>
        </p:spPr>
      </p:sp>
      <p:pic>
        <p:nvPicPr>
          <p:cNvPr id="268" name="">
            <a:extLst xmlns:a="http://schemas.openxmlformats.org/drawingml/2006/main">
              <a:ext uri="{FF2B5EF4-FFF2-40B4-BE49-F238E27FC236}">
                <a16:creationId xmlns:a16="http://schemas.microsoft.com/office/drawing/2014/main" id="{D04B51C7-5922-4C1D-944D-871C325720C5}"/>
              </a:ext>
            </a:extLst>
          </p:cNvPr>
          <p:cNvPicPr>
            <a:picLocks xmlns:a="http://schemas.openxmlformats.org/drawingml/2006/main" noChangeAspect="1"/>
          </p:cNvPicPr>
          <p:nvPr/>
        </p:nvPicPr>
        <p:blipFill>
          <a:blip xmlns:r="http://schemas.openxmlformats.org/officeDocument/2006/relationships" xmlns:a="http://schemas.openxmlformats.org/drawingml/2006/main" r:embed="R0d61bd2855c54c22"/>
          <a:stretch xmlns:a="http://schemas.openxmlformats.org/drawingml/2006/main"/>
        </p:blipFill>
        <p:spPr>
          <a:xfrm xmlns:a="http://schemas.openxmlformats.org/drawingml/2006/main">
            <a:off x="6829425" y="10201622"/>
            <a:ext cx="1390650" cy="818455"/>
          </a:xfrm>
          <a:prstGeom xmlns:a="http://schemas.openxmlformats.org/drawingml/2006/main" prst="rect">
            <a:avLst/>
          </a:prstGeom>
        </p:spPr>
      </p:pic>
      <p:pic>
        <p:nvPicPr>
          <p:cNvPr id="269" name="">
            <a:extLst xmlns:a="http://schemas.openxmlformats.org/drawingml/2006/main">
              <a:ext uri="{FF2B5EF4-FFF2-40B4-BE49-F238E27FC236}">
                <a16:creationId xmlns:a16="http://schemas.microsoft.com/office/drawing/2014/main" id="{B18A0A45-63C1-4ED8-9459-53EF421663AA}"/>
              </a:ext>
            </a:extLst>
          </p:cNvPr>
          <p:cNvPicPr>
            <a:picLocks xmlns:a="http://schemas.openxmlformats.org/drawingml/2006/main" noChangeAspect="1"/>
          </p:cNvPicPr>
          <p:nvPr/>
        </p:nvPicPr>
        <p:blipFill>
          <a:blip xmlns:r="http://schemas.openxmlformats.org/officeDocument/2006/relationships" xmlns:a="http://schemas.openxmlformats.org/drawingml/2006/main" r:embed="Rc5e691b28be7416c"/>
          <a:stretch xmlns:a="http://schemas.openxmlformats.org/drawingml/2006/main"/>
        </p:blipFill>
        <p:spPr>
          <a:xfrm xmlns:a="http://schemas.openxmlformats.org/drawingml/2006/main">
            <a:off x="8326309" y="10287000"/>
            <a:ext cx="397131" cy="447675"/>
          </a:xfrm>
          <a:prstGeom xmlns:a="http://schemas.openxmlformats.org/drawingml/2006/main" prst="rect">
            <a:avLst/>
          </a:prstGeom>
        </p:spPr>
      </p:pic>
      <p:pic>
        <p:nvPicPr>
          <p:cNvPr id="270" name="">
            <a:extLst xmlns:a="http://schemas.openxmlformats.org/drawingml/2006/main">
              <a:ext uri="{FF2B5EF4-FFF2-40B4-BE49-F238E27FC236}">
                <a16:creationId xmlns:a16="http://schemas.microsoft.com/office/drawing/2014/main" id="{23D64584-96D9-4ACE-AD1A-F8E8D3598D3E}"/>
              </a:ext>
            </a:extLst>
          </p:cNvPr>
          <p:cNvPicPr>
            <a:picLocks xmlns:a="http://schemas.openxmlformats.org/drawingml/2006/main" noChangeAspect="1"/>
          </p:cNvPicPr>
          <p:nvPr/>
        </p:nvPicPr>
        <p:blipFill>
          <a:blip xmlns:r="http://schemas.openxmlformats.org/officeDocument/2006/relationships" xmlns:a="http://schemas.openxmlformats.org/drawingml/2006/main" r:embed="R9e6003b0d30e41a6"/>
          <a:stretch xmlns:a="http://schemas.openxmlformats.org/drawingml/2006/main"/>
        </p:blipFill>
        <p:spPr>
          <a:xfrm xmlns:a="http://schemas.openxmlformats.org/drawingml/2006/main">
            <a:off x="8726439" y="10267950"/>
            <a:ext cx="330298" cy="466725"/>
          </a:xfrm>
          <a:prstGeom xmlns:a="http://schemas.openxmlformats.org/drawingml/2006/main" prst="rect">
            <a:avLst/>
          </a:prstGeom>
        </p:spPr>
      </p:pic>
      <p:pic>
        <p:nvPicPr>
          <p:cNvPr id="271" name="">
            <a:extLst xmlns:a="http://schemas.openxmlformats.org/drawingml/2006/main">
              <a:ext uri="{FF2B5EF4-FFF2-40B4-BE49-F238E27FC236}">
                <a16:creationId xmlns:a16="http://schemas.microsoft.com/office/drawing/2014/main" id="{898BBB57-80CF-4A0E-B25E-A595FFC8B435}"/>
              </a:ext>
            </a:extLst>
          </p:cNvPr>
          <p:cNvPicPr>
            <a:picLocks xmlns:a="http://schemas.openxmlformats.org/drawingml/2006/main" noChangeAspect="1"/>
          </p:cNvPicPr>
          <p:nvPr/>
        </p:nvPicPr>
        <p:blipFill>
          <a:blip xmlns:r="http://schemas.openxmlformats.org/officeDocument/2006/relationships" xmlns:a="http://schemas.openxmlformats.org/drawingml/2006/main" r:embed="R4f864c086870472b"/>
          <a:stretch xmlns:a="http://schemas.openxmlformats.org/drawingml/2006/main"/>
        </p:blipFill>
        <p:spPr>
          <a:xfrm xmlns:a="http://schemas.openxmlformats.org/drawingml/2006/main">
            <a:off x="9067800" y="10299405"/>
            <a:ext cx="304800" cy="432391"/>
          </a:xfrm>
          <a:prstGeom xmlns:a="http://schemas.openxmlformats.org/drawingml/2006/main" prst="rect">
            <a:avLst/>
          </a:prstGeom>
        </p:spPr>
      </p:pic>
      <p:pic>
        <p:nvPicPr>
          <p:cNvPr id="272" name="">
            <a:extLst xmlns:a="http://schemas.openxmlformats.org/drawingml/2006/main">
              <a:ext uri="{FF2B5EF4-FFF2-40B4-BE49-F238E27FC236}">
                <a16:creationId xmlns:a16="http://schemas.microsoft.com/office/drawing/2014/main" id="{B477755B-7A3E-48E9-A23C-658995E3E2F9}"/>
              </a:ext>
            </a:extLst>
          </p:cNvPr>
          <p:cNvPicPr>
            <a:picLocks xmlns:a="http://schemas.openxmlformats.org/drawingml/2006/main" noChangeAspect="1"/>
          </p:cNvPicPr>
          <p:nvPr/>
        </p:nvPicPr>
        <p:blipFill>
          <a:blip xmlns:r="http://schemas.openxmlformats.org/officeDocument/2006/relationships" xmlns:a="http://schemas.openxmlformats.org/drawingml/2006/main" r:embed="Re5f287701fdf4265"/>
          <a:stretch xmlns:a="http://schemas.openxmlformats.org/drawingml/2006/main"/>
        </p:blipFill>
        <p:spPr>
          <a:xfrm xmlns:a="http://schemas.openxmlformats.org/drawingml/2006/main">
            <a:off x="9610725" y="10288171"/>
            <a:ext cx="438150" cy="445333"/>
          </a:xfrm>
          <a:prstGeom xmlns:a="http://schemas.openxmlformats.org/drawingml/2006/main" prst="rect">
            <a:avLst/>
          </a:prstGeom>
        </p:spPr>
      </p:pic>
      <p:sp>
        <p:nvSpPr>
          <p:cNvPr id="273" name="obj 1 gray tag">
            <a:extLst xmlns:a="http://schemas.openxmlformats.org/drawingml/2006/main">
              <a:ext uri="{FF2B5EF4-FFF2-40B4-BE49-F238E27FC236}">
                <a16:creationId xmlns:a16="http://schemas.microsoft.com/office/drawing/2014/main" id="{AFE84697-5A7B-4B42-B645-CA73448CB6E7}"/>
              </a:ext>
            </a:extLst>
          </p:cNvPr>
          <p:cNvSpPr>
            <a:spLocks xmlns:a="http://schemas.openxmlformats.org/drawingml/2006/main" noGrp="1"/>
          </p:cNvSpPr>
          <p:nvPr/>
        </p:nvSpPr>
        <p:spPr>
          <a:xfrm xmlns:a="http://schemas.openxmlformats.org/drawingml/2006/main">
            <a:off x="8334375" y="10753725"/>
            <a:ext cx="323850" cy="123825"/>
          </a:xfrm>
          <a:custGeom xmlns:a="http://schemas.openxmlformats.org/drawingml/2006/main">
            <a:pathLst>
              <a:path w="323850" h="123825">
                <a:moveTo>
                  <a:pt x="38100" y="0"/>
                </a:moveTo>
                <a:lnTo>
                  <a:pt x="285750" y="0"/>
                </a:lnTo>
                <a:cubicBezTo>
                  <a:pt x="306792" y="0"/>
                  <a:pt x="323850" y="17058"/>
                  <a:pt x="323850" y="38100"/>
                </a:cubicBezTo>
                <a:lnTo>
                  <a:pt x="323850" y="85725"/>
                </a:lnTo>
                <a:cubicBezTo>
                  <a:pt x="323850" y="106767"/>
                  <a:pt x="306792" y="123825"/>
                  <a:pt x="285750"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74" name="obj 1">
            <a:extLst xmlns:a="http://schemas.openxmlformats.org/drawingml/2006/main">
              <a:ext uri="{FF2B5EF4-FFF2-40B4-BE49-F238E27FC236}">
                <a16:creationId xmlns:a16="http://schemas.microsoft.com/office/drawing/2014/main" id="{5A93BB3E-71BD-415E-B5FD-AFAD73629233}"/>
              </a:ext>
            </a:extLst>
          </p:cNvPr>
          <p:cNvSpPr>
            <a:spLocks xmlns:a="http://schemas.openxmlformats.org/drawingml/2006/main" noGrp="1"/>
          </p:cNvSpPr>
          <p:nvPr/>
        </p:nvSpPr>
        <p:spPr>
          <a:xfrm xmlns:a="http://schemas.openxmlformats.org/drawingml/2006/main" rot="0">
            <a:off x="8353425" y="10758297"/>
            <a:ext cx="295275"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1</a:t>
            </a:r>
          </a:p>
        </p:txBody>
      </p:sp>
      <p:sp>
        <p:nvSpPr>
          <p:cNvPr id="275" name="obj 2 gray tag">
            <a:extLst xmlns:a="http://schemas.openxmlformats.org/drawingml/2006/main">
              <a:ext uri="{FF2B5EF4-FFF2-40B4-BE49-F238E27FC236}">
                <a16:creationId xmlns:a16="http://schemas.microsoft.com/office/drawing/2014/main" id="{8595D0E4-A499-4604-90D4-4002038D5DFA}"/>
              </a:ext>
            </a:extLst>
          </p:cNvPr>
          <p:cNvSpPr>
            <a:spLocks xmlns:a="http://schemas.openxmlformats.org/drawingml/2006/main" noGrp="1"/>
          </p:cNvSpPr>
          <p:nvPr/>
        </p:nvSpPr>
        <p:spPr>
          <a:xfrm xmlns:a="http://schemas.openxmlformats.org/drawingml/2006/main">
            <a:off x="8715375" y="10753725"/>
            <a:ext cx="314325" cy="123825"/>
          </a:xfrm>
          <a:custGeom xmlns:a="http://schemas.openxmlformats.org/drawingml/2006/main">
            <a:pathLst>
              <a:path w="314325" h="123825">
                <a:moveTo>
                  <a:pt x="38100" y="0"/>
                </a:moveTo>
                <a:lnTo>
                  <a:pt x="276225" y="0"/>
                </a:lnTo>
                <a:cubicBezTo>
                  <a:pt x="297267" y="0"/>
                  <a:pt x="314325" y="17058"/>
                  <a:pt x="314325" y="38100"/>
                </a:cubicBezTo>
                <a:lnTo>
                  <a:pt x="314325" y="85725"/>
                </a:lnTo>
                <a:cubicBezTo>
                  <a:pt x="314325" y="106767"/>
                  <a:pt x="297267" y="123825"/>
                  <a:pt x="276225"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76" name="obj 2">
            <a:extLst xmlns:a="http://schemas.openxmlformats.org/drawingml/2006/main">
              <a:ext uri="{FF2B5EF4-FFF2-40B4-BE49-F238E27FC236}">
                <a16:creationId xmlns:a16="http://schemas.microsoft.com/office/drawing/2014/main" id="{D00B531B-F87A-44EE-8CC3-D5739024C18D}"/>
              </a:ext>
            </a:extLst>
          </p:cNvPr>
          <p:cNvSpPr>
            <a:spLocks xmlns:a="http://schemas.openxmlformats.org/drawingml/2006/main" noGrp="1"/>
          </p:cNvSpPr>
          <p:nvPr/>
        </p:nvSpPr>
        <p:spPr>
          <a:xfrm xmlns:a="http://schemas.openxmlformats.org/drawingml/2006/main" rot="0">
            <a:off x="8734425" y="10758297"/>
            <a:ext cx="285750"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2</a:t>
            </a:r>
          </a:p>
        </p:txBody>
      </p:sp>
      <p:sp>
        <p:nvSpPr>
          <p:cNvPr id="277" name="obj 3 gray tag">
            <a:extLst xmlns:a="http://schemas.openxmlformats.org/drawingml/2006/main">
              <a:ext uri="{FF2B5EF4-FFF2-40B4-BE49-F238E27FC236}">
                <a16:creationId xmlns:a16="http://schemas.microsoft.com/office/drawing/2014/main" id="{B148B827-3844-4B1E-BFDF-801EE4284231}"/>
              </a:ext>
            </a:extLst>
          </p:cNvPr>
          <p:cNvSpPr>
            <a:spLocks xmlns:a="http://schemas.openxmlformats.org/drawingml/2006/main" noGrp="1"/>
          </p:cNvSpPr>
          <p:nvPr/>
        </p:nvSpPr>
        <p:spPr>
          <a:xfrm xmlns:a="http://schemas.openxmlformats.org/drawingml/2006/main">
            <a:off x="9058275" y="10753725"/>
            <a:ext cx="323850" cy="123825"/>
          </a:xfrm>
          <a:custGeom xmlns:a="http://schemas.openxmlformats.org/drawingml/2006/main">
            <a:pathLst>
              <a:path w="323850" h="123825">
                <a:moveTo>
                  <a:pt x="38100" y="0"/>
                </a:moveTo>
                <a:lnTo>
                  <a:pt x="285750" y="0"/>
                </a:lnTo>
                <a:cubicBezTo>
                  <a:pt x="306792" y="0"/>
                  <a:pt x="323850" y="17058"/>
                  <a:pt x="323850" y="38100"/>
                </a:cubicBezTo>
                <a:lnTo>
                  <a:pt x="323850" y="85725"/>
                </a:lnTo>
                <a:cubicBezTo>
                  <a:pt x="323850" y="106767"/>
                  <a:pt x="306792" y="123825"/>
                  <a:pt x="285750"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78" name="obj 3">
            <a:extLst xmlns:a="http://schemas.openxmlformats.org/drawingml/2006/main">
              <a:ext uri="{FF2B5EF4-FFF2-40B4-BE49-F238E27FC236}">
                <a16:creationId xmlns:a16="http://schemas.microsoft.com/office/drawing/2014/main" id="{BE01C0DC-6D64-4747-9449-B851FF7C242E}"/>
              </a:ext>
            </a:extLst>
          </p:cNvPr>
          <p:cNvSpPr>
            <a:spLocks xmlns:a="http://schemas.openxmlformats.org/drawingml/2006/main" noGrp="1"/>
          </p:cNvSpPr>
          <p:nvPr/>
        </p:nvSpPr>
        <p:spPr>
          <a:xfrm xmlns:a="http://schemas.openxmlformats.org/drawingml/2006/main" rot="0">
            <a:off x="9077325" y="10758297"/>
            <a:ext cx="295275"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3</a:t>
            </a:r>
          </a:p>
        </p:txBody>
      </p:sp>
      <p:sp>
        <p:nvSpPr>
          <p:cNvPr id="279" name="obj 50 gray tag">
            <a:extLst xmlns:a="http://schemas.openxmlformats.org/drawingml/2006/main">
              <a:ext uri="{FF2B5EF4-FFF2-40B4-BE49-F238E27FC236}">
                <a16:creationId xmlns:a16="http://schemas.microsoft.com/office/drawing/2014/main" id="{B18F1B79-CAE9-4B3E-91AE-4F26ABCE5298}"/>
              </a:ext>
            </a:extLst>
          </p:cNvPr>
          <p:cNvSpPr>
            <a:spLocks xmlns:a="http://schemas.openxmlformats.org/drawingml/2006/main" noGrp="1"/>
          </p:cNvSpPr>
          <p:nvPr/>
        </p:nvSpPr>
        <p:spPr>
          <a:xfrm xmlns:a="http://schemas.openxmlformats.org/drawingml/2006/main">
            <a:off x="9591675" y="10753725"/>
            <a:ext cx="409575" cy="123825"/>
          </a:xfrm>
          <a:custGeom xmlns:a="http://schemas.openxmlformats.org/drawingml/2006/main">
            <a:pathLst>
              <a:path w="409575" h="123825">
                <a:moveTo>
                  <a:pt x="38100" y="0"/>
                </a:moveTo>
                <a:lnTo>
                  <a:pt x="371475" y="0"/>
                </a:lnTo>
                <a:cubicBezTo>
                  <a:pt x="392517" y="0"/>
                  <a:pt x="409575" y="17058"/>
                  <a:pt x="409575" y="38100"/>
                </a:cubicBezTo>
                <a:lnTo>
                  <a:pt x="409575" y="85725"/>
                </a:lnTo>
                <a:cubicBezTo>
                  <a:pt x="409575" y="106767"/>
                  <a:pt x="392517" y="123825"/>
                  <a:pt x="371475"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80" name="obj 50">
            <a:extLst xmlns:a="http://schemas.openxmlformats.org/drawingml/2006/main">
              <a:ext uri="{FF2B5EF4-FFF2-40B4-BE49-F238E27FC236}">
                <a16:creationId xmlns:a16="http://schemas.microsoft.com/office/drawing/2014/main" id="{0316AFE8-CD6D-4B6D-ADDA-220AD6044044}"/>
              </a:ext>
            </a:extLst>
          </p:cNvPr>
          <p:cNvSpPr>
            <a:spLocks xmlns:a="http://schemas.openxmlformats.org/drawingml/2006/main" noGrp="1"/>
          </p:cNvSpPr>
          <p:nvPr/>
        </p:nvSpPr>
        <p:spPr>
          <a:xfrm xmlns:a="http://schemas.openxmlformats.org/drawingml/2006/main" rot="0">
            <a:off x="9610725" y="10758297"/>
            <a:ext cx="381000"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50</a:t>
            </a:r>
          </a:p>
        </p:txBody>
      </p:sp>
      <p:sp>
        <p:nvSpPr>
          <p:cNvPr id="281" name="...">
            <a:extLst xmlns:a="http://schemas.openxmlformats.org/drawingml/2006/main">
              <a:ext uri="{FF2B5EF4-FFF2-40B4-BE49-F238E27FC236}">
                <a16:creationId xmlns:a16="http://schemas.microsoft.com/office/drawing/2014/main" id="{82F929E0-FD57-4162-9148-2CAD76F7A12D}"/>
              </a:ext>
            </a:extLst>
          </p:cNvPr>
          <p:cNvSpPr>
            <a:spLocks xmlns:a="http://schemas.openxmlformats.org/drawingml/2006/main" noGrp="1"/>
          </p:cNvSpPr>
          <p:nvPr/>
        </p:nvSpPr>
        <p:spPr>
          <a:xfrm xmlns:a="http://schemas.openxmlformats.org/drawingml/2006/main" rot="0">
            <a:off x="9410700" y="10702798"/>
            <a:ext cx="161925" cy="302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0" b="1" i="0">
                <a:solidFill>
                  <a:srgbClr val="454545"/>
                </a:solidFill>
                <a:latin typeface="Times New Roman"/>
                <a:ea typeface="Times New Roman"/>
                <a:cs typeface="Times New Roman"/>
              </a:defRPr>
            </a:defPPr>
          </a:lstStyle>
          <a:p xmlns:a="http://schemas.openxmlformats.org/drawingml/2006/main">
            <a:pPr algn="l">
              <a:lnSpc>
                <a:spcPct val="100000"/>
              </a:lnSpc>
              <a:buNone/>
              <a:defRPr sz="1700" b="1" i="0">
                <a:solidFill>
                  <a:srgbClr val="454545"/>
                </a:solidFill>
                <a:latin typeface="Times New Roman"/>
                <a:ea typeface="Times New Roman"/>
                <a:cs typeface="Times New Roman"/>
              </a:defRPr>
            </a:pPr>
            <a:r>
              <a:rPr sz="1700" b="1" i="0">
                <a:solidFill>
                  <a:srgbClr val="454545"/>
                </a:solidFill>
                <a:latin typeface="Times New Roman"/>
                <a:ea typeface="Times New Roman"/>
                <a:cs typeface="Times New Roman"/>
              </a:rPr>
              <a:t>...</a:t>
            </a:r>
          </a:p>
        </p:txBody>
      </p:sp>
      <p:pic>
        <p:nvPicPr>
          <p:cNvPr id="282" name="">
            <a:extLst xmlns:a="http://schemas.openxmlformats.org/drawingml/2006/main">
              <a:ext uri="{FF2B5EF4-FFF2-40B4-BE49-F238E27FC236}">
                <a16:creationId xmlns:a16="http://schemas.microsoft.com/office/drawing/2014/main" id="{1FA33F1E-62BD-4C5E-8ECC-F835C34C7B15}"/>
              </a:ext>
            </a:extLst>
          </p:cNvPr>
          <p:cNvPicPr>
            <a:picLocks xmlns:a="http://schemas.openxmlformats.org/drawingml/2006/main" noChangeAspect="1"/>
          </p:cNvPicPr>
          <p:nvPr/>
        </p:nvPicPr>
        <p:blipFill>
          <a:blip xmlns:r="http://schemas.openxmlformats.org/officeDocument/2006/relationships" xmlns:a="http://schemas.openxmlformats.org/drawingml/2006/main" r:embed="Rcdb9e7a3a6e94295"/>
          <a:stretch xmlns:a="http://schemas.openxmlformats.org/drawingml/2006/main"/>
        </p:blipFill>
        <p:spPr>
          <a:xfrm xmlns:a="http://schemas.openxmlformats.org/drawingml/2006/main">
            <a:off x="7324725" y="11278365"/>
            <a:ext cx="2619375" cy="979545"/>
          </a:xfrm>
          <a:prstGeom xmlns:a="http://schemas.openxmlformats.org/drawingml/2006/main" prst="rect">
            <a:avLst/>
          </a:prstGeom>
        </p:spPr>
      </p:pic>
      <p:pic>
        <p:nvPicPr>
          <p:cNvPr id="283" name="">
            <a:extLst xmlns:a="http://schemas.openxmlformats.org/drawingml/2006/main">
              <a:ext uri="{FF2B5EF4-FFF2-40B4-BE49-F238E27FC236}">
                <a16:creationId xmlns:a16="http://schemas.microsoft.com/office/drawing/2014/main" id="{9CC90035-794D-40EC-B280-5E9586E7AFE2}"/>
              </a:ext>
            </a:extLst>
          </p:cNvPr>
          <p:cNvPicPr>
            <a:picLocks xmlns:a="http://schemas.openxmlformats.org/drawingml/2006/main" noChangeAspect="1"/>
          </p:cNvPicPr>
          <p:nvPr/>
        </p:nvPicPr>
        <p:blipFill>
          <a:blip xmlns:r="http://schemas.openxmlformats.org/officeDocument/2006/relationships" xmlns:a="http://schemas.openxmlformats.org/drawingml/2006/main" r:embed="Receb3817a3ff4dfb"/>
          <a:stretch xmlns:a="http://schemas.openxmlformats.org/drawingml/2006/main"/>
        </p:blipFill>
        <p:spPr>
          <a:xfrm xmlns:a="http://schemas.openxmlformats.org/drawingml/2006/main">
            <a:off x="10423866" y="8829675"/>
            <a:ext cx="1297893" cy="771525"/>
          </a:xfrm>
          <a:prstGeom xmlns:a="http://schemas.openxmlformats.org/drawingml/2006/main" prst="rect">
            <a:avLst/>
          </a:prstGeom>
        </p:spPr>
      </p:pic>
      <p:sp>
        <p:nvSpPr>
          <p:cNvPr id="284" name="status-dot">
            <a:extLst xmlns:a="http://schemas.openxmlformats.org/drawingml/2006/main">
              <a:ext uri="{FF2B5EF4-FFF2-40B4-BE49-F238E27FC236}">
                <a16:creationId xmlns:a16="http://schemas.microsoft.com/office/drawing/2014/main" id="{9EE82B9C-FF4C-4460-BE7C-5BA187E8BE57}"/>
              </a:ext>
            </a:extLst>
          </p:cNvPr>
          <p:cNvSpPr>
            <a:spLocks xmlns:a="http://schemas.openxmlformats.org/drawingml/2006/main" noGrp="1"/>
          </p:cNvSpPr>
          <p:nvPr/>
        </p:nvSpPr>
        <p:spPr>
          <a:xfrm xmlns:a="http://schemas.openxmlformats.org/drawingml/2006/main">
            <a:off x="10334625" y="8705850"/>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F56899"/>
          </a:solidFill>
          <a:ln xmlns:a="http://schemas.openxmlformats.org/drawingml/2006/main" w="9525">
            <a:noFill/>
            <a:prstDash val="solid"/>
          </a:ln>
        </p:spPr>
      </p:sp>
      <p:sp>
        <p:nvSpPr>
          <p:cNvPr id="285" name="a">
            <a:extLst xmlns:a="http://schemas.openxmlformats.org/drawingml/2006/main">
              <a:ext uri="{FF2B5EF4-FFF2-40B4-BE49-F238E27FC236}">
                <a16:creationId xmlns:a16="http://schemas.microsoft.com/office/drawing/2014/main" id="{97B44F22-7FC4-41E2-94CC-3F445F234F12}"/>
              </a:ext>
            </a:extLst>
          </p:cNvPr>
          <p:cNvSpPr>
            <a:spLocks xmlns:a="http://schemas.openxmlformats.org/drawingml/2006/main" noGrp="1"/>
          </p:cNvSpPr>
          <p:nvPr/>
        </p:nvSpPr>
        <p:spPr>
          <a:xfrm xmlns:a="http://schemas.openxmlformats.org/drawingml/2006/main" rot="0">
            <a:off x="10420350" y="8700135"/>
            <a:ext cx="9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500" b="1" i="0">
                <a:solidFill>
                  <a:srgbClr val="FFFFFF"/>
                </a:solidFill>
                <a:latin typeface="Times New Roman"/>
                <a:ea typeface="Times New Roman"/>
                <a:cs typeface="Times New Roman"/>
              </a:defRPr>
            </a:pPr>
            <a:r>
              <a:rPr sz="1500" b="1" i="0">
                <a:solidFill>
                  <a:srgbClr val="FFFFFF"/>
                </a:solidFill>
                <a:latin typeface="Times New Roman"/>
                <a:ea typeface="Times New Roman"/>
                <a:cs typeface="Times New Roman"/>
              </a:rPr>
              <a:t>a</a:t>
            </a:r>
          </a:p>
        </p:txBody>
      </p:sp>
      <p:pic>
        <p:nvPicPr>
          <p:cNvPr id="286" name="">
            <a:extLst xmlns:a="http://schemas.openxmlformats.org/drawingml/2006/main">
              <a:ext uri="{FF2B5EF4-FFF2-40B4-BE49-F238E27FC236}">
                <a16:creationId xmlns:a16="http://schemas.microsoft.com/office/drawing/2014/main" id="{931BD80C-FBB5-4CB9-BAC1-E8F22E5CD886}"/>
              </a:ext>
            </a:extLst>
          </p:cNvPr>
          <p:cNvPicPr>
            <a:picLocks xmlns:a="http://schemas.openxmlformats.org/drawingml/2006/main" noChangeAspect="1"/>
          </p:cNvPicPr>
          <p:nvPr/>
        </p:nvPicPr>
        <p:blipFill>
          <a:blip xmlns:r="http://schemas.openxmlformats.org/officeDocument/2006/relationships" xmlns:a="http://schemas.openxmlformats.org/drawingml/2006/main" r:embed="R70f4fbcb2e1749ad"/>
          <a:stretch xmlns:a="http://schemas.openxmlformats.org/drawingml/2006/main"/>
        </p:blipFill>
        <p:spPr>
          <a:xfrm xmlns:a="http://schemas.openxmlformats.org/drawingml/2006/main">
            <a:off x="10420350" y="9678723"/>
            <a:ext cx="1304925" cy="797454"/>
          </a:xfrm>
          <a:prstGeom xmlns:a="http://schemas.openxmlformats.org/drawingml/2006/main" prst="rect">
            <a:avLst/>
          </a:prstGeom>
        </p:spPr>
      </p:pic>
      <p:sp>
        <p:nvSpPr>
          <p:cNvPr id="287" name="status-dot">
            <a:extLst xmlns:a="http://schemas.openxmlformats.org/drawingml/2006/main">
              <a:ext uri="{FF2B5EF4-FFF2-40B4-BE49-F238E27FC236}">
                <a16:creationId xmlns:a16="http://schemas.microsoft.com/office/drawing/2014/main" id="{4FBB02B0-655C-45AD-BBE9-9FA4AEE983A8}"/>
              </a:ext>
            </a:extLst>
          </p:cNvPr>
          <p:cNvSpPr>
            <a:spLocks xmlns:a="http://schemas.openxmlformats.org/drawingml/2006/main" noGrp="1"/>
          </p:cNvSpPr>
          <p:nvPr/>
        </p:nvSpPr>
        <p:spPr>
          <a:xfrm xmlns:a="http://schemas.openxmlformats.org/drawingml/2006/main">
            <a:off x="10334625" y="9553575"/>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F18C00"/>
          </a:solidFill>
          <a:ln xmlns:a="http://schemas.openxmlformats.org/drawingml/2006/main" w="9525">
            <a:noFill/>
            <a:prstDash val="solid"/>
          </a:ln>
        </p:spPr>
      </p:sp>
      <p:sp>
        <p:nvSpPr>
          <p:cNvPr id="288" name="b">
            <a:extLst xmlns:a="http://schemas.openxmlformats.org/drawingml/2006/main">
              <a:ext uri="{FF2B5EF4-FFF2-40B4-BE49-F238E27FC236}">
                <a16:creationId xmlns:a16="http://schemas.microsoft.com/office/drawing/2014/main" id="{6DD452B2-03FC-4869-8BBD-3B26906ABE83}"/>
              </a:ext>
            </a:extLst>
          </p:cNvPr>
          <p:cNvSpPr>
            <a:spLocks xmlns:a="http://schemas.openxmlformats.org/drawingml/2006/main" noGrp="1"/>
          </p:cNvSpPr>
          <p:nvPr/>
        </p:nvSpPr>
        <p:spPr>
          <a:xfrm xmlns:a="http://schemas.openxmlformats.org/drawingml/2006/main" rot="0">
            <a:off x="10420350" y="9553240"/>
            <a:ext cx="95250" cy="239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9"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9" b="1" i="0">
                <a:solidFill>
                  <a:srgbClr val="FFFFFF"/>
                </a:solidFill>
                <a:latin typeface="Times New Roman"/>
                <a:ea typeface="Times New Roman"/>
                <a:cs typeface="Times New Roman"/>
              </a:defRPr>
            </a:pPr>
            <a:r>
              <a:rPr sz="1349" b="1" i="0">
                <a:solidFill>
                  <a:srgbClr val="FFFFFF"/>
                </a:solidFill>
                <a:latin typeface="Times New Roman"/>
                <a:ea typeface="Times New Roman"/>
                <a:cs typeface="Times New Roman"/>
              </a:rPr>
              <a:t>b</a:t>
            </a:r>
          </a:p>
        </p:txBody>
      </p:sp>
      <p:pic>
        <p:nvPicPr>
          <p:cNvPr id="289" name="">
            <a:extLst xmlns:a="http://schemas.openxmlformats.org/drawingml/2006/main">
              <a:ext uri="{FF2B5EF4-FFF2-40B4-BE49-F238E27FC236}">
                <a16:creationId xmlns:a16="http://schemas.microsoft.com/office/drawing/2014/main" id="{6E982E92-CD13-4C1C-A0CF-E0566FAF196C}"/>
              </a:ext>
            </a:extLst>
          </p:cNvPr>
          <p:cNvPicPr>
            <a:picLocks xmlns:a="http://schemas.openxmlformats.org/drawingml/2006/main" noChangeAspect="1"/>
          </p:cNvPicPr>
          <p:nvPr/>
        </p:nvPicPr>
        <p:blipFill>
          <a:blip xmlns:r="http://schemas.openxmlformats.org/officeDocument/2006/relationships" xmlns:a="http://schemas.openxmlformats.org/drawingml/2006/main" r:embed="Ra5e0ec9301154d34"/>
          <a:stretch xmlns:a="http://schemas.openxmlformats.org/drawingml/2006/main"/>
        </p:blipFill>
        <p:spPr>
          <a:xfrm xmlns:a="http://schemas.openxmlformats.org/drawingml/2006/main">
            <a:off x="10420350" y="10573147"/>
            <a:ext cx="1304925" cy="761206"/>
          </a:xfrm>
          <a:prstGeom xmlns:a="http://schemas.openxmlformats.org/drawingml/2006/main" prst="rect">
            <a:avLst/>
          </a:prstGeom>
        </p:spPr>
      </p:pic>
      <p:sp>
        <p:nvSpPr>
          <p:cNvPr id="290" name="status-dot">
            <a:extLst xmlns:a="http://schemas.openxmlformats.org/drawingml/2006/main">
              <a:ext uri="{FF2B5EF4-FFF2-40B4-BE49-F238E27FC236}">
                <a16:creationId xmlns:a16="http://schemas.microsoft.com/office/drawing/2014/main" id="{279D5B2A-5126-4A31-9EDD-F398D20B2756}"/>
              </a:ext>
            </a:extLst>
          </p:cNvPr>
          <p:cNvSpPr>
            <a:spLocks xmlns:a="http://schemas.openxmlformats.org/drawingml/2006/main" noGrp="1"/>
          </p:cNvSpPr>
          <p:nvPr/>
        </p:nvSpPr>
        <p:spPr>
          <a:xfrm xmlns:a="http://schemas.openxmlformats.org/drawingml/2006/main">
            <a:off x="10334625" y="10448925"/>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A44CE0"/>
          </a:solidFill>
          <a:ln xmlns:a="http://schemas.openxmlformats.org/drawingml/2006/main" w="9525">
            <a:noFill/>
            <a:prstDash val="solid"/>
          </a:ln>
        </p:spPr>
      </p:sp>
      <p:sp>
        <p:nvSpPr>
          <p:cNvPr id="291" name="c">
            <a:extLst xmlns:a="http://schemas.openxmlformats.org/drawingml/2006/main">
              <a:ext uri="{FF2B5EF4-FFF2-40B4-BE49-F238E27FC236}">
                <a16:creationId xmlns:a16="http://schemas.microsoft.com/office/drawing/2014/main" id="{4A2F8900-7C80-43E0-9C28-67E66DE7C467}"/>
              </a:ext>
            </a:extLst>
          </p:cNvPr>
          <p:cNvSpPr>
            <a:spLocks xmlns:a="http://schemas.openxmlformats.org/drawingml/2006/main" noGrp="1"/>
          </p:cNvSpPr>
          <p:nvPr/>
        </p:nvSpPr>
        <p:spPr>
          <a:xfrm xmlns:a="http://schemas.openxmlformats.org/drawingml/2006/main" rot="0">
            <a:off x="10420350" y="10436471"/>
            <a:ext cx="95250" cy="300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90" b="1" i="0">
                <a:solidFill>
                  <a:srgbClr val="FFFFFF"/>
                </a:solidFill>
                <a:latin typeface="Times New Roman"/>
                <a:ea typeface="Times New Roman"/>
                <a:cs typeface="Times New Roman"/>
              </a:defRPr>
            </a:defPPr>
          </a:lstStyle>
          <a:p xmlns:a="http://schemas.openxmlformats.org/drawingml/2006/main">
            <a:pPr algn="l">
              <a:lnSpc>
                <a:spcPct val="100000"/>
              </a:lnSpc>
              <a:buNone/>
              <a:defRPr sz="1690" b="1" i="0">
                <a:solidFill>
                  <a:srgbClr val="FFFFFF"/>
                </a:solidFill>
                <a:latin typeface="Times New Roman"/>
                <a:ea typeface="Times New Roman"/>
                <a:cs typeface="Times New Roman"/>
              </a:defRPr>
            </a:pPr>
            <a:r>
              <a:rPr sz="1690" b="1" i="0">
                <a:solidFill>
                  <a:srgbClr val="FFFFFF"/>
                </a:solidFill>
                <a:latin typeface="Times New Roman"/>
                <a:ea typeface="Times New Roman"/>
                <a:cs typeface="Times New Roman"/>
              </a:rPr>
              <a:t>c</a:t>
            </a:r>
          </a:p>
        </p:txBody>
      </p:sp>
      <p:pic>
        <p:nvPicPr>
          <p:cNvPr id="292" name="">
            <a:extLst xmlns:a="http://schemas.openxmlformats.org/drawingml/2006/main">
              <a:ext uri="{FF2B5EF4-FFF2-40B4-BE49-F238E27FC236}">
                <a16:creationId xmlns:a16="http://schemas.microsoft.com/office/drawing/2014/main" id="{ED7FE534-9B1E-4CB0-8B28-CCEDB94BC900}"/>
              </a:ext>
            </a:extLst>
          </p:cNvPr>
          <p:cNvPicPr>
            <a:picLocks xmlns:a="http://schemas.openxmlformats.org/drawingml/2006/main" noChangeAspect="1"/>
          </p:cNvPicPr>
          <p:nvPr/>
        </p:nvPicPr>
        <p:blipFill>
          <a:blip xmlns:r="http://schemas.openxmlformats.org/officeDocument/2006/relationships" xmlns:a="http://schemas.openxmlformats.org/drawingml/2006/main" r:embed="R8b35a561a7334835"/>
          <a:stretch xmlns:a="http://schemas.openxmlformats.org/drawingml/2006/main"/>
        </p:blipFill>
        <p:spPr>
          <a:xfrm xmlns:a="http://schemas.openxmlformats.org/drawingml/2006/main">
            <a:off x="10420350" y="11432461"/>
            <a:ext cx="1304925" cy="804704"/>
          </a:xfrm>
          <a:prstGeom xmlns:a="http://schemas.openxmlformats.org/drawingml/2006/main" prst="rect">
            <a:avLst/>
          </a:prstGeom>
        </p:spPr>
      </p:pic>
      <p:sp>
        <p:nvSpPr>
          <p:cNvPr id="293" name="status-dot">
            <a:extLst xmlns:a="http://schemas.openxmlformats.org/drawingml/2006/main">
              <a:ext uri="{FF2B5EF4-FFF2-40B4-BE49-F238E27FC236}">
                <a16:creationId xmlns:a16="http://schemas.microsoft.com/office/drawing/2014/main" id="{FDF8D06F-75AB-4F61-97A1-712814A765F4}"/>
              </a:ext>
            </a:extLst>
          </p:cNvPr>
          <p:cNvSpPr>
            <a:spLocks xmlns:a="http://schemas.openxmlformats.org/drawingml/2006/main" noGrp="1"/>
          </p:cNvSpPr>
          <p:nvPr/>
        </p:nvSpPr>
        <p:spPr>
          <a:xfrm xmlns:a="http://schemas.openxmlformats.org/drawingml/2006/main">
            <a:off x="10334625" y="11306175"/>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00AECB"/>
          </a:solidFill>
          <a:ln xmlns:a="http://schemas.openxmlformats.org/drawingml/2006/main" w="9525">
            <a:noFill/>
            <a:prstDash val="solid"/>
          </a:ln>
        </p:spPr>
      </p:sp>
      <p:sp>
        <p:nvSpPr>
          <p:cNvPr id="294" name="d">
            <a:extLst xmlns:a="http://schemas.openxmlformats.org/drawingml/2006/main">
              <a:ext uri="{FF2B5EF4-FFF2-40B4-BE49-F238E27FC236}">
                <a16:creationId xmlns:a16="http://schemas.microsoft.com/office/drawing/2014/main" id="{68D9664B-7E21-4B52-9589-5B5CFF7B677A}"/>
              </a:ext>
            </a:extLst>
          </p:cNvPr>
          <p:cNvSpPr>
            <a:spLocks xmlns:a="http://schemas.openxmlformats.org/drawingml/2006/main" noGrp="1"/>
          </p:cNvSpPr>
          <p:nvPr/>
        </p:nvSpPr>
        <p:spPr>
          <a:xfrm xmlns:a="http://schemas.openxmlformats.org/drawingml/2006/main" rot="0">
            <a:off x="10420350" y="11305840"/>
            <a:ext cx="95250" cy="239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9"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9" b="1" i="0">
                <a:solidFill>
                  <a:srgbClr val="FFFFFF"/>
                </a:solidFill>
                <a:latin typeface="Times New Roman"/>
                <a:ea typeface="Times New Roman"/>
                <a:cs typeface="Times New Roman"/>
              </a:defRPr>
            </a:pPr>
            <a:r>
              <a:rPr sz="1349" b="1" i="0">
                <a:solidFill>
                  <a:srgbClr val="FFFFFF"/>
                </a:solidFill>
                <a:latin typeface="Times New Roman"/>
                <a:ea typeface="Times New Roman"/>
                <a:cs typeface="Times New Roman"/>
              </a:rPr>
              <a:t>d</a:t>
            </a:r>
          </a:p>
        </p:txBody>
      </p:sp>
      <p:sp>
        <p:nvSpPr>
          <p:cNvPr id="295" name="refinement column dashed rule">
            <a:extLst xmlns:a="http://schemas.openxmlformats.org/drawingml/2006/main">
              <a:ext uri="{FF2B5EF4-FFF2-40B4-BE49-F238E27FC236}">
                <a16:creationId xmlns:a16="http://schemas.microsoft.com/office/drawing/2014/main" id="{6408AED3-624C-4550-B235-BC8CE8D2A4CE}"/>
              </a:ext>
            </a:extLst>
          </p:cNvPr>
          <p:cNvSpPr>
            <a:spLocks xmlns:a="http://schemas.openxmlformats.org/drawingml/2006/main" noGrp="1"/>
          </p:cNvSpPr>
          <p:nvPr/>
        </p:nvSpPr>
        <p:spPr>
          <a:xfrm xmlns:a="http://schemas.openxmlformats.org/drawingml/2006/main">
            <a:off x="11839575" y="8829675"/>
            <a:ext cx="191" cy="3429191"/>
          </a:xfrm>
          <a:custGeom xmlns:a="http://schemas.openxmlformats.org/drawingml/2006/main">
            <a:pathLst>
              <a:path w="191" h="3429191">
                <a:moveTo>
                  <a:pt x="0" y="0"/>
                </a:moveTo>
                <a:lnTo>
                  <a:pt x="0" y="3429000"/>
                </a:lnTo>
              </a:path>
            </a:pathLst>
          </a:custGeom>
          <a:noFill xmlns:a="http://schemas.openxmlformats.org/drawingml/2006/main"/>
          <a:ln xmlns:a="http://schemas.openxmlformats.org/drawingml/2006/main" w="14288">
            <a:solidFill>
              <a:srgbClr val="397F56"/>
            </a:solidFill>
            <a:prstDash val="dash"/>
          </a:ln>
        </p:spPr>
      </p:sp>
      <p:sp>
        <p:nvSpPr>
          <p:cNvPr id="296" name="Refine">
            <a:extLst xmlns:a="http://schemas.openxmlformats.org/drawingml/2006/main">
              <a:ext uri="{FF2B5EF4-FFF2-40B4-BE49-F238E27FC236}">
                <a16:creationId xmlns:a16="http://schemas.microsoft.com/office/drawing/2014/main" id="{039CCDE1-3A19-472F-A445-80F74A491A53}"/>
              </a:ext>
            </a:extLst>
          </p:cNvPr>
          <p:cNvSpPr>
            <a:spLocks xmlns:a="http://schemas.openxmlformats.org/drawingml/2006/main" noGrp="1"/>
          </p:cNvSpPr>
          <p:nvPr/>
        </p:nvSpPr>
        <p:spPr>
          <a:xfrm xmlns:a="http://schemas.openxmlformats.org/drawingml/2006/main" rot="5400000">
            <a:off x="11553825" y="10467836"/>
            <a:ext cx="628650" cy="316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83" b="1" i="0">
                <a:solidFill>
                  <a:srgbClr val="397F56"/>
                </a:solidFill>
                <a:latin typeface="Times New Roman"/>
                <a:ea typeface="Times New Roman"/>
                <a:cs typeface="Times New Roman"/>
              </a:defRPr>
            </a:defPPr>
          </a:lstStyle>
          <a:p xmlns:a="http://schemas.openxmlformats.org/drawingml/2006/main">
            <a:pPr algn="l">
              <a:lnSpc>
                <a:spcPct val="100000"/>
              </a:lnSpc>
              <a:buNone/>
              <a:defRPr sz="1783" b="1" i="0">
                <a:solidFill>
                  <a:srgbClr val="397F56"/>
                </a:solidFill>
                <a:latin typeface="Times New Roman"/>
                <a:ea typeface="Times New Roman"/>
                <a:cs typeface="Times New Roman"/>
              </a:defRPr>
            </a:pPr>
            <a:r>
              <a:rPr sz="1783" b="1" i="0">
                <a:solidFill>
                  <a:srgbClr val="397F56"/>
                </a:solidFill>
                <a:latin typeface="Times New Roman"/>
                <a:ea typeface="Times New Roman"/>
                <a:cs typeface="Times New Roman"/>
              </a:rPr>
              <a:t>Refine</a:t>
            </a:r>
          </a:p>
        </p:txBody>
      </p:sp>
      <p:sp>
        <p:nvSpPr>
          <p:cNvPr id="297" name="for (  ) in">
            <a:extLst xmlns:a="http://schemas.openxmlformats.org/drawingml/2006/main">
              <a:ext uri="{FF2B5EF4-FFF2-40B4-BE49-F238E27FC236}">
                <a16:creationId xmlns:a16="http://schemas.microsoft.com/office/drawing/2014/main" id="{1AED62A5-DCC2-41C3-A70E-D07BBE4B5D8D}"/>
              </a:ext>
            </a:extLst>
          </p:cNvPr>
          <p:cNvSpPr>
            <a:spLocks xmlns:a="http://schemas.openxmlformats.org/drawingml/2006/main" noGrp="1"/>
          </p:cNvSpPr>
          <p:nvPr/>
        </p:nvSpPr>
        <p:spPr>
          <a:xfrm xmlns:a="http://schemas.openxmlformats.org/drawingml/2006/main" rot="0">
            <a:off x="11972925" y="8776335"/>
            <a:ext cx="895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i="0">
                <a:solidFill>
                  <a:srgbClr val="454545"/>
                </a:solidFill>
                <a:latin typeface="Times New Roman"/>
                <a:ea typeface="Times New Roman"/>
                <a:cs typeface="Times New Roman"/>
              </a:defRPr>
            </a:defPPr>
          </a:lstStyle>
          <a:p xmlns:a="http://schemas.openxmlformats.org/drawingml/2006/main">
            <a:pPr algn="l">
              <a:lnSpc>
                <a:spcPct val="100000"/>
              </a:lnSpc>
              <a:buNone/>
              <a:defRPr sz="1500" b="0" i="0">
                <a:solidFill>
                  <a:srgbClr val="454545"/>
                </a:solidFill>
                <a:latin typeface="Times New Roman"/>
                <a:ea typeface="Times New Roman"/>
                <a:cs typeface="Times New Roman"/>
              </a:defRPr>
            </a:pPr>
            <a:r>
              <a:rPr sz="1500" b="0" i="0">
                <a:solidFill>
                  <a:srgbClr val="454545"/>
                </a:solidFill>
                <a:latin typeface="Times New Roman"/>
                <a:ea typeface="Times New Roman"/>
                <a:cs typeface="Times New Roman"/>
              </a:rPr>
              <a:t>for (  ) in</a:t>
            </a:r>
          </a:p>
        </p:txBody>
      </p:sp>
      <p:sp>
        <p:nvSpPr>
          <p:cNvPr id="298" name="status-dot">
            <a:extLst xmlns:a="http://schemas.openxmlformats.org/drawingml/2006/main">
              <a:ext uri="{FF2B5EF4-FFF2-40B4-BE49-F238E27FC236}">
                <a16:creationId xmlns:a16="http://schemas.microsoft.com/office/drawing/2014/main" id="{D0B26384-DC4F-492A-9A76-6A9063C30CC0}"/>
              </a:ext>
            </a:extLst>
          </p:cNvPr>
          <p:cNvSpPr>
            <a:spLocks xmlns:a="http://schemas.openxmlformats.org/drawingml/2006/main" noGrp="1"/>
          </p:cNvSpPr>
          <p:nvPr/>
        </p:nvSpPr>
        <p:spPr>
          <a:xfrm xmlns:a="http://schemas.openxmlformats.org/drawingml/2006/main">
            <a:off x="12830175"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F56899"/>
          </a:solidFill>
          <a:ln xmlns:a="http://schemas.openxmlformats.org/drawingml/2006/main" w="9525">
            <a:noFill/>
            <a:prstDash val="solid"/>
          </a:ln>
        </p:spPr>
      </p:sp>
      <p:sp>
        <p:nvSpPr>
          <p:cNvPr id="299" name="a">
            <a:extLst xmlns:a="http://schemas.openxmlformats.org/drawingml/2006/main">
              <a:ext uri="{FF2B5EF4-FFF2-40B4-BE49-F238E27FC236}">
                <a16:creationId xmlns:a16="http://schemas.microsoft.com/office/drawing/2014/main" id="{2951EF9F-B070-4AD9-AB30-D3AEA5F63763}"/>
              </a:ext>
            </a:extLst>
          </p:cNvPr>
          <p:cNvSpPr>
            <a:spLocks xmlns:a="http://schemas.openxmlformats.org/drawingml/2006/main" noGrp="1"/>
          </p:cNvSpPr>
          <p:nvPr/>
        </p:nvSpPr>
        <p:spPr>
          <a:xfrm xmlns:a="http://schemas.openxmlformats.org/drawingml/2006/main" rot="0">
            <a:off x="12906375" y="8776335"/>
            <a:ext cx="9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500" b="1" i="0">
                <a:solidFill>
                  <a:srgbClr val="FFFFFF"/>
                </a:solidFill>
                <a:latin typeface="Times New Roman"/>
                <a:ea typeface="Times New Roman"/>
                <a:cs typeface="Times New Roman"/>
              </a:defRPr>
            </a:pPr>
            <a:r>
              <a:rPr sz="1500" b="1" i="0">
                <a:solidFill>
                  <a:srgbClr val="FFFFFF"/>
                </a:solidFill>
                <a:latin typeface="Times New Roman"/>
                <a:ea typeface="Times New Roman"/>
                <a:cs typeface="Times New Roman"/>
              </a:rPr>
              <a:t>a</a:t>
            </a:r>
          </a:p>
        </p:txBody>
      </p:sp>
      <p:sp>
        <p:nvSpPr>
          <p:cNvPr id="300" name="status-dot">
            <a:extLst xmlns:a="http://schemas.openxmlformats.org/drawingml/2006/main">
              <a:ext uri="{FF2B5EF4-FFF2-40B4-BE49-F238E27FC236}">
                <a16:creationId xmlns:a16="http://schemas.microsoft.com/office/drawing/2014/main" id="{2F72D7B0-7506-476C-906E-E081E2A2E472}"/>
              </a:ext>
            </a:extLst>
          </p:cNvPr>
          <p:cNvSpPr>
            <a:spLocks xmlns:a="http://schemas.openxmlformats.org/drawingml/2006/main" noGrp="1"/>
          </p:cNvSpPr>
          <p:nvPr/>
        </p:nvSpPr>
        <p:spPr>
          <a:xfrm xmlns:a="http://schemas.openxmlformats.org/drawingml/2006/main">
            <a:off x="13115925"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F18C00"/>
          </a:solidFill>
          <a:ln xmlns:a="http://schemas.openxmlformats.org/drawingml/2006/main" w="9525">
            <a:noFill/>
            <a:prstDash val="solid"/>
          </a:ln>
        </p:spPr>
      </p:sp>
      <p:sp>
        <p:nvSpPr>
          <p:cNvPr id="301" name="b">
            <a:extLst xmlns:a="http://schemas.openxmlformats.org/drawingml/2006/main">
              <a:ext uri="{FF2B5EF4-FFF2-40B4-BE49-F238E27FC236}">
                <a16:creationId xmlns:a16="http://schemas.microsoft.com/office/drawing/2014/main" id="{5B8D9FFB-CBBF-4315-ABEF-DE396E4573FD}"/>
              </a:ext>
            </a:extLst>
          </p:cNvPr>
          <p:cNvSpPr>
            <a:spLocks xmlns:a="http://schemas.openxmlformats.org/drawingml/2006/main" noGrp="1"/>
          </p:cNvSpPr>
          <p:nvPr/>
        </p:nvSpPr>
        <p:spPr>
          <a:xfrm xmlns:a="http://schemas.openxmlformats.org/drawingml/2006/main" rot="0">
            <a:off x="13192125" y="8781724"/>
            <a:ext cx="95250" cy="239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8"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8" b="1" i="0">
                <a:solidFill>
                  <a:srgbClr val="FFFFFF"/>
                </a:solidFill>
                <a:latin typeface="Times New Roman"/>
                <a:ea typeface="Times New Roman"/>
                <a:cs typeface="Times New Roman"/>
              </a:defRPr>
            </a:pPr>
            <a:r>
              <a:rPr sz="1348" b="1" i="0">
                <a:solidFill>
                  <a:srgbClr val="FFFFFF"/>
                </a:solidFill>
                <a:latin typeface="Times New Roman"/>
                <a:ea typeface="Times New Roman"/>
                <a:cs typeface="Times New Roman"/>
              </a:rPr>
              <a:t>b</a:t>
            </a:r>
          </a:p>
        </p:txBody>
      </p:sp>
      <p:sp>
        <p:nvSpPr>
          <p:cNvPr id="302" name="status-dot">
            <a:extLst xmlns:a="http://schemas.openxmlformats.org/drawingml/2006/main">
              <a:ext uri="{FF2B5EF4-FFF2-40B4-BE49-F238E27FC236}">
                <a16:creationId xmlns:a16="http://schemas.microsoft.com/office/drawing/2014/main" id="{563A578A-2882-452B-9A03-E77BEF2AAA91}"/>
              </a:ext>
            </a:extLst>
          </p:cNvPr>
          <p:cNvSpPr>
            <a:spLocks xmlns:a="http://schemas.openxmlformats.org/drawingml/2006/main" noGrp="1"/>
          </p:cNvSpPr>
          <p:nvPr/>
        </p:nvSpPr>
        <p:spPr>
          <a:xfrm xmlns:a="http://schemas.openxmlformats.org/drawingml/2006/main">
            <a:off x="13411200"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A44CE0"/>
          </a:solidFill>
          <a:ln xmlns:a="http://schemas.openxmlformats.org/drawingml/2006/main" w="9525">
            <a:noFill/>
            <a:prstDash val="solid"/>
          </a:ln>
        </p:spPr>
      </p:sp>
      <p:sp>
        <p:nvSpPr>
          <p:cNvPr id="303" name="c">
            <a:extLst xmlns:a="http://schemas.openxmlformats.org/drawingml/2006/main">
              <a:ext uri="{FF2B5EF4-FFF2-40B4-BE49-F238E27FC236}">
                <a16:creationId xmlns:a16="http://schemas.microsoft.com/office/drawing/2014/main" id="{017A0DF9-9CC9-4014-AE2B-B52955CBE748}"/>
              </a:ext>
            </a:extLst>
          </p:cNvPr>
          <p:cNvSpPr>
            <a:spLocks xmlns:a="http://schemas.openxmlformats.org/drawingml/2006/main" noGrp="1"/>
          </p:cNvSpPr>
          <p:nvPr/>
        </p:nvSpPr>
        <p:spPr>
          <a:xfrm xmlns:a="http://schemas.openxmlformats.org/drawingml/2006/main" rot="0">
            <a:off x="13487400" y="8769582"/>
            <a:ext cx="95250" cy="3004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90" b="1" i="0">
                <a:solidFill>
                  <a:srgbClr val="FFFFFF"/>
                </a:solidFill>
                <a:latin typeface="Times New Roman"/>
                <a:ea typeface="Times New Roman"/>
                <a:cs typeface="Times New Roman"/>
              </a:defRPr>
            </a:defPPr>
          </a:lstStyle>
          <a:p xmlns:a="http://schemas.openxmlformats.org/drawingml/2006/main">
            <a:pPr algn="l">
              <a:lnSpc>
                <a:spcPct val="100000"/>
              </a:lnSpc>
              <a:buNone/>
              <a:defRPr sz="1690" b="1" i="0">
                <a:solidFill>
                  <a:srgbClr val="FFFFFF"/>
                </a:solidFill>
                <a:latin typeface="Times New Roman"/>
                <a:ea typeface="Times New Roman"/>
                <a:cs typeface="Times New Roman"/>
              </a:defRPr>
            </a:pPr>
            <a:r>
              <a:rPr sz="1690" b="1" i="0">
                <a:solidFill>
                  <a:srgbClr val="FFFFFF"/>
                </a:solidFill>
                <a:latin typeface="Times New Roman"/>
                <a:ea typeface="Times New Roman"/>
                <a:cs typeface="Times New Roman"/>
              </a:rPr>
              <a:t>c</a:t>
            </a:r>
          </a:p>
        </p:txBody>
      </p:sp>
      <p:sp>
        <p:nvSpPr>
          <p:cNvPr id="304" name="status-dot">
            <a:extLst xmlns:a="http://schemas.openxmlformats.org/drawingml/2006/main">
              <a:ext uri="{FF2B5EF4-FFF2-40B4-BE49-F238E27FC236}">
                <a16:creationId xmlns:a16="http://schemas.microsoft.com/office/drawing/2014/main" id="{047B48DE-D056-4D18-906D-04ED237254AA}"/>
              </a:ext>
            </a:extLst>
          </p:cNvPr>
          <p:cNvSpPr>
            <a:spLocks xmlns:a="http://schemas.openxmlformats.org/drawingml/2006/main" noGrp="1"/>
          </p:cNvSpPr>
          <p:nvPr/>
        </p:nvSpPr>
        <p:spPr>
          <a:xfrm xmlns:a="http://schemas.openxmlformats.org/drawingml/2006/main">
            <a:off x="13706475"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00AECB"/>
          </a:solidFill>
          <a:ln xmlns:a="http://schemas.openxmlformats.org/drawingml/2006/main" w="9525">
            <a:noFill/>
            <a:prstDash val="solid"/>
          </a:ln>
        </p:spPr>
      </p:sp>
      <p:sp>
        <p:nvSpPr>
          <p:cNvPr id="305" name="d">
            <a:extLst xmlns:a="http://schemas.openxmlformats.org/drawingml/2006/main">
              <a:ext uri="{FF2B5EF4-FFF2-40B4-BE49-F238E27FC236}">
                <a16:creationId xmlns:a16="http://schemas.microsoft.com/office/drawing/2014/main" id="{4E623804-2DF3-4E5F-8E5E-404FBF2AB90F}"/>
              </a:ext>
            </a:extLst>
          </p:cNvPr>
          <p:cNvSpPr>
            <a:spLocks xmlns:a="http://schemas.openxmlformats.org/drawingml/2006/main" noGrp="1"/>
          </p:cNvSpPr>
          <p:nvPr/>
        </p:nvSpPr>
        <p:spPr>
          <a:xfrm xmlns:a="http://schemas.openxmlformats.org/drawingml/2006/main" rot="0">
            <a:off x="13782675" y="8781724"/>
            <a:ext cx="95250" cy="239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8"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8" b="1" i="0">
                <a:solidFill>
                  <a:srgbClr val="FFFFFF"/>
                </a:solidFill>
                <a:latin typeface="Times New Roman"/>
                <a:ea typeface="Times New Roman"/>
                <a:cs typeface="Times New Roman"/>
              </a:defRPr>
            </a:pPr>
            <a:r>
              <a:rPr sz="1348" b="1" i="0">
                <a:solidFill>
                  <a:srgbClr val="FFFFFF"/>
                </a:solidFill>
                <a:latin typeface="Times New Roman"/>
                <a:ea typeface="Times New Roman"/>
                <a:cs typeface="Times New Roman"/>
              </a:rPr>
              <a:t>d</a:t>
            </a:r>
          </a:p>
        </p:txBody>
      </p:sp>
      <p:sp>
        <p:nvSpPr>
          <p:cNvPr id="306" name="status-dot">
            <a:extLst xmlns:a="http://schemas.openxmlformats.org/drawingml/2006/main">
              <a:ext uri="{FF2B5EF4-FFF2-40B4-BE49-F238E27FC236}">
                <a16:creationId xmlns:a16="http://schemas.microsoft.com/office/drawing/2014/main" id="{2401BFD9-CF3A-4616-AE0F-3361CED5E5BF}"/>
              </a:ext>
            </a:extLst>
          </p:cNvPr>
          <p:cNvSpPr>
            <a:spLocks xmlns:a="http://schemas.openxmlformats.org/drawingml/2006/main" noGrp="1"/>
          </p:cNvSpPr>
          <p:nvPr/>
        </p:nvSpPr>
        <p:spPr>
          <a:xfrm xmlns:a="http://schemas.openxmlformats.org/drawingml/2006/main">
            <a:off x="11982450" y="91630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B8861A"/>
          </a:solidFill>
          <a:ln xmlns:a="http://schemas.openxmlformats.org/drawingml/2006/main" w="9525">
            <a:noFill/>
            <a:prstDash val="solid"/>
          </a:ln>
        </p:spPr>
      </p:sp>
      <p:sp>
        <p:nvSpPr>
          <p:cNvPr id="307" name="/loop">
            <a:extLst xmlns:a="http://schemas.openxmlformats.org/drawingml/2006/main">
              <a:ext uri="{FF2B5EF4-FFF2-40B4-BE49-F238E27FC236}">
                <a16:creationId xmlns:a16="http://schemas.microsoft.com/office/drawing/2014/main" id="{85589296-9C2F-4DA5-9DC6-C6ED67138D36}"/>
              </a:ext>
            </a:extLst>
          </p:cNvPr>
          <p:cNvSpPr>
            <a:spLocks xmlns:a="http://schemas.openxmlformats.org/drawingml/2006/main" noGrp="1"/>
          </p:cNvSpPr>
          <p:nvPr/>
        </p:nvSpPr>
        <p:spPr>
          <a:xfrm xmlns:a="http://schemas.openxmlformats.org/drawingml/2006/main" rot="0">
            <a:off x="12144375" y="9092744"/>
            <a:ext cx="371475" cy="2086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1" i="0">
                <a:solidFill>
                  <a:srgbClr val="397F56"/>
                </a:solidFill>
                <a:latin typeface="Times New Roman"/>
                <a:ea typeface="Times New Roman"/>
                <a:cs typeface="Times New Roman"/>
              </a:defRPr>
            </a:defPPr>
          </a:lstStyle>
          <a:p xmlns:a="http://schemas.openxmlformats.org/drawingml/2006/main">
            <a:pPr algn="l">
              <a:lnSpc>
                <a:spcPct val="100000"/>
              </a:lnSpc>
              <a:buNone/>
              <a:defRPr sz="1174" b="1" i="0">
                <a:solidFill>
                  <a:srgbClr val="397F56"/>
                </a:solidFill>
                <a:latin typeface="Times New Roman"/>
                <a:ea typeface="Times New Roman"/>
                <a:cs typeface="Times New Roman"/>
              </a:defRPr>
            </a:pPr>
            <a:r>
              <a:rPr sz="1174" b="1" i="0">
                <a:solidFill>
                  <a:srgbClr val="397F56"/>
                </a:solidFill>
                <a:latin typeface="Times New Roman"/>
                <a:ea typeface="Times New Roman"/>
                <a:cs typeface="Times New Roman"/>
              </a:rPr>
              <a:t>/loop</a:t>
            </a:r>
          </a:p>
        </p:txBody>
      </p:sp>
      <p:sp>
        <p:nvSpPr>
          <p:cNvPr id="308" name="(6/15)">
            <a:extLst xmlns:a="http://schemas.openxmlformats.org/drawingml/2006/main">
              <a:ext uri="{FF2B5EF4-FFF2-40B4-BE49-F238E27FC236}">
                <a16:creationId xmlns:a16="http://schemas.microsoft.com/office/drawing/2014/main" id="{2C2CABAD-03D2-4476-843B-D407C685315E}"/>
              </a:ext>
            </a:extLst>
          </p:cNvPr>
          <p:cNvSpPr>
            <a:spLocks xmlns:a="http://schemas.openxmlformats.org/drawingml/2006/main" noGrp="1"/>
          </p:cNvSpPr>
          <p:nvPr/>
        </p:nvSpPr>
        <p:spPr>
          <a:xfrm xmlns:a="http://schemas.openxmlformats.org/drawingml/2006/main" rot="0">
            <a:off x="12563475" y="9097137"/>
            <a:ext cx="428625"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(6/15)</a:t>
            </a:r>
          </a:p>
        </p:txBody>
      </p:sp>
      <p:sp>
        <p:nvSpPr>
          <p:cNvPr id="309" name="running...">
            <a:extLst xmlns:a="http://schemas.openxmlformats.org/drawingml/2006/main">
              <a:ext uri="{FF2B5EF4-FFF2-40B4-BE49-F238E27FC236}">
                <a16:creationId xmlns:a16="http://schemas.microsoft.com/office/drawing/2014/main" id="{9EB0E43C-6F4C-4D76-A43F-5354EBB2B6EC}"/>
              </a:ext>
            </a:extLst>
          </p:cNvPr>
          <p:cNvSpPr>
            <a:spLocks xmlns:a="http://schemas.openxmlformats.org/drawingml/2006/main" noGrp="1"/>
          </p:cNvSpPr>
          <p:nvPr/>
        </p:nvSpPr>
        <p:spPr>
          <a:xfrm xmlns:a="http://schemas.openxmlformats.org/drawingml/2006/main" rot="0">
            <a:off x="13192125" y="9111996"/>
            <a:ext cx="63817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i="0">
                <a:solidFill>
                  <a:srgbClr val="BD881B"/>
                </a:solidFill>
                <a:latin typeface="Times New Roman"/>
                <a:ea typeface="Times New Roman"/>
                <a:cs typeface="Times New Roman"/>
              </a:defRPr>
            </a:defPPr>
          </a:lstStyle>
          <a:p xmlns:a="http://schemas.openxmlformats.org/drawingml/2006/main">
            <a:pPr algn="l">
              <a:lnSpc>
                <a:spcPct val="100000"/>
              </a:lnSpc>
              <a:buNone/>
              <a:defRPr sz="900" b="1" i="0">
                <a:solidFill>
                  <a:srgbClr val="BD881B"/>
                </a:solidFill>
                <a:latin typeface="Times New Roman"/>
                <a:ea typeface="Times New Roman"/>
                <a:cs typeface="Times New Roman"/>
              </a:defRPr>
            </a:pPr>
            <a:r>
              <a:rPr sz="900" b="1" i="0">
                <a:solidFill>
                  <a:srgbClr val="BD881B"/>
                </a:solidFill>
                <a:latin typeface="Times New Roman"/>
                <a:ea typeface="Times New Roman"/>
                <a:cs typeface="Times New Roman"/>
              </a:rPr>
              <a:t>running...</a:t>
            </a:r>
          </a:p>
        </p:txBody>
      </p:sp>
      <p:sp>
        <p:nvSpPr>
          <p:cNvPr id="310" name="status-dot">
            <a:extLst xmlns:a="http://schemas.openxmlformats.org/drawingml/2006/main">
              <a:ext uri="{FF2B5EF4-FFF2-40B4-BE49-F238E27FC236}">
                <a16:creationId xmlns:a16="http://schemas.microsoft.com/office/drawing/2014/main" id="{E650A92B-FE5C-4F8C-B3A6-DC9E4D7CDF61}"/>
              </a:ext>
            </a:extLst>
          </p:cNvPr>
          <p:cNvSpPr>
            <a:spLocks xmlns:a="http://schemas.openxmlformats.org/drawingml/2006/main" noGrp="1"/>
          </p:cNvSpPr>
          <p:nvPr/>
        </p:nvSpPr>
        <p:spPr>
          <a:xfrm xmlns:a="http://schemas.openxmlformats.org/drawingml/2006/main">
            <a:off x="12077700" y="95059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311" name="">
            <a:extLst xmlns:a="http://schemas.openxmlformats.org/drawingml/2006/main">
              <a:ext uri="{FF2B5EF4-FFF2-40B4-BE49-F238E27FC236}">
                <a16:creationId xmlns:a16="http://schemas.microsoft.com/office/drawing/2014/main" id="{D1CC22CD-121A-453E-8149-6AF26061CF15}"/>
              </a:ext>
            </a:extLst>
          </p:cNvPr>
          <p:cNvPicPr>
            <a:picLocks xmlns:a="http://schemas.openxmlformats.org/drawingml/2006/main" noChangeAspect="1"/>
          </p:cNvPicPr>
          <p:nvPr/>
        </p:nvPicPr>
        <p:blipFill>
          <a:blip xmlns:r="http://schemas.openxmlformats.org/officeDocument/2006/relationships" xmlns:a="http://schemas.openxmlformats.org/drawingml/2006/main" r:embed="R28086646d539478c"/>
          <a:stretch xmlns:a="http://schemas.openxmlformats.org/drawingml/2006/main"/>
        </p:blipFill>
        <p:spPr>
          <a:xfrm xmlns:a="http://schemas.openxmlformats.org/drawingml/2006/main">
            <a:off x="12212149" y="9448800"/>
            <a:ext cx="197827" cy="190500"/>
          </a:xfrm>
          <a:prstGeom xmlns:a="http://schemas.openxmlformats.org/drawingml/2006/main" prst="rect">
            <a:avLst/>
          </a:prstGeom>
        </p:spPr>
      </p:pic>
      <p:sp>
        <p:nvSpPr>
          <p:cNvPr id="312" name="closeup render">
            <a:extLst xmlns:a="http://schemas.openxmlformats.org/drawingml/2006/main">
              <a:ext uri="{FF2B5EF4-FFF2-40B4-BE49-F238E27FC236}">
                <a16:creationId xmlns:a16="http://schemas.microsoft.com/office/drawing/2014/main" id="{57734321-734F-493E-869E-A58EC0F6563C}"/>
              </a:ext>
            </a:extLst>
          </p:cNvPr>
          <p:cNvSpPr>
            <a:spLocks xmlns:a="http://schemas.openxmlformats.org/drawingml/2006/main" noGrp="1"/>
          </p:cNvSpPr>
          <p:nvPr/>
        </p:nvSpPr>
        <p:spPr>
          <a:xfrm xmlns:a="http://schemas.openxmlformats.org/drawingml/2006/main" rot="0">
            <a:off x="12477750" y="9423044"/>
            <a:ext cx="1238250" cy="224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0" b="0" i="0">
                <a:solidFill>
                  <a:srgbClr val="454545"/>
                </a:solidFill>
                <a:latin typeface="Times New Roman"/>
                <a:ea typeface="Times New Roman"/>
                <a:cs typeface="Times New Roman"/>
              </a:defRPr>
            </a:defPPr>
          </a:lstStyle>
          <a:p xmlns:a="http://schemas.openxmlformats.org/drawingml/2006/main">
            <a:pPr algn="l">
              <a:lnSpc>
                <a:spcPct val="100000"/>
              </a:lnSpc>
              <a:buNone/>
              <a:defRPr sz="1260" b="0" i="0">
                <a:solidFill>
                  <a:srgbClr val="454545"/>
                </a:solidFill>
                <a:latin typeface="Times New Roman"/>
                <a:ea typeface="Times New Roman"/>
                <a:cs typeface="Times New Roman"/>
              </a:defRPr>
            </a:pPr>
            <a:r>
              <a:rPr sz="1260" b="0" i="0">
                <a:solidFill>
                  <a:srgbClr val="454545"/>
                </a:solidFill>
                <a:latin typeface="Times New Roman"/>
                <a:ea typeface="Times New Roman"/>
                <a:cs typeface="Times New Roman"/>
              </a:rPr>
              <a:t>closeup render</a:t>
            </a:r>
          </a:p>
        </p:txBody>
      </p:sp>
      <p:sp>
        <p:nvSpPr>
          <p:cNvPr id="313" name="(filename: render_06.png)">
            <a:extLst xmlns:a="http://schemas.openxmlformats.org/drawingml/2006/main">
              <a:ext uri="{FF2B5EF4-FFF2-40B4-BE49-F238E27FC236}">
                <a16:creationId xmlns:a16="http://schemas.microsoft.com/office/drawing/2014/main" id="{3106F110-21C5-4A70-ACC8-260FC500FD67}"/>
              </a:ext>
            </a:extLst>
          </p:cNvPr>
          <p:cNvSpPr>
            <a:spLocks xmlns:a="http://schemas.openxmlformats.org/drawingml/2006/main" noGrp="1"/>
          </p:cNvSpPr>
          <p:nvPr/>
        </p:nvSpPr>
        <p:spPr>
          <a:xfrm xmlns:a="http://schemas.openxmlformats.org/drawingml/2006/main" rot="0">
            <a:off x="12258675" y="9713954"/>
            <a:ext cx="163830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(filename: render_06.png)</a:t>
            </a:r>
          </a:p>
        </p:txBody>
      </p:sp>
      <p:sp>
        <p:nvSpPr>
          <p:cNvPr id="314" name="status-dot">
            <a:extLst xmlns:a="http://schemas.openxmlformats.org/drawingml/2006/main">
              <a:ext uri="{FF2B5EF4-FFF2-40B4-BE49-F238E27FC236}">
                <a16:creationId xmlns:a16="http://schemas.microsoft.com/office/drawing/2014/main" id="{751B9C96-05A8-4647-AA4E-EA9211D31A08}"/>
              </a:ext>
            </a:extLst>
          </p:cNvPr>
          <p:cNvSpPr>
            <a:spLocks xmlns:a="http://schemas.openxmlformats.org/drawingml/2006/main" noGrp="1"/>
          </p:cNvSpPr>
          <p:nvPr/>
        </p:nvSpPr>
        <p:spPr>
          <a:xfrm xmlns:a="http://schemas.openxmlformats.org/drawingml/2006/main">
            <a:off x="12077700" y="100774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315" name="">
            <a:extLst xmlns:a="http://schemas.openxmlformats.org/drawingml/2006/main">
              <a:ext uri="{FF2B5EF4-FFF2-40B4-BE49-F238E27FC236}">
                <a16:creationId xmlns:a16="http://schemas.microsoft.com/office/drawing/2014/main" id="{78396086-CF5D-4A0D-AACC-9BFA89B368BF}"/>
              </a:ext>
            </a:extLst>
          </p:cNvPr>
          <p:cNvPicPr>
            <a:picLocks xmlns:a="http://schemas.openxmlformats.org/drawingml/2006/main" noChangeAspect="1"/>
          </p:cNvPicPr>
          <p:nvPr/>
        </p:nvPicPr>
        <p:blipFill>
          <a:blip xmlns:r="http://schemas.openxmlformats.org/officeDocument/2006/relationships" xmlns:a="http://schemas.openxmlformats.org/drawingml/2006/main" r:embed="Rfeb2a2f58d8a4058"/>
          <a:stretch xmlns:a="http://schemas.openxmlformats.org/drawingml/2006/main"/>
        </p:blipFill>
        <p:spPr>
          <a:xfrm xmlns:a="http://schemas.openxmlformats.org/drawingml/2006/main">
            <a:off x="12211050" y="10011886"/>
            <a:ext cx="219075" cy="226378"/>
          </a:xfrm>
          <a:prstGeom xmlns:a="http://schemas.openxmlformats.org/drawingml/2006/main" prst="rect">
            <a:avLst/>
          </a:prstGeom>
        </p:spPr>
      </p:pic>
      <p:sp>
        <p:nvSpPr>
          <p:cNvPr id="316" name="objects refine">
            <a:extLst xmlns:a="http://schemas.openxmlformats.org/drawingml/2006/main">
              <a:ext uri="{FF2B5EF4-FFF2-40B4-BE49-F238E27FC236}">
                <a16:creationId xmlns:a16="http://schemas.microsoft.com/office/drawing/2014/main" id="{2F00394F-40F1-4F77-89ED-551B721C49CF}"/>
              </a:ext>
            </a:extLst>
          </p:cNvPr>
          <p:cNvSpPr>
            <a:spLocks xmlns:a="http://schemas.openxmlformats.org/drawingml/2006/main" noGrp="1"/>
          </p:cNvSpPr>
          <p:nvPr/>
        </p:nvSpPr>
        <p:spPr>
          <a:xfrm xmlns:a="http://schemas.openxmlformats.org/drawingml/2006/main" rot="0">
            <a:off x="12477750" y="9994544"/>
            <a:ext cx="1219200" cy="224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0" b="0" i="0">
                <a:solidFill>
                  <a:srgbClr val="454545"/>
                </a:solidFill>
                <a:latin typeface="Times New Roman"/>
                <a:ea typeface="Times New Roman"/>
                <a:cs typeface="Times New Roman"/>
              </a:defRPr>
            </a:defPPr>
          </a:lstStyle>
          <a:p xmlns:a="http://schemas.openxmlformats.org/drawingml/2006/main">
            <a:pPr algn="l">
              <a:lnSpc>
                <a:spcPct val="100000"/>
              </a:lnSpc>
              <a:buNone/>
              <a:defRPr sz="1260" b="0" i="0">
                <a:solidFill>
                  <a:srgbClr val="454545"/>
                </a:solidFill>
                <a:latin typeface="Times New Roman"/>
                <a:ea typeface="Times New Roman"/>
                <a:cs typeface="Times New Roman"/>
              </a:defRPr>
            </a:pPr>
            <a:r>
              <a:rPr sz="1260" b="0" i="0">
                <a:solidFill>
                  <a:srgbClr val="454545"/>
                </a:solidFill>
                <a:latin typeface="Times New Roman"/>
                <a:ea typeface="Times New Roman"/>
                <a:cs typeface="Times New Roman"/>
              </a:rPr>
              <a:t>objects refine</a:t>
            </a:r>
          </a:p>
        </p:txBody>
      </p:sp>
      <p:sp>
        <p:nvSpPr>
          <p:cNvPr id="317" name="(current: object_07.glb)">
            <a:extLst xmlns:a="http://schemas.openxmlformats.org/drawingml/2006/main">
              <a:ext uri="{FF2B5EF4-FFF2-40B4-BE49-F238E27FC236}">
                <a16:creationId xmlns:a16="http://schemas.microsoft.com/office/drawing/2014/main" id="{97994A44-2E14-40C1-896A-B17397FACB4C}"/>
              </a:ext>
            </a:extLst>
          </p:cNvPr>
          <p:cNvSpPr>
            <a:spLocks xmlns:a="http://schemas.openxmlformats.org/drawingml/2006/main" noGrp="1"/>
          </p:cNvSpPr>
          <p:nvPr/>
        </p:nvSpPr>
        <p:spPr>
          <a:xfrm xmlns:a="http://schemas.openxmlformats.org/drawingml/2006/main" rot="0">
            <a:off x="12258675" y="10294979"/>
            <a:ext cx="152400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(current: object_07.glb)</a:t>
            </a:r>
          </a:p>
        </p:txBody>
      </p:sp>
      <p:pic>
        <p:nvPicPr>
          <p:cNvPr id="318" name="">
            <a:extLst xmlns:a="http://schemas.openxmlformats.org/drawingml/2006/main">
              <a:ext uri="{FF2B5EF4-FFF2-40B4-BE49-F238E27FC236}">
                <a16:creationId xmlns:a16="http://schemas.microsoft.com/office/drawing/2014/main" id="{14026831-BDA7-416F-AFEA-002EF60C840D}"/>
              </a:ext>
            </a:extLst>
          </p:cNvPr>
          <p:cNvPicPr>
            <a:picLocks xmlns:a="http://schemas.openxmlformats.org/drawingml/2006/main" noChangeAspect="1"/>
          </p:cNvPicPr>
          <p:nvPr/>
        </p:nvPicPr>
        <p:blipFill>
          <a:blip xmlns:r="http://schemas.openxmlformats.org/officeDocument/2006/relationships" xmlns:a="http://schemas.openxmlformats.org/drawingml/2006/main" r:embed="Rf3230c4e2e024258"/>
          <a:stretch xmlns:a="http://schemas.openxmlformats.org/drawingml/2006/main"/>
        </p:blipFill>
        <p:spPr>
          <a:xfrm xmlns:a="http://schemas.openxmlformats.org/drawingml/2006/main">
            <a:off x="12288400" y="10534650"/>
            <a:ext cx="216776" cy="209550"/>
          </a:xfrm>
          <a:prstGeom xmlns:a="http://schemas.openxmlformats.org/drawingml/2006/main" prst="rect">
            <a:avLst/>
          </a:prstGeom>
        </p:spPr>
      </p:pic>
      <p:sp>
        <p:nvSpPr>
          <p:cNvPr id="319" name="pose (t, r)">
            <a:extLst xmlns:a="http://schemas.openxmlformats.org/drawingml/2006/main">
              <a:ext uri="{FF2B5EF4-FFF2-40B4-BE49-F238E27FC236}">
                <a16:creationId xmlns:a16="http://schemas.microsoft.com/office/drawing/2014/main" id="{C8C343AC-2D94-4CA8-A9C7-49F53081FA7D}"/>
              </a:ext>
            </a:extLst>
          </p:cNvPr>
          <p:cNvSpPr>
            <a:spLocks xmlns:a="http://schemas.openxmlformats.org/drawingml/2006/main" noGrp="1"/>
          </p:cNvSpPr>
          <p:nvPr/>
        </p:nvSpPr>
        <p:spPr>
          <a:xfrm xmlns:a="http://schemas.openxmlformats.org/drawingml/2006/main" rot="0">
            <a:off x="12582525" y="10542629"/>
            <a:ext cx="771525"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pose (t, r)</a:t>
            </a:r>
          </a:p>
        </p:txBody>
      </p:sp>
      <p:pic>
        <p:nvPicPr>
          <p:cNvPr id="320" name="">
            <a:extLst xmlns:a="http://schemas.openxmlformats.org/drawingml/2006/main">
              <a:ext uri="{FF2B5EF4-FFF2-40B4-BE49-F238E27FC236}">
                <a16:creationId xmlns:a16="http://schemas.microsoft.com/office/drawing/2014/main" id="{765B854B-8615-4DA7-8ED3-23503E3641F7}"/>
              </a:ext>
            </a:extLst>
          </p:cNvPr>
          <p:cNvPicPr>
            <a:picLocks xmlns:a="http://schemas.openxmlformats.org/drawingml/2006/main" noChangeAspect="1"/>
          </p:cNvPicPr>
          <p:nvPr/>
        </p:nvPicPr>
        <p:blipFill>
          <a:blip xmlns:r="http://schemas.openxmlformats.org/officeDocument/2006/relationships" xmlns:a="http://schemas.openxmlformats.org/drawingml/2006/main" r:embed="R79347eaa6ba14a26"/>
          <a:stretch xmlns:a="http://schemas.openxmlformats.org/drawingml/2006/main"/>
        </p:blipFill>
        <p:spPr>
          <a:xfrm xmlns:a="http://schemas.openxmlformats.org/drawingml/2006/main">
            <a:off x="12296775" y="10863263"/>
            <a:ext cx="190500" cy="190500"/>
          </a:xfrm>
          <a:prstGeom xmlns:a="http://schemas.openxmlformats.org/drawingml/2006/main" prst="rect">
            <a:avLst/>
          </a:prstGeom>
        </p:spPr>
      </p:pic>
      <p:sp>
        <p:nvSpPr>
          <p:cNvPr id="321" name="scale (dim, s)">
            <a:extLst xmlns:a="http://schemas.openxmlformats.org/drawingml/2006/main">
              <a:ext uri="{FF2B5EF4-FFF2-40B4-BE49-F238E27FC236}">
                <a16:creationId xmlns:a16="http://schemas.microsoft.com/office/drawing/2014/main" id="{A7444C2C-C417-4074-9F07-0AFD39E55C45}"/>
              </a:ext>
            </a:extLst>
          </p:cNvPr>
          <p:cNvSpPr>
            <a:spLocks xmlns:a="http://schemas.openxmlformats.org/drawingml/2006/main" noGrp="1"/>
          </p:cNvSpPr>
          <p:nvPr/>
        </p:nvSpPr>
        <p:spPr>
          <a:xfrm xmlns:a="http://schemas.openxmlformats.org/drawingml/2006/main" rot="0">
            <a:off x="12582525" y="10856954"/>
            <a:ext cx="100965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scale (dim, s)</a:t>
            </a:r>
          </a:p>
        </p:txBody>
      </p:sp>
      <p:pic>
        <p:nvPicPr>
          <p:cNvPr id="322" name="">
            <a:extLst xmlns:a="http://schemas.openxmlformats.org/drawingml/2006/main">
              <a:ext uri="{FF2B5EF4-FFF2-40B4-BE49-F238E27FC236}">
                <a16:creationId xmlns:a16="http://schemas.microsoft.com/office/drawing/2014/main" id="{B6B19765-7F2F-420A-BF38-3501FF5A3227}"/>
              </a:ext>
            </a:extLst>
          </p:cNvPr>
          <p:cNvPicPr>
            <a:picLocks xmlns:a="http://schemas.openxmlformats.org/drawingml/2006/main" noChangeAspect="1"/>
          </p:cNvPicPr>
          <p:nvPr/>
        </p:nvPicPr>
        <p:blipFill>
          <a:blip xmlns:r="http://schemas.openxmlformats.org/officeDocument/2006/relationships" xmlns:a="http://schemas.openxmlformats.org/drawingml/2006/main" r:embed="R648b6db2be1144a4"/>
          <a:stretch xmlns:a="http://schemas.openxmlformats.org/drawingml/2006/main"/>
        </p:blipFill>
        <p:spPr>
          <a:xfrm xmlns:a="http://schemas.openxmlformats.org/drawingml/2006/main">
            <a:off x="12268200" y="11128738"/>
            <a:ext cx="247650" cy="240574"/>
          </a:xfrm>
          <a:prstGeom xmlns:a="http://schemas.openxmlformats.org/drawingml/2006/main" prst="rect">
            <a:avLst/>
          </a:prstGeom>
        </p:spPr>
      </p:pic>
      <p:sp>
        <p:nvSpPr>
          <p:cNvPr id="323" name="quality (mesh, tex)">
            <a:extLst xmlns:a="http://schemas.openxmlformats.org/drawingml/2006/main">
              <a:ext uri="{FF2B5EF4-FFF2-40B4-BE49-F238E27FC236}">
                <a16:creationId xmlns:a16="http://schemas.microsoft.com/office/drawing/2014/main" id="{9BEDF0B4-7D70-4F28-B959-9EE9F4680555}"/>
              </a:ext>
            </a:extLst>
          </p:cNvPr>
          <p:cNvSpPr>
            <a:spLocks xmlns:a="http://schemas.openxmlformats.org/drawingml/2006/main" noGrp="1"/>
          </p:cNvSpPr>
          <p:nvPr/>
        </p:nvSpPr>
        <p:spPr>
          <a:xfrm xmlns:a="http://schemas.openxmlformats.org/drawingml/2006/main" rot="0">
            <a:off x="12582525" y="11171279"/>
            <a:ext cx="127635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quality (mesh, tex)</a:t>
            </a:r>
          </a:p>
        </p:txBody>
      </p:sp>
      <p:sp>
        <p:nvSpPr>
          <p:cNvPr id="324" name="status-dot">
            <a:extLst xmlns:a="http://schemas.openxmlformats.org/drawingml/2006/main">
              <a:ext uri="{FF2B5EF4-FFF2-40B4-BE49-F238E27FC236}">
                <a16:creationId xmlns:a16="http://schemas.microsoft.com/office/drawing/2014/main" id="{B02877DE-75B2-49B2-9810-5CB42DC8CCC7}"/>
              </a:ext>
            </a:extLst>
          </p:cNvPr>
          <p:cNvSpPr>
            <a:spLocks xmlns:a="http://schemas.openxmlformats.org/drawingml/2006/main" noGrp="1"/>
          </p:cNvSpPr>
          <p:nvPr/>
        </p:nvSpPr>
        <p:spPr>
          <a:xfrm xmlns:a="http://schemas.openxmlformats.org/drawingml/2006/main">
            <a:off x="12077700" y="115347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B8861A"/>
          </a:solidFill>
          <a:ln xmlns:a="http://schemas.openxmlformats.org/drawingml/2006/main" w="9525">
            <a:noFill/>
            <a:prstDash val="solid"/>
          </a:ln>
        </p:spPr>
      </p:sp>
      <p:pic>
        <p:nvPicPr>
          <p:cNvPr id="325" name="">
            <a:extLst xmlns:a="http://schemas.openxmlformats.org/drawingml/2006/main">
              <a:ext uri="{FF2B5EF4-FFF2-40B4-BE49-F238E27FC236}">
                <a16:creationId xmlns:a16="http://schemas.microsoft.com/office/drawing/2014/main" id="{D7C50F07-2111-42BC-BA62-05A7353E4092}"/>
              </a:ext>
            </a:extLst>
          </p:cNvPr>
          <p:cNvPicPr>
            <a:picLocks xmlns:a="http://schemas.openxmlformats.org/drawingml/2006/main" noChangeAspect="1"/>
          </p:cNvPicPr>
          <p:nvPr/>
        </p:nvPicPr>
        <p:blipFill>
          <a:blip xmlns:r="http://schemas.openxmlformats.org/officeDocument/2006/relationships" xmlns:a="http://schemas.openxmlformats.org/drawingml/2006/main" r:embed="R3c3f02aee4cc4f5b"/>
          <a:stretch xmlns:a="http://schemas.openxmlformats.org/drawingml/2006/main"/>
        </p:blipFill>
        <p:spPr>
          <a:xfrm xmlns:a="http://schemas.openxmlformats.org/drawingml/2006/main">
            <a:off x="12201525" y="11463338"/>
            <a:ext cx="228600" cy="200025"/>
          </a:xfrm>
          <a:prstGeom xmlns:a="http://schemas.openxmlformats.org/drawingml/2006/main" prst="rect">
            <a:avLst/>
          </a:prstGeom>
        </p:spPr>
      </p:pic>
      <p:sp>
        <p:nvSpPr>
          <p:cNvPr id="326" name="terrain refine">
            <a:extLst xmlns:a="http://schemas.openxmlformats.org/drawingml/2006/main">
              <a:ext uri="{FF2B5EF4-FFF2-40B4-BE49-F238E27FC236}">
                <a16:creationId xmlns:a16="http://schemas.microsoft.com/office/drawing/2014/main" id="{A831D3BC-C475-46DF-95BE-724DA80FDA15}"/>
              </a:ext>
            </a:extLst>
          </p:cNvPr>
          <p:cNvSpPr>
            <a:spLocks xmlns:a="http://schemas.openxmlformats.org/drawingml/2006/main" noGrp="1"/>
          </p:cNvSpPr>
          <p:nvPr/>
        </p:nvSpPr>
        <p:spPr>
          <a:xfrm xmlns:a="http://schemas.openxmlformats.org/drawingml/2006/main" rot="0">
            <a:off x="12477750" y="11437590"/>
            <a:ext cx="1095375" cy="295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62" b="0" i="0">
                <a:solidFill>
                  <a:srgbClr val="454545"/>
                </a:solidFill>
                <a:latin typeface="Times New Roman"/>
                <a:ea typeface="Times New Roman"/>
                <a:cs typeface="Times New Roman"/>
              </a:defRPr>
            </a:defPPr>
          </a:lstStyle>
          <a:p xmlns:a="http://schemas.openxmlformats.org/drawingml/2006/main">
            <a:pPr algn="l">
              <a:lnSpc>
                <a:spcPct val="100000"/>
              </a:lnSpc>
              <a:buNone/>
              <a:defRPr sz="1662" b="0" i="0">
                <a:solidFill>
                  <a:srgbClr val="454545"/>
                </a:solidFill>
                <a:latin typeface="Times New Roman"/>
                <a:ea typeface="Times New Roman"/>
                <a:cs typeface="Times New Roman"/>
              </a:defRPr>
            </a:pPr>
            <a:r>
              <a:rPr sz="1662" b="0" i="0">
                <a:solidFill>
                  <a:srgbClr val="454545"/>
                </a:solidFill>
                <a:latin typeface="Times New Roman"/>
                <a:ea typeface="Times New Roman"/>
                <a:cs typeface="Times New Roman"/>
              </a:rPr>
              <a:t>terrain refine</a:t>
            </a:r>
          </a:p>
        </p:txBody>
      </p:sp>
      <p:sp>
        <p:nvSpPr>
          <p:cNvPr id="327" name="↓ 4.8k">
            <a:extLst xmlns:a="http://schemas.openxmlformats.org/drawingml/2006/main">
              <a:ext uri="{FF2B5EF4-FFF2-40B4-BE49-F238E27FC236}">
                <a16:creationId xmlns:a16="http://schemas.microsoft.com/office/drawing/2014/main" id="{9C407D66-EAF1-410F-B16D-F9A5B80EE70F}"/>
              </a:ext>
            </a:extLst>
          </p:cNvPr>
          <p:cNvSpPr>
            <a:spLocks xmlns:a="http://schemas.openxmlformats.org/drawingml/2006/main" noGrp="1"/>
          </p:cNvSpPr>
          <p:nvPr/>
        </p:nvSpPr>
        <p:spPr>
          <a:xfrm xmlns:a="http://schemas.openxmlformats.org/drawingml/2006/main" rot="0">
            <a:off x="13544550" y="11483721"/>
            <a:ext cx="40005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BD881B"/>
                </a:solidFill>
                <a:latin typeface="Times New Roman"/>
                <a:ea typeface="Times New Roman"/>
                <a:cs typeface="Times New Roman"/>
              </a:defRPr>
            </a:defPPr>
          </a:lstStyle>
          <a:p xmlns:a="http://schemas.openxmlformats.org/drawingml/2006/main">
            <a:pPr algn="l">
              <a:lnSpc>
                <a:spcPct val="100000"/>
              </a:lnSpc>
              <a:buNone/>
              <a:defRPr sz="900" b="0" i="0">
                <a:solidFill>
                  <a:srgbClr val="BD881B"/>
                </a:solidFill>
                <a:latin typeface="Times New Roman"/>
                <a:ea typeface="Times New Roman"/>
                <a:cs typeface="Times New Roman"/>
              </a:defRPr>
            </a:pPr>
            <a:r>
              <a:rPr sz="900" b="0" i="0">
                <a:solidFill>
                  <a:srgbClr val="BD881B"/>
                </a:solidFill>
                <a:latin typeface="Times New Roman"/>
                <a:ea typeface="Times New Roman"/>
                <a:cs typeface="Times New Roman"/>
              </a:rPr>
              <a:t>↓ 4.8k</a:t>
            </a:r>
          </a:p>
        </p:txBody>
      </p:sp>
      <p:pic>
        <p:nvPicPr>
          <p:cNvPr id="328" name="">
            <a:extLst xmlns:a="http://schemas.openxmlformats.org/drawingml/2006/main">
              <a:ext uri="{FF2B5EF4-FFF2-40B4-BE49-F238E27FC236}">
                <a16:creationId xmlns:a16="http://schemas.microsoft.com/office/drawing/2014/main" id="{2FB3907E-AE14-45B9-A1B9-5E68EBDD4C5C}"/>
              </a:ext>
            </a:extLst>
          </p:cNvPr>
          <p:cNvPicPr>
            <a:picLocks xmlns:a="http://schemas.openxmlformats.org/drawingml/2006/main" noChangeAspect="1"/>
          </p:cNvPicPr>
          <p:nvPr/>
        </p:nvPicPr>
        <p:blipFill>
          <a:blip xmlns:r="http://schemas.openxmlformats.org/officeDocument/2006/relationships" xmlns:a="http://schemas.openxmlformats.org/drawingml/2006/main" r:embed="R37399660a26649d1"/>
          <a:stretch xmlns:a="http://schemas.openxmlformats.org/drawingml/2006/main"/>
        </p:blipFill>
        <p:spPr>
          <a:xfrm xmlns:a="http://schemas.openxmlformats.org/drawingml/2006/main">
            <a:off x="12287250" y="11735950"/>
            <a:ext cx="209550" cy="216776"/>
          </a:xfrm>
          <a:prstGeom xmlns:a="http://schemas.openxmlformats.org/drawingml/2006/main" prst="rect">
            <a:avLst/>
          </a:prstGeom>
        </p:spPr>
      </p:pic>
      <p:sp>
        <p:nvSpPr>
          <p:cNvPr id="329" name="collision (c, p)">
            <a:extLst xmlns:a="http://schemas.openxmlformats.org/drawingml/2006/main">
              <a:ext uri="{FF2B5EF4-FFF2-40B4-BE49-F238E27FC236}">
                <a16:creationId xmlns:a16="http://schemas.microsoft.com/office/drawing/2014/main" id="{A74B35C6-7002-4D3A-B620-AC03EABF8465}"/>
              </a:ext>
            </a:extLst>
          </p:cNvPr>
          <p:cNvSpPr>
            <a:spLocks xmlns:a="http://schemas.openxmlformats.org/drawingml/2006/main" noGrp="1"/>
          </p:cNvSpPr>
          <p:nvPr/>
        </p:nvSpPr>
        <p:spPr>
          <a:xfrm xmlns:a="http://schemas.openxmlformats.org/drawingml/2006/main" rot="0">
            <a:off x="12573000" y="11761829"/>
            <a:ext cx="981075"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collision (c, p)</a:t>
            </a:r>
          </a:p>
        </p:txBody>
      </p:sp>
      <p:pic>
        <p:nvPicPr>
          <p:cNvPr id="330" name="">
            <a:extLst xmlns:a="http://schemas.openxmlformats.org/drawingml/2006/main">
              <a:ext uri="{FF2B5EF4-FFF2-40B4-BE49-F238E27FC236}">
                <a16:creationId xmlns:a16="http://schemas.microsoft.com/office/drawing/2014/main" id="{F8DB0079-C9D6-447A-95C7-C457436D2434}"/>
              </a:ext>
            </a:extLst>
          </p:cNvPr>
          <p:cNvPicPr>
            <a:picLocks xmlns:a="http://schemas.openxmlformats.org/drawingml/2006/main" noChangeAspect="1"/>
          </p:cNvPicPr>
          <p:nvPr/>
        </p:nvPicPr>
        <p:blipFill>
          <a:blip xmlns:r="http://schemas.openxmlformats.org/officeDocument/2006/relationships" xmlns:a="http://schemas.openxmlformats.org/drawingml/2006/main" r:embed="Rf44ef1f99ef24b6a"/>
          <a:stretch xmlns:a="http://schemas.openxmlformats.org/drawingml/2006/main"/>
        </p:blipFill>
        <p:spPr>
          <a:xfrm xmlns:a="http://schemas.openxmlformats.org/drawingml/2006/main">
            <a:off x="12288479" y="12030075"/>
            <a:ext cx="226142" cy="219075"/>
          </a:xfrm>
          <a:prstGeom xmlns:a="http://schemas.openxmlformats.org/drawingml/2006/main" prst="rect">
            <a:avLst/>
          </a:prstGeom>
        </p:spPr>
      </p:pic>
      <p:sp>
        <p:nvSpPr>
          <p:cNvPr id="331" name="quality (mesh)">
            <a:extLst xmlns:a="http://schemas.openxmlformats.org/drawingml/2006/main">
              <a:ext uri="{FF2B5EF4-FFF2-40B4-BE49-F238E27FC236}">
                <a16:creationId xmlns:a16="http://schemas.microsoft.com/office/drawing/2014/main" id="{37158ABB-1283-4E50-9535-3816FFDE2A17}"/>
              </a:ext>
            </a:extLst>
          </p:cNvPr>
          <p:cNvSpPr>
            <a:spLocks xmlns:a="http://schemas.openxmlformats.org/drawingml/2006/main" noGrp="1"/>
          </p:cNvSpPr>
          <p:nvPr/>
        </p:nvSpPr>
        <p:spPr>
          <a:xfrm xmlns:a="http://schemas.openxmlformats.org/drawingml/2006/main" rot="0">
            <a:off x="12573000" y="12066629"/>
            <a:ext cx="1000125"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quality (mesh)</a:t>
            </a:r>
          </a:p>
        </p:txBody>
      </p:sp>
      <p:sp>
        <p:nvSpPr>
          <p:cNvPr id="332" name="placement determination">
            <a:extLst xmlns:a="http://schemas.openxmlformats.org/drawingml/2006/main">
              <a:ext uri="{FF2B5EF4-FFF2-40B4-BE49-F238E27FC236}">
                <a16:creationId xmlns:a16="http://schemas.microsoft.com/office/drawing/2014/main" id="{78EEEFE2-847C-432E-AD3F-871E4C752D59}"/>
              </a:ext>
            </a:extLst>
          </p:cNvPr>
          <p:cNvSpPr>
            <a:spLocks xmlns:a="http://schemas.openxmlformats.org/drawingml/2006/main" noGrp="1"/>
          </p:cNvSpPr>
          <p:nvPr/>
        </p:nvSpPr>
        <p:spPr>
          <a:xfrm xmlns:a="http://schemas.openxmlformats.org/drawingml/2006/main" rot="0">
            <a:off x="10401300" y="12387072"/>
            <a:ext cx="1533525"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FFFFFF"/>
                </a:solidFill>
                <a:latin typeface="Times New Roman"/>
                <a:ea typeface="Times New Roman"/>
                <a:cs typeface="Times New Roman"/>
              </a:defRPr>
            </a:defPPr>
          </a:lstStyle>
          <a:p xmlns:a="http://schemas.openxmlformats.org/drawingml/2006/main">
            <a:pPr algn="l">
              <a:lnSpc>
                <a:spcPct val="100000"/>
              </a:lnSpc>
              <a:buNone/>
              <a:defRPr sz="675" b="1" i="0">
                <a:solidFill>
                  <a:srgbClr val="FFFFFF"/>
                </a:solidFill>
                <a:latin typeface="Times New Roman"/>
                <a:ea typeface="Times New Roman"/>
                <a:cs typeface="Times New Roman"/>
              </a:defRPr>
            </a:pPr>
            <a:r>
              <a:rPr sz="675" b="1" i="0">
                <a:solidFill>
                  <a:srgbClr val="FFFFFF"/>
                </a:solidFill>
                <a:latin typeface="Times New Roman"/>
                <a:ea typeface="Times New Roman"/>
                <a:cs typeface="Times New Roman"/>
              </a:rPr>
              <a:t>placement determination</a:t>
            </a:r>
          </a:p>
        </p:txBody>
      </p:sp>
      <p:sp>
        <p:nvSpPr>
          <p:cNvPr id="333" name="FINAL 3D SCENE">
            <a:extLst xmlns:a="http://schemas.openxmlformats.org/drawingml/2006/main">
              <a:ext uri="{FF2B5EF4-FFF2-40B4-BE49-F238E27FC236}">
                <a16:creationId xmlns:a16="http://schemas.microsoft.com/office/drawing/2014/main" id="{E1B02D18-88B8-45F3-9AD5-1FA21ADD3821}"/>
              </a:ext>
            </a:extLst>
          </p:cNvPr>
          <p:cNvSpPr>
            <a:spLocks xmlns:a="http://schemas.openxmlformats.org/drawingml/2006/main" noGrp="1"/>
          </p:cNvSpPr>
          <p:nvPr/>
        </p:nvSpPr>
        <p:spPr>
          <a:xfrm xmlns:a="http://schemas.openxmlformats.org/drawingml/2006/main" rot="5400000">
            <a:off x="-709612" y="13902166"/>
            <a:ext cx="2362200" cy="4076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93" b="1" i="0">
                <a:solidFill>
                  <a:srgbClr val="A4966D"/>
                </a:solidFill>
                <a:latin typeface="Times New Roman"/>
                <a:ea typeface="Times New Roman"/>
                <a:cs typeface="Times New Roman"/>
              </a:defRPr>
            </a:defPPr>
          </a:lstStyle>
          <a:p xmlns:a="http://schemas.openxmlformats.org/drawingml/2006/main">
            <a:pPr algn="l">
              <a:lnSpc>
                <a:spcPct val="100000"/>
              </a:lnSpc>
              <a:buNone/>
              <a:defRPr sz="2293" b="1" i="0">
                <a:solidFill>
                  <a:srgbClr val="A4966D"/>
                </a:solidFill>
                <a:latin typeface="Times New Roman"/>
                <a:ea typeface="Times New Roman"/>
                <a:cs typeface="Times New Roman"/>
              </a:defRPr>
            </a:pPr>
            <a:r>
              <a:rPr sz="2293" b="1" i="0">
                <a:solidFill>
                  <a:srgbClr val="A4966D"/>
                </a:solidFill>
                <a:latin typeface="Times New Roman"/>
                <a:ea typeface="Times New Roman"/>
                <a:cs typeface="Times New Roman"/>
              </a:rPr>
              <a:t>FINAL 3D SCENE</a:t>
            </a:r>
          </a:p>
        </p:txBody>
      </p:sp>
      <p:sp>
        <p:nvSpPr>
          <p:cNvPr id="334" name="final 3d overview local frame">
            <a:extLst xmlns:a="http://schemas.openxmlformats.org/drawingml/2006/main">
              <a:ext uri="{FF2B5EF4-FFF2-40B4-BE49-F238E27FC236}">
                <a16:creationId xmlns:a16="http://schemas.microsoft.com/office/drawing/2014/main" id="{E17081F0-AB23-4674-868E-50CC675383F2}"/>
              </a:ext>
            </a:extLst>
          </p:cNvPr>
          <p:cNvSpPr>
            <a:spLocks xmlns:a="http://schemas.openxmlformats.org/drawingml/2006/main" noGrp="1"/>
          </p:cNvSpPr>
          <p:nvPr/>
        </p:nvSpPr>
        <p:spPr>
          <a:xfrm xmlns:a="http://schemas.openxmlformats.org/drawingml/2006/main">
            <a:off x="733425" y="12830175"/>
            <a:ext cx="4371975" cy="2828925"/>
          </a:xfrm>
          <a:custGeom xmlns:a="http://schemas.openxmlformats.org/drawingml/2006/main">
            <a:pathLst>
              <a:path w="4371975" h="2828925">
                <a:moveTo>
                  <a:pt x="190500" y="0"/>
                </a:moveTo>
                <a:lnTo>
                  <a:pt x="4181475" y="0"/>
                </a:lnTo>
                <a:cubicBezTo>
                  <a:pt x="4286685" y="0"/>
                  <a:pt x="4371975" y="85290"/>
                  <a:pt x="4371975" y="190500"/>
                </a:cubicBezTo>
                <a:lnTo>
                  <a:pt x="4371975" y="2638425"/>
                </a:lnTo>
                <a:cubicBezTo>
                  <a:pt x="4371975" y="2743635"/>
                  <a:pt x="4286685" y="2828925"/>
                  <a:pt x="4181475" y="2828925"/>
                </a:cubicBezTo>
                <a:lnTo>
                  <a:pt x="190500" y="2828925"/>
                </a:lnTo>
                <a:cubicBezTo>
                  <a:pt x="85290" y="2828925"/>
                  <a:pt x="0" y="2743635"/>
                  <a:pt x="0" y="2638425"/>
                </a:cubicBezTo>
                <a:lnTo>
                  <a:pt x="0" y="190500"/>
                </a:lnTo>
                <a:cubicBezTo>
                  <a:pt x="0" y="85290"/>
                  <a:pt x="85290" y="0"/>
                  <a:pt x="190500" y="0"/>
                </a:cubicBezTo>
                <a:close/>
              </a:path>
            </a:pathLst>
          </a:custGeom>
          <a:solidFill xmlns:a="http://schemas.openxmlformats.org/drawingml/2006/main">
            <a:srgbClr val="FCFAF1"/>
          </a:solidFill>
          <a:ln xmlns:a="http://schemas.openxmlformats.org/drawingml/2006/main" w="14288">
            <a:solidFill>
              <a:srgbClr val="D6CDA4"/>
            </a:solidFill>
            <a:prstDash val="solid"/>
          </a:ln>
        </p:spPr>
      </p:sp>
      <p:pic>
        <p:nvPicPr>
          <p:cNvPr id="335" name="">
            <a:extLst xmlns:a="http://schemas.openxmlformats.org/drawingml/2006/main">
              <a:ext uri="{FF2B5EF4-FFF2-40B4-BE49-F238E27FC236}">
                <a16:creationId xmlns:a16="http://schemas.microsoft.com/office/drawing/2014/main" id="{126237B4-5CB3-46A8-9B8A-CD0046EEB7A6}"/>
              </a:ext>
            </a:extLst>
          </p:cNvPr>
          <p:cNvPicPr>
            <a:picLocks xmlns:a="http://schemas.openxmlformats.org/drawingml/2006/main" noChangeAspect="1"/>
          </p:cNvPicPr>
          <p:nvPr/>
        </p:nvPicPr>
        <p:blipFill>
          <a:blip xmlns:r="http://schemas.openxmlformats.org/officeDocument/2006/relationships" xmlns:a="http://schemas.openxmlformats.org/drawingml/2006/main" r:embed="R4bc5a4e3fc8f4ef3"/>
          <a:stretch xmlns:a="http://schemas.openxmlformats.org/drawingml/2006/main"/>
        </p:blipFill>
        <p:spPr>
          <a:xfrm xmlns:a="http://schemas.openxmlformats.org/drawingml/2006/main">
            <a:off x="800100" y="13193420"/>
            <a:ext cx="2905125" cy="2035761"/>
          </a:xfrm>
          <a:prstGeom xmlns:a="http://schemas.openxmlformats.org/drawingml/2006/main" prst="rect">
            <a:avLst/>
          </a:prstGeom>
        </p:spPr>
      </p:pic>
      <p:pic>
        <p:nvPicPr>
          <p:cNvPr id="336" name="">
            <a:extLst xmlns:a="http://schemas.openxmlformats.org/drawingml/2006/main">
              <a:ext uri="{FF2B5EF4-FFF2-40B4-BE49-F238E27FC236}">
                <a16:creationId xmlns:a16="http://schemas.microsoft.com/office/drawing/2014/main" id="{1CAD1D1A-9778-40A4-82FF-BC2C074D6900}"/>
              </a:ext>
            </a:extLst>
          </p:cNvPr>
          <p:cNvPicPr>
            <a:picLocks xmlns:a="http://schemas.openxmlformats.org/drawingml/2006/main" noChangeAspect="1"/>
          </p:cNvPicPr>
          <p:nvPr/>
        </p:nvPicPr>
        <p:blipFill>
          <a:blip xmlns:r="http://schemas.openxmlformats.org/officeDocument/2006/relationships" xmlns:a="http://schemas.openxmlformats.org/drawingml/2006/main" r:embed="R00c5f23a26b148dc"/>
          <a:stretch xmlns:a="http://schemas.openxmlformats.org/drawingml/2006/main"/>
        </p:blipFill>
        <p:spPr>
          <a:xfrm xmlns:a="http://schemas.openxmlformats.org/drawingml/2006/main">
            <a:off x="3384092" y="12858750"/>
            <a:ext cx="1661441" cy="1076325"/>
          </a:xfrm>
          <a:prstGeom xmlns:a="http://schemas.openxmlformats.org/drawingml/2006/main" prst="rect">
            <a:avLst/>
          </a:prstGeom>
        </p:spPr>
      </p:pic>
      <p:pic>
        <p:nvPicPr>
          <p:cNvPr id="337" name="">
            <a:extLst xmlns:a="http://schemas.openxmlformats.org/drawingml/2006/main">
              <a:ext uri="{FF2B5EF4-FFF2-40B4-BE49-F238E27FC236}">
                <a16:creationId xmlns:a16="http://schemas.microsoft.com/office/drawing/2014/main" id="{2D92E111-F0CC-4E36-BAC1-CCA4215BD332}"/>
              </a:ext>
            </a:extLst>
          </p:cNvPr>
          <p:cNvPicPr>
            <a:picLocks xmlns:a="http://schemas.openxmlformats.org/drawingml/2006/main" noChangeAspect="1"/>
          </p:cNvPicPr>
          <p:nvPr/>
        </p:nvPicPr>
        <p:blipFill>
          <a:blip xmlns:r="http://schemas.openxmlformats.org/officeDocument/2006/relationships" xmlns:a="http://schemas.openxmlformats.org/drawingml/2006/main" r:embed="Rcc01b72ca9a74baa"/>
          <a:stretch xmlns:a="http://schemas.openxmlformats.org/drawingml/2006/main"/>
        </p:blipFill>
        <p:spPr>
          <a:xfrm xmlns:a="http://schemas.openxmlformats.org/drawingml/2006/main">
            <a:off x="3419475" y="14364272"/>
            <a:ext cx="1628775" cy="1179957"/>
          </a:xfrm>
          <a:prstGeom xmlns:a="http://schemas.openxmlformats.org/drawingml/2006/main" prst="rect">
            <a:avLst/>
          </a:prstGeom>
        </p:spPr>
      </p:pic>
      <p:sp>
        <p:nvSpPr>
          <p:cNvPr id="338" name="scene label">
            <a:extLst xmlns:a="http://schemas.openxmlformats.org/drawingml/2006/main">
              <a:ext uri="{FF2B5EF4-FFF2-40B4-BE49-F238E27FC236}">
                <a16:creationId xmlns:a16="http://schemas.microsoft.com/office/drawing/2014/main" id="{CCF14B23-DEC2-429B-B3A4-5BB96ABB6A21}"/>
              </a:ext>
            </a:extLst>
          </p:cNvPr>
          <p:cNvSpPr>
            <a:spLocks xmlns:a="http://schemas.openxmlformats.org/drawingml/2006/main" noGrp="1"/>
          </p:cNvSpPr>
          <p:nvPr/>
        </p:nvSpPr>
        <p:spPr>
          <a:xfrm xmlns:a="http://schemas.openxmlformats.org/drawingml/2006/main">
            <a:off x="2305050" y="14982825"/>
            <a:ext cx="923925" cy="219075"/>
          </a:xfrm>
          <a:custGeom xmlns:a="http://schemas.openxmlformats.org/drawingml/2006/main">
            <a:pathLst>
              <a:path w="923925" h="219075">
                <a:moveTo>
                  <a:pt x="109538" y="0"/>
                </a:moveTo>
                <a:lnTo>
                  <a:pt x="814388" y="0"/>
                </a:lnTo>
                <a:cubicBezTo>
                  <a:pt x="874883" y="0"/>
                  <a:pt x="923925" y="49042"/>
                  <a:pt x="923925" y="109538"/>
                </a:cubicBezTo>
                <a:lnTo>
                  <a:pt x="923925" y="109538"/>
                </a:lnTo>
                <a:cubicBezTo>
                  <a:pt x="923925" y="170033"/>
                  <a:pt x="874883" y="219075"/>
                  <a:pt x="814388" y="219075"/>
                </a:cubicBezTo>
                <a:lnTo>
                  <a:pt x="109538" y="219075"/>
                </a:lnTo>
                <a:cubicBezTo>
                  <a:pt x="49042" y="219075"/>
                  <a:pt x="0" y="170033"/>
                  <a:pt x="0" y="109538"/>
                </a:cubicBezTo>
                <a:lnTo>
                  <a:pt x="0" y="109538"/>
                </a:lnTo>
                <a:cubicBezTo>
                  <a:pt x="0" y="49042"/>
                  <a:pt x="49042" y="0"/>
                  <a:pt x="109538" y="0"/>
                </a:cubicBezTo>
                <a:close/>
              </a:path>
            </a:pathLst>
          </a:custGeom>
          <a:solidFill xmlns:a="http://schemas.openxmlformats.org/drawingml/2006/main">
            <a:srgbClr val="A3976B"/>
          </a:solidFill>
          <a:ln xmlns:a="http://schemas.openxmlformats.org/drawingml/2006/main" w="9525">
            <a:noFill/>
            <a:prstDash val="solid"/>
          </a:ln>
        </p:spPr>
      </p:sp>
      <p:sp>
        <p:nvSpPr>
          <p:cNvPr id="339" name="scene">
            <a:extLst xmlns:a="http://schemas.openxmlformats.org/drawingml/2006/main">
              <a:ext uri="{FF2B5EF4-FFF2-40B4-BE49-F238E27FC236}">
                <a16:creationId xmlns:a16="http://schemas.microsoft.com/office/drawing/2014/main" id="{313285F4-B120-48B2-9556-F5109A1D6F52}"/>
              </a:ext>
            </a:extLst>
          </p:cNvPr>
          <p:cNvSpPr>
            <a:spLocks xmlns:a="http://schemas.openxmlformats.org/drawingml/2006/main" noGrp="1"/>
          </p:cNvSpPr>
          <p:nvPr/>
        </p:nvSpPr>
        <p:spPr>
          <a:xfrm xmlns:a="http://schemas.openxmlformats.org/drawingml/2006/main" rot="0">
            <a:off x="2409825" y="14955774"/>
            <a:ext cx="7143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0" b="1" i="0">
                <a:solidFill>
                  <a:srgbClr val="FFFFFF"/>
                </a:solidFill>
                <a:latin typeface="Times New Roman"/>
                <a:ea typeface="Times New Roman"/>
                <a:cs typeface="Times New Roman"/>
              </a:defRPr>
            </a:pPr>
            <a:r>
              <a:rPr sz="2100" b="1" i="0">
                <a:solidFill>
                  <a:srgbClr val="FFFFFF"/>
                </a:solidFill>
                <a:latin typeface="Times New Roman"/>
                <a:ea typeface="Times New Roman"/>
                <a:cs typeface="Times New Roman"/>
              </a:rPr>
              <a:t>scene</a:t>
            </a:r>
          </a:p>
        </p:txBody>
      </p:sp>
      <p:sp>
        <p:nvSpPr>
          <p:cNvPr id="340" name="normal label">
            <a:extLst xmlns:a="http://schemas.openxmlformats.org/drawingml/2006/main">
              <a:ext uri="{FF2B5EF4-FFF2-40B4-BE49-F238E27FC236}">
                <a16:creationId xmlns:a16="http://schemas.microsoft.com/office/drawing/2014/main" id="{9E9CB212-788C-43DF-820E-1C4D649DE272}"/>
              </a:ext>
            </a:extLst>
          </p:cNvPr>
          <p:cNvSpPr>
            <a:spLocks xmlns:a="http://schemas.openxmlformats.org/drawingml/2006/main" noGrp="1"/>
          </p:cNvSpPr>
          <p:nvPr/>
        </p:nvSpPr>
        <p:spPr>
          <a:xfrm xmlns:a="http://schemas.openxmlformats.org/drawingml/2006/main">
            <a:off x="4295775" y="13877925"/>
            <a:ext cx="742950" cy="219075"/>
          </a:xfrm>
          <a:custGeom xmlns:a="http://schemas.openxmlformats.org/drawingml/2006/main">
            <a:pathLst>
              <a:path w="742950" h="219075">
                <a:moveTo>
                  <a:pt x="109538" y="0"/>
                </a:moveTo>
                <a:lnTo>
                  <a:pt x="633413" y="0"/>
                </a:lnTo>
                <a:cubicBezTo>
                  <a:pt x="693908" y="0"/>
                  <a:pt x="742950" y="49042"/>
                  <a:pt x="742950" y="109538"/>
                </a:cubicBezTo>
                <a:lnTo>
                  <a:pt x="742950" y="109538"/>
                </a:lnTo>
                <a:cubicBezTo>
                  <a:pt x="742950" y="170033"/>
                  <a:pt x="693908" y="219075"/>
                  <a:pt x="633413" y="219075"/>
                </a:cubicBezTo>
                <a:lnTo>
                  <a:pt x="109538" y="219075"/>
                </a:lnTo>
                <a:cubicBezTo>
                  <a:pt x="49042" y="219075"/>
                  <a:pt x="0" y="170033"/>
                  <a:pt x="0" y="109538"/>
                </a:cubicBezTo>
                <a:lnTo>
                  <a:pt x="0" y="109538"/>
                </a:lnTo>
                <a:cubicBezTo>
                  <a:pt x="0" y="49042"/>
                  <a:pt x="49042" y="0"/>
                  <a:pt x="109538" y="0"/>
                </a:cubicBezTo>
                <a:close/>
              </a:path>
            </a:pathLst>
          </a:custGeom>
          <a:solidFill xmlns:a="http://schemas.openxmlformats.org/drawingml/2006/main">
            <a:srgbClr val="A3976B"/>
          </a:solidFill>
          <a:ln xmlns:a="http://schemas.openxmlformats.org/drawingml/2006/main" w="9525">
            <a:noFill/>
            <a:prstDash val="solid"/>
          </a:ln>
        </p:spPr>
      </p:sp>
      <p:sp>
        <p:nvSpPr>
          <p:cNvPr id="341" name="normal">
            <a:extLst xmlns:a="http://schemas.openxmlformats.org/drawingml/2006/main">
              <a:ext uri="{FF2B5EF4-FFF2-40B4-BE49-F238E27FC236}">
                <a16:creationId xmlns:a16="http://schemas.microsoft.com/office/drawing/2014/main" id="{7202D6D5-37A7-48C5-80C0-43873321D03B}"/>
              </a:ext>
            </a:extLst>
          </p:cNvPr>
          <p:cNvSpPr>
            <a:spLocks xmlns:a="http://schemas.openxmlformats.org/drawingml/2006/main" noGrp="1"/>
          </p:cNvSpPr>
          <p:nvPr/>
        </p:nvSpPr>
        <p:spPr>
          <a:xfrm xmlns:a="http://schemas.openxmlformats.org/drawingml/2006/main" rot="0">
            <a:off x="4400550" y="13877542"/>
            <a:ext cx="533400" cy="24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i="0">
                <a:solidFill>
                  <a:srgbClr val="FFFFFF"/>
                </a:solidFill>
                <a:latin typeface="Times New Roman"/>
                <a:ea typeface="Times New Roman"/>
                <a:cs typeface="Times New Roman"/>
              </a:defRPr>
            </a:defPPr>
          </a:lstStyle>
          <a:p xmlns:a="http://schemas.openxmlformats.org/drawingml/2006/main">
            <a:pPr algn="l">
              <a:lnSpc>
                <a:spcPct val="100000"/>
              </a:lnSpc>
              <a:buNone/>
              <a:defRPr sz="1350" b="1" i="0">
                <a:solidFill>
                  <a:srgbClr val="FFFFFF"/>
                </a:solidFill>
                <a:latin typeface="Times New Roman"/>
                <a:ea typeface="Times New Roman"/>
                <a:cs typeface="Times New Roman"/>
              </a:defRPr>
            </a:pPr>
            <a:r>
              <a:rPr sz="1350" b="1" i="0">
                <a:solidFill>
                  <a:srgbClr val="FFFFFF"/>
                </a:solidFill>
                <a:latin typeface="Times New Roman"/>
                <a:ea typeface="Times New Roman"/>
                <a:cs typeface="Times New Roman"/>
              </a:rPr>
              <a:t>normal</a:t>
            </a:r>
          </a:p>
        </p:txBody>
      </p:sp>
      <p:sp>
        <p:nvSpPr>
          <p:cNvPr id="342" name="instance label">
            <a:extLst xmlns:a="http://schemas.openxmlformats.org/drawingml/2006/main">
              <a:ext uri="{FF2B5EF4-FFF2-40B4-BE49-F238E27FC236}">
                <a16:creationId xmlns:a16="http://schemas.microsoft.com/office/drawing/2014/main" id="{07836808-8D80-43B3-BC28-982C564919BE}"/>
              </a:ext>
            </a:extLst>
          </p:cNvPr>
          <p:cNvSpPr>
            <a:spLocks xmlns:a="http://schemas.openxmlformats.org/drawingml/2006/main" noGrp="1"/>
          </p:cNvSpPr>
          <p:nvPr/>
        </p:nvSpPr>
        <p:spPr>
          <a:xfrm xmlns:a="http://schemas.openxmlformats.org/drawingml/2006/main">
            <a:off x="4276725" y="15392400"/>
            <a:ext cx="762000" cy="219075"/>
          </a:xfrm>
          <a:custGeom xmlns:a="http://schemas.openxmlformats.org/drawingml/2006/main">
            <a:pathLst>
              <a:path w="762000" h="219075">
                <a:moveTo>
                  <a:pt x="109538" y="0"/>
                </a:moveTo>
                <a:lnTo>
                  <a:pt x="652463" y="0"/>
                </a:lnTo>
                <a:cubicBezTo>
                  <a:pt x="712958" y="0"/>
                  <a:pt x="762000" y="49042"/>
                  <a:pt x="762000" y="109538"/>
                </a:cubicBezTo>
                <a:lnTo>
                  <a:pt x="762000" y="109538"/>
                </a:lnTo>
                <a:cubicBezTo>
                  <a:pt x="762000" y="170033"/>
                  <a:pt x="712958" y="219075"/>
                  <a:pt x="652463" y="219075"/>
                </a:cubicBezTo>
                <a:lnTo>
                  <a:pt x="109538" y="219075"/>
                </a:lnTo>
                <a:cubicBezTo>
                  <a:pt x="49042" y="219075"/>
                  <a:pt x="0" y="170033"/>
                  <a:pt x="0" y="109538"/>
                </a:cubicBezTo>
                <a:lnTo>
                  <a:pt x="0" y="109538"/>
                </a:lnTo>
                <a:cubicBezTo>
                  <a:pt x="0" y="49042"/>
                  <a:pt x="49042" y="0"/>
                  <a:pt x="109538" y="0"/>
                </a:cubicBezTo>
                <a:close/>
              </a:path>
            </a:pathLst>
          </a:custGeom>
          <a:solidFill xmlns:a="http://schemas.openxmlformats.org/drawingml/2006/main">
            <a:srgbClr val="A3976B"/>
          </a:solidFill>
          <a:ln xmlns:a="http://schemas.openxmlformats.org/drawingml/2006/main" w="9525">
            <a:noFill/>
            <a:prstDash val="solid"/>
          </a:ln>
        </p:spPr>
      </p:sp>
      <p:sp>
        <p:nvSpPr>
          <p:cNvPr id="343" name="instance">
            <a:extLst xmlns:a="http://schemas.openxmlformats.org/drawingml/2006/main">
              <a:ext uri="{FF2B5EF4-FFF2-40B4-BE49-F238E27FC236}">
                <a16:creationId xmlns:a16="http://schemas.microsoft.com/office/drawing/2014/main" id="{67DBD84D-2EFD-4224-B934-FBB6B82527B5}"/>
              </a:ext>
            </a:extLst>
          </p:cNvPr>
          <p:cNvSpPr>
            <a:spLocks xmlns:a="http://schemas.openxmlformats.org/drawingml/2006/main" noGrp="1"/>
          </p:cNvSpPr>
          <p:nvPr/>
        </p:nvSpPr>
        <p:spPr>
          <a:xfrm xmlns:a="http://schemas.openxmlformats.org/drawingml/2006/main" rot="0">
            <a:off x="4381500" y="15395829"/>
            <a:ext cx="55245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FFFFFF"/>
                </a:solidFill>
                <a:latin typeface="Times New Roman"/>
                <a:ea typeface="Times New Roman"/>
                <a:cs typeface="Times New Roman"/>
              </a:defRPr>
            </a:defPPr>
          </a:lstStyle>
          <a:p xmlns:a="http://schemas.openxmlformats.org/drawingml/2006/main">
            <a:pPr algn="l">
              <a:lnSpc>
                <a:spcPct val="100000"/>
              </a:lnSpc>
              <a:buNone/>
              <a:defRPr sz="1243" b="1" i="0">
                <a:solidFill>
                  <a:srgbClr val="FFFFFF"/>
                </a:solidFill>
                <a:latin typeface="Times New Roman"/>
                <a:ea typeface="Times New Roman"/>
                <a:cs typeface="Times New Roman"/>
              </a:defRPr>
            </a:pPr>
            <a:r>
              <a:rPr sz="1243" b="1" i="0">
                <a:solidFill>
                  <a:srgbClr val="FFFFFF"/>
                </a:solidFill>
                <a:latin typeface="Times New Roman"/>
                <a:ea typeface="Times New Roman"/>
                <a:cs typeface="Times New Roman"/>
              </a:rPr>
              <a:t>instance</a:t>
            </a:r>
          </a:p>
        </p:txBody>
      </p:sp>
      <p:sp>
        <p:nvSpPr>
          <p:cNvPr id="344" name="final region separator">
            <a:extLst xmlns:a="http://schemas.openxmlformats.org/drawingml/2006/main">
              <a:ext uri="{FF2B5EF4-FFF2-40B4-BE49-F238E27FC236}">
                <a16:creationId xmlns:a16="http://schemas.microsoft.com/office/drawing/2014/main" id="{16742CA2-5A57-4894-ABAF-46F94E0BE0B2}"/>
              </a:ext>
            </a:extLst>
          </p:cNvPr>
          <p:cNvSpPr>
            <a:spLocks xmlns:a="http://schemas.openxmlformats.org/drawingml/2006/main" noGrp="1"/>
          </p:cNvSpPr>
          <p:nvPr/>
        </p:nvSpPr>
        <p:spPr>
          <a:xfrm xmlns:a="http://schemas.openxmlformats.org/drawingml/2006/main">
            <a:off x="5267325" y="12849225"/>
            <a:ext cx="191" cy="2781491"/>
          </a:xfrm>
          <a:custGeom xmlns:a="http://schemas.openxmlformats.org/drawingml/2006/main">
            <a:pathLst>
              <a:path w="191" h="2781491">
                <a:moveTo>
                  <a:pt x="0" y="0"/>
                </a:moveTo>
                <a:lnTo>
                  <a:pt x="0" y="2781300"/>
                </a:lnTo>
              </a:path>
            </a:pathLst>
          </a:custGeom>
          <a:noFill xmlns:a="http://schemas.openxmlformats.org/drawingml/2006/main"/>
          <a:ln xmlns:a="http://schemas.openxmlformats.org/drawingml/2006/main" w="15240">
            <a:solidFill>
              <a:srgbClr val="A4966D"/>
            </a:solidFill>
            <a:prstDash val="dash"/>
          </a:ln>
        </p:spPr>
      </p:sp>
      <p:sp>
        <p:nvSpPr>
          <p:cNvPr id="345" name="region render">
            <a:extLst xmlns:a="http://schemas.openxmlformats.org/drawingml/2006/main">
              <a:ext uri="{FF2B5EF4-FFF2-40B4-BE49-F238E27FC236}">
                <a16:creationId xmlns:a16="http://schemas.microsoft.com/office/drawing/2014/main" id="{D6249CD1-B83E-49A7-AA78-0298A3E9C935}"/>
              </a:ext>
            </a:extLst>
          </p:cNvPr>
          <p:cNvSpPr>
            <a:spLocks xmlns:a="http://schemas.openxmlformats.org/drawingml/2006/main" noGrp="1"/>
          </p:cNvSpPr>
          <p:nvPr/>
        </p:nvSpPr>
        <p:spPr>
          <a:xfrm xmlns:a="http://schemas.openxmlformats.org/drawingml/2006/main" rot="5400000">
            <a:off x="4667250" y="14102738"/>
            <a:ext cx="1171575" cy="2816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4" b="1" i="0">
                <a:solidFill>
                  <a:srgbClr val="A4966D"/>
                </a:solidFill>
                <a:latin typeface="Times New Roman"/>
                <a:ea typeface="Times New Roman"/>
                <a:cs typeface="Times New Roman"/>
              </a:defRPr>
            </a:defPPr>
          </a:lstStyle>
          <a:p xmlns:a="http://schemas.openxmlformats.org/drawingml/2006/main">
            <a:pPr algn="l">
              <a:lnSpc>
                <a:spcPct val="100000"/>
              </a:lnSpc>
              <a:buNone/>
              <a:defRPr sz="1584" b="1" i="0">
                <a:solidFill>
                  <a:srgbClr val="A4966D"/>
                </a:solidFill>
                <a:latin typeface="Times New Roman"/>
                <a:ea typeface="Times New Roman"/>
                <a:cs typeface="Times New Roman"/>
              </a:defRPr>
            </a:pPr>
            <a:r>
              <a:rPr sz="1584" b="1" i="0">
                <a:solidFill>
                  <a:srgbClr val="A4966D"/>
                </a:solidFill>
                <a:latin typeface="Times New Roman"/>
                <a:ea typeface="Times New Roman"/>
                <a:cs typeface="Times New Roman"/>
              </a:rPr>
              <a:t>region render</a:t>
            </a:r>
          </a:p>
        </p:txBody>
      </p:sp>
      <p:sp>
        <p:nvSpPr>
          <p:cNvPr id="346" name="upper region pointer">
            <a:extLst xmlns:a="http://schemas.openxmlformats.org/drawingml/2006/main">
              <a:ext uri="{FF2B5EF4-FFF2-40B4-BE49-F238E27FC236}">
                <a16:creationId xmlns:a16="http://schemas.microsoft.com/office/drawing/2014/main" id="{8BF65110-17A2-4E7A-9B0F-66AEA88C74E8}"/>
              </a:ext>
            </a:extLst>
          </p:cNvPr>
          <p:cNvSpPr>
            <a:spLocks xmlns:a="http://schemas.openxmlformats.org/drawingml/2006/main" noGrp="1"/>
          </p:cNvSpPr>
          <p:nvPr/>
        </p:nvSpPr>
        <p:spPr>
          <a:xfrm xmlns:a="http://schemas.openxmlformats.org/drawingml/2006/main">
            <a:off x="5200650" y="13411200"/>
            <a:ext cx="142875" cy="123825"/>
          </a:xfrm>
          <a:custGeom xmlns:a="http://schemas.openxmlformats.org/drawingml/2006/main">
            <a:pathLst>
              <a:path w="142875" h="123825">
                <a:moveTo>
                  <a:pt x="0" y="123825"/>
                </a:moveTo>
                <a:lnTo>
                  <a:pt x="142875" y="123825"/>
                </a:lnTo>
                <a:lnTo>
                  <a:pt x="71438" y="0"/>
                </a:lnTo>
                <a:close/>
              </a:path>
            </a:pathLst>
          </a:custGeom>
          <a:solidFill xmlns:a="http://schemas.openxmlformats.org/drawingml/2006/main">
            <a:srgbClr val="A4966D"/>
          </a:solidFill>
          <a:ln xmlns:a="http://schemas.openxmlformats.org/drawingml/2006/main" w="9525">
            <a:noFill/>
            <a:prstDash val="solid"/>
          </a:ln>
        </p:spPr>
      </p:sp>
      <p:sp>
        <p:nvSpPr>
          <p:cNvPr id="347" name="lower region pointer">
            <a:extLst xmlns:a="http://schemas.openxmlformats.org/drawingml/2006/main">
              <a:ext uri="{FF2B5EF4-FFF2-40B4-BE49-F238E27FC236}">
                <a16:creationId xmlns:a16="http://schemas.microsoft.com/office/drawing/2014/main" id="{354A4789-786F-4249-8A4C-B75B7B17A0BB}"/>
              </a:ext>
            </a:extLst>
          </p:cNvPr>
          <p:cNvSpPr>
            <a:spLocks xmlns:a="http://schemas.openxmlformats.org/drawingml/2006/main" noGrp="1"/>
          </p:cNvSpPr>
          <p:nvPr/>
        </p:nvSpPr>
        <p:spPr>
          <a:xfrm xmlns:a="http://schemas.openxmlformats.org/drawingml/2006/main">
            <a:off x="5200650" y="14916150"/>
            <a:ext cx="142875" cy="133350"/>
          </a:xfrm>
          <a:custGeom xmlns:a="http://schemas.openxmlformats.org/drawingml/2006/main">
            <a:pathLst>
              <a:path w="142875" h="133350">
                <a:moveTo>
                  <a:pt x="0" y="0"/>
                </a:moveTo>
                <a:lnTo>
                  <a:pt x="142875" y="0"/>
                </a:lnTo>
                <a:lnTo>
                  <a:pt x="71438" y="133350"/>
                </a:lnTo>
                <a:close/>
              </a:path>
            </a:pathLst>
          </a:custGeom>
          <a:solidFill xmlns:a="http://schemas.openxmlformats.org/drawingml/2006/main">
            <a:srgbClr val="A4966D"/>
          </a:solidFill>
          <a:ln xmlns:a="http://schemas.openxmlformats.org/drawingml/2006/main" w="9525">
            <a:noFill/>
            <a:prstDash val="solid"/>
          </a:ln>
        </p:spPr>
      </p:sp>
      <p:pic>
        <p:nvPicPr>
          <p:cNvPr id="348" name="">
            <a:extLst xmlns:a="http://schemas.openxmlformats.org/drawingml/2006/main">
              <a:ext uri="{FF2B5EF4-FFF2-40B4-BE49-F238E27FC236}">
                <a16:creationId xmlns:a16="http://schemas.microsoft.com/office/drawing/2014/main" id="{04BDBBF0-B84D-4CE5-B2C6-9315F0CF514A}"/>
              </a:ext>
            </a:extLst>
          </p:cNvPr>
          <p:cNvPicPr>
            <a:picLocks xmlns:a="http://schemas.openxmlformats.org/drawingml/2006/main" noChangeAspect="1"/>
          </p:cNvPicPr>
          <p:nvPr/>
        </p:nvPicPr>
        <p:blipFill>
          <a:blip xmlns:r="http://schemas.openxmlformats.org/officeDocument/2006/relationships" xmlns:a="http://schemas.openxmlformats.org/drawingml/2006/main" r:embed="Rda8f44ceed48445c"/>
          <a:stretch xmlns:a="http://schemas.openxmlformats.org/drawingml/2006/main"/>
        </p:blipFill>
        <p:spPr>
          <a:xfrm xmlns:a="http://schemas.openxmlformats.org/drawingml/2006/main">
            <a:off x="5524500" y="12850364"/>
            <a:ext cx="2000250" cy="1340747"/>
          </a:xfrm>
          <a:prstGeom xmlns:a="http://schemas.openxmlformats.org/drawingml/2006/main" prst="rect">
            <a:avLst/>
          </a:prstGeom>
        </p:spPr>
      </p:pic>
      <p:pic>
        <p:nvPicPr>
          <p:cNvPr id="349" name="">
            <a:extLst xmlns:a="http://schemas.openxmlformats.org/drawingml/2006/main">
              <a:ext uri="{FF2B5EF4-FFF2-40B4-BE49-F238E27FC236}">
                <a16:creationId xmlns:a16="http://schemas.microsoft.com/office/drawing/2014/main" id="{073D5B13-D52B-4340-9C53-4647AF6B7360}"/>
              </a:ext>
            </a:extLst>
          </p:cNvPr>
          <p:cNvPicPr>
            <a:picLocks xmlns:a="http://schemas.openxmlformats.org/drawingml/2006/main" noChangeAspect="1"/>
          </p:cNvPicPr>
          <p:nvPr/>
        </p:nvPicPr>
        <p:blipFill>
          <a:blip xmlns:r="http://schemas.openxmlformats.org/officeDocument/2006/relationships" xmlns:a="http://schemas.openxmlformats.org/drawingml/2006/main" r:embed="Rc6716da72fbc4c65"/>
          <a:stretch xmlns:a="http://schemas.openxmlformats.org/drawingml/2006/main"/>
        </p:blipFill>
        <p:spPr>
          <a:xfrm xmlns:a="http://schemas.openxmlformats.org/drawingml/2006/main">
            <a:off x="7696200" y="12851902"/>
            <a:ext cx="1981200" cy="1337672"/>
          </a:xfrm>
          <a:prstGeom xmlns:a="http://schemas.openxmlformats.org/drawingml/2006/main" prst="rect">
            <a:avLst/>
          </a:prstGeom>
        </p:spPr>
      </p:pic>
      <p:pic>
        <p:nvPicPr>
          <p:cNvPr id="350" name="">
            <a:extLst xmlns:a="http://schemas.openxmlformats.org/drawingml/2006/main">
              <a:ext uri="{FF2B5EF4-FFF2-40B4-BE49-F238E27FC236}">
                <a16:creationId xmlns:a16="http://schemas.microsoft.com/office/drawing/2014/main" id="{2FC6E627-B038-40C7-8F88-BBAD90418538}"/>
              </a:ext>
            </a:extLst>
          </p:cNvPr>
          <p:cNvPicPr>
            <a:picLocks xmlns:a="http://schemas.openxmlformats.org/drawingml/2006/main" noChangeAspect="1"/>
          </p:cNvPicPr>
          <p:nvPr/>
        </p:nvPicPr>
        <p:blipFill>
          <a:blip xmlns:r="http://schemas.openxmlformats.org/officeDocument/2006/relationships" xmlns:a="http://schemas.openxmlformats.org/drawingml/2006/main" r:embed="R41d994b4c4fc4801"/>
          <a:stretch xmlns:a="http://schemas.openxmlformats.org/drawingml/2006/main"/>
        </p:blipFill>
        <p:spPr>
          <a:xfrm xmlns:a="http://schemas.openxmlformats.org/drawingml/2006/main">
            <a:off x="9839325" y="12850364"/>
            <a:ext cx="2000250" cy="1340747"/>
          </a:xfrm>
          <a:prstGeom xmlns:a="http://schemas.openxmlformats.org/drawingml/2006/main" prst="rect">
            <a:avLst/>
          </a:prstGeom>
        </p:spPr>
      </p:pic>
      <p:pic>
        <p:nvPicPr>
          <p:cNvPr id="351" name="">
            <a:extLst xmlns:a="http://schemas.openxmlformats.org/drawingml/2006/main">
              <a:ext uri="{FF2B5EF4-FFF2-40B4-BE49-F238E27FC236}">
                <a16:creationId xmlns:a16="http://schemas.microsoft.com/office/drawing/2014/main" id="{5D714080-DBEA-4CF1-8653-1B4D87EFB911}"/>
              </a:ext>
            </a:extLst>
          </p:cNvPr>
          <p:cNvPicPr>
            <a:picLocks xmlns:a="http://schemas.openxmlformats.org/drawingml/2006/main" noChangeAspect="1"/>
          </p:cNvPicPr>
          <p:nvPr/>
        </p:nvPicPr>
        <p:blipFill>
          <a:blip xmlns:r="http://schemas.openxmlformats.org/officeDocument/2006/relationships" xmlns:a="http://schemas.openxmlformats.org/drawingml/2006/main" r:embed="Rba98b0047e2b464b"/>
          <a:stretch xmlns:a="http://schemas.openxmlformats.org/drawingml/2006/main"/>
        </p:blipFill>
        <p:spPr>
          <a:xfrm xmlns:a="http://schemas.openxmlformats.org/drawingml/2006/main">
            <a:off x="11991975" y="12852784"/>
            <a:ext cx="2000250" cy="1335907"/>
          </a:xfrm>
          <a:prstGeom xmlns:a="http://schemas.openxmlformats.org/drawingml/2006/main" prst="rect">
            <a:avLst/>
          </a:prstGeom>
        </p:spPr>
      </p:pic>
      <p:pic>
        <p:nvPicPr>
          <p:cNvPr id="352" name="">
            <a:extLst xmlns:a="http://schemas.openxmlformats.org/drawingml/2006/main">
              <a:ext uri="{FF2B5EF4-FFF2-40B4-BE49-F238E27FC236}">
                <a16:creationId xmlns:a16="http://schemas.microsoft.com/office/drawing/2014/main" id="{39EA31E7-E49C-468A-9463-6A65BC9C0F0A}"/>
              </a:ext>
            </a:extLst>
          </p:cNvPr>
          <p:cNvPicPr>
            <a:picLocks xmlns:a="http://schemas.openxmlformats.org/drawingml/2006/main" noChangeAspect="1"/>
          </p:cNvPicPr>
          <p:nvPr/>
        </p:nvPicPr>
        <p:blipFill>
          <a:blip xmlns:r="http://schemas.openxmlformats.org/officeDocument/2006/relationships" xmlns:a="http://schemas.openxmlformats.org/drawingml/2006/main" r:embed="Rac99e66d13904395"/>
          <a:stretch xmlns:a="http://schemas.openxmlformats.org/drawingml/2006/main"/>
        </p:blipFill>
        <p:spPr>
          <a:xfrm xmlns:a="http://schemas.openxmlformats.org/drawingml/2006/main">
            <a:off x="5524500" y="14279321"/>
            <a:ext cx="2000250" cy="1311758"/>
          </a:xfrm>
          <a:prstGeom xmlns:a="http://schemas.openxmlformats.org/drawingml/2006/main" prst="rect">
            <a:avLst/>
          </a:prstGeom>
        </p:spPr>
      </p:pic>
      <p:pic>
        <p:nvPicPr>
          <p:cNvPr id="353" name="">
            <a:extLst xmlns:a="http://schemas.openxmlformats.org/drawingml/2006/main">
              <a:ext uri="{FF2B5EF4-FFF2-40B4-BE49-F238E27FC236}">
                <a16:creationId xmlns:a16="http://schemas.microsoft.com/office/drawing/2014/main" id="{A8F5E225-DB41-45E3-A990-AD9F39AEC4B9}"/>
              </a:ext>
            </a:extLst>
          </p:cNvPr>
          <p:cNvPicPr>
            <a:picLocks xmlns:a="http://schemas.openxmlformats.org/drawingml/2006/main" noChangeAspect="1"/>
          </p:cNvPicPr>
          <p:nvPr/>
        </p:nvPicPr>
        <p:blipFill>
          <a:blip xmlns:r="http://schemas.openxmlformats.org/officeDocument/2006/relationships" xmlns:a="http://schemas.openxmlformats.org/drawingml/2006/main" r:embed="R0b73337835784117"/>
          <a:stretch xmlns:a="http://schemas.openxmlformats.org/drawingml/2006/main"/>
        </p:blipFill>
        <p:spPr>
          <a:xfrm xmlns:a="http://schemas.openxmlformats.org/drawingml/2006/main">
            <a:off x="7696200" y="14280826"/>
            <a:ext cx="1981200" cy="1308749"/>
          </a:xfrm>
          <a:prstGeom xmlns:a="http://schemas.openxmlformats.org/drawingml/2006/main" prst="rect">
            <a:avLst/>
          </a:prstGeom>
        </p:spPr>
      </p:pic>
      <p:pic>
        <p:nvPicPr>
          <p:cNvPr id="354" name="">
            <a:extLst xmlns:a="http://schemas.openxmlformats.org/drawingml/2006/main">
              <a:ext uri="{FF2B5EF4-FFF2-40B4-BE49-F238E27FC236}">
                <a16:creationId xmlns:a16="http://schemas.microsoft.com/office/drawing/2014/main" id="{A42E5E5F-0B73-428D-9C2B-832420DF6E81}"/>
              </a:ext>
            </a:extLst>
          </p:cNvPr>
          <p:cNvPicPr>
            <a:picLocks xmlns:a="http://schemas.openxmlformats.org/drawingml/2006/main" noChangeAspect="1"/>
          </p:cNvPicPr>
          <p:nvPr/>
        </p:nvPicPr>
        <p:blipFill>
          <a:blip xmlns:r="http://schemas.openxmlformats.org/officeDocument/2006/relationships" xmlns:a="http://schemas.openxmlformats.org/drawingml/2006/main" r:embed="R8b13845d219c4330"/>
          <a:stretch xmlns:a="http://schemas.openxmlformats.org/drawingml/2006/main"/>
        </p:blipFill>
        <p:spPr>
          <a:xfrm xmlns:a="http://schemas.openxmlformats.org/drawingml/2006/main">
            <a:off x="9839325" y="14279321"/>
            <a:ext cx="2000250" cy="1311758"/>
          </a:xfrm>
          <a:prstGeom xmlns:a="http://schemas.openxmlformats.org/drawingml/2006/main" prst="rect">
            <a:avLst/>
          </a:prstGeom>
        </p:spPr>
      </p:pic>
      <p:pic>
        <p:nvPicPr>
          <p:cNvPr id="355" name="">
            <a:extLst xmlns:a="http://schemas.openxmlformats.org/drawingml/2006/main">
              <a:ext uri="{FF2B5EF4-FFF2-40B4-BE49-F238E27FC236}">
                <a16:creationId xmlns:a16="http://schemas.microsoft.com/office/drawing/2014/main" id="{A62939B7-A9C9-40B5-BDD2-073D6EF8EE14}"/>
              </a:ext>
            </a:extLst>
          </p:cNvPr>
          <p:cNvPicPr>
            <a:picLocks xmlns:a="http://schemas.openxmlformats.org/drawingml/2006/main" noChangeAspect="1"/>
          </p:cNvPicPr>
          <p:nvPr/>
        </p:nvPicPr>
        <p:blipFill>
          <a:blip xmlns:r="http://schemas.openxmlformats.org/officeDocument/2006/relationships" xmlns:a="http://schemas.openxmlformats.org/drawingml/2006/main" r:embed="Rc0edace204844d16"/>
          <a:stretch xmlns:a="http://schemas.openxmlformats.org/drawingml/2006/main"/>
        </p:blipFill>
        <p:spPr>
          <a:xfrm xmlns:a="http://schemas.openxmlformats.org/drawingml/2006/main">
            <a:off x="11991975" y="14281689"/>
            <a:ext cx="2000250" cy="1307023"/>
          </a:xfrm>
          <a:prstGeom xmlns:a="http://schemas.openxmlformats.org/drawingml/2006/main" prst="rect">
            <a:avLst/>
          </a:prstGeom>
        </p:spPr>
      </p:pic>
      <p:sp>
        <p:nvSpPr>
          <p:cNvPr id="356" name="status-dot">
            <a:extLst xmlns:a="http://schemas.openxmlformats.org/drawingml/2006/main">
              <a:ext uri="{FF2B5EF4-FFF2-40B4-BE49-F238E27FC236}">
                <a16:creationId xmlns:a16="http://schemas.microsoft.com/office/drawing/2014/main" id="{F546669D-A713-4C14-8AEA-7FF15BEFD185}"/>
              </a:ext>
            </a:extLst>
          </p:cNvPr>
          <p:cNvSpPr>
            <a:spLocks xmlns:a="http://schemas.openxmlformats.org/drawingml/2006/main" noGrp="1"/>
          </p:cNvSpPr>
          <p:nvPr/>
        </p:nvSpPr>
        <p:spPr>
          <a:xfrm xmlns:a="http://schemas.openxmlformats.org/drawingml/2006/main">
            <a:off x="6381750"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56899"/>
          </a:solidFill>
          <a:ln xmlns:a="http://schemas.openxmlformats.org/drawingml/2006/main" w="9525">
            <a:noFill/>
            <a:prstDash val="solid"/>
          </a:ln>
        </p:spPr>
      </p:sp>
      <p:sp>
        <p:nvSpPr>
          <p:cNvPr id="357" name="a">
            <a:extLst xmlns:a="http://schemas.openxmlformats.org/drawingml/2006/main">
              <a:ext uri="{FF2B5EF4-FFF2-40B4-BE49-F238E27FC236}">
                <a16:creationId xmlns:a16="http://schemas.microsoft.com/office/drawing/2014/main" id="{245441AE-82EB-4A06-8251-CD66C311FE2F}"/>
              </a:ext>
            </a:extLst>
          </p:cNvPr>
          <p:cNvSpPr>
            <a:spLocks xmlns:a="http://schemas.openxmlformats.org/drawingml/2006/main" noGrp="1"/>
          </p:cNvSpPr>
          <p:nvPr/>
        </p:nvSpPr>
        <p:spPr>
          <a:xfrm xmlns:a="http://schemas.openxmlformats.org/drawingml/2006/main" rot="0">
            <a:off x="6477000" y="14090142"/>
            <a:ext cx="1143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8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a</a:t>
            </a:r>
          </a:p>
        </p:txBody>
      </p:sp>
      <p:sp>
        <p:nvSpPr>
          <p:cNvPr id="358" name="status-dot">
            <a:extLst xmlns:a="http://schemas.openxmlformats.org/drawingml/2006/main">
              <a:ext uri="{FF2B5EF4-FFF2-40B4-BE49-F238E27FC236}">
                <a16:creationId xmlns:a16="http://schemas.microsoft.com/office/drawing/2014/main" id="{95E5E685-E044-4518-8350-2D75E47914D0}"/>
              </a:ext>
            </a:extLst>
          </p:cNvPr>
          <p:cNvSpPr>
            <a:spLocks xmlns:a="http://schemas.openxmlformats.org/drawingml/2006/main" noGrp="1"/>
          </p:cNvSpPr>
          <p:nvPr/>
        </p:nvSpPr>
        <p:spPr>
          <a:xfrm xmlns:a="http://schemas.openxmlformats.org/drawingml/2006/main">
            <a:off x="8543925"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18C00"/>
          </a:solidFill>
          <a:ln xmlns:a="http://schemas.openxmlformats.org/drawingml/2006/main" w="9525">
            <a:noFill/>
            <a:prstDash val="solid"/>
          </a:ln>
        </p:spPr>
      </p:sp>
      <p:sp>
        <p:nvSpPr>
          <p:cNvPr id="359" name="b">
            <a:extLst xmlns:a="http://schemas.openxmlformats.org/drawingml/2006/main">
              <a:ext uri="{FF2B5EF4-FFF2-40B4-BE49-F238E27FC236}">
                <a16:creationId xmlns:a16="http://schemas.microsoft.com/office/drawing/2014/main" id="{619131CC-9559-4045-BF78-06D46AE93C16}"/>
              </a:ext>
            </a:extLst>
          </p:cNvPr>
          <p:cNvSpPr>
            <a:spLocks xmlns:a="http://schemas.openxmlformats.org/drawingml/2006/main" noGrp="1"/>
          </p:cNvSpPr>
          <p:nvPr/>
        </p:nvSpPr>
        <p:spPr>
          <a:xfrm xmlns:a="http://schemas.openxmlformats.org/drawingml/2006/main" rot="0">
            <a:off x="8639175" y="14096615"/>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b</a:t>
            </a:r>
          </a:p>
        </p:txBody>
      </p:sp>
      <p:sp>
        <p:nvSpPr>
          <p:cNvPr id="360" name="status-dot">
            <a:extLst xmlns:a="http://schemas.openxmlformats.org/drawingml/2006/main">
              <a:ext uri="{FF2B5EF4-FFF2-40B4-BE49-F238E27FC236}">
                <a16:creationId xmlns:a16="http://schemas.microsoft.com/office/drawing/2014/main" id="{E2F273CA-6D13-4F9E-B2CD-4FF2FB70B981}"/>
              </a:ext>
            </a:extLst>
          </p:cNvPr>
          <p:cNvSpPr>
            <a:spLocks xmlns:a="http://schemas.openxmlformats.org/drawingml/2006/main" noGrp="1"/>
          </p:cNvSpPr>
          <p:nvPr/>
        </p:nvSpPr>
        <p:spPr>
          <a:xfrm xmlns:a="http://schemas.openxmlformats.org/drawingml/2006/main">
            <a:off x="10658475"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A44CE0"/>
          </a:solidFill>
          <a:ln xmlns:a="http://schemas.openxmlformats.org/drawingml/2006/main" w="9525">
            <a:noFill/>
            <a:prstDash val="solid"/>
          </a:ln>
        </p:spPr>
      </p:sp>
      <p:sp>
        <p:nvSpPr>
          <p:cNvPr id="361" name="c">
            <a:extLst xmlns:a="http://schemas.openxmlformats.org/drawingml/2006/main">
              <a:ext uri="{FF2B5EF4-FFF2-40B4-BE49-F238E27FC236}">
                <a16:creationId xmlns:a16="http://schemas.microsoft.com/office/drawing/2014/main" id="{A486284B-900D-4E5F-BD57-D8E30436958A}"/>
              </a:ext>
            </a:extLst>
          </p:cNvPr>
          <p:cNvSpPr>
            <a:spLocks xmlns:a="http://schemas.openxmlformats.org/drawingml/2006/main" noGrp="1"/>
          </p:cNvSpPr>
          <p:nvPr/>
        </p:nvSpPr>
        <p:spPr>
          <a:xfrm xmlns:a="http://schemas.openxmlformats.org/drawingml/2006/main" rot="0">
            <a:off x="10753725" y="14082028"/>
            <a:ext cx="114300" cy="360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8" b="1" i="0">
                <a:solidFill>
                  <a:srgbClr val="FFFFFF"/>
                </a:solidFill>
                <a:latin typeface="Times New Roman"/>
                <a:ea typeface="Times New Roman"/>
                <a:cs typeface="Times New Roman"/>
              </a:defRPr>
            </a:defPPr>
          </a:lstStyle>
          <a:p xmlns:a="http://schemas.openxmlformats.org/drawingml/2006/main">
            <a:pPr algn="l">
              <a:lnSpc>
                <a:spcPct val="100000"/>
              </a:lnSpc>
              <a:buNone/>
              <a:defRPr sz="2028" b="1" i="0">
                <a:solidFill>
                  <a:srgbClr val="FFFFFF"/>
                </a:solidFill>
                <a:latin typeface="Times New Roman"/>
                <a:ea typeface="Times New Roman"/>
                <a:cs typeface="Times New Roman"/>
              </a:defRPr>
            </a:pPr>
            <a:r>
              <a:rPr sz="2028" b="1" i="0">
                <a:solidFill>
                  <a:srgbClr val="FFFFFF"/>
                </a:solidFill>
                <a:latin typeface="Times New Roman"/>
                <a:ea typeface="Times New Roman"/>
                <a:cs typeface="Times New Roman"/>
              </a:rPr>
              <a:t>c</a:t>
            </a:r>
          </a:p>
        </p:txBody>
      </p:sp>
      <p:sp>
        <p:nvSpPr>
          <p:cNvPr id="362" name="status-dot">
            <a:extLst xmlns:a="http://schemas.openxmlformats.org/drawingml/2006/main">
              <a:ext uri="{FF2B5EF4-FFF2-40B4-BE49-F238E27FC236}">
                <a16:creationId xmlns:a16="http://schemas.microsoft.com/office/drawing/2014/main" id="{34814AAC-D9B6-483B-ADFD-25FA2B8A7A9C}"/>
              </a:ext>
            </a:extLst>
          </p:cNvPr>
          <p:cNvSpPr>
            <a:spLocks xmlns:a="http://schemas.openxmlformats.org/drawingml/2006/main" noGrp="1"/>
          </p:cNvSpPr>
          <p:nvPr/>
        </p:nvSpPr>
        <p:spPr>
          <a:xfrm xmlns:a="http://schemas.openxmlformats.org/drawingml/2006/main">
            <a:off x="12839700"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00AECB"/>
          </a:solidFill>
          <a:ln xmlns:a="http://schemas.openxmlformats.org/drawingml/2006/main" w="9525">
            <a:noFill/>
            <a:prstDash val="solid"/>
          </a:ln>
        </p:spPr>
      </p:sp>
      <p:sp>
        <p:nvSpPr>
          <p:cNvPr id="363" name="d">
            <a:extLst xmlns:a="http://schemas.openxmlformats.org/drawingml/2006/main">
              <a:ext uri="{FF2B5EF4-FFF2-40B4-BE49-F238E27FC236}">
                <a16:creationId xmlns:a16="http://schemas.microsoft.com/office/drawing/2014/main" id="{BAB3A6A1-0F1E-4EA8-991E-640CB03299B7}"/>
              </a:ext>
            </a:extLst>
          </p:cNvPr>
          <p:cNvSpPr>
            <a:spLocks xmlns:a="http://schemas.openxmlformats.org/drawingml/2006/main" noGrp="1"/>
          </p:cNvSpPr>
          <p:nvPr/>
        </p:nvSpPr>
        <p:spPr>
          <a:xfrm xmlns:a="http://schemas.openxmlformats.org/drawingml/2006/main" rot="0">
            <a:off x="12934950" y="14096615"/>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d</a:t>
            </a:r>
          </a:p>
        </p:txBody>
      </p:sp>
    </p:spTree>
    <p:extLst>
      <p:ext uri="{BB962C8B-B14F-4D97-AF65-F5344CB8AC3E}">
        <p14:creationId xmlns:p14="http://schemas.microsoft.com/office/powerpoint/2010/main" val="8714615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 name="Initial terrain frame">
            <a:extLst xmlns:a="http://schemas.openxmlformats.org/drawingml/2006/main">
              <a:ext uri="{FF2B5EF4-FFF2-40B4-BE49-F238E27FC236}">
                <a16:creationId xmlns:a16="http://schemas.microsoft.com/office/drawing/2014/main" id="{EEAE6C3D-464F-4451-8AAA-7CF223FD307A}"/>
              </a:ext>
            </a:extLst>
          </p:cNvPr>
          <p:cNvSpPr>
            <a:spLocks xmlns:a="http://schemas.openxmlformats.org/drawingml/2006/main" noGrp="1"/>
          </p:cNvSpPr>
          <p:nvPr/>
        </p:nvSpPr>
        <p:spPr>
          <a:xfrm xmlns:a="http://schemas.openxmlformats.org/drawingml/2006/main">
            <a:off x="72402" y="7019780"/>
            <a:ext cx="6892629" cy="2012764"/>
          </a:xfrm>
          <a:custGeom xmlns:a="http://schemas.openxmlformats.org/drawingml/2006/main">
            <a:pathLst>
              <a:path w="9067800" h="2647950">
                <a:moveTo>
                  <a:pt x="104775" y="0"/>
                </a:moveTo>
                <a:lnTo>
                  <a:pt x="8963025" y="0"/>
                </a:lnTo>
                <a:cubicBezTo>
                  <a:pt x="9020891" y="0"/>
                  <a:pt x="9067800" y="46909"/>
                  <a:pt x="9067800" y="104775"/>
                </a:cubicBezTo>
                <a:lnTo>
                  <a:pt x="9067800" y="2543175"/>
                </a:lnTo>
                <a:cubicBezTo>
                  <a:pt x="9067800" y="2601041"/>
                  <a:pt x="9020891" y="2647950"/>
                  <a:pt x="8963025" y="2647950"/>
                </a:cubicBezTo>
                <a:lnTo>
                  <a:pt x="104775" y="2647950"/>
                </a:lnTo>
                <a:cubicBezTo>
                  <a:pt x="46909" y="2647950"/>
                  <a:pt x="0" y="2601041"/>
                  <a:pt x="0" y="2543175"/>
                </a:cubicBezTo>
                <a:lnTo>
                  <a:pt x="0" y="104775"/>
                </a:lnTo>
                <a:cubicBezTo>
                  <a:pt x="0" y="46909"/>
                  <a:pt x="46909" y="0"/>
                  <a:pt x="104775" y="0"/>
                </a:cubicBezTo>
                <a:close/>
              </a:path>
            </a:pathLst>
          </a:custGeom>
          <a:solidFill xmlns:a="http://schemas.openxmlformats.org/drawingml/2006/main">
            <a:srgbClr val="FFFFFF"/>
          </a:solidFill>
          <a:ln xmlns:a="http://schemas.openxmlformats.org/drawingml/2006/main" w="18824">
            <a:solidFill>
              <a:srgbClr val="007FB3"/>
            </a:solidFill>
            <a:prstDash val="solid"/>
          </a:ln>
        </p:spPr>
      </p:sp>
      <p:sp>
        <p:nvSpPr>
          <p:cNvPr id="2" name="Asset scattering frame">
            <a:extLst xmlns:a="http://schemas.openxmlformats.org/drawingml/2006/main">
              <a:ext uri="{FF2B5EF4-FFF2-40B4-BE49-F238E27FC236}">
                <a16:creationId xmlns:a16="http://schemas.microsoft.com/office/drawing/2014/main" id="{EFF0FEF2-9226-4F8C-9E9D-BEC6D0BBA379}"/>
              </a:ext>
            </a:extLst>
          </p:cNvPr>
          <p:cNvSpPr>
            <a:spLocks xmlns:a="http://schemas.openxmlformats.org/drawingml/2006/main" noGrp="1"/>
          </p:cNvSpPr>
          <p:nvPr/>
        </p:nvSpPr>
        <p:spPr>
          <a:xfrm xmlns:a="http://schemas.openxmlformats.org/drawingml/2006/main">
            <a:off x="7160515" y="7019780"/>
            <a:ext cx="3924165" cy="2012764"/>
          </a:xfrm>
          <a:custGeom xmlns:a="http://schemas.openxmlformats.org/drawingml/2006/main">
            <a:pathLst>
              <a:path w="5162550" h="2647950">
                <a:moveTo>
                  <a:pt x="104775" y="0"/>
                </a:moveTo>
                <a:lnTo>
                  <a:pt x="5057775" y="0"/>
                </a:lnTo>
                <a:cubicBezTo>
                  <a:pt x="5115641" y="0"/>
                  <a:pt x="5162550" y="46909"/>
                  <a:pt x="5162550" y="104775"/>
                </a:cubicBezTo>
                <a:lnTo>
                  <a:pt x="5162550" y="2543175"/>
                </a:lnTo>
                <a:cubicBezTo>
                  <a:pt x="5162550" y="2601041"/>
                  <a:pt x="5115641" y="2647950"/>
                  <a:pt x="5057775" y="2647950"/>
                </a:cubicBezTo>
                <a:lnTo>
                  <a:pt x="104775" y="2647950"/>
                </a:lnTo>
                <a:cubicBezTo>
                  <a:pt x="46909" y="2647950"/>
                  <a:pt x="0" y="2601041"/>
                  <a:pt x="0" y="2543175"/>
                </a:cubicBezTo>
                <a:lnTo>
                  <a:pt x="0" y="104775"/>
                </a:lnTo>
                <a:cubicBezTo>
                  <a:pt x="0" y="46909"/>
                  <a:pt x="46909" y="0"/>
                  <a:pt x="104775" y="0"/>
                </a:cubicBezTo>
                <a:close/>
              </a:path>
            </a:pathLst>
          </a:custGeom>
          <a:solidFill xmlns:a="http://schemas.openxmlformats.org/drawingml/2006/main">
            <a:srgbClr val="FFFFFF"/>
          </a:solidFill>
          <a:ln xmlns:a="http://schemas.openxmlformats.org/drawingml/2006/main" w="18824">
            <a:solidFill>
              <a:srgbClr val="007FB3"/>
            </a:solidFill>
            <a:prstDash val="solid"/>
          </a:ln>
        </p:spPr>
      </p:sp>
      <p:sp>
        <p:nvSpPr>
          <p:cNvPr id="3" name="Terrain refinement frame">
            <a:extLst xmlns:a="http://schemas.openxmlformats.org/drawingml/2006/main">
              <a:ext uri="{FF2B5EF4-FFF2-40B4-BE49-F238E27FC236}">
                <a16:creationId xmlns:a16="http://schemas.microsoft.com/office/drawing/2014/main" id="{E38CEEFE-6708-4D6F-8CF2-B5A010148B35}"/>
              </a:ext>
            </a:extLst>
          </p:cNvPr>
          <p:cNvSpPr>
            <a:spLocks xmlns:a="http://schemas.openxmlformats.org/drawingml/2006/main" noGrp="1"/>
          </p:cNvSpPr>
          <p:nvPr/>
        </p:nvSpPr>
        <p:spPr>
          <a:xfrm xmlns:a="http://schemas.openxmlformats.org/drawingml/2006/main">
            <a:off x="11316365" y="7019780"/>
            <a:ext cx="2881582" cy="2012764"/>
          </a:xfrm>
          <a:custGeom xmlns:a="http://schemas.openxmlformats.org/drawingml/2006/main">
            <a:pathLst>
              <a:path w="3790950" h="2647950">
                <a:moveTo>
                  <a:pt x="104775" y="0"/>
                </a:moveTo>
                <a:lnTo>
                  <a:pt x="3686175" y="0"/>
                </a:lnTo>
                <a:cubicBezTo>
                  <a:pt x="3744041" y="0"/>
                  <a:pt x="3790950" y="46909"/>
                  <a:pt x="3790950" y="104775"/>
                </a:cubicBezTo>
                <a:lnTo>
                  <a:pt x="3790950" y="2543175"/>
                </a:lnTo>
                <a:cubicBezTo>
                  <a:pt x="3790950" y="2601041"/>
                  <a:pt x="3744041" y="2647950"/>
                  <a:pt x="3686175" y="2647950"/>
                </a:cubicBezTo>
                <a:lnTo>
                  <a:pt x="104775" y="2647950"/>
                </a:lnTo>
                <a:cubicBezTo>
                  <a:pt x="46909" y="2647950"/>
                  <a:pt x="0" y="2601041"/>
                  <a:pt x="0" y="2543175"/>
                </a:cubicBezTo>
                <a:lnTo>
                  <a:pt x="0" y="104775"/>
                </a:lnTo>
                <a:cubicBezTo>
                  <a:pt x="0" y="46909"/>
                  <a:pt x="46909" y="0"/>
                  <a:pt x="104775" y="0"/>
                </a:cubicBezTo>
                <a:close/>
              </a:path>
            </a:pathLst>
          </a:custGeom>
          <a:solidFill xmlns:a="http://schemas.openxmlformats.org/drawingml/2006/main">
            <a:srgbClr val="FFFFFF"/>
          </a:solidFill>
          <a:ln xmlns:a="http://schemas.openxmlformats.org/drawingml/2006/main" w="18824">
            <a:solidFill>
              <a:srgbClr val="007FB3"/>
            </a:solidFill>
            <a:prstDash val="solid"/>
          </a:ln>
        </p:spPr>
      </p:sp>
      <p:sp>
        <p:nvSpPr>
          <p:cNvPr id="4" name="panel dashed separator">
            <a:extLst xmlns:a="http://schemas.openxmlformats.org/drawingml/2006/main">
              <a:ext uri="{FF2B5EF4-FFF2-40B4-BE49-F238E27FC236}">
                <a16:creationId xmlns:a16="http://schemas.microsoft.com/office/drawing/2014/main" id="{2D16D580-566D-4707-A4D9-C1746FE61F3C}"/>
              </a:ext>
            </a:extLst>
          </p:cNvPr>
          <p:cNvSpPr>
            <a:spLocks xmlns:a="http://schemas.openxmlformats.org/drawingml/2006/main" noGrp="1"/>
          </p:cNvSpPr>
          <p:nvPr/>
        </p:nvSpPr>
        <p:spPr>
          <a:xfrm xmlns:a="http://schemas.openxmlformats.org/drawingml/2006/main">
            <a:off x="7066393" y="6925658"/>
            <a:ext cx="191" cy="2114271"/>
          </a:xfrm>
          <a:custGeom xmlns:a="http://schemas.openxmlformats.org/drawingml/2006/main">
            <a:pathLst>
              <a:path w="191" h="2781491">
                <a:moveTo>
                  <a:pt x="0" y="0"/>
                </a:moveTo>
                <a:lnTo>
                  <a:pt x="0" y="2781300"/>
                </a:lnTo>
              </a:path>
            </a:pathLst>
          </a:custGeom>
          <a:noFill xmlns:a="http://schemas.openxmlformats.org/drawingml/2006/main"/>
          <a:ln xmlns:a="http://schemas.openxmlformats.org/drawingml/2006/main" w="20272">
            <a:solidFill>
              <a:srgbClr val="89BDD4"/>
            </a:solidFill>
            <a:prstDash val="dash"/>
          </a:ln>
        </p:spPr>
      </p:sp>
      <p:sp>
        <p:nvSpPr>
          <p:cNvPr id="5" name="panel dashed separator">
            <a:extLst xmlns:a="http://schemas.openxmlformats.org/drawingml/2006/main">
              <a:ext uri="{FF2B5EF4-FFF2-40B4-BE49-F238E27FC236}">
                <a16:creationId xmlns:a16="http://schemas.microsoft.com/office/drawing/2014/main" id="{8B7589EC-2DA7-4A07-B459-3AAAC804454E}"/>
              </a:ext>
            </a:extLst>
          </p:cNvPr>
          <p:cNvSpPr>
            <a:spLocks xmlns:a="http://schemas.openxmlformats.org/drawingml/2006/main" noGrp="1"/>
          </p:cNvSpPr>
          <p:nvPr/>
        </p:nvSpPr>
        <p:spPr>
          <a:xfrm xmlns:a="http://schemas.openxmlformats.org/drawingml/2006/main">
            <a:off x="11200523" y="6925658"/>
            <a:ext cx="191" cy="2114271"/>
          </a:xfrm>
          <a:custGeom xmlns:a="http://schemas.openxmlformats.org/drawingml/2006/main">
            <a:pathLst>
              <a:path w="191" h="2781491">
                <a:moveTo>
                  <a:pt x="0" y="0"/>
                </a:moveTo>
                <a:lnTo>
                  <a:pt x="0" y="2781300"/>
                </a:lnTo>
              </a:path>
            </a:pathLst>
          </a:custGeom>
          <a:noFill xmlns:a="http://schemas.openxmlformats.org/drawingml/2006/main"/>
          <a:ln xmlns:a="http://schemas.openxmlformats.org/drawingml/2006/main" w="20272">
            <a:solidFill>
              <a:srgbClr val="89BDD4"/>
            </a:solidFill>
            <a:prstDash val="dash"/>
          </a:ln>
        </p:spPr>
      </p:sp>
      <p:sp>
        <p:nvSpPr>
          <p:cNvPr id="6" name="(a) terrain generation pill">
            <a:extLst xmlns:a="http://schemas.openxmlformats.org/drawingml/2006/main">
              <a:ext uri="{FF2B5EF4-FFF2-40B4-BE49-F238E27FC236}">
                <a16:creationId xmlns:a16="http://schemas.microsoft.com/office/drawing/2014/main" id="{84238C94-0786-4DE8-8B0D-9A50519AB2D7}"/>
              </a:ext>
            </a:extLst>
          </p:cNvPr>
          <p:cNvSpPr>
            <a:spLocks xmlns:a="http://schemas.openxmlformats.org/drawingml/2006/main" noGrp="1"/>
          </p:cNvSpPr>
          <p:nvPr/>
        </p:nvSpPr>
        <p:spPr>
          <a:xfrm xmlns:a="http://schemas.openxmlformats.org/drawingml/2006/main">
            <a:off x="72402" y="6853257"/>
            <a:ext cx="3011905" cy="318567"/>
          </a:xfrm>
          <a:custGeom xmlns:a="http://schemas.openxmlformats.org/drawingml/2006/main">
            <a:pathLst>
              <a:path w="3962400" h="419100">
                <a:moveTo>
                  <a:pt x="209550" y="0"/>
                </a:moveTo>
                <a:lnTo>
                  <a:pt x="3752850" y="0"/>
                </a:lnTo>
                <a:cubicBezTo>
                  <a:pt x="3868581" y="0"/>
                  <a:pt x="3962400" y="93819"/>
                  <a:pt x="3962400" y="209550"/>
                </a:cubicBezTo>
                <a:lnTo>
                  <a:pt x="3962400" y="209550"/>
                </a:lnTo>
                <a:cubicBezTo>
                  <a:pt x="3962400" y="325281"/>
                  <a:pt x="3868581" y="419100"/>
                  <a:pt x="375285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DFF8FD"/>
          </a:solidFill>
          <a:ln xmlns:a="http://schemas.openxmlformats.org/drawingml/2006/main" w="7240">
            <a:noFill/>
            <a:prstDash val="solid"/>
          </a:ln>
        </p:spPr>
      </p:sp>
      <p:sp>
        <p:nvSpPr>
          <p:cNvPr id="7" name="(a) terrain generation icon background">
            <a:extLst xmlns:a="http://schemas.openxmlformats.org/drawingml/2006/main">
              <a:ext uri="{FF2B5EF4-FFF2-40B4-BE49-F238E27FC236}">
                <a16:creationId xmlns:a16="http://schemas.microsoft.com/office/drawing/2014/main" id="{FC2ECAB9-432B-420F-B4FE-7457490A9FB5}"/>
              </a:ext>
            </a:extLst>
          </p:cNvPr>
          <p:cNvSpPr>
            <a:spLocks xmlns:a="http://schemas.openxmlformats.org/drawingml/2006/main" noGrp="1"/>
          </p:cNvSpPr>
          <p:nvPr/>
        </p:nvSpPr>
        <p:spPr>
          <a:xfrm xmlns:a="http://schemas.openxmlformats.org/drawingml/2006/main">
            <a:off x="72402" y="6853257"/>
            <a:ext cx="535772" cy="318567"/>
          </a:xfrm>
          <a:custGeom xmlns:a="http://schemas.openxmlformats.org/drawingml/2006/main">
            <a:pathLst>
              <a:path w="704850" h="419100">
                <a:moveTo>
                  <a:pt x="209550" y="0"/>
                </a:moveTo>
                <a:lnTo>
                  <a:pt x="495300" y="0"/>
                </a:lnTo>
                <a:cubicBezTo>
                  <a:pt x="611031" y="0"/>
                  <a:pt x="704850" y="93819"/>
                  <a:pt x="704850" y="209550"/>
                </a:cubicBezTo>
                <a:lnTo>
                  <a:pt x="704850" y="209550"/>
                </a:lnTo>
                <a:cubicBezTo>
                  <a:pt x="704850" y="325281"/>
                  <a:pt x="611031" y="419100"/>
                  <a:pt x="49530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007FB3"/>
          </a:solidFill>
          <a:ln xmlns:a="http://schemas.openxmlformats.org/drawingml/2006/main" w="7240">
            <a:noFill/>
            <a:prstDash val="solid"/>
          </a:ln>
        </p:spPr>
      </p:sp>
      <p:pic>
        <p:nvPicPr>
          <p:cNvPr id="8" name="">
            <a:extLst xmlns:a="http://schemas.openxmlformats.org/drawingml/2006/main">
              <a:ext uri="{FF2B5EF4-FFF2-40B4-BE49-F238E27FC236}">
                <a16:creationId xmlns:a16="http://schemas.microsoft.com/office/drawing/2014/main" id="{3F76C55A-771B-4161-B358-7BEB91B23A94}"/>
              </a:ext>
            </a:extLst>
          </p:cNvPr>
          <p:cNvPicPr>
            <a:picLocks xmlns:a="http://schemas.openxmlformats.org/drawingml/2006/main" noChangeAspect="1"/>
          </p:cNvPicPr>
          <p:nvPr/>
        </p:nvPicPr>
        <p:blipFill>
          <a:blip xmlns:r="http://schemas.openxmlformats.org/officeDocument/2006/relationships" xmlns:a="http://schemas.openxmlformats.org/drawingml/2006/main" r:embed="Rb11fa1eb02304b27"/>
          <a:stretch xmlns:a="http://schemas.openxmlformats.org/drawingml/2006/main"/>
        </p:blipFill>
        <p:spPr>
          <a:xfrm xmlns:a="http://schemas.openxmlformats.org/drawingml/2006/main">
            <a:off x="195484" y="6908660"/>
            <a:ext cx="289606" cy="207761"/>
          </a:xfrm>
          <a:prstGeom xmlns:a="http://schemas.openxmlformats.org/drawingml/2006/main" prst="rect">
            <a:avLst/>
          </a:prstGeom>
        </p:spPr>
      </p:pic>
      <p:sp>
        <p:nvSpPr>
          <p:cNvPr id="9" name="(a) terrain generation">
            <a:extLst xmlns:a="http://schemas.openxmlformats.org/drawingml/2006/main">
              <a:ext uri="{FF2B5EF4-FFF2-40B4-BE49-F238E27FC236}">
                <a16:creationId xmlns:a16="http://schemas.microsoft.com/office/drawing/2014/main" id="{6A1D6B3C-3E18-4893-A4BC-B826CD2F2DDF}"/>
              </a:ext>
            </a:extLst>
          </p:cNvPr>
          <p:cNvSpPr>
            <a:spLocks xmlns:a="http://schemas.openxmlformats.org/drawingml/2006/main" noGrp="1"/>
          </p:cNvSpPr>
          <p:nvPr/>
        </p:nvSpPr>
        <p:spPr>
          <a:xfrm xmlns:a="http://schemas.openxmlformats.org/drawingml/2006/main" rot="0">
            <a:off x="731256" y="6882445"/>
            <a:ext cx="2258929" cy="2884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2" b="1" i="0">
                <a:solidFill>
                  <a:srgbClr val="007FB3"/>
                </a:solidFill>
                <a:latin typeface="Times New Roman"/>
                <a:ea typeface="Times New Roman"/>
                <a:cs typeface="Times New Roman"/>
              </a:defRPr>
            </a:defPPr>
          </a:lstStyle>
          <a:p xmlns:a="http://schemas.openxmlformats.org/drawingml/2006/main">
            <a:pPr algn="l">
              <a:lnSpc>
                <a:spcPct val="100000"/>
              </a:lnSpc>
              <a:buNone/>
              <a:defRPr sz="1622" b="1" i="0">
                <a:solidFill>
                  <a:srgbClr val="007FB3"/>
                </a:solidFill>
                <a:latin typeface="Times New Roman"/>
                <a:ea typeface="Times New Roman"/>
                <a:cs typeface="Times New Roman"/>
              </a:defRPr>
            </a:pPr>
            <a:r>
              <a:rPr sz="1622" b="1" i="0">
                <a:solidFill>
                  <a:srgbClr val="007FB3"/>
                </a:solidFill>
                <a:latin typeface="Times New Roman"/>
                <a:ea typeface="Times New Roman"/>
                <a:cs typeface="Times New Roman"/>
              </a:rPr>
              <a:t>(a) terrain generation</a:t>
            </a:r>
          </a:p>
        </p:txBody>
      </p:sp>
      <p:sp>
        <p:nvSpPr>
          <p:cNvPr id="10" name="(b) 3d assets scatter pill">
            <a:extLst xmlns:a="http://schemas.openxmlformats.org/drawingml/2006/main">
              <a:ext uri="{FF2B5EF4-FFF2-40B4-BE49-F238E27FC236}">
                <a16:creationId xmlns:a16="http://schemas.microsoft.com/office/drawing/2014/main" id="{D22B9EC7-3465-4285-9105-2423FC785C9F}"/>
              </a:ext>
            </a:extLst>
          </p:cNvPr>
          <p:cNvSpPr>
            <a:spLocks xmlns:a="http://schemas.openxmlformats.org/drawingml/2006/main" noGrp="1"/>
          </p:cNvSpPr>
          <p:nvPr/>
        </p:nvSpPr>
        <p:spPr>
          <a:xfrm xmlns:a="http://schemas.openxmlformats.org/drawingml/2006/main">
            <a:off x="7160515" y="6853257"/>
            <a:ext cx="2838141" cy="318567"/>
          </a:xfrm>
          <a:custGeom xmlns:a="http://schemas.openxmlformats.org/drawingml/2006/main">
            <a:pathLst>
              <a:path w="3733800" h="419100">
                <a:moveTo>
                  <a:pt x="209550" y="0"/>
                </a:moveTo>
                <a:lnTo>
                  <a:pt x="3524250" y="0"/>
                </a:lnTo>
                <a:cubicBezTo>
                  <a:pt x="3639981" y="0"/>
                  <a:pt x="3733800" y="93819"/>
                  <a:pt x="3733800" y="209550"/>
                </a:cubicBezTo>
                <a:lnTo>
                  <a:pt x="3733800" y="209550"/>
                </a:lnTo>
                <a:cubicBezTo>
                  <a:pt x="3733800" y="325281"/>
                  <a:pt x="3639981" y="419100"/>
                  <a:pt x="352425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DFF8FD"/>
          </a:solidFill>
          <a:ln xmlns:a="http://schemas.openxmlformats.org/drawingml/2006/main" w="7240">
            <a:noFill/>
            <a:prstDash val="solid"/>
          </a:ln>
        </p:spPr>
      </p:sp>
      <p:sp>
        <p:nvSpPr>
          <p:cNvPr id="11" name="(b) 3d assets scatter icon background">
            <a:extLst xmlns:a="http://schemas.openxmlformats.org/drawingml/2006/main">
              <a:ext uri="{FF2B5EF4-FFF2-40B4-BE49-F238E27FC236}">
                <a16:creationId xmlns:a16="http://schemas.microsoft.com/office/drawing/2014/main" id="{A545D3E5-60E8-4103-B2C9-76487E0829DA}"/>
              </a:ext>
            </a:extLst>
          </p:cNvPr>
          <p:cNvSpPr>
            <a:spLocks xmlns:a="http://schemas.openxmlformats.org/drawingml/2006/main" noGrp="1"/>
          </p:cNvSpPr>
          <p:nvPr/>
        </p:nvSpPr>
        <p:spPr>
          <a:xfrm xmlns:a="http://schemas.openxmlformats.org/drawingml/2006/main">
            <a:off x="7160515" y="6853257"/>
            <a:ext cx="535772" cy="318567"/>
          </a:xfrm>
          <a:custGeom xmlns:a="http://schemas.openxmlformats.org/drawingml/2006/main">
            <a:pathLst>
              <a:path w="704850" h="419100">
                <a:moveTo>
                  <a:pt x="209550" y="0"/>
                </a:moveTo>
                <a:lnTo>
                  <a:pt x="495300" y="0"/>
                </a:lnTo>
                <a:cubicBezTo>
                  <a:pt x="611031" y="0"/>
                  <a:pt x="704850" y="93819"/>
                  <a:pt x="704850" y="209550"/>
                </a:cubicBezTo>
                <a:lnTo>
                  <a:pt x="704850" y="209550"/>
                </a:lnTo>
                <a:cubicBezTo>
                  <a:pt x="704850" y="325281"/>
                  <a:pt x="611031" y="419100"/>
                  <a:pt x="49530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007FB3"/>
          </a:solidFill>
          <a:ln xmlns:a="http://schemas.openxmlformats.org/drawingml/2006/main" w="7240">
            <a:noFill/>
            <a:prstDash val="solid"/>
          </a:ln>
        </p:spPr>
      </p:sp>
      <p:pic>
        <p:nvPicPr>
          <p:cNvPr id="12" name="">
            <a:extLst xmlns:a="http://schemas.openxmlformats.org/drawingml/2006/main">
              <a:ext uri="{FF2B5EF4-FFF2-40B4-BE49-F238E27FC236}">
                <a16:creationId xmlns:a16="http://schemas.microsoft.com/office/drawing/2014/main" id="{6C1D5F89-02DA-46D8-B341-4F6AD2A3A003}"/>
              </a:ext>
            </a:extLst>
          </p:cNvPr>
          <p:cNvPicPr>
            <a:picLocks xmlns:a="http://schemas.openxmlformats.org/drawingml/2006/main" noChangeAspect="1"/>
          </p:cNvPicPr>
          <p:nvPr/>
        </p:nvPicPr>
        <p:blipFill>
          <a:blip xmlns:r="http://schemas.openxmlformats.org/officeDocument/2006/relationships" xmlns:a="http://schemas.openxmlformats.org/drawingml/2006/main" r:embed="R24ed556e00dc46db"/>
          <a:stretch xmlns:a="http://schemas.openxmlformats.org/drawingml/2006/main"/>
        </p:blipFill>
        <p:spPr>
          <a:xfrm xmlns:a="http://schemas.openxmlformats.org/drawingml/2006/main">
            <a:off x="7288269" y="6903938"/>
            <a:ext cx="280264" cy="217205"/>
          </a:xfrm>
          <a:prstGeom xmlns:a="http://schemas.openxmlformats.org/drawingml/2006/main" prst="rect">
            <a:avLst/>
          </a:prstGeom>
        </p:spPr>
      </p:pic>
      <p:sp>
        <p:nvSpPr>
          <p:cNvPr id="13" name="(b) 3d assets scatter">
            <a:extLst xmlns:a="http://schemas.openxmlformats.org/drawingml/2006/main">
              <a:ext uri="{FF2B5EF4-FFF2-40B4-BE49-F238E27FC236}">
                <a16:creationId xmlns:a16="http://schemas.microsoft.com/office/drawing/2014/main" id="{67C955C2-1B0F-4E01-A559-C090C339C4C0}"/>
              </a:ext>
            </a:extLst>
          </p:cNvPr>
          <p:cNvSpPr>
            <a:spLocks xmlns:a="http://schemas.openxmlformats.org/drawingml/2006/main" noGrp="1"/>
          </p:cNvSpPr>
          <p:nvPr/>
        </p:nvSpPr>
        <p:spPr>
          <a:xfrm xmlns:a="http://schemas.openxmlformats.org/drawingml/2006/main" rot="0">
            <a:off x="7819369" y="6882445"/>
            <a:ext cx="2085165" cy="2884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2" b="1" i="0">
                <a:solidFill>
                  <a:srgbClr val="007FB3"/>
                </a:solidFill>
                <a:latin typeface="Times New Roman"/>
                <a:ea typeface="Times New Roman"/>
                <a:cs typeface="Times New Roman"/>
              </a:defRPr>
            </a:defPPr>
          </a:lstStyle>
          <a:p xmlns:a="http://schemas.openxmlformats.org/drawingml/2006/main">
            <a:pPr algn="l">
              <a:lnSpc>
                <a:spcPct val="100000"/>
              </a:lnSpc>
              <a:buNone/>
              <a:defRPr sz="1622" b="1" i="0">
                <a:solidFill>
                  <a:srgbClr val="007FB3"/>
                </a:solidFill>
                <a:latin typeface="Times New Roman"/>
                <a:ea typeface="Times New Roman"/>
                <a:cs typeface="Times New Roman"/>
              </a:defRPr>
            </a:pPr>
            <a:r>
              <a:rPr sz="1622" b="1" i="0">
                <a:solidFill>
                  <a:srgbClr val="007FB3"/>
                </a:solidFill>
                <a:latin typeface="Times New Roman"/>
                <a:ea typeface="Times New Roman"/>
                <a:cs typeface="Times New Roman"/>
              </a:rPr>
              <a:t>(b) 3d assets scatter</a:t>
            </a:r>
          </a:p>
        </p:txBody>
      </p:sp>
      <p:sp>
        <p:nvSpPr>
          <p:cNvPr id="14" name="(c) terrain refinement pill">
            <a:extLst xmlns:a="http://schemas.openxmlformats.org/drawingml/2006/main">
              <a:ext uri="{FF2B5EF4-FFF2-40B4-BE49-F238E27FC236}">
                <a16:creationId xmlns:a16="http://schemas.microsoft.com/office/drawing/2014/main" id="{47837DC6-08F5-4DE8-AA01-50832F2708D9}"/>
              </a:ext>
            </a:extLst>
          </p:cNvPr>
          <p:cNvSpPr>
            <a:spLocks xmlns:a="http://schemas.openxmlformats.org/drawingml/2006/main" noGrp="1"/>
          </p:cNvSpPr>
          <p:nvPr/>
        </p:nvSpPr>
        <p:spPr>
          <a:xfrm xmlns:a="http://schemas.openxmlformats.org/drawingml/2006/main">
            <a:off x="11316365" y="6853257"/>
            <a:ext cx="2888823" cy="318567"/>
          </a:xfrm>
          <a:custGeom xmlns:a="http://schemas.openxmlformats.org/drawingml/2006/main">
            <a:pathLst>
              <a:path w="3800475" h="419100">
                <a:moveTo>
                  <a:pt x="209550" y="0"/>
                </a:moveTo>
                <a:lnTo>
                  <a:pt x="3590925" y="0"/>
                </a:lnTo>
                <a:cubicBezTo>
                  <a:pt x="3706656" y="0"/>
                  <a:pt x="3800475" y="93819"/>
                  <a:pt x="3800475" y="209550"/>
                </a:cubicBezTo>
                <a:lnTo>
                  <a:pt x="3800475" y="209550"/>
                </a:lnTo>
                <a:cubicBezTo>
                  <a:pt x="3800475" y="325281"/>
                  <a:pt x="3706656" y="419100"/>
                  <a:pt x="3590925"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DFF8FD"/>
          </a:solidFill>
          <a:ln xmlns:a="http://schemas.openxmlformats.org/drawingml/2006/main" w="7240">
            <a:noFill/>
            <a:prstDash val="solid"/>
          </a:ln>
        </p:spPr>
      </p:sp>
      <p:sp>
        <p:nvSpPr>
          <p:cNvPr id="15" name="(c) terrain refinement icon background">
            <a:extLst xmlns:a="http://schemas.openxmlformats.org/drawingml/2006/main">
              <a:ext uri="{FF2B5EF4-FFF2-40B4-BE49-F238E27FC236}">
                <a16:creationId xmlns:a16="http://schemas.microsoft.com/office/drawing/2014/main" id="{87C99BB1-B02E-4EB6-8596-CAD44EC61C8E}"/>
              </a:ext>
            </a:extLst>
          </p:cNvPr>
          <p:cNvSpPr>
            <a:spLocks xmlns:a="http://schemas.openxmlformats.org/drawingml/2006/main" noGrp="1"/>
          </p:cNvSpPr>
          <p:nvPr/>
        </p:nvSpPr>
        <p:spPr>
          <a:xfrm xmlns:a="http://schemas.openxmlformats.org/drawingml/2006/main">
            <a:off x="11316365" y="6853257"/>
            <a:ext cx="535772" cy="318567"/>
          </a:xfrm>
          <a:custGeom xmlns:a="http://schemas.openxmlformats.org/drawingml/2006/main">
            <a:pathLst>
              <a:path w="704850" h="419100">
                <a:moveTo>
                  <a:pt x="209550" y="0"/>
                </a:moveTo>
                <a:lnTo>
                  <a:pt x="495300" y="0"/>
                </a:lnTo>
                <a:cubicBezTo>
                  <a:pt x="611031" y="0"/>
                  <a:pt x="704850" y="93819"/>
                  <a:pt x="704850" y="209550"/>
                </a:cubicBezTo>
                <a:lnTo>
                  <a:pt x="704850" y="209550"/>
                </a:lnTo>
                <a:cubicBezTo>
                  <a:pt x="704850" y="325281"/>
                  <a:pt x="611031" y="419100"/>
                  <a:pt x="49530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007FB3"/>
          </a:solidFill>
          <a:ln xmlns:a="http://schemas.openxmlformats.org/drawingml/2006/main" w="7240">
            <a:noFill/>
            <a:prstDash val="solid"/>
          </a:ln>
        </p:spPr>
      </p:sp>
      <p:pic>
        <p:nvPicPr>
          <p:cNvPr id="16" name="">
            <a:extLst xmlns:a="http://schemas.openxmlformats.org/drawingml/2006/main">
              <a:ext uri="{FF2B5EF4-FFF2-40B4-BE49-F238E27FC236}">
                <a16:creationId xmlns:a16="http://schemas.microsoft.com/office/drawing/2014/main" id="{9671FB86-7EE8-42DF-8FA2-2278FE58A68E}"/>
              </a:ext>
            </a:extLst>
          </p:cNvPr>
          <p:cNvPicPr>
            <a:picLocks xmlns:a="http://schemas.openxmlformats.org/drawingml/2006/main" noChangeAspect="1"/>
          </p:cNvPicPr>
          <p:nvPr/>
        </p:nvPicPr>
        <p:blipFill>
          <a:blip xmlns:r="http://schemas.openxmlformats.org/officeDocument/2006/relationships" xmlns:a="http://schemas.openxmlformats.org/drawingml/2006/main" r:embed="R4f38029eab154d84"/>
          <a:stretch xmlns:a="http://schemas.openxmlformats.org/drawingml/2006/main"/>
        </p:blipFill>
        <p:spPr>
          <a:xfrm xmlns:a="http://schemas.openxmlformats.org/drawingml/2006/main">
            <a:off x="11439448" y="6917032"/>
            <a:ext cx="289606" cy="191017"/>
          </a:xfrm>
          <a:prstGeom xmlns:a="http://schemas.openxmlformats.org/drawingml/2006/main" prst="rect">
            <a:avLst/>
          </a:prstGeom>
        </p:spPr>
      </p:pic>
      <p:sp>
        <p:nvSpPr>
          <p:cNvPr id="17" name="(c) terrain refinement">
            <a:extLst xmlns:a="http://schemas.openxmlformats.org/drawingml/2006/main">
              <a:ext uri="{FF2B5EF4-FFF2-40B4-BE49-F238E27FC236}">
                <a16:creationId xmlns:a16="http://schemas.microsoft.com/office/drawing/2014/main" id="{5C406337-153B-45F8-9E49-B073EB724495}"/>
              </a:ext>
            </a:extLst>
          </p:cNvPr>
          <p:cNvSpPr>
            <a:spLocks xmlns:a="http://schemas.openxmlformats.org/drawingml/2006/main" noGrp="1"/>
          </p:cNvSpPr>
          <p:nvPr/>
        </p:nvSpPr>
        <p:spPr>
          <a:xfrm xmlns:a="http://schemas.openxmlformats.org/drawingml/2006/main" rot="0">
            <a:off x="11975219" y="6882445"/>
            <a:ext cx="2135846" cy="2884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2" b="1" i="0">
                <a:solidFill>
                  <a:srgbClr val="007FB3"/>
                </a:solidFill>
                <a:latin typeface="Times New Roman"/>
                <a:ea typeface="Times New Roman"/>
                <a:cs typeface="Times New Roman"/>
              </a:defRPr>
            </a:defPPr>
          </a:lstStyle>
          <a:p xmlns:a="http://schemas.openxmlformats.org/drawingml/2006/main">
            <a:pPr algn="l">
              <a:lnSpc>
                <a:spcPct val="100000"/>
              </a:lnSpc>
              <a:buNone/>
              <a:defRPr sz="1622" b="1" i="0">
                <a:solidFill>
                  <a:srgbClr val="007FB3"/>
                </a:solidFill>
                <a:latin typeface="Times New Roman"/>
                <a:ea typeface="Times New Roman"/>
                <a:cs typeface="Times New Roman"/>
              </a:defRPr>
            </a:pPr>
            <a:r>
              <a:rPr sz="1622" b="1" i="0">
                <a:solidFill>
                  <a:srgbClr val="007FB3"/>
                </a:solidFill>
                <a:latin typeface="Times New Roman"/>
                <a:ea typeface="Times New Roman"/>
                <a:cs typeface="Times New Roman"/>
              </a:rPr>
              <a:t>(c) terrain refinement</a:t>
            </a:r>
          </a:p>
        </p:txBody>
      </p:sp>
      <p:sp>
        <p:nvSpPr>
          <p:cNvPr id="18" name="scene files panel">
            <a:extLst xmlns:a="http://schemas.openxmlformats.org/drawingml/2006/main">
              <a:ext uri="{FF2B5EF4-FFF2-40B4-BE49-F238E27FC236}">
                <a16:creationId xmlns:a16="http://schemas.microsoft.com/office/drawing/2014/main" id="{49042A15-41AA-41F3-934C-8008A6BA4D1D}"/>
              </a:ext>
            </a:extLst>
          </p:cNvPr>
          <p:cNvSpPr>
            <a:spLocks xmlns:a="http://schemas.openxmlformats.org/drawingml/2006/main" noGrp="1"/>
          </p:cNvSpPr>
          <p:nvPr/>
        </p:nvSpPr>
        <p:spPr>
          <a:xfrm xmlns:a="http://schemas.openxmlformats.org/drawingml/2006/main">
            <a:off x="166524" y="7331107"/>
            <a:ext cx="1317709" cy="1607315"/>
          </a:xfrm>
          <a:custGeom xmlns:a="http://schemas.openxmlformats.org/drawingml/2006/main">
            <a:pathLst>
              <a:path w="1733550" h="2114550">
                <a:moveTo>
                  <a:pt x="28575" y="0"/>
                </a:moveTo>
                <a:lnTo>
                  <a:pt x="1704975" y="0"/>
                </a:lnTo>
                <a:cubicBezTo>
                  <a:pt x="1720757" y="0"/>
                  <a:pt x="1733550" y="12793"/>
                  <a:pt x="1733550" y="28575"/>
                </a:cubicBezTo>
                <a:lnTo>
                  <a:pt x="1733550" y="2085975"/>
                </a:lnTo>
                <a:cubicBezTo>
                  <a:pt x="1733550" y="2101757"/>
                  <a:pt x="1720757" y="2114550"/>
                  <a:pt x="170497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19" name="">
            <a:extLst xmlns:a="http://schemas.openxmlformats.org/drawingml/2006/main">
              <a:ext uri="{FF2B5EF4-FFF2-40B4-BE49-F238E27FC236}">
                <a16:creationId xmlns:a16="http://schemas.microsoft.com/office/drawing/2014/main" id="{2C60CA60-6644-4E7E-A5A1-2EABBFAA3363}"/>
              </a:ext>
            </a:extLst>
          </p:cNvPr>
          <p:cNvPicPr>
            <a:picLocks xmlns:a="http://schemas.openxmlformats.org/drawingml/2006/main" noChangeAspect="1"/>
          </p:cNvPicPr>
          <p:nvPr/>
        </p:nvPicPr>
        <p:blipFill>
          <a:blip xmlns:r="http://schemas.openxmlformats.org/officeDocument/2006/relationships" xmlns:a="http://schemas.openxmlformats.org/drawingml/2006/main" r:embed="R7f9ffbcdb3de4517"/>
          <a:stretch xmlns:a="http://schemas.openxmlformats.org/drawingml/2006/main"/>
        </p:blipFill>
        <p:spPr>
          <a:xfrm xmlns:a="http://schemas.openxmlformats.org/drawingml/2006/main">
            <a:off x="238925" y="7389028"/>
            <a:ext cx="253405" cy="296846"/>
          </a:xfrm>
          <a:prstGeom xmlns:a="http://schemas.openxmlformats.org/drawingml/2006/main" prst="rect">
            <a:avLst/>
          </a:prstGeom>
        </p:spPr>
      </p:pic>
      <p:sp>
        <p:nvSpPr>
          <p:cNvPr id="20" name="scene.yaml">
            <a:extLst xmlns:a="http://schemas.openxmlformats.org/drawingml/2006/main">
              <a:ext uri="{FF2B5EF4-FFF2-40B4-BE49-F238E27FC236}">
                <a16:creationId xmlns:a16="http://schemas.microsoft.com/office/drawing/2014/main" id="{6D725014-059C-4B72-93F7-EC91B133EC75}"/>
              </a:ext>
            </a:extLst>
          </p:cNvPr>
          <p:cNvSpPr>
            <a:spLocks xmlns:a="http://schemas.openxmlformats.org/drawingml/2006/main" noGrp="1"/>
          </p:cNvSpPr>
          <p:nvPr/>
        </p:nvSpPr>
        <p:spPr>
          <a:xfrm xmlns:a="http://schemas.openxmlformats.org/drawingml/2006/main" rot="0">
            <a:off x="571972" y="7420120"/>
            <a:ext cx="803657" cy="242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65" b="1" i="0">
                <a:solidFill>
                  <a:srgbClr val="454545"/>
                </a:solidFill>
                <a:latin typeface="Times New Roman"/>
                <a:ea typeface="Times New Roman"/>
                <a:cs typeface="Times New Roman"/>
              </a:defRPr>
            </a:defPPr>
          </a:lstStyle>
          <a:p xmlns:a="http://schemas.openxmlformats.org/drawingml/2006/main">
            <a:pPr algn="l">
              <a:lnSpc>
                <a:spcPct val="100000"/>
              </a:lnSpc>
              <a:buNone/>
              <a:defRPr sz="1365" b="1" i="0">
                <a:solidFill>
                  <a:srgbClr val="454545"/>
                </a:solidFill>
                <a:latin typeface="Times New Roman"/>
                <a:ea typeface="Times New Roman"/>
                <a:cs typeface="Times New Roman"/>
              </a:defRPr>
            </a:pPr>
            <a:r>
              <a:rPr sz="1365" b="1" i="0">
                <a:solidFill>
                  <a:srgbClr val="454545"/>
                </a:solidFill>
                <a:latin typeface="Times New Roman"/>
                <a:ea typeface="Times New Roman"/>
                <a:cs typeface="Times New Roman"/>
              </a:rPr>
              <a:t>scene.yaml</a:t>
            </a:r>
          </a:p>
        </p:txBody>
      </p:sp>
      <p:sp>
        <p:nvSpPr>
          <p:cNvPr id="21" name="scene parameter description">
            <a:extLst xmlns:a="http://schemas.openxmlformats.org/drawingml/2006/main">
              <a:ext uri="{FF2B5EF4-FFF2-40B4-BE49-F238E27FC236}">
                <a16:creationId xmlns:a16="http://schemas.microsoft.com/office/drawing/2014/main" id="{92F8C560-7603-4E13-8982-C68A51294528}"/>
              </a:ext>
            </a:extLst>
          </p:cNvPr>
          <p:cNvSpPr>
            <a:spLocks xmlns:a="http://schemas.openxmlformats.org/drawingml/2006/main" noGrp="1"/>
          </p:cNvSpPr>
          <p:nvPr/>
        </p:nvSpPr>
        <p:spPr>
          <a:xfrm xmlns:a="http://schemas.openxmlformats.org/drawingml/2006/main">
            <a:off x="209965" y="7707595"/>
            <a:ext cx="1201866" cy="854339"/>
          </a:xfrm>
          <a:custGeom xmlns:a="http://schemas.openxmlformats.org/drawingml/2006/main">
            <a:pathLst>
              <a:path w="1581150" h="1123950">
                <a:moveTo>
                  <a:pt x="0" y="0"/>
                </a:moveTo>
                <a:lnTo>
                  <a:pt x="1581150" y="0"/>
                </a:lnTo>
                <a:lnTo>
                  <a:pt x="1581150" y="1123950"/>
                </a:lnTo>
                <a:lnTo>
                  <a:pt x="0" y="1123950"/>
                </a:lnTo>
                <a:close/>
              </a:path>
            </a:pathLst>
          </a:custGeom>
          <a:solidFill xmlns:a="http://schemas.openxmlformats.org/drawingml/2006/main">
            <a:srgbClr val="E6F8FC"/>
          </a:solidFill>
          <a:ln xmlns:a="http://schemas.openxmlformats.org/drawingml/2006/main" w="7240">
            <a:noFill/>
            <a:prstDash val="solid"/>
          </a:ln>
        </p:spPr>
      </p:sp>
      <p:sp>
        <p:nvSpPr>
          <p:cNvPr id="22" name="color map: ...">
            <a:extLst xmlns:a="http://schemas.openxmlformats.org/drawingml/2006/main">
              <a:ext uri="{FF2B5EF4-FFF2-40B4-BE49-F238E27FC236}">
                <a16:creationId xmlns:a16="http://schemas.microsoft.com/office/drawing/2014/main" id="{EB99D4E0-3DEF-4691-833E-16A9847C332E}"/>
              </a:ext>
            </a:extLst>
          </p:cNvPr>
          <p:cNvSpPr>
            <a:spLocks xmlns:a="http://schemas.openxmlformats.org/drawingml/2006/main" noGrp="1"/>
          </p:cNvSpPr>
          <p:nvPr/>
        </p:nvSpPr>
        <p:spPr>
          <a:xfrm xmlns:a="http://schemas.openxmlformats.org/drawingml/2006/main" rot="0">
            <a:off x="289606" y="7820038"/>
            <a:ext cx="1078783"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color map: ...</a:t>
            </a:r>
          </a:p>
        </p:txBody>
      </p:sp>
      <p:sp>
        <p:nvSpPr>
          <p:cNvPr id="23" name="terrain params: ...">
            <a:extLst xmlns:a="http://schemas.openxmlformats.org/drawingml/2006/main">
              <a:ext uri="{FF2B5EF4-FFF2-40B4-BE49-F238E27FC236}">
                <a16:creationId xmlns:a16="http://schemas.microsoft.com/office/drawing/2014/main" id="{B00B6FCC-FE80-448B-9669-8F8630283238}"/>
              </a:ext>
            </a:extLst>
          </p:cNvPr>
          <p:cNvSpPr>
            <a:spLocks xmlns:a="http://schemas.openxmlformats.org/drawingml/2006/main" noGrp="1"/>
          </p:cNvSpPr>
          <p:nvPr/>
        </p:nvSpPr>
        <p:spPr>
          <a:xfrm xmlns:a="http://schemas.openxmlformats.org/drawingml/2006/main" rot="0">
            <a:off x="289606" y="7988585"/>
            <a:ext cx="1078783" cy="151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3" b="1" i="0">
                <a:solidFill>
                  <a:srgbClr val="8B8B8B"/>
                </a:solidFill>
                <a:latin typeface="Times New Roman"/>
                <a:ea typeface="Times New Roman"/>
                <a:cs typeface="Times New Roman"/>
              </a:defRPr>
            </a:defPPr>
          </a:lstStyle>
          <a:p xmlns:a="http://schemas.openxmlformats.org/drawingml/2006/main">
            <a:pPr algn="l">
              <a:lnSpc>
                <a:spcPct val="100000"/>
              </a:lnSpc>
              <a:buNone/>
              <a:defRPr sz="853" b="1" i="0">
                <a:solidFill>
                  <a:srgbClr val="8B8B8B"/>
                </a:solidFill>
                <a:latin typeface="Times New Roman"/>
                <a:ea typeface="Times New Roman"/>
                <a:cs typeface="Times New Roman"/>
              </a:defRPr>
            </a:pPr>
            <a:r>
              <a:rPr sz="853" b="1" i="0">
                <a:solidFill>
                  <a:srgbClr val="8B8B8B"/>
                </a:solidFill>
                <a:latin typeface="Times New Roman"/>
                <a:ea typeface="Times New Roman"/>
                <a:cs typeface="Times New Roman"/>
              </a:rPr>
              <a:t>terrain params: ...</a:t>
            </a:r>
          </a:p>
        </p:txBody>
      </p:sp>
      <p:sp>
        <p:nvSpPr>
          <p:cNvPr id="24" name="material type: ...">
            <a:extLst xmlns:a="http://schemas.openxmlformats.org/drawingml/2006/main">
              <a:ext uri="{FF2B5EF4-FFF2-40B4-BE49-F238E27FC236}">
                <a16:creationId xmlns:a16="http://schemas.microsoft.com/office/drawing/2014/main" id="{2D946D2D-3AAE-4B28-9CBB-A30D17BB7205}"/>
              </a:ext>
            </a:extLst>
          </p:cNvPr>
          <p:cNvSpPr>
            <a:spLocks xmlns:a="http://schemas.openxmlformats.org/drawingml/2006/main" noGrp="1"/>
          </p:cNvSpPr>
          <p:nvPr/>
        </p:nvSpPr>
        <p:spPr>
          <a:xfrm xmlns:a="http://schemas.openxmlformats.org/drawingml/2006/main" rot="0">
            <a:off x="289606" y="8155108"/>
            <a:ext cx="1078783" cy="151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3" b="1" i="0">
                <a:solidFill>
                  <a:srgbClr val="8B8B8B"/>
                </a:solidFill>
                <a:latin typeface="Times New Roman"/>
                <a:ea typeface="Times New Roman"/>
                <a:cs typeface="Times New Roman"/>
              </a:defRPr>
            </a:defPPr>
          </a:lstStyle>
          <a:p xmlns:a="http://schemas.openxmlformats.org/drawingml/2006/main">
            <a:pPr algn="l">
              <a:lnSpc>
                <a:spcPct val="100000"/>
              </a:lnSpc>
              <a:buNone/>
              <a:defRPr sz="853" b="1" i="0">
                <a:solidFill>
                  <a:srgbClr val="8B8B8B"/>
                </a:solidFill>
                <a:latin typeface="Times New Roman"/>
                <a:ea typeface="Times New Roman"/>
                <a:cs typeface="Times New Roman"/>
              </a:defRPr>
            </a:pPr>
            <a:r>
              <a:rPr sz="853" b="1" i="0">
                <a:solidFill>
                  <a:srgbClr val="8B8B8B"/>
                </a:solidFill>
                <a:latin typeface="Times New Roman"/>
                <a:ea typeface="Times New Roman"/>
                <a:cs typeface="Times New Roman"/>
              </a:rPr>
              <a:t>material type: ...</a:t>
            </a:r>
          </a:p>
        </p:txBody>
      </p:sp>
      <p:sp>
        <p:nvSpPr>
          <p:cNvPr id="25" name="base envelop: ...">
            <a:extLst xmlns:a="http://schemas.openxmlformats.org/drawingml/2006/main">
              <a:ext uri="{FF2B5EF4-FFF2-40B4-BE49-F238E27FC236}">
                <a16:creationId xmlns:a16="http://schemas.microsoft.com/office/drawing/2014/main" id="{045588FE-5774-4597-9A7A-1E2E52414263}"/>
              </a:ext>
            </a:extLst>
          </p:cNvPr>
          <p:cNvSpPr>
            <a:spLocks xmlns:a="http://schemas.openxmlformats.org/drawingml/2006/main" noGrp="1"/>
          </p:cNvSpPr>
          <p:nvPr/>
        </p:nvSpPr>
        <p:spPr>
          <a:xfrm xmlns:a="http://schemas.openxmlformats.org/drawingml/2006/main" rot="0">
            <a:off x="289606" y="8319609"/>
            <a:ext cx="1078783"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base envelop: ...</a:t>
            </a:r>
          </a:p>
        </p:txBody>
      </p:sp>
      <p:pic>
        <p:nvPicPr>
          <p:cNvPr id="26" name="">
            <a:extLst xmlns:a="http://schemas.openxmlformats.org/drawingml/2006/main">
              <a:ext uri="{FF2B5EF4-FFF2-40B4-BE49-F238E27FC236}">
                <a16:creationId xmlns:a16="http://schemas.microsoft.com/office/drawing/2014/main" id="{FF0CBD37-649F-4762-B927-0D45A1850BD2}"/>
              </a:ext>
            </a:extLst>
          </p:cNvPr>
          <p:cNvPicPr>
            <a:picLocks xmlns:a="http://schemas.openxmlformats.org/drawingml/2006/main" noChangeAspect="1"/>
          </p:cNvPicPr>
          <p:nvPr/>
        </p:nvPicPr>
        <p:blipFill>
          <a:blip xmlns:r="http://schemas.openxmlformats.org/officeDocument/2006/relationships" xmlns:a="http://schemas.openxmlformats.org/drawingml/2006/main" r:embed="R1d781a5f9f4442c2"/>
          <a:stretch xmlns:a="http://schemas.openxmlformats.org/drawingml/2006/main"/>
        </p:blipFill>
        <p:spPr>
          <a:xfrm xmlns:a="http://schemas.openxmlformats.org/drawingml/2006/main">
            <a:off x="224445" y="8598135"/>
            <a:ext cx="260646" cy="289606"/>
          </a:xfrm>
          <a:prstGeom xmlns:a="http://schemas.openxmlformats.org/drawingml/2006/main" prst="rect">
            <a:avLst/>
          </a:prstGeom>
        </p:spPr>
      </p:pic>
      <p:sp>
        <p:nvSpPr>
          <p:cNvPr id="27" name="layout.png">
            <a:extLst xmlns:a="http://schemas.openxmlformats.org/drawingml/2006/main">
              <a:ext uri="{FF2B5EF4-FFF2-40B4-BE49-F238E27FC236}">
                <a16:creationId xmlns:a16="http://schemas.microsoft.com/office/drawing/2014/main" id="{E5D182DE-4B7F-44EB-AF18-003ED2F8CDD6}"/>
              </a:ext>
            </a:extLst>
          </p:cNvPr>
          <p:cNvSpPr>
            <a:spLocks xmlns:a="http://schemas.openxmlformats.org/drawingml/2006/main" noGrp="1"/>
          </p:cNvSpPr>
          <p:nvPr/>
        </p:nvSpPr>
        <p:spPr>
          <a:xfrm xmlns:a="http://schemas.openxmlformats.org/drawingml/2006/main" rot="0">
            <a:off x="579213" y="8628385"/>
            <a:ext cx="803657" cy="2469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9" b="1" i="0">
                <a:solidFill>
                  <a:srgbClr val="454545"/>
                </a:solidFill>
                <a:latin typeface="Times New Roman"/>
                <a:ea typeface="Times New Roman"/>
                <a:cs typeface="Times New Roman"/>
              </a:defRPr>
            </a:defPPr>
          </a:lstStyle>
          <a:p xmlns:a="http://schemas.openxmlformats.org/drawingml/2006/main">
            <a:pPr algn="l">
              <a:lnSpc>
                <a:spcPct val="100000"/>
              </a:lnSpc>
              <a:buNone/>
              <a:defRPr sz="1389" b="1" i="0">
                <a:solidFill>
                  <a:srgbClr val="454545"/>
                </a:solidFill>
                <a:latin typeface="Times New Roman"/>
                <a:ea typeface="Times New Roman"/>
                <a:cs typeface="Times New Roman"/>
              </a:defRPr>
            </a:pPr>
            <a:r>
              <a:rPr sz="1389" b="1" i="0">
                <a:solidFill>
                  <a:srgbClr val="454545"/>
                </a:solidFill>
                <a:latin typeface="Times New Roman"/>
                <a:ea typeface="Times New Roman"/>
                <a:cs typeface="Times New Roman"/>
              </a:rPr>
              <a:t>layout.png</a:t>
            </a:r>
          </a:p>
        </p:txBody>
      </p:sp>
      <p:sp>
        <p:nvSpPr>
          <p:cNvPr id="28" name="scene to terrain parameters">
            <a:extLst xmlns:a="http://schemas.openxmlformats.org/drawingml/2006/main">
              <a:ext uri="{FF2B5EF4-FFF2-40B4-BE49-F238E27FC236}">
                <a16:creationId xmlns:a16="http://schemas.microsoft.com/office/drawing/2014/main" id="{E1D5273D-E2BA-48D3-96D8-B389D2D1C495}"/>
              </a:ext>
            </a:extLst>
          </p:cNvPr>
          <p:cNvSpPr>
            <a:spLocks xmlns:a="http://schemas.openxmlformats.org/drawingml/2006/main" noGrp="1"/>
          </p:cNvSpPr>
          <p:nvPr/>
        </p:nvSpPr>
        <p:spPr>
          <a:xfrm xmlns:a="http://schemas.openxmlformats.org/drawingml/2006/main">
            <a:off x="1527673" y="8163725"/>
            <a:ext cx="100059" cy="191"/>
          </a:xfrm>
          <a:custGeom xmlns:a="http://schemas.openxmlformats.org/drawingml/2006/main">
            <a:pathLst>
              <a:path w="131636" h="191">
                <a:moveTo>
                  <a:pt x="0" y="0"/>
                </a:moveTo>
                <a:lnTo>
                  <a:pt x="131445" y="0"/>
                </a:lnTo>
              </a:path>
            </a:pathLst>
          </a:custGeom>
          <a:noFill xmlns:a="http://schemas.openxmlformats.org/drawingml/2006/main"/>
          <a:ln xmlns:a="http://schemas.openxmlformats.org/drawingml/2006/main" w="101362">
            <a:solidFill>
              <a:srgbClr val="007FB3"/>
            </a:solidFill>
            <a:prstDash val="solid"/>
          </a:ln>
        </p:spPr>
      </p:sp>
      <p:sp>
        <p:nvSpPr>
          <p:cNvPr id="29" name="scene to terrain parameters head">
            <a:extLst xmlns:a="http://schemas.openxmlformats.org/drawingml/2006/main">
              <a:ext uri="{FF2B5EF4-FFF2-40B4-BE49-F238E27FC236}">
                <a16:creationId xmlns:a16="http://schemas.microsoft.com/office/drawing/2014/main" id="{1F12260C-0BE5-4E20-A16F-0E47FEE3E24E}"/>
              </a:ext>
            </a:extLst>
          </p:cNvPr>
          <p:cNvSpPr>
            <a:spLocks xmlns:a="http://schemas.openxmlformats.org/drawingml/2006/main" noGrp="1"/>
          </p:cNvSpPr>
          <p:nvPr/>
        </p:nvSpPr>
        <p:spPr>
          <a:xfrm xmlns:a="http://schemas.openxmlformats.org/drawingml/2006/main">
            <a:off x="1607315" y="8057295"/>
            <a:ext cx="101362" cy="212861"/>
          </a:xfrm>
          <a:custGeom xmlns:a="http://schemas.openxmlformats.org/drawingml/2006/main">
            <a:pathLst>
              <a:path w="133350" h="280035">
                <a:moveTo>
                  <a:pt x="133350" y="140017"/>
                </a:moveTo>
                <a:lnTo>
                  <a:pt x="0" y="280035"/>
                </a:lnTo>
                <a:lnTo>
                  <a:pt x="0" y="0"/>
                </a:lnTo>
                <a:close/>
              </a:path>
            </a:pathLst>
          </a:custGeom>
          <a:solidFill xmlns:a="http://schemas.openxmlformats.org/drawingml/2006/main">
            <a:srgbClr val="007FB3"/>
          </a:solidFill>
          <a:ln xmlns:a="http://schemas.openxmlformats.org/drawingml/2006/main" w="7240">
            <a:noFill/>
            <a:prstDash val="solid"/>
          </a:ln>
        </p:spPr>
      </p:sp>
      <p:sp>
        <p:nvSpPr>
          <p:cNvPr id="30" name="terrain construction panel">
            <a:extLst xmlns:a="http://schemas.openxmlformats.org/drawingml/2006/main">
              <a:ext uri="{FF2B5EF4-FFF2-40B4-BE49-F238E27FC236}">
                <a16:creationId xmlns:a16="http://schemas.microsoft.com/office/drawing/2014/main" id="{14206224-3299-4E5C-97B3-0642651C674C}"/>
              </a:ext>
            </a:extLst>
          </p:cNvPr>
          <p:cNvSpPr>
            <a:spLocks xmlns:a="http://schemas.openxmlformats.org/drawingml/2006/main" noGrp="1"/>
          </p:cNvSpPr>
          <p:nvPr/>
        </p:nvSpPr>
        <p:spPr>
          <a:xfrm xmlns:a="http://schemas.openxmlformats.org/drawingml/2006/main">
            <a:off x="1752118" y="7331107"/>
            <a:ext cx="3373913" cy="1607315"/>
          </a:xfrm>
          <a:custGeom xmlns:a="http://schemas.openxmlformats.org/drawingml/2006/main">
            <a:pathLst>
              <a:path w="4438650" h="2114550">
                <a:moveTo>
                  <a:pt x="28575" y="0"/>
                </a:moveTo>
                <a:lnTo>
                  <a:pt x="4410075" y="0"/>
                </a:lnTo>
                <a:cubicBezTo>
                  <a:pt x="4425857" y="0"/>
                  <a:pt x="4438650" y="12793"/>
                  <a:pt x="4438650" y="28575"/>
                </a:cubicBezTo>
                <a:lnTo>
                  <a:pt x="4438650" y="2085975"/>
                </a:lnTo>
                <a:cubicBezTo>
                  <a:pt x="4438650" y="2101757"/>
                  <a:pt x="4425857" y="2114550"/>
                  <a:pt x="441007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31" name="">
            <a:extLst xmlns:a="http://schemas.openxmlformats.org/drawingml/2006/main">
              <a:ext uri="{FF2B5EF4-FFF2-40B4-BE49-F238E27FC236}">
                <a16:creationId xmlns:a16="http://schemas.microsoft.com/office/drawing/2014/main" id="{82F19CA1-FF96-447B-8B6A-0527863BF541}"/>
              </a:ext>
            </a:extLst>
          </p:cNvPr>
          <p:cNvPicPr>
            <a:picLocks xmlns:a="http://schemas.openxmlformats.org/drawingml/2006/main" noChangeAspect="1"/>
          </p:cNvPicPr>
          <p:nvPr/>
        </p:nvPicPr>
        <p:blipFill>
          <a:blip xmlns:r="http://schemas.openxmlformats.org/officeDocument/2006/relationships" xmlns:a="http://schemas.openxmlformats.org/drawingml/2006/main" r:embed="R3d87f3b744774c89"/>
          <a:stretch xmlns:a="http://schemas.openxmlformats.org/drawingml/2006/main"/>
        </p:blipFill>
        <p:spPr>
          <a:xfrm xmlns:a="http://schemas.openxmlformats.org/drawingml/2006/main">
            <a:off x="1817279" y="7396269"/>
            <a:ext cx="246165" cy="253405"/>
          </a:xfrm>
          <a:prstGeom xmlns:a="http://schemas.openxmlformats.org/drawingml/2006/main" prst="rect">
            <a:avLst/>
          </a:prstGeom>
        </p:spPr>
      </p:pic>
      <p:sp>
        <p:nvSpPr>
          <p:cNvPr id="32" name="noise types">
            <a:extLst xmlns:a="http://schemas.openxmlformats.org/drawingml/2006/main">
              <a:ext uri="{FF2B5EF4-FFF2-40B4-BE49-F238E27FC236}">
                <a16:creationId xmlns:a16="http://schemas.microsoft.com/office/drawing/2014/main" id="{58ABC661-3725-49B0-9529-BBF75D1867F9}"/>
              </a:ext>
            </a:extLst>
          </p:cNvPr>
          <p:cNvSpPr>
            <a:spLocks xmlns:a="http://schemas.openxmlformats.org/drawingml/2006/main" noGrp="1"/>
          </p:cNvSpPr>
          <p:nvPr/>
        </p:nvSpPr>
        <p:spPr>
          <a:xfrm xmlns:a="http://schemas.openxmlformats.org/drawingml/2006/main" rot="0">
            <a:off x="2135846" y="7413000"/>
            <a:ext cx="912260" cy="24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62" b="1" i="0">
                <a:solidFill>
                  <a:srgbClr val="454545"/>
                </a:solidFill>
                <a:latin typeface="Times New Roman"/>
                <a:ea typeface="Times New Roman"/>
                <a:cs typeface="Times New Roman"/>
              </a:defRPr>
            </a:defPPr>
          </a:lstStyle>
          <a:p xmlns:a="http://schemas.openxmlformats.org/drawingml/2006/main">
            <a:pPr algn="l">
              <a:lnSpc>
                <a:spcPct val="100000"/>
              </a:lnSpc>
              <a:buNone/>
              <a:defRPr sz="1362" b="1" i="0">
                <a:solidFill>
                  <a:srgbClr val="454545"/>
                </a:solidFill>
                <a:latin typeface="Times New Roman"/>
                <a:ea typeface="Times New Roman"/>
                <a:cs typeface="Times New Roman"/>
              </a:defRPr>
            </a:pPr>
            <a:r>
              <a:rPr sz="1362" b="1" i="0">
                <a:solidFill>
                  <a:srgbClr val="454545"/>
                </a:solidFill>
                <a:latin typeface="Times New Roman"/>
                <a:ea typeface="Times New Roman"/>
                <a:cs typeface="Times New Roman"/>
              </a:rPr>
              <a:t>noise types</a:t>
            </a:r>
          </a:p>
        </p:txBody>
      </p:sp>
      <p:sp>
        <p:nvSpPr>
          <p:cNvPr id="33" name="noise type description">
            <a:extLst xmlns:a="http://schemas.openxmlformats.org/drawingml/2006/main">
              <a:ext uri="{FF2B5EF4-FFF2-40B4-BE49-F238E27FC236}">
                <a16:creationId xmlns:a16="http://schemas.microsoft.com/office/drawing/2014/main" id="{3319987F-859D-4295-BE7E-38C5AA706DD3}"/>
              </a:ext>
            </a:extLst>
          </p:cNvPr>
          <p:cNvSpPr>
            <a:spLocks xmlns:a="http://schemas.openxmlformats.org/drawingml/2006/main" noGrp="1"/>
          </p:cNvSpPr>
          <p:nvPr/>
        </p:nvSpPr>
        <p:spPr>
          <a:xfrm xmlns:a="http://schemas.openxmlformats.org/drawingml/2006/main">
            <a:off x="1810039" y="7685875"/>
            <a:ext cx="1274268" cy="427169"/>
          </a:xfrm>
          <a:custGeom xmlns:a="http://schemas.openxmlformats.org/drawingml/2006/main">
            <a:pathLst>
              <a:path w="1676400" h="561975">
                <a:moveTo>
                  <a:pt x="0" y="0"/>
                </a:moveTo>
                <a:lnTo>
                  <a:pt x="1676400" y="0"/>
                </a:lnTo>
                <a:lnTo>
                  <a:pt x="1676400" y="561975"/>
                </a:lnTo>
                <a:lnTo>
                  <a:pt x="0" y="561975"/>
                </a:lnTo>
                <a:close/>
              </a:path>
            </a:pathLst>
          </a:custGeom>
          <a:solidFill xmlns:a="http://schemas.openxmlformats.org/drawingml/2006/main">
            <a:srgbClr val="E6F8FC"/>
          </a:solidFill>
          <a:ln xmlns:a="http://schemas.openxmlformats.org/drawingml/2006/main" w="7240">
            <a:noFill/>
            <a:prstDash val="solid"/>
          </a:ln>
        </p:spPr>
      </p:sp>
      <p:sp>
        <p:nvSpPr>
          <p:cNvPr id="34" name="fBm, voronoi,">
            <a:extLst xmlns:a="http://schemas.openxmlformats.org/drawingml/2006/main">
              <a:ext uri="{FF2B5EF4-FFF2-40B4-BE49-F238E27FC236}">
                <a16:creationId xmlns:a16="http://schemas.microsoft.com/office/drawing/2014/main" id="{02F2B25A-CCAE-49EA-B4A9-86EA5D00DA54}"/>
              </a:ext>
            </a:extLst>
          </p:cNvPr>
          <p:cNvSpPr>
            <a:spLocks xmlns:a="http://schemas.openxmlformats.org/drawingml/2006/main" noGrp="1"/>
          </p:cNvSpPr>
          <p:nvPr/>
        </p:nvSpPr>
        <p:spPr>
          <a:xfrm xmlns:a="http://schemas.openxmlformats.org/drawingml/2006/main" rot="0">
            <a:off x="1940362" y="7729356"/>
            <a:ext cx="941220" cy="180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7" b="1" i="0">
                <a:solidFill>
                  <a:srgbClr val="8B8B8B"/>
                </a:solidFill>
                <a:latin typeface="Times New Roman"/>
                <a:ea typeface="Times New Roman"/>
                <a:cs typeface="Times New Roman"/>
              </a:defRPr>
            </a:defPPr>
          </a:lstStyle>
          <a:p xmlns:a="http://schemas.openxmlformats.org/drawingml/2006/main">
            <a:pPr algn="l">
              <a:lnSpc>
                <a:spcPct val="100000"/>
              </a:lnSpc>
              <a:buNone/>
              <a:defRPr sz="1017" b="1" i="0">
                <a:solidFill>
                  <a:srgbClr val="8B8B8B"/>
                </a:solidFill>
                <a:latin typeface="Times New Roman"/>
                <a:ea typeface="Times New Roman"/>
                <a:cs typeface="Times New Roman"/>
              </a:defRPr>
            </a:pPr>
            <a:r>
              <a:rPr sz="1017" b="1" i="0">
                <a:solidFill>
                  <a:srgbClr val="8B8B8B"/>
                </a:solidFill>
                <a:latin typeface="Times New Roman"/>
                <a:ea typeface="Times New Roman"/>
                <a:cs typeface="Times New Roman"/>
              </a:rPr>
              <a:t>fBm, voronoi,</a:t>
            </a:r>
          </a:p>
        </p:txBody>
      </p:sp>
      <p:sp>
        <p:nvSpPr>
          <p:cNvPr id="35" name="gradient noise...">
            <a:extLst xmlns:a="http://schemas.openxmlformats.org/drawingml/2006/main">
              <a:ext uri="{FF2B5EF4-FFF2-40B4-BE49-F238E27FC236}">
                <a16:creationId xmlns:a16="http://schemas.microsoft.com/office/drawing/2014/main" id="{2DAB7321-5D88-4BB5-8A03-3E23C0C5DBE4}"/>
              </a:ext>
            </a:extLst>
          </p:cNvPr>
          <p:cNvSpPr>
            <a:spLocks xmlns:a="http://schemas.openxmlformats.org/drawingml/2006/main" noGrp="1"/>
          </p:cNvSpPr>
          <p:nvPr/>
        </p:nvSpPr>
        <p:spPr>
          <a:xfrm xmlns:a="http://schemas.openxmlformats.org/drawingml/2006/main" rot="0">
            <a:off x="1882441" y="7898139"/>
            <a:ext cx="1064303" cy="1695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3" b="1" i="0">
                <a:solidFill>
                  <a:srgbClr val="8B8B8B"/>
                </a:solidFill>
                <a:latin typeface="Times New Roman"/>
                <a:ea typeface="Times New Roman"/>
                <a:cs typeface="Times New Roman"/>
              </a:defRPr>
            </a:defPPr>
          </a:lstStyle>
          <a:p xmlns:a="http://schemas.openxmlformats.org/drawingml/2006/main">
            <a:pPr algn="l">
              <a:lnSpc>
                <a:spcPct val="100000"/>
              </a:lnSpc>
              <a:buNone/>
              <a:defRPr sz="953" b="1" i="0">
                <a:solidFill>
                  <a:srgbClr val="8B8B8B"/>
                </a:solidFill>
                <a:latin typeface="Times New Roman"/>
                <a:ea typeface="Times New Roman"/>
                <a:cs typeface="Times New Roman"/>
              </a:defRPr>
            </a:pPr>
            <a:r>
              <a:rPr sz="953" b="1" i="0">
                <a:solidFill>
                  <a:srgbClr val="8B8B8B"/>
                </a:solidFill>
                <a:latin typeface="Times New Roman"/>
                <a:ea typeface="Times New Roman"/>
                <a:cs typeface="Times New Roman"/>
              </a:rPr>
              <a:t>gradient noise...</a:t>
            </a:r>
          </a:p>
        </p:txBody>
      </p:sp>
      <p:pic>
        <p:nvPicPr>
          <p:cNvPr id="36" name="">
            <a:extLst xmlns:a="http://schemas.openxmlformats.org/drawingml/2006/main">
              <a:ext uri="{FF2B5EF4-FFF2-40B4-BE49-F238E27FC236}">
                <a16:creationId xmlns:a16="http://schemas.microsoft.com/office/drawing/2014/main" id="{3D3CE820-897A-40D7-B020-C0F56CF40882}"/>
              </a:ext>
            </a:extLst>
          </p:cNvPr>
          <p:cNvPicPr>
            <a:picLocks xmlns:a="http://schemas.openxmlformats.org/drawingml/2006/main" noChangeAspect="1"/>
          </p:cNvPicPr>
          <p:nvPr/>
        </p:nvPicPr>
        <p:blipFill>
          <a:blip xmlns:r="http://schemas.openxmlformats.org/officeDocument/2006/relationships" xmlns:a="http://schemas.openxmlformats.org/drawingml/2006/main" r:embed="Ra0842a72d0504ab0"/>
          <a:stretch xmlns:a="http://schemas.openxmlformats.org/drawingml/2006/main"/>
        </p:blipFill>
        <p:spPr>
          <a:xfrm xmlns:a="http://schemas.openxmlformats.org/drawingml/2006/main">
            <a:off x="1810039" y="8214406"/>
            <a:ext cx="275126" cy="173764"/>
          </a:xfrm>
          <a:prstGeom xmlns:a="http://schemas.openxmlformats.org/drawingml/2006/main" prst="rect">
            <a:avLst/>
          </a:prstGeom>
        </p:spPr>
      </p:pic>
      <p:sp>
        <p:nvSpPr>
          <p:cNvPr id="37" name="landform">
            <a:extLst xmlns:a="http://schemas.openxmlformats.org/drawingml/2006/main">
              <a:ext uri="{FF2B5EF4-FFF2-40B4-BE49-F238E27FC236}">
                <a16:creationId xmlns:a16="http://schemas.microsoft.com/office/drawing/2014/main" id="{1CC96F41-065B-44F8-AD9E-D8CB411664FD}"/>
              </a:ext>
            </a:extLst>
          </p:cNvPr>
          <p:cNvSpPr>
            <a:spLocks xmlns:a="http://schemas.openxmlformats.org/drawingml/2006/main" noGrp="1"/>
          </p:cNvSpPr>
          <p:nvPr/>
        </p:nvSpPr>
        <p:spPr>
          <a:xfrm xmlns:a="http://schemas.openxmlformats.org/drawingml/2006/main" rot="0">
            <a:off x="2164807" y="8175150"/>
            <a:ext cx="767457" cy="268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1" b="1" i="0">
                <a:solidFill>
                  <a:srgbClr val="454545"/>
                </a:solidFill>
                <a:latin typeface="Times New Roman"/>
                <a:ea typeface="Times New Roman"/>
                <a:cs typeface="Times New Roman"/>
              </a:defRPr>
            </a:defPPr>
          </a:lstStyle>
          <a:p xmlns:a="http://schemas.openxmlformats.org/drawingml/2006/main">
            <a:pPr algn="l">
              <a:lnSpc>
                <a:spcPct val="100000"/>
              </a:lnSpc>
              <a:buNone/>
              <a:defRPr sz="1511" b="1" i="0">
                <a:solidFill>
                  <a:srgbClr val="454545"/>
                </a:solidFill>
                <a:latin typeface="Times New Roman"/>
                <a:ea typeface="Times New Roman"/>
                <a:cs typeface="Times New Roman"/>
              </a:defRPr>
            </a:pPr>
            <a:r>
              <a:rPr sz="1511" b="1" i="0">
                <a:solidFill>
                  <a:srgbClr val="454545"/>
                </a:solidFill>
                <a:latin typeface="Times New Roman"/>
                <a:ea typeface="Times New Roman"/>
                <a:cs typeface="Times New Roman"/>
              </a:rPr>
              <a:t>landform</a:t>
            </a:r>
          </a:p>
        </p:txBody>
      </p:sp>
      <p:sp>
        <p:nvSpPr>
          <p:cNvPr id="38" name="landform description">
            <a:extLst xmlns:a="http://schemas.openxmlformats.org/drawingml/2006/main">
              <a:ext uri="{FF2B5EF4-FFF2-40B4-BE49-F238E27FC236}">
                <a16:creationId xmlns:a16="http://schemas.microsoft.com/office/drawing/2014/main" id="{57E812FE-8533-4FC5-BA0B-39AFCEB25182}"/>
              </a:ext>
            </a:extLst>
          </p:cNvPr>
          <p:cNvSpPr>
            <a:spLocks xmlns:a="http://schemas.openxmlformats.org/drawingml/2006/main" noGrp="1"/>
          </p:cNvSpPr>
          <p:nvPr/>
        </p:nvSpPr>
        <p:spPr>
          <a:xfrm xmlns:a="http://schemas.openxmlformats.org/drawingml/2006/main">
            <a:off x="1810039" y="8460572"/>
            <a:ext cx="1274268" cy="419929"/>
          </a:xfrm>
          <a:custGeom xmlns:a="http://schemas.openxmlformats.org/drawingml/2006/main">
            <a:pathLst>
              <a:path w="1676400" h="552450">
                <a:moveTo>
                  <a:pt x="0" y="0"/>
                </a:moveTo>
                <a:lnTo>
                  <a:pt x="1676400" y="0"/>
                </a:lnTo>
                <a:lnTo>
                  <a:pt x="1676400" y="552450"/>
                </a:lnTo>
                <a:lnTo>
                  <a:pt x="0" y="552450"/>
                </a:lnTo>
                <a:close/>
              </a:path>
            </a:pathLst>
          </a:custGeom>
          <a:solidFill xmlns:a="http://schemas.openxmlformats.org/drawingml/2006/main">
            <a:srgbClr val="E6F8FC"/>
          </a:solidFill>
          <a:ln xmlns:a="http://schemas.openxmlformats.org/drawingml/2006/main" w="7240">
            <a:noFill/>
            <a:prstDash val="solid"/>
          </a:ln>
        </p:spPr>
      </p:sp>
      <p:sp>
        <p:nvSpPr>
          <p:cNvPr id="39" name="peak, crater, dunes,">
            <a:extLst xmlns:a="http://schemas.openxmlformats.org/drawingml/2006/main">
              <a:ext uri="{FF2B5EF4-FFF2-40B4-BE49-F238E27FC236}">
                <a16:creationId xmlns:a16="http://schemas.microsoft.com/office/drawing/2014/main" id="{31672488-D194-4A7E-902C-F2F64105C18B}"/>
              </a:ext>
            </a:extLst>
          </p:cNvPr>
          <p:cNvSpPr>
            <a:spLocks xmlns:a="http://schemas.openxmlformats.org/drawingml/2006/main" noGrp="1"/>
          </p:cNvSpPr>
          <p:nvPr/>
        </p:nvSpPr>
        <p:spPr>
          <a:xfrm xmlns:a="http://schemas.openxmlformats.org/drawingml/2006/main" rot="0">
            <a:off x="1882441" y="8515094"/>
            <a:ext cx="1143945"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peak, crater, dunes,</a:t>
            </a:r>
          </a:p>
        </p:txBody>
      </p:sp>
      <p:sp>
        <p:nvSpPr>
          <p:cNvPr id="40" name="terrace, erosion">
            <a:extLst xmlns:a="http://schemas.openxmlformats.org/drawingml/2006/main">
              <a:ext uri="{FF2B5EF4-FFF2-40B4-BE49-F238E27FC236}">
                <a16:creationId xmlns:a16="http://schemas.microsoft.com/office/drawing/2014/main" id="{723351F6-5F4A-435E-9778-3366F46C3046}"/>
              </a:ext>
            </a:extLst>
          </p:cNvPr>
          <p:cNvSpPr>
            <a:spLocks xmlns:a="http://schemas.openxmlformats.org/drawingml/2006/main" noGrp="1"/>
          </p:cNvSpPr>
          <p:nvPr/>
        </p:nvSpPr>
        <p:spPr>
          <a:xfrm xmlns:a="http://schemas.openxmlformats.org/drawingml/2006/main" rot="0">
            <a:off x="1882441" y="8688857"/>
            <a:ext cx="1028102"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terrace, erosion</a:t>
            </a:r>
          </a:p>
        </p:txBody>
      </p:sp>
      <p:sp>
        <p:nvSpPr>
          <p:cNvPr id="41" name="terrain parameter bracket">
            <a:extLst xmlns:a="http://schemas.openxmlformats.org/drawingml/2006/main">
              <a:ext uri="{FF2B5EF4-FFF2-40B4-BE49-F238E27FC236}">
                <a16:creationId xmlns:a16="http://schemas.microsoft.com/office/drawing/2014/main" id="{36C105C0-F831-4779-AF2C-3FF0B478EABF}"/>
              </a:ext>
            </a:extLst>
          </p:cNvPr>
          <p:cNvSpPr>
            <a:spLocks xmlns:a="http://schemas.openxmlformats.org/drawingml/2006/main" noGrp="1"/>
          </p:cNvSpPr>
          <p:nvPr/>
        </p:nvSpPr>
        <p:spPr>
          <a:xfrm xmlns:a="http://schemas.openxmlformats.org/drawingml/2006/main">
            <a:off x="3178429" y="7425229"/>
            <a:ext cx="50826" cy="1426456"/>
          </a:xfrm>
          <a:custGeom xmlns:a="http://schemas.openxmlformats.org/drawingml/2006/main">
            <a:pathLst>
              <a:path w="66865" h="1876615">
                <a:moveTo>
                  <a:pt x="0" y="0"/>
                </a:moveTo>
                <a:lnTo>
                  <a:pt x="0" y="809625"/>
                </a:lnTo>
                <a:lnTo>
                  <a:pt x="66675" y="942975"/>
                </a:lnTo>
                <a:lnTo>
                  <a:pt x="0" y="1085850"/>
                </a:lnTo>
                <a:lnTo>
                  <a:pt x="0" y="1876425"/>
                </a:lnTo>
              </a:path>
            </a:pathLst>
          </a:custGeom>
          <a:noFill xmlns:a="http://schemas.openxmlformats.org/drawingml/2006/main"/>
          <a:ln xmlns:a="http://schemas.openxmlformats.org/drawingml/2006/main" w="7964">
            <a:solidFill>
              <a:srgbClr val="007FB3"/>
            </a:solidFill>
            <a:prstDash val="dash"/>
          </a:ln>
        </p:spPr>
      </p:sp>
      <p:sp>
        <p:nvSpPr>
          <p:cNvPr id="42" name="terrain code screenshot native frame">
            <a:extLst xmlns:a="http://schemas.openxmlformats.org/drawingml/2006/main">
              <a:ext uri="{FF2B5EF4-FFF2-40B4-BE49-F238E27FC236}">
                <a16:creationId xmlns:a16="http://schemas.microsoft.com/office/drawing/2014/main" id="{E6AD10C0-03AF-443C-B286-91D51AF65B8F}"/>
              </a:ext>
            </a:extLst>
          </p:cNvPr>
          <p:cNvSpPr>
            <a:spLocks xmlns:a="http://schemas.openxmlformats.org/drawingml/2006/main" noGrp="1"/>
          </p:cNvSpPr>
          <p:nvPr/>
        </p:nvSpPr>
        <p:spPr>
          <a:xfrm xmlns:a="http://schemas.openxmlformats.org/drawingml/2006/main">
            <a:off x="3308752" y="7396269"/>
            <a:ext cx="1715917" cy="1491472"/>
          </a:xfrm>
          <a:custGeom xmlns:a="http://schemas.openxmlformats.org/drawingml/2006/main">
            <a:pathLst>
              <a:path w="2257425" h="1962150">
                <a:moveTo>
                  <a:pt x="104775" y="0"/>
                </a:moveTo>
                <a:lnTo>
                  <a:pt x="2152650" y="0"/>
                </a:lnTo>
                <a:cubicBezTo>
                  <a:pt x="2210516" y="0"/>
                  <a:pt x="2257425" y="46909"/>
                  <a:pt x="2257425" y="104775"/>
                </a:cubicBezTo>
                <a:lnTo>
                  <a:pt x="2257425" y="1857375"/>
                </a:lnTo>
                <a:cubicBezTo>
                  <a:pt x="2257425" y="1915241"/>
                  <a:pt x="2210516" y="1962150"/>
                  <a:pt x="2152650" y="1962150"/>
                </a:cubicBezTo>
                <a:lnTo>
                  <a:pt x="104775" y="1962150"/>
                </a:lnTo>
                <a:cubicBezTo>
                  <a:pt x="46909" y="1962150"/>
                  <a:pt x="0" y="1915241"/>
                  <a:pt x="0" y="1857375"/>
                </a:cubicBezTo>
                <a:lnTo>
                  <a:pt x="0" y="104775"/>
                </a:lnTo>
                <a:cubicBezTo>
                  <a:pt x="0" y="46909"/>
                  <a:pt x="46909" y="0"/>
                  <a:pt x="104775" y="0"/>
                </a:cubicBezTo>
                <a:close/>
              </a:path>
            </a:pathLst>
          </a:custGeom>
          <a:solidFill xmlns:a="http://schemas.openxmlformats.org/drawingml/2006/main">
            <a:srgbClr val="282832"/>
          </a:solidFill>
          <a:ln xmlns:a="http://schemas.openxmlformats.org/drawingml/2006/main" w="7240">
            <a:noFill/>
            <a:prstDash val="solid"/>
          </a:ln>
        </p:spPr>
      </p:sp>
      <p:sp>
        <p:nvSpPr>
          <p:cNvPr id="43" name="terrain code titlebar">
            <a:extLst xmlns:a="http://schemas.openxmlformats.org/drawingml/2006/main">
              <a:ext uri="{FF2B5EF4-FFF2-40B4-BE49-F238E27FC236}">
                <a16:creationId xmlns:a16="http://schemas.microsoft.com/office/drawing/2014/main" id="{224E7063-823D-4B45-BA34-6DC3867003A3}"/>
              </a:ext>
            </a:extLst>
          </p:cNvPr>
          <p:cNvSpPr>
            <a:spLocks xmlns:a="http://schemas.openxmlformats.org/drawingml/2006/main" noGrp="1"/>
          </p:cNvSpPr>
          <p:nvPr/>
        </p:nvSpPr>
        <p:spPr>
          <a:xfrm xmlns:a="http://schemas.openxmlformats.org/drawingml/2006/main">
            <a:off x="3308752" y="7396269"/>
            <a:ext cx="1715917" cy="166524"/>
          </a:xfrm>
          <a:custGeom xmlns:a="http://schemas.openxmlformats.org/drawingml/2006/main">
            <a:pathLst>
              <a:path w="2257425" h="219075">
                <a:moveTo>
                  <a:pt x="104775" y="0"/>
                </a:moveTo>
                <a:lnTo>
                  <a:pt x="2152650" y="0"/>
                </a:lnTo>
                <a:cubicBezTo>
                  <a:pt x="2210516" y="0"/>
                  <a:pt x="2257425" y="46909"/>
                  <a:pt x="2257425" y="104775"/>
                </a:cubicBezTo>
                <a:lnTo>
                  <a:pt x="2257425" y="114300"/>
                </a:lnTo>
                <a:cubicBezTo>
                  <a:pt x="2257425" y="172166"/>
                  <a:pt x="2210516" y="219075"/>
                  <a:pt x="2152650" y="219075"/>
                </a:cubicBezTo>
                <a:lnTo>
                  <a:pt x="104775" y="219075"/>
                </a:lnTo>
                <a:cubicBezTo>
                  <a:pt x="46909" y="219075"/>
                  <a:pt x="0" y="172166"/>
                  <a:pt x="0" y="114300"/>
                </a:cubicBezTo>
                <a:lnTo>
                  <a:pt x="0" y="104775"/>
                </a:lnTo>
                <a:cubicBezTo>
                  <a:pt x="0" y="46909"/>
                  <a:pt x="46909" y="0"/>
                  <a:pt x="104775" y="0"/>
                </a:cubicBezTo>
                <a:close/>
              </a:path>
            </a:pathLst>
          </a:custGeom>
          <a:solidFill xmlns:a="http://schemas.openxmlformats.org/drawingml/2006/main">
            <a:srgbClr val="20202A"/>
          </a:solidFill>
          <a:ln xmlns:a="http://schemas.openxmlformats.org/drawingml/2006/main" w="7240">
            <a:noFill/>
            <a:prstDash val="solid"/>
          </a:ln>
        </p:spPr>
      </p:sp>
      <p:sp>
        <p:nvSpPr>
          <p:cNvPr id="44" name="status-dot">
            <a:extLst xmlns:a="http://schemas.openxmlformats.org/drawingml/2006/main">
              <a:ext uri="{FF2B5EF4-FFF2-40B4-BE49-F238E27FC236}">
                <a16:creationId xmlns:a16="http://schemas.microsoft.com/office/drawing/2014/main" id="{DC4DB90D-04DF-4EE6-8764-AB2089974BB4}"/>
              </a:ext>
            </a:extLst>
          </p:cNvPr>
          <p:cNvSpPr>
            <a:spLocks xmlns:a="http://schemas.openxmlformats.org/drawingml/2006/main" noGrp="1"/>
          </p:cNvSpPr>
          <p:nvPr/>
        </p:nvSpPr>
        <p:spPr>
          <a:xfrm xmlns:a="http://schemas.openxmlformats.org/drawingml/2006/main">
            <a:off x="3373913" y="7439709"/>
            <a:ext cx="72402" cy="72402"/>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A5364"/>
          </a:solidFill>
          <a:ln xmlns:a="http://schemas.openxmlformats.org/drawingml/2006/main" w="7240">
            <a:noFill/>
            <a:prstDash val="solid"/>
          </a:ln>
        </p:spPr>
      </p:sp>
      <p:sp>
        <p:nvSpPr>
          <p:cNvPr id="45" name="status-dot">
            <a:extLst xmlns:a="http://schemas.openxmlformats.org/drawingml/2006/main">
              <a:ext uri="{FF2B5EF4-FFF2-40B4-BE49-F238E27FC236}">
                <a16:creationId xmlns:a16="http://schemas.microsoft.com/office/drawing/2014/main" id="{E0C88552-D316-43FA-B8A7-9D824D93E535}"/>
              </a:ext>
            </a:extLst>
          </p:cNvPr>
          <p:cNvSpPr>
            <a:spLocks xmlns:a="http://schemas.openxmlformats.org/drawingml/2006/main" noGrp="1"/>
          </p:cNvSpPr>
          <p:nvPr/>
        </p:nvSpPr>
        <p:spPr>
          <a:xfrm xmlns:a="http://schemas.openxmlformats.org/drawingml/2006/main">
            <a:off x="3482515" y="7439709"/>
            <a:ext cx="72402" cy="72402"/>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5CD2D"/>
          </a:solidFill>
          <a:ln xmlns:a="http://schemas.openxmlformats.org/drawingml/2006/main" w="7240">
            <a:noFill/>
            <a:prstDash val="solid"/>
          </a:ln>
        </p:spPr>
      </p:sp>
      <p:sp>
        <p:nvSpPr>
          <p:cNvPr id="46" name="status-dot">
            <a:extLst xmlns:a="http://schemas.openxmlformats.org/drawingml/2006/main">
              <a:ext uri="{FF2B5EF4-FFF2-40B4-BE49-F238E27FC236}">
                <a16:creationId xmlns:a16="http://schemas.microsoft.com/office/drawing/2014/main" id="{82E4514F-449A-44F6-A373-E100B543B89C}"/>
              </a:ext>
            </a:extLst>
          </p:cNvPr>
          <p:cNvSpPr>
            <a:spLocks xmlns:a="http://schemas.openxmlformats.org/drawingml/2006/main" noGrp="1"/>
          </p:cNvSpPr>
          <p:nvPr/>
        </p:nvSpPr>
        <p:spPr>
          <a:xfrm xmlns:a="http://schemas.openxmlformats.org/drawingml/2006/main">
            <a:off x="3591118" y="7439709"/>
            <a:ext cx="72402" cy="72402"/>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31C854"/>
          </a:solidFill>
          <a:ln xmlns:a="http://schemas.openxmlformats.org/drawingml/2006/main" w="7240">
            <a:noFill/>
            <a:prstDash val="solid"/>
          </a:ln>
        </p:spPr>
      </p:sp>
      <p:sp>
        <p:nvSpPr>
          <p:cNvPr id="47" name="def ">
            <a:extLst xmlns:a="http://schemas.openxmlformats.org/drawingml/2006/main">
              <a:ext uri="{FF2B5EF4-FFF2-40B4-BE49-F238E27FC236}">
                <a16:creationId xmlns:a16="http://schemas.microsoft.com/office/drawing/2014/main" id="{F95B8EF1-5168-4EB8-89EC-71F77E072B30}"/>
              </a:ext>
            </a:extLst>
          </p:cNvPr>
          <p:cNvSpPr>
            <a:spLocks xmlns:a="http://schemas.openxmlformats.org/drawingml/2006/main" noGrp="1"/>
          </p:cNvSpPr>
          <p:nvPr/>
        </p:nvSpPr>
        <p:spPr>
          <a:xfrm xmlns:a="http://schemas.openxmlformats.org/drawingml/2006/main" rot="0">
            <a:off x="3402874" y="7607648"/>
            <a:ext cx="335943" cy="2101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2" b="0" i="0">
                <a:solidFill>
                  <a:srgbClr val="ED60BA"/>
                </a:solidFill>
                <a:latin typeface="Consolas"/>
                <a:ea typeface="Consolas"/>
                <a:cs typeface="Consolas"/>
              </a:defRPr>
            </a:defPPr>
          </a:lstStyle>
          <a:p xmlns:a="http://schemas.openxmlformats.org/drawingml/2006/main">
            <a:pPr algn="l">
              <a:lnSpc>
                <a:spcPct val="100000"/>
              </a:lnSpc>
              <a:buNone/>
              <a:defRPr sz="1182" b="0" i="0">
                <a:solidFill>
                  <a:srgbClr val="ED60BA"/>
                </a:solidFill>
                <a:latin typeface="Consolas"/>
                <a:ea typeface="Consolas"/>
                <a:cs typeface="Consolas"/>
              </a:defRPr>
            </a:pPr>
            <a:r>
              <a:rPr sz="1182" b="0" i="0">
                <a:solidFill>
                  <a:srgbClr val="ED60BA"/>
                </a:solidFill>
                <a:latin typeface="Consolas"/>
                <a:ea typeface="Consolas"/>
                <a:cs typeface="Consolas"/>
              </a:rPr>
              <a:t>def </a:t>
            </a:r>
          </a:p>
        </p:txBody>
      </p:sp>
      <p:sp>
        <p:nvSpPr>
          <p:cNvPr id="48" name="**_terrain">
            <a:extLst xmlns:a="http://schemas.openxmlformats.org/drawingml/2006/main">
              <a:ext uri="{FF2B5EF4-FFF2-40B4-BE49-F238E27FC236}">
                <a16:creationId xmlns:a16="http://schemas.microsoft.com/office/drawing/2014/main" id="{D342C400-D799-43F8-A83B-73BE61C9F2F4}"/>
              </a:ext>
            </a:extLst>
          </p:cNvPr>
          <p:cNvSpPr>
            <a:spLocks xmlns:a="http://schemas.openxmlformats.org/drawingml/2006/main" noGrp="1"/>
          </p:cNvSpPr>
          <p:nvPr/>
        </p:nvSpPr>
        <p:spPr>
          <a:xfrm xmlns:a="http://schemas.openxmlformats.org/drawingml/2006/main" rot="0">
            <a:off x="3738817" y="7620781"/>
            <a:ext cx="839858" cy="14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35E665"/>
                </a:solidFill>
                <a:latin typeface="Consolas"/>
                <a:ea typeface="Consolas"/>
                <a:cs typeface="Consolas"/>
              </a:defRPr>
            </a:defPPr>
          </a:lstStyle>
          <a:p xmlns:a="http://schemas.openxmlformats.org/drawingml/2006/main">
            <a:pPr algn="l">
              <a:lnSpc>
                <a:spcPct val="100000"/>
              </a:lnSpc>
              <a:buNone/>
              <a:defRPr sz="813" b="0" i="0">
                <a:solidFill>
                  <a:srgbClr val="35E665"/>
                </a:solidFill>
                <a:latin typeface="Consolas"/>
                <a:ea typeface="Consolas"/>
                <a:cs typeface="Consolas"/>
              </a:defRPr>
            </a:pPr>
            <a:r>
              <a:rPr sz="813" b="0" i="0">
                <a:solidFill>
                  <a:srgbClr val="35E665"/>
                </a:solidFill>
                <a:latin typeface="Consolas"/>
                <a:ea typeface="Consolas"/>
                <a:cs typeface="Consolas"/>
              </a:rPr>
              <a:t>**_terrain</a:t>
            </a:r>
          </a:p>
        </p:txBody>
      </p:sp>
      <p:sp>
        <p:nvSpPr>
          <p:cNvPr id="49" name="(cᵢ):">
            <a:extLst xmlns:a="http://schemas.openxmlformats.org/drawingml/2006/main">
              <a:ext uri="{FF2B5EF4-FFF2-40B4-BE49-F238E27FC236}">
                <a16:creationId xmlns:a16="http://schemas.microsoft.com/office/drawing/2014/main" id="{D946EC73-590A-49F9-BD3A-ABDB05A519DA}"/>
              </a:ext>
            </a:extLst>
          </p:cNvPr>
          <p:cNvSpPr>
            <a:spLocks xmlns:a="http://schemas.openxmlformats.org/drawingml/2006/main" noGrp="1"/>
          </p:cNvSpPr>
          <p:nvPr/>
        </p:nvSpPr>
        <p:spPr>
          <a:xfrm xmlns:a="http://schemas.openxmlformats.org/drawingml/2006/main" rot="0">
            <a:off x="4578675" y="7620781"/>
            <a:ext cx="419929" cy="14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ECECF2"/>
                </a:solidFill>
                <a:latin typeface="Consolas"/>
                <a:ea typeface="Consolas"/>
                <a:cs typeface="Consolas"/>
              </a:defRPr>
            </a:defPPr>
          </a:lstStyle>
          <a:p xmlns:a="http://schemas.openxmlformats.org/drawingml/2006/main">
            <a:pPr algn="l">
              <a:lnSpc>
                <a:spcPct val="100000"/>
              </a:lnSpc>
              <a:buNone/>
              <a:defRPr sz="813" b="0" i="0">
                <a:solidFill>
                  <a:srgbClr val="ECECF2"/>
                </a:solidFill>
                <a:latin typeface="Consolas"/>
                <a:ea typeface="Consolas"/>
                <a:cs typeface="Consolas"/>
              </a:defRPr>
            </a:pPr>
            <a:r>
              <a:rPr sz="813" b="0" i="0">
                <a:solidFill>
                  <a:srgbClr val="ECECF2"/>
                </a:solidFill>
                <a:latin typeface="Consolas"/>
                <a:ea typeface="Consolas"/>
                <a:cs typeface="Consolas"/>
              </a:rPr>
              <a:t>(cᵢ):</a:t>
            </a:r>
          </a:p>
        </p:txBody>
      </p:sp>
      <p:sp>
        <p:nvSpPr>
          <p:cNvPr id="50" name="  mask= map[cᵢ]">
            <a:extLst xmlns:a="http://schemas.openxmlformats.org/drawingml/2006/main">
              <a:ext uri="{FF2B5EF4-FFF2-40B4-BE49-F238E27FC236}">
                <a16:creationId xmlns:a16="http://schemas.microsoft.com/office/drawing/2014/main" id="{93F088F8-4ACD-4796-B473-CE1A3F4DAC8A}"/>
              </a:ext>
            </a:extLst>
          </p:cNvPr>
          <p:cNvSpPr>
            <a:spLocks xmlns:a="http://schemas.openxmlformats.org/drawingml/2006/main" noGrp="1"/>
          </p:cNvSpPr>
          <p:nvPr/>
        </p:nvSpPr>
        <p:spPr>
          <a:xfrm xmlns:a="http://schemas.openxmlformats.org/drawingml/2006/main" rot="0">
            <a:off x="3402874" y="7786797"/>
            <a:ext cx="1259787" cy="16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9" b="0" i="0">
                <a:solidFill>
                  <a:srgbClr val="ECECF2"/>
                </a:solidFill>
                <a:latin typeface="Consolas"/>
                <a:ea typeface="Consolas"/>
                <a:cs typeface="Consolas"/>
              </a:defRPr>
            </a:defPPr>
          </a:lstStyle>
          <a:p xmlns:a="http://schemas.openxmlformats.org/drawingml/2006/main">
            <a:pPr algn="l">
              <a:lnSpc>
                <a:spcPct val="100000"/>
              </a:lnSpc>
              <a:buNone/>
              <a:defRPr sz="929" b="0" i="0">
                <a:solidFill>
                  <a:srgbClr val="ECECF2"/>
                </a:solidFill>
                <a:latin typeface="Consolas"/>
                <a:ea typeface="Consolas"/>
                <a:cs typeface="Consolas"/>
              </a:defRPr>
            </a:pPr>
            <a:r>
              <a:rPr sz="929" b="0" i="0">
                <a:solidFill>
                  <a:srgbClr val="ECECF2"/>
                </a:solidFill>
                <a:latin typeface="Consolas"/>
                <a:ea typeface="Consolas"/>
                <a:cs typeface="Consolas"/>
              </a:rPr>
              <a:t>  mask= map[cᵢ]</a:t>
            </a:r>
          </a:p>
        </p:txBody>
      </p:sp>
      <p:sp>
        <p:nvSpPr>
          <p:cNvPr id="51" name="  rise = ">
            <a:extLst xmlns:a="http://schemas.openxmlformats.org/drawingml/2006/main">
              <a:ext uri="{FF2B5EF4-FFF2-40B4-BE49-F238E27FC236}">
                <a16:creationId xmlns:a16="http://schemas.microsoft.com/office/drawing/2014/main" id="{FB08291F-FA6C-433E-B98C-11358AD2CCD6}"/>
              </a:ext>
            </a:extLst>
          </p:cNvPr>
          <p:cNvSpPr>
            <a:spLocks xmlns:a="http://schemas.openxmlformats.org/drawingml/2006/main" noGrp="1"/>
          </p:cNvSpPr>
          <p:nvPr/>
        </p:nvSpPr>
        <p:spPr>
          <a:xfrm xmlns:a="http://schemas.openxmlformats.org/drawingml/2006/main" rot="0">
            <a:off x="3402874" y="7951438"/>
            <a:ext cx="755872" cy="192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3" b="0" i="0">
                <a:solidFill>
                  <a:srgbClr val="ECECF2"/>
                </a:solidFill>
                <a:latin typeface="Consolas"/>
                <a:ea typeface="Consolas"/>
                <a:cs typeface="Consolas"/>
              </a:defRPr>
            </a:defPPr>
          </a:lstStyle>
          <a:p xmlns:a="http://schemas.openxmlformats.org/drawingml/2006/main">
            <a:pPr algn="l">
              <a:lnSpc>
                <a:spcPct val="100000"/>
              </a:lnSpc>
              <a:buNone/>
              <a:defRPr sz="1083" b="0" i="0">
                <a:solidFill>
                  <a:srgbClr val="ECECF2"/>
                </a:solidFill>
                <a:latin typeface="Consolas"/>
                <a:ea typeface="Consolas"/>
                <a:cs typeface="Consolas"/>
              </a:defRPr>
            </a:pPr>
            <a:r>
              <a:rPr sz="1083" b="0" i="0">
                <a:solidFill>
                  <a:srgbClr val="ECECF2"/>
                </a:solidFill>
                <a:latin typeface="Consolas"/>
                <a:ea typeface="Consolas"/>
                <a:cs typeface="Consolas"/>
              </a:rPr>
              <a:t>  rise = </a:t>
            </a:r>
          </a:p>
        </p:txBody>
      </p:sp>
      <p:sp>
        <p:nvSpPr>
          <p:cNvPr id="52" name="float">
            <a:extLst xmlns:a="http://schemas.openxmlformats.org/drawingml/2006/main">
              <a:ext uri="{FF2B5EF4-FFF2-40B4-BE49-F238E27FC236}">
                <a16:creationId xmlns:a16="http://schemas.microsoft.com/office/drawing/2014/main" id="{AA05CED1-0F47-4023-BEC3-CD0B341BCB84}"/>
              </a:ext>
            </a:extLst>
          </p:cNvPr>
          <p:cNvSpPr>
            <a:spLocks xmlns:a="http://schemas.openxmlformats.org/drawingml/2006/main" noGrp="1"/>
          </p:cNvSpPr>
          <p:nvPr/>
        </p:nvSpPr>
        <p:spPr>
          <a:xfrm xmlns:a="http://schemas.openxmlformats.org/drawingml/2006/main" rot="0">
            <a:off x="4158746" y="7947935"/>
            <a:ext cx="419929" cy="2101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2" b="0" i="0">
                <a:solidFill>
                  <a:srgbClr val="85D6E6"/>
                </a:solidFill>
                <a:latin typeface="Consolas"/>
                <a:ea typeface="Consolas"/>
                <a:cs typeface="Consolas"/>
              </a:defRPr>
            </a:defPPr>
          </a:lstStyle>
          <a:p xmlns:a="http://schemas.openxmlformats.org/drawingml/2006/main">
            <a:pPr algn="l">
              <a:lnSpc>
                <a:spcPct val="100000"/>
              </a:lnSpc>
              <a:buNone/>
              <a:defRPr sz="1182" b="0" i="0">
                <a:solidFill>
                  <a:srgbClr val="85D6E6"/>
                </a:solidFill>
                <a:latin typeface="Consolas"/>
                <a:ea typeface="Consolas"/>
                <a:cs typeface="Consolas"/>
              </a:defRPr>
            </a:pPr>
            <a:r>
              <a:rPr sz="1182" b="0" i="0">
                <a:solidFill>
                  <a:srgbClr val="85D6E6"/>
                </a:solidFill>
                <a:latin typeface="Consolas"/>
                <a:ea typeface="Consolas"/>
                <a:cs typeface="Consolas"/>
              </a:rPr>
              <a:t>float</a:t>
            </a:r>
          </a:p>
        </p:txBody>
      </p:sp>
      <p:sp>
        <p:nvSpPr>
          <p:cNvPr id="53" name="(...)">
            <a:extLst xmlns:a="http://schemas.openxmlformats.org/drawingml/2006/main">
              <a:ext uri="{FF2B5EF4-FFF2-40B4-BE49-F238E27FC236}">
                <a16:creationId xmlns:a16="http://schemas.microsoft.com/office/drawing/2014/main" id="{4DB635C4-2F76-4E1C-A465-B431B40F5D7C}"/>
              </a:ext>
            </a:extLst>
          </p:cNvPr>
          <p:cNvSpPr>
            <a:spLocks xmlns:a="http://schemas.openxmlformats.org/drawingml/2006/main" noGrp="1"/>
          </p:cNvSpPr>
          <p:nvPr/>
        </p:nvSpPr>
        <p:spPr>
          <a:xfrm xmlns:a="http://schemas.openxmlformats.org/drawingml/2006/main" rot="0">
            <a:off x="4578675" y="7961069"/>
            <a:ext cx="419929" cy="14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ECECF2"/>
                </a:solidFill>
                <a:latin typeface="Consolas"/>
                <a:ea typeface="Consolas"/>
                <a:cs typeface="Consolas"/>
              </a:defRPr>
            </a:defPPr>
          </a:lstStyle>
          <a:p xmlns:a="http://schemas.openxmlformats.org/drawingml/2006/main">
            <a:pPr algn="l">
              <a:lnSpc>
                <a:spcPct val="100000"/>
              </a:lnSpc>
              <a:buNone/>
              <a:defRPr sz="813" b="0" i="0">
                <a:solidFill>
                  <a:srgbClr val="ECECF2"/>
                </a:solidFill>
                <a:latin typeface="Consolas"/>
                <a:ea typeface="Consolas"/>
                <a:cs typeface="Consolas"/>
              </a:defRPr>
            </a:pPr>
            <a:r>
              <a:rPr sz="813" b="0" i="0">
                <a:solidFill>
                  <a:srgbClr val="ECECF2"/>
                </a:solidFill>
                <a:latin typeface="Consolas"/>
                <a:ea typeface="Consolas"/>
                <a:cs typeface="Consolas"/>
              </a:rPr>
              <a:t>(...)</a:t>
            </a:r>
          </a:p>
        </p:txBody>
      </p:sp>
      <p:sp>
        <p:nvSpPr>
          <p:cNvPr id="54" name="  pow = ">
            <a:extLst xmlns:a="http://schemas.openxmlformats.org/drawingml/2006/main">
              <a:ext uri="{FF2B5EF4-FFF2-40B4-BE49-F238E27FC236}">
                <a16:creationId xmlns:a16="http://schemas.microsoft.com/office/drawing/2014/main" id="{4C912639-0F0E-4F51-9303-95AB7C15348F}"/>
              </a:ext>
            </a:extLst>
          </p:cNvPr>
          <p:cNvSpPr>
            <a:spLocks xmlns:a="http://schemas.openxmlformats.org/drawingml/2006/main" noGrp="1"/>
          </p:cNvSpPr>
          <p:nvPr/>
        </p:nvSpPr>
        <p:spPr>
          <a:xfrm xmlns:a="http://schemas.openxmlformats.org/drawingml/2006/main" rot="0">
            <a:off x="3402874" y="8118079"/>
            <a:ext cx="671887" cy="2101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2" b="0" i="0">
                <a:solidFill>
                  <a:srgbClr val="ECECF2"/>
                </a:solidFill>
                <a:latin typeface="Consolas"/>
                <a:ea typeface="Consolas"/>
                <a:cs typeface="Consolas"/>
              </a:defRPr>
            </a:defPPr>
          </a:lstStyle>
          <a:p xmlns:a="http://schemas.openxmlformats.org/drawingml/2006/main">
            <a:pPr algn="l">
              <a:lnSpc>
                <a:spcPct val="100000"/>
              </a:lnSpc>
              <a:buNone/>
              <a:defRPr sz="1182" b="0" i="0">
                <a:solidFill>
                  <a:srgbClr val="ECECF2"/>
                </a:solidFill>
                <a:latin typeface="Consolas"/>
                <a:ea typeface="Consolas"/>
                <a:cs typeface="Consolas"/>
              </a:defRPr>
            </a:pPr>
            <a:r>
              <a:rPr sz="1182" b="0" i="0">
                <a:solidFill>
                  <a:srgbClr val="ECECF2"/>
                </a:solidFill>
                <a:latin typeface="Consolas"/>
                <a:ea typeface="Consolas"/>
                <a:cs typeface="Consolas"/>
              </a:rPr>
              <a:t>  pow = </a:t>
            </a:r>
          </a:p>
        </p:txBody>
      </p:sp>
      <p:sp>
        <p:nvSpPr>
          <p:cNvPr id="55" name="float">
            <a:extLst xmlns:a="http://schemas.openxmlformats.org/drawingml/2006/main">
              <a:ext uri="{FF2B5EF4-FFF2-40B4-BE49-F238E27FC236}">
                <a16:creationId xmlns:a16="http://schemas.microsoft.com/office/drawing/2014/main" id="{51755715-78A3-459E-8F95-F56BF3349024}"/>
              </a:ext>
            </a:extLst>
          </p:cNvPr>
          <p:cNvSpPr>
            <a:spLocks xmlns:a="http://schemas.openxmlformats.org/drawingml/2006/main" noGrp="1"/>
          </p:cNvSpPr>
          <p:nvPr/>
        </p:nvSpPr>
        <p:spPr>
          <a:xfrm xmlns:a="http://schemas.openxmlformats.org/drawingml/2006/main" rot="0">
            <a:off x="4074760" y="8118079"/>
            <a:ext cx="419929" cy="2101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2" b="0" i="0">
                <a:solidFill>
                  <a:srgbClr val="85D6E6"/>
                </a:solidFill>
                <a:latin typeface="Consolas"/>
                <a:ea typeface="Consolas"/>
                <a:cs typeface="Consolas"/>
              </a:defRPr>
            </a:defPPr>
          </a:lstStyle>
          <a:p xmlns:a="http://schemas.openxmlformats.org/drawingml/2006/main">
            <a:pPr algn="l">
              <a:lnSpc>
                <a:spcPct val="100000"/>
              </a:lnSpc>
              <a:buNone/>
              <a:defRPr sz="1182" b="0" i="0">
                <a:solidFill>
                  <a:srgbClr val="85D6E6"/>
                </a:solidFill>
                <a:latin typeface="Consolas"/>
                <a:ea typeface="Consolas"/>
                <a:cs typeface="Consolas"/>
              </a:defRPr>
            </a:pPr>
            <a:r>
              <a:rPr sz="1182" b="0" i="0">
                <a:solidFill>
                  <a:srgbClr val="85D6E6"/>
                </a:solidFill>
                <a:latin typeface="Consolas"/>
                <a:ea typeface="Consolas"/>
                <a:cs typeface="Consolas"/>
              </a:rPr>
              <a:t>float</a:t>
            </a:r>
          </a:p>
        </p:txBody>
      </p:sp>
      <p:sp>
        <p:nvSpPr>
          <p:cNvPr id="56" name="(...)">
            <a:extLst xmlns:a="http://schemas.openxmlformats.org/drawingml/2006/main">
              <a:ext uri="{FF2B5EF4-FFF2-40B4-BE49-F238E27FC236}">
                <a16:creationId xmlns:a16="http://schemas.microsoft.com/office/drawing/2014/main" id="{1C64AC38-92F6-437D-B067-F9A3D315AF32}"/>
              </a:ext>
            </a:extLst>
          </p:cNvPr>
          <p:cNvSpPr>
            <a:spLocks xmlns:a="http://schemas.openxmlformats.org/drawingml/2006/main" noGrp="1"/>
          </p:cNvSpPr>
          <p:nvPr/>
        </p:nvSpPr>
        <p:spPr>
          <a:xfrm xmlns:a="http://schemas.openxmlformats.org/drawingml/2006/main" rot="0">
            <a:off x="4494689" y="8131212"/>
            <a:ext cx="419929" cy="14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ECECF2"/>
                </a:solidFill>
                <a:latin typeface="Consolas"/>
                <a:ea typeface="Consolas"/>
                <a:cs typeface="Consolas"/>
              </a:defRPr>
            </a:defPPr>
          </a:lstStyle>
          <a:p xmlns:a="http://schemas.openxmlformats.org/drawingml/2006/main">
            <a:pPr algn="l">
              <a:lnSpc>
                <a:spcPct val="100000"/>
              </a:lnSpc>
              <a:buNone/>
              <a:defRPr sz="813" b="0" i="0">
                <a:solidFill>
                  <a:srgbClr val="ECECF2"/>
                </a:solidFill>
                <a:latin typeface="Consolas"/>
                <a:ea typeface="Consolas"/>
                <a:cs typeface="Consolas"/>
              </a:defRPr>
            </a:pPr>
            <a:r>
              <a:rPr sz="813" b="0" i="0">
                <a:solidFill>
                  <a:srgbClr val="ECECF2"/>
                </a:solidFill>
                <a:latin typeface="Consolas"/>
                <a:ea typeface="Consolas"/>
                <a:cs typeface="Consolas"/>
              </a:rPr>
              <a:t>(...)</a:t>
            </a:r>
          </a:p>
        </p:txBody>
      </p:sp>
      <p:sp>
        <p:nvSpPr>
          <p:cNvPr id="57" name="  drop = ">
            <a:extLst xmlns:a="http://schemas.openxmlformats.org/drawingml/2006/main">
              <a:ext uri="{FF2B5EF4-FFF2-40B4-BE49-F238E27FC236}">
                <a16:creationId xmlns:a16="http://schemas.microsoft.com/office/drawing/2014/main" id="{8995D67D-C616-475B-BD5A-06EED384F0ED}"/>
              </a:ext>
            </a:extLst>
          </p:cNvPr>
          <p:cNvSpPr>
            <a:spLocks xmlns:a="http://schemas.openxmlformats.org/drawingml/2006/main" noGrp="1"/>
          </p:cNvSpPr>
          <p:nvPr/>
        </p:nvSpPr>
        <p:spPr>
          <a:xfrm xmlns:a="http://schemas.openxmlformats.org/drawingml/2006/main" rot="0">
            <a:off x="3402874" y="8297228"/>
            <a:ext cx="755872" cy="16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9" b="0" i="0">
                <a:solidFill>
                  <a:srgbClr val="ECECF2"/>
                </a:solidFill>
                <a:latin typeface="Consolas"/>
                <a:ea typeface="Consolas"/>
                <a:cs typeface="Consolas"/>
              </a:defRPr>
            </a:defPPr>
          </a:lstStyle>
          <a:p xmlns:a="http://schemas.openxmlformats.org/drawingml/2006/main">
            <a:pPr algn="l">
              <a:lnSpc>
                <a:spcPct val="100000"/>
              </a:lnSpc>
              <a:buNone/>
              <a:defRPr sz="929" b="0" i="0">
                <a:solidFill>
                  <a:srgbClr val="ECECF2"/>
                </a:solidFill>
                <a:latin typeface="Consolas"/>
                <a:ea typeface="Consolas"/>
                <a:cs typeface="Consolas"/>
              </a:defRPr>
            </a:pPr>
            <a:r>
              <a:rPr sz="929" b="0" i="0">
                <a:solidFill>
                  <a:srgbClr val="ECECF2"/>
                </a:solidFill>
                <a:latin typeface="Consolas"/>
                <a:ea typeface="Consolas"/>
                <a:cs typeface="Consolas"/>
              </a:rPr>
              <a:t>  drop = </a:t>
            </a:r>
          </a:p>
        </p:txBody>
      </p:sp>
      <p:sp>
        <p:nvSpPr>
          <p:cNvPr id="58" name="float">
            <a:extLst xmlns:a="http://schemas.openxmlformats.org/drawingml/2006/main">
              <a:ext uri="{FF2B5EF4-FFF2-40B4-BE49-F238E27FC236}">
                <a16:creationId xmlns:a16="http://schemas.microsoft.com/office/drawing/2014/main" id="{51674398-0CF1-4ECE-A43E-AE29993BF4E3}"/>
              </a:ext>
            </a:extLst>
          </p:cNvPr>
          <p:cNvSpPr>
            <a:spLocks xmlns:a="http://schemas.openxmlformats.org/drawingml/2006/main" noGrp="1"/>
          </p:cNvSpPr>
          <p:nvPr/>
        </p:nvSpPr>
        <p:spPr>
          <a:xfrm xmlns:a="http://schemas.openxmlformats.org/drawingml/2006/main" rot="0">
            <a:off x="4158746" y="8288223"/>
            <a:ext cx="419929" cy="2101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2" b="0" i="0">
                <a:solidFill>
                  <a:srgbClr val="85D6E6"/>
                </a:solidFill>
                <a:latin typeface="Consolas"/>
                <a:ea typeface="Consolas"/>
                <a:cs typeface="Consolas"/>
              </a:defRPr>
            </a:defPPr>
          </a:lstStyle>
          <a:p xmlns:a="http://schemas.openxmlformats.org/drawingml/2006/main">
            <a:pPr algn="l">
              <a:lnSpc>
                <a:spcPct val="100000"/>
              </a:lnSpc>
              <a:buNone/>
              <a:defRPr sz="1182" b="0" i="0">
                <a:solidFill>
                  <a:srgbClr val="85D6E6"/>
                </a:solidFill>
                <a:latin typeface="Consolas"/>
                <a:ea typeface="Consolas"/>
                <a:cs typeface="Consolas"/>
              </a:defRPr>
            </a:pPr>
            <a:r>
              <a:rPr sz="1182" b="0" i="0">
                <a:solidFill>
                  <a:srgbClr val="85D6E6"/>
                </a:solidFill>
                <a:latin typeface="Consolas"/>
                <a:ea typeface="Consolas"/>
                <a:cs typeface="Consolas"/>
              </a:rPr>
              <a:t>float</a:t>
            </a:r>
          </a:p>
        </p:txBody>
      </p:sp>
      <p:sp>
        <p:nvSpPr>
          <p:cNvPr id="59" name="(...)">
            <a:extLst xmlns:a="http://schemas.openxmlformats.org/drawingml/2006/main">
              <a:ext uri="{FF2B5EF4-FFF2-40B4-BE49-F238E27FC236}">
                <a16:creationId xmlns:a16="http://schemas.microsoft.com/office/drawing/2014/main" id="{96C7A5FD-C6C6-440B-ABCF-C6EF6ED11B2A}"/>
              </a:ext>
            </a:extLst>
          </p:cNvPr>
          <p:cNvSpPr>
            <a:spLocks xmlns:a="http://schemas.openxmlformats.org/drawingml/2006/main" noGrp="1"/>
          </p:cNvSpPr>
          <p:nvPr/>
        </p:nvSpPr>
        <p:spPr>
          <a:xfrm xmlns:a="http://schemas.openxmlformats.org/drawingml/2006/main" rot="0">
            <a:off x="4578675" y="8301356"/>
            <a:ext cx="419929" cy="14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ECECF2"/>
                </a:solidFill>
                <a:latin typeface="Consolas"/>
                <a:ea typeface="Consolas"/>
                <a:cs typeface="Consolas"/>
              </a:defRPr>
            </a:defPPr>
          </a:lstStyle>
          <a:p xmlns:a="http://schemas.openxmlformats.org/drawingml/2006/main">
            <a:pPr algn="l">
              <a:lnSpc>
                <a:spcPct val="100000"/>
              </a:lnSpc>
              <a:buNone/>
              <a:defRPr sz="813" b="0" i="0">
                <a:solidFill>
                  <a:srgbClr val="ECECF2"/>
                </a:solidFill>
                <a:latin typeface="Consolas"/>
                <a:ea typeface="Consolas"/>
                <a:cs typeface="Consolas"/>
              </a:defRPr>
            </a:pPr>
            <a:r>
              <a:rPr sz="813" b="0" i="0">
                <a:solidFill>
                  <a:srgbClr val="ECECF2"/>
                </a:solidFill>
                <a:latin typeface="Consolas"/>
                <a:ea typeface="Consolas"/>
                <a:cs typeface="Consolas"/>
              </a:rPr>
              <a:t>(...)</a:t>
            </a:r>
          </a:p>
        </p:txBody>
      </p:sp>
      <p:sp>
        <p:nvSpPr>
          <p:cNvPr id="60" name="  ...">
            <a:extLst xmlns:a="http://schemas.openxmlformats.org/drawingml/2006/main">
              <a:ext uri="{FF2B5EF4-FFF2-40B4-BE49-F238E27FC236}">
                <a16:creationId xmlns:a16="http://schemas.microsoft.com/office/drawing/2014/main" id="{E0904453-E77A-4DCD-A353-6DE387EB3709}"/>
              </a:ext>
            </a:extLst>
          </p:cNvPr>
          <p:cNvSpPr>
            <a:spLocks xmlns:a="http://schemas.openxmlformats.org/drawingml/2006/main" noGrp="1"/>
          </p:cNvSpPr>
          <p:nvPr/>
        </p:nvSpPr>
        <p:spPr>
          <a:xfrm xmlns:a="http://schemas.openxmlformats.org/drawingml/2006/main" rot="0">
            <a:off x="3402874" y="8457578"/>
            <a:ext cx="419929" cy="214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4" b="0" i="0">
                <a:solidFill>
                  <a:srgbClr val="ECECF2"/>
                </a:solidFill>
                <a:latin typeface="Consolas"/>
                <a:ea typeface="Consolas"/>
                <a:cs typeface="Consolas"/>
              </a:defRPr>
            </a:defPPr>
          </a:lstStyle>
          <a:p xmlns:a="http://schemas.openxmlformats.org/drawingml/2006/main">
            <a:pPr algn="l">
              <a:lnSpc>
                <a:spcPct val="100000"/>
              </a:lnSpc>
              <a:buNone/>
              <a:defRPr sz="1204" b="0" i="0">
                <a:solidFill>
                  <a:srgbClr val="ECECF2"/>
                </a:solidFill>
                <a:latin typeface="Consolas"/>
                <a:ea typeface="Consolas"/>
                <a:cs typeface="Consolas"/>
              </a:defRPr>
            </a:pPr>
            <a:r>
              <a:rPr sz="1204" b="0" i="0">
                <a:solidFill>
                  <a:srgbClr val="ECECF2"/>
                </a:solidFill>
                <a:latin typeface="Consolas"/>
                <a:ea typeface="Consolas"/>
                <a:cs typeface="Consolas"/>
              </a:rPr>
              <a:t>  ...</a:t>
            </a:r>
          </a:p>
        </p:txBody>
      </p:sp>
      <p:sp>
        <p:nvSpPr>
          <p:cNvPr id="61" name="  field = rise+drop">
            <a:extLst xmlns:a="http://schemas.openxmlformats.org/drawingml/2006/main">
              <a:ext uri="{FF2B5EF4-FFF2-40B4-BE49-F238E27FC236}">
                <a16:creationId xmlns:a16="http://schemas.microsoft.com/office/drawing/2014/main" id="{677AB3CA-846B-42FC-8653-364CEAAF17BA}"/>
              </a:ext>
            </a:extLst>
          </p:cNvPr>
          <p:cNvSpPr>
            <a:spLocks xmlns:a="http://schemas.openxmlformats.org/drawingml/2006/main" noGrp="1"/>
          </p:cNvSpPr>
          <p:nvPr/>
        </p:nvSpPr>
        <p:spPr>
          <a:xfrm xmlns:a="http://schemas.openxmlformats.org/drawingml/2006/main" rot="0">
            <a:off x="3402874" y="8639717"/>
            <a:ext cx="1595731" cy="154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ECECF2"/>
                </a:solidFill>
                <a:latin typeface="Consolas"/>
                <a:ea typeface="Consolas"/>
                <a:cs typeface="Consolas"/>
              </a:defRPr>
            </a:defPPr>
          </a:lstStyle>
          <a:p xmlns:a="http://schemas.openxmlformats.org/drawingml/2006/main">
            <a:pPr algn="l">
              <a:lnSpc>
                <a:spcPct val="100000"/>
              </a:lnSpc>
              <a:buNone/>
              <a:defRPr sz="867" b="0" i="0">
                <a:solidFill>
                  <a:srgbClr val="ECECF2"/>
                </a:solidFill>
                <a:latin typeface="Consolas"/>
                <a:ea typeface="Consolas"/>
                <a:cs typeface="Consolas"/>
              </a:defRPr>
            </a:pPr>
            <a:r>
              <a:rPr sz="867" b="0" i="0">
                <a:solidFill>
                  <a:srgbClr val="ECECF2"/>
                </a:solidFill>
                <a:latin typeface="Consolas"/>
                <a:ea typeface="Consolas"/>
                <a:cs typeface="Consolas"/>
              </a:rPr>
              <a:t>  field = rise+drop</a:t>
            </a:r>
          </a:p>
        </p:txBody>
      </p:sp>
      <p:sp>
        <p:nvSpPr>
          <p:cNvPr id="62" name="generated terrain flow">
            <a:extLst xmlns:a="http://schemas.openxmlformats.org/drawingml/2006/main">
              <a:ext uri="{FF2B5EF4-FFF2-40B4-BE49-F238E27FC236}">
                <a16:creationId xmlns:a16="http://schemas.microsoft.com/office/drawing/2014/main" id="{4859F506-1009-4669-9519-6A5F6E110AF8}"/>
              </a:ext>
            </a:extLst>
          </p:cNvPr>
          <p:cNvSpPr>
            <a:spLocks xmlns:a="http://schemas.openxmlformats.org/drawingml/2006/main" noGrp="1"/>
          </p:cNvSpPr>
          <p:nvPr/>
        </p:nvSpPr>
        <p:spPr>
          <a:xfrm xmlns:a="http://schemas.openxmlformats.org/drawingml/2006/main">
            <a:off x="5183952" y="8163725"/>
            <a:ext cx="100059" cy="191"/>
          </a:xfrm>
          <a:custGeom xmlns:a="http://schemas.openxmlformats.org/drawingml/2006/main">
            <a:pathLst>
              <a:path w="131635" h="191">
                <a:moveTo>
                  <a:pt x="0" y="0"/>
                </a:moveTo>
                <a:lnTo>
                  <a:pt x="131445" y="0"/>
                </a:lnTo>
              </a:path>
            </a:pathLst>
          </a:custGeom>
          <a:noFill xmlns:a="http://schemas.openxmlformats.org/drawingml/2006/main"/>
          <a:ln xmlns:a="http://schemas.openxmlformats.org/drawingml/2006/main" w="101362">
            <a:solidFill>
              <a:srgbClr val="007FB3"/>
            </a:solidFill>
            <a:prstDash val="solid"/>
          </a:ln>
        </p:spPr>
      </p:sp>
      <p:sp>
        <p:nvSpPr>
          <p:cNvPr id="63" name="generated terrain flow head">
            <a:extLst xmlns:a="http://schemas.openxmlformats.org/drawingml/2006/main">
              <a:ext uri="{FF2B5EF4-FFF2-40B4-BE49-F238E27FC236}">
                <a16:creationId xmlns:a16="http://schemas.microsoft.com/office/drawing/2014/main" id="{91E83EBE-6A8E-435F-933A-BFC084644862}"/>
              </a:ext>
            </a:extLst>
          </p:cNvPr>
          <p:cNvSpPr>
            <a:spLocks xmlns:a="http://schemas.openxmlformats.org/drawingml/2006/main" noGrp="1"/>
          </p:cNvSpPr>
          <p:nvPr/>
        </p:nvSpPr>
        <p:spPr>
          <a:xfrm xmlns:a="http://schemas.openxmlformats.org/drawingml/2006/main">
            <a:off x="5263594" y="8057295"/>
            <a:ext cx="101362" cy="212861"/>
          </a:xfrm>
          <a:custGeom xmlns:a="http://schemas.openxmlformats.org/drawingml/2006/main">
            <a:pathLst>
              <a:path w="133350" h="280035">
                <a:moveTo>
                  <a:pt x="133350" y="140017"/>
                </a:moveTo>
                <a:lnTo>
                  <a:pt x="0" y="280035"/>
                </a:lnTo>
                <a:lnTo>
                  <a:pt x="0" y="0"/>
                </a:lnTo>
                <a:close/>
              </a:path>
            </a:pathLst>
          </a:custGeom>
          <a:solidFill xmlns:a="http://schemas.openxmlformats.org/drawingml/2006/main">
            <a:srgbClr val="007FB3"/>
          </a:solidFill>
          <a:ln xmlns:a="http://schemas.openxmlformats.org/drawingml/2006/main" w="7240">
            <a:noFill/>
            <a:prstDash val="solid"/>
          </a:ln>
        </p:spPr>
      </p:sp>
      <p:sp>
        <p:nvSpPr>
          <p:cNvPr id="64" name="terrain image output panel">
            <a:extLst xmlns:a="http://schemas.openxmlformats.org/drawingml/2006/main">
              <a:ext uri="{FF2B5EF4-FFF2-40B4-BE49-F238E27FC236}">
                <a16:creationId xmlns:a16="http://schemas.microsoft.com/office/drawing/2014/main" id="{FCEB51EE-86F7-4EF6-89AA-AC0AAD6F95B4}"/>
              </a:ext>
            </a:extLst>
          </p:cNvPr>
          <p:cNvSpPr>
            <a:spLocks xmlns:a="http://schemas.openxmlformats.org/drawingml/2006/main" noGrp="1"/>
          </p:cNvSpPr>
          <p:nvPr/>
        </p:nvSpPr>
        <p:spPr>
          <a:xfrm xmlns:a="http://schemas.openxmlformats.org/drawingml/2006/main">
            <a:off x="5408397" y="7331107"/>
            <a:ext cx="1476992" cy="1607315"/>
          </a:xfrm>
          <a:custGeom xmlns:a="http://schemas.openxmlformats.org/drawingml/2006/main">
            <a:pathLst>
              <a:path w="1943100" h="2114550">
                <a:moveTo>
                  <a:pt x="28575" y="0"/>
                </a:moveTo>
                <a:lnTo>
                  <a:pt x="1914525" y="0"/>
                </a:lnTo>
                <a:cubicBezTo>
                  <a:pt x="1930307" y="0"/>
                  <a:pt x="1943100" y="12793"/>
                  <a:pt x="1943100" y="28575"/>
                </a:cubicBezTo>
                <a:lnTo>
                  <a:pt x="1943100" y="2085975"/>
                </a:lnTo>
                <a:cubicBezTo>
                  <a:pt x="1943100" y="2101757"/>
                  <a:pt x="1930307" y="2114550"/>
                  <a:pt x="191452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65" name="">
            <a:extLst xmlns:a="http://schemas.openxmlformats.org/drawingml/2006/main">
              <a:ext uri="{FF2B5EF4-FFF2-40B4-BE49-F238E27FC236}">
                <a16:creationId xmlns:a16="http://schemas.microsoft.com/office/drawing/2014/main" id="{C0734A1A-7F1C-4A68-8CC2-F535760F7B0B}"/>
              </a:ext>
            </a:extLst>
          </p:cNvPr>
          <p:cNvPicPr>
            <a:picLocks xmlns:a="http://schemas.openxmlformats.org/drawingml/2006/main" noChangeAspect="1"/>
          </p:cNvPicPr>
          <p:nvPr/>
        </p:nvPicPr>
        <p:blipFill>
          <a:blip xmlns:r="http://schemas.openxmlformats.org/officeDocument/2006/relationships" xmlns:a="http://schemas.openxmlformats.org/drawingml/2006/main" r:embed="R0be685448de74b78"/>
          <a:stretch xmlns:a="http://schemas.openxmlformats.org/drawingml/2006/main"/>
        </p:blipFill>
        <p:spPr>
          <a:xfrm xmlns:a="http://schemas.openxmlformats.org/drawingml/2006/main">
            <a:off x="5459078" y="7374548"/>
            <a:ext cx="955701" cy="716776"/>
          </a:xfrm>
          <a:prstGeom xmlns:a="http://schemas.openxmlformats.org/drawingml/2006/main" prst="rect">
            <a:avLst/>
          </a:prstGeom>
        </p:spPr>
      </p:pic>
      <p:pic>
        <p:nvPicPr>
          <p:cNvPr id="66" name="">
            <a:extLst xmlns:a="http://schemas.openxmlformats.org/drawingml/2006/main">
              <a:ext uri="{FF2B5EF4-FFF2-40B4-BE49-F238E27FC236}">
                <a16:creationId xmlns:a16="http://schemas.microsoft.com/office/drawing/2014/main" id="{5210D8EC-99C7-4499-8061-D9F0F0CEC076}"/>
              </a:ext>
            </a:extLst>
          </p:cNvPr>
          <p:cNvPicPr>
            <a:picLocks xmlns:a="http://schemas.openxmlformats.org/drawingml/2006/main" noChangeAspect="1"/>
          </p:cNvPicPr>
          <p:nvPr/>
        </p:nvPicPr>
        <p:blipFill>
          <a:blip xmlns:r="http://schemas.openxmlformats.org/officeDocument/2006/relationships" xmlns:a="http://schemas.openxmlformats.org/drawingml/2006/main" r:embed="R7281d5d9cfe44e6b"/>
          <a:stretch xmlns:a="http://schemas.openxmlformats.org/drawingml/2006/main"/>
        </p:blipFill>
        <p:spPr>
          <a:xfrm xmlns:a="http://schemas.openxmlformats.org/drawingml/2006/main">
            <a:off x="6479940" y="7381788"/>
            <a:ext cx="340287" cy="325807"/>
          </a:xfrm>
          <a:prstGeom xmlns:a="http://schemas.openxmlformats.org/drawingml/2006/main" prst="rect">
            <a:avLst/>
          </a:prstGeom>
        </p:spPr>
      </p:pic>
      <p:pic>
        <p:nvPicPr>
          <p:cNvPr id="67" name="">
            <a:extLst xmlns:a="http://schemas.openxmlformats.org/drawingml/2006/main">
              <a:ext uri="{FF2B5EF4-FFF2-40B4-BE49-F238E27FC236}">
                <a16:creationId xmlns:a16="http://schemas.microsoft.com/office/drawing/2014/main" id="{99EABBC0-0384-4BAB-B982-9DCD8809DF31}"/>
              </a:ext>
            </a:extLst>
          </p:cNvPr>
          <p:cNvPicPr>
            <a:picLocks xmlns:a="http://schemas.openxmlformats.org/drawingml/2006/main" noChangeAspect="1"/>
          </p:cNvPicPr>
          <p:nvPr/>
        </p:nvPicPr>
        <p:blipFill>
          <a:blip xmlns:r="http://schemas.openxmlformats.org/officeDocument/2006/relationships" xmlns:a="http://schemas.openxmlformats.org/drawingml/2006/main" r:embed="R7c257513989e4faa"/>
          <a:stretch xmlns:a="http://schemas.openxmlformats.org/drawingml/2006/main"/>
        </p:blipFill>
        <p:spPr>
          <a:xfrm xmlns:a="http://schemas.openxmlformats.org/drawingml/2006/main">
            <a:off x="6479940" y="7765517"/>
            <a:ext cx="340287" cy="333047"/>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6EADF28B-F824-465D-85DB-C961B636B6E8}"/>
              </a:ext>
            </a:extLst>
          </p:cNvPr>
          <p:cNvPicPr>
            <a:picLocks xmlns:a="http://schemas.openxmlformats.org/drawingml/2006/main" noChangeAspect="1"/>
          </p:cNvPicPr>
          <p:nvPr/>
        </p:nvPicPr>
        <p:blipFill>
          <a:blip xmlns:r="http://schemas.openxmlformats.org/officeDocument/2006/relationships" xmlns:a="http://schemas.openxmlformats.org/drawingml/2006/main" r:embed="R6be34ba08b9a4d06"/>
          <a:stretch xmlns:a="http://schemas.openxmlformats.org/drawingml/2006/main"/>
        </p:blipFill>
        <p:spPr>
          <a:xfrm xmlns:a="http://schemas.openxmlformats.org/drawingml/2006/main">
            <a:off x="5437358" y="8149245"/>
            <a:ext cx="1382870" cy="651614"/>
          </a:xfrm>
          <a:prstGeom xmlns:a="http://schemas.openxmlformats.org/drawingml/2006/main" prst="rect">
            <a:avLst/>
          </a:prstGeom>
        </p:spPr>
      </p:pic>
      <p:sp>
        <p:nvSpPr>
          <p:cNvPr id="69" name="terrain">
            <a:extLst xmlns:a="http://schemas.openxmlformats.org/drawingml/2006/main">
              <a:ext uri="{FF2B5EF4-FFF2-40B4-BE49-F238E27FC236}">
                <a16:creationId xmlns:a16="http://schemas.microsoft.com/office/drawing/2014/main" id="{6301B1C3-1CDA-4A9C-B54C-A4054BB47408}"/>
              </a:ext>
            </a:extLst>
          </p:cNvPr>
          <p:cNvSpPr>
            <a:spLocks xmlns:a="http://schemas.openxmlformats.org/drawingml/2006/main" noGrp="1"/>
          </p:cNvSpPr>
          <p:nvPr/>
        </p:nvSpPr>
        <p:spPr>
          <a:xfrm xmlns:a="http://schemas.openxmlformats.org/drawingml/2006/main" rot="0">
            <a:off x="6277216" y="8722538"/>
            <a:ext cx="528531" cy="246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b="1" i="0">
                <a:solidFill>
                  <a:srgbClr val="454545"/>
                </a:solidFill>
                <a:latin typeface="Times New Roman"/>
                <a:ea typeface="Times New Roman"/>
                <a:cs typeface="Times New Roman"/>
              </a:defRPr>
            </a:defPPr>
          </a:lstStyle>
          <a:p xmlns:a="http://schemas.openxmlformats.org/drawingml/2006/main">
            <a:pPr algn="l">
              <a:lnSpc>
                <a:spcPct val="100000"/>
              </a:lnSpc>
              <a:buNone/>
              <a:defRPr sz="1388" b="1" i="0">
                <a:solidFill>
                  <a:srgbClr val="454545"/>
                </a:solidFill>
                <a:latin typeface="Times New Roman"/>
                <a:ea typeface="Times New Roman"/>
                <a:cs typeface="Times New Roman"/>
              </a:defRPr>
            </a:pPr>
            <a:r>
              <a:rPr sz="1388" b="1" i="0">
                <a:solidFill>
                  <a:srgbClr val="454545"/>
                </a:solidFill>
                <a:latin typeface="Times New Roman"/>
                <a:ea typeface="Times New Roman"/>
                <a:cs typeface="Times New Roman"/>
              </a:rPr>
              <a:t>terrain</a:t>
            </a:r>
          </a:p>
        </p:txBody>
      </p:sp>
      <p:sp>
        <p:nvSpPr>
          <p:cNvPr id="70" name="scatter legend panel">
            <a:extLst xmlns:a="http://schemas.openxmlformats.org/drawingml/2006/main">
              <a:ext uri="{FF2B5EF4-FFF2-40B4-BE49-F238E27FC236}">
                <a16:creationId xmlns:a16="http://schemas.microsoft.com/office/drawing/2014/main" id="{3F76FAEB-C771-4334-AD22-E71E34B2EFC6}"/>
              </a:ext>
            </a:extLst>
          </p:cNvPr>
          <p:cNvSpPr>
            <a:spLocks xmlns:a="http://schemas.openxmlformats.org/drawingml/2006/main" noGrp="1"/>
          </p:cNvSpPr>
          <p:nvPr/>
        </p:nvSpPr>
        <p:spPr>
          <a:xfrm xmlns:a="http://schemas.openxmlformats.org/drawingml/2006/main">
            <a:off x="7254637" y="7331107"/>
            <a:ext cx="506811" cy="1607315"/>
          </a:xfrm>
          <a:custGeom xmlns:a="http://schemas.openxmlformats.org/drawingml/2006/main">
            <a:pathLst>
              <a:path w="666750" h="2114550">
                <a:moveTo>
                  <a:pt x="28575" y="0"/>
                </a:moveTo>
                <a:lnTo>
                  <a:pt x="638175" y="0"/>
                </a:lnTo>
                <a:cubicBezTo>
                  <a:pt x="653957" y="0"/>
                  <a:pt x="666750" y="12793"/>
                  <a:pt x="666750" y="28575"/>
                </a:cubicBezTo>
                <a:lnTo>
                  <a:pt x="666750" y="2085975"/>
                </a:lnTo>
                <a:cubicBezTo>
                  <a:pt x="666750" y="2101757"/>
                  <a:pt x="653957" y="2114550"/>
                  <a:pt x="63817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sp>
        <p:nvSpPr>
          <p:cNvPr id="71" name="a">
            <a:extLst xmlns:a="http://schemas.openxmlformats.org/drawingml/2006/main">
              <a:ext uri="{FF2B5EF4-FFF2-40B4-BE49-F238E27FC236}">
                <a16:creationId xmlns:a16="http://schemas.microsoft.com/office/drawing/2014/main" id="{8059EAA0-5591-40CE-A2EE-6BC6296444CD}"/>
              </a:ext>
            </a:extLst>
          </p:cNvPr>
          <p:cNvSpPr>
            <a:spLocks xmlns:a="http://schemas.openxmlformats.org/drawingml/2006/main" noGrp="1"/>
          </p:cNvSpPr>
          <p:nvPr/>
        </p:nvSpPr>
        <p:spPr>
          <a:xfrm xmlns:a="http://schemas.openxmlformats.org/drawingml/2006/main" rot="0">
            <a:off x="7305318" y="7389411"/>
            <a:ext cx="79642" cy="2514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4" b="0" i="0">
                <a:solidFill>
                  <a:srgbClr val="ED5362"/>
                </a:solidFill>
                <a:latin typeface="Times New Roman"/>
                <a:ea typeface="Times New Roman"/>
                <a:cs typeface="Times New Roman"/>
              </a:defRPr>
            </a:defPPr>
          </a:lstStyle>
          <a:p xmlns:a="http://schemas.openxmlformats.org/drawingml/2006/main">
            <a:pPr algn="l">
              <a:lnSpc>
                <a:spcPct val="100000"/>
              </a:lnSpc>
              <a:buNone/>
              <a:defRPr sz="1414" b="0" i="0">
                <a:solidFill>
                  <a:srgbClr val="ED5362"/>
                </a:solidFill>
                <a:latin typeface="Times New Roman"/>
                <a:ea typeface="Times New Roman"/>
                <a:cs typeface="Times New Roman"/>
              </a:defRPr>
            </a:pPr>
            <a:r>
              <a:rPr sz="1414" b="0" i="0">
                <a:solidFill>
                  <a:srgbClr val="ED5362"/>
                </a:solidFill>
                <a:latin typeface="Times New Roman"/>
                <a:ea typeface="Times New Roman"/>
                <a:cs typeface="Times New Roman"/>
              </a:rPr>
              <a:t>a</a:t>
            </a:r>
          </a:p>
        </p:txBody>
      </p:sp>
      <p:sp>
        <p:nvSpPr>
          <p:cNvPr id="72" name="b">
            <a:extLst xmlns:a="http://schemas.openxmlformats.org/drawingml/2006/main">
              <a:ext uri="{FF2B5EF4-FFF2-40B4-BE49-F238E27FC236}">
                <a16:creationId xmlns:a16="http://schemas.microsoft.com/office/drawing/2014/main" id="{0E00B085-D447-4BE1-9CBF-DF4BF634AC9E}"/>
              </a:ext>
            </a:extLst>
          </p:cNvPr>
          <p:cNvSpPr>
            <a:spLocks xmlns:a="http://schemas.openxmlformats.org/drawingml/2006/main" noGrp="1"/>
          </p:cNvSpPr>
          <p:nvPr/>
        </p:nvSpPr>
        <p:spPr>
          <a:xfrm xmlns:a="http://schemas.openxmlformats.org/drawingml/2006/main" rot="0">
            <a:off x="7305318" y="7943497"/>
            <a:ext cx="79642" cy="1961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03" b="0" i="0">
                <a:solidFill>
                  <a:srgbClr val="F5C82B"/>
                </a:solidFill>
                <a:latin typeface="Times New Roman"/>
                <a:ea typeface="Times New Roman"/>
                <a:cs typeface="Times New Roman"/>
              </a:defRPr>
            </a:defPPr>
          </a:lstStyle>
          <a:p xmlns:a="http://schemas.openxmlformats.org/drawingml/2006/main">
            <a:pPr algn="l">
              <a:lnSpc>
                <a:spcPct val="100000"/>
              </a:lnSpc>
              <a:buNone/>
              <a:defRPr sz="1103" b="0" i="0">
                <a:solidFill>
                  <a:srgbClr val="F5C82B"/>
                </a:solidFill>
                <a:latin typeface="Times New Roman"/>
                <a:ea typeface="Times New Roman"/>
                <a:cs typeface="Times New Roman"/>
              </a:defRPr>
            </a:pPr>
            <a:r>
              <a:rPr sz="1103" b="0" i="0">
                <a:solidFill>
                  <a:srgbClr val="F5C82B"/>
                </a:solidFill>
                <a:latin typeface="Times New Roman"/>
                <a:ea typeface="Times New Roman"/>
                <a:cs typeface="Times New Roman"/>
              </a:rPr>
              <a:t>b</a:t>
            </a:r>
          </a:p>
        </p:txBody>
      </p:sp>
      <p:sp>
        <p:nvSpPr>
          <p:cNvPr id="73" name="c">
            <a:extLst xmlns:a="http://schemas.openxmlformats.org/drawingml/2006/main">
              <a:ext uri="{FF2B5EF4-FFF2-40B4-BE49-F238E27FC236}">
                <a16:creationId xmlns:a16="http://schemas.microsoft.com/office/drawing/2014/main" id="{CC2360A3-8939-4CB0-99D4-C31A3C5CFDFC}"/>
              </a:ext>
            </a:extLst>
          </p:cNvPr>
          <p:cNvSpPr>
            <a:spLocks xmlns:a="http://schemas.openxmlformats.org/drawingml/2006/main" noGrp="1"/>
          </p:cNvSpPr>
          <p:nvPr/>
        </p:nvSpPr>
        <p:spPr>
          <a:xfrm xmlns:a="http://schemas.openxmlformats.org/drawingml/2006/main" rot="0">
            <a:off x="7305318" y="8475435"/>
            <a:ext cx="79642" cy="2514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4" b="0" i="0">
                <a:solidFill>
                  <a:srgbClr val="43C7DF"/>
                </a:solidFill>
                <a:latin typeface="Times New Roman"/>
                <a:ea typeface="Times New Roman"/>
                <a:cs typeface="Times New Roman"/>
              </a:defRPr>
            </a:defPPr>
          </a:lstStyle>
          <a:p xmlns:a="http://schemas.openxmlformats.org/drawingml/2006/main">
            <a:pPr algn="l">
              <a:lnSpc>
                <a:spcPct val="100000"/>
              </a:lnSpc>
              <a:buNone/>
              <a:defRPr sz="1414" b="0" i="0">
                <a:solidFill>
                  <a:srgbClr val="43C7DF"/>
                </a:solidFill>
                <a:latin typeface="Times New Roman"/>
                <a:ea typeface="Times New Roman"/>
                <a:cs typeface="Times New Roman"/>
              </a:defRPr>
            </a:pPr>
            <a:r>
              <a:rPr sz="1414" b="0" i="0">
                <a:solidFill>
                  <a:srgbClr val="43C7DF"/>
                </a:solidFill>
                <a:latin typeface="Times New Roman"/>
                <a:ea typeface="Times New Roman"/>
                <a:cs typeface="Times New Roman"/>
              </a:rPr>
              <a:t>c</a:t>
            </a:r>
          </a:p>
        </p:txBody>
      </p:sp>
      <p:sp>
        <p:nvSpPr>
          <p:cNvPr id="74" name="red cube top">
            <a:extLst xmlns:a="http://schemas.openxmlformats.org/drawingml/2006/main">
              <a:ext uri="{FF2B5EF4-FFF2-40B4-BE49-F238E27FC236}">
                <a16:creationId xmlns:a16="http://schemas.microsoft.com/office/drawing/2014/main" id="{169FBA30-68F9-4A5C-87F2-3B87158334CE}"/>
              </a:ext>
            </a:extLst>
          </p:cNvPr>
          <p:cNvSpPr>
            <a:spLocks xmlns:a="http://schemas.openxmlformats.org/drawingml/2006/main" noGrp="1"/>
          </p:cNvSpPr>
          <p:nvPr/>
        </p:nvSpPr>
        <p:spPr>
          <a:xfrm xmlns:a="http://schemas.openxmlformats.org/drawingml/2006/main">
            <a:off x="7435641" y="7461430"/>
            <a:ext cx="238925" cy="130323"/>
          </a:xfrm>
          <a:custGeom xmlns:a="http://schemas.openxmlformats.org/drawingml/2006/main">
            <a:pathLst>
              <a:path w="314325" h="171450">
                <a:moveTo>
                  <a:pt x="0" y="95250"/>
                </a:moveTo>
                <a:lnTo>
                  <a:pt x="161925" y="0"/>
                </a:lnTo>
                <a:lnTo>
                  <a:pt x="314325" y="85725"/>
                </a:lnTo>
                <a:lnTo>
                  <a:pt x="161925" y="171450"/>
                </a:lnTo>
                <a:close/>
              </a:path>
            </a:pathLst>
          </a:custGeom>
          <a:solidFill xmlns:a="http://schemas.openxmlformats.org/drawingml/2006/main">
            <a:srgbClr val="F87F8E"/>
          </a:solidFill>
          <a:ln xmlns:a="http://schemas.openxmlformats.org/drawingml/2006/main" w="14480">
            <a:solidFill>
              <a:srgbClr val="282832"/>
            </a:solidFill>
            <a:prstDash val="solid"/>
          </a:ln>
        </p:spPr>
      </p:sp>
      <p:sp>
        <p:nvSpPr>
          <p:cNvPr id="75" name="red cube left">
            <a:extLst xmlns:a="http://schemas.openxmlformats.org/drawingml/2006/main">
              <a:ext uri="{FF2B5EF4-FFF2-40B4-BE49-F238E27FC236}">
                <a16:creationId xmlns:a16="http://schemas.microsoft.com/office/drawing/2014/main" id="{F984C777-3B15-4B95-A411-644202BB740C}"/>
              </a:ext>
            </a:extLst>
          </p:cNvPr>
          <p:cNvSpPr>
            <a:spLocks xmlns:a="http://schemas.openxmlformats.org/drawingml/2006/main" noGrp="1"/>
          </p:cNvSpPr>
          <p:nvPr/>
        </p:nvSpPr>
        <p:spPr>
          <a:xfrm xmlns:a="http://schemas.openxmlformats.org/drawingml/2006/main">
            <a:off x="7435641" y="7533832"/>
            <a:ext cx="123083" cy="195484"/>
          </a:xfrm>
          <a:custGeom xmlns:a="http://schemas.openxmlformats.org/drawingml/2006/main">
            <a:pathLst>
              <a:path w="161925" h="257175">
                <a:moveTo>
                  <a:pt x="0" y="0"/>
                </a:moveTo>
                <a:lnTo>
                  <a:pt x="161925" y="76200"/>
                </a:lnTo>
                <a:lnTo>
                  <a:pt x="161925" y="257175"/>
                </a:lnTo>
                <a:lnTo>
                  <a:pt x="0" y="161925"/>
                </a:lnTo>
                <a:close/>
              </a:path>
            </a:pathLst>
          </a:custGeom>
          <a:solidFill xmlns:a="http://schemas.openxmlformats.org/drawingml/2006/main">
            <a:srgbClr val="F85D75"/>
          </a:solidFill>
          <a:ln xmlns:a="http://schemas.openxmlformats.org/drawingml/2006/main" w="14480">
            <a:solidFill>
              <a:srgbClr val="282832"/>
            </a:solidFill>
            <a:prstDash val="solid"/>
          </a:ln>
        </p:spPr>
      </p:sp>
      <p:sp>
        <p:nvSpPr>
          <p:cNvPr id="76" name="red cube right">
            <a:extLst xmlns:a="http://schemas.openxmlformats.org/drawingml/2006/main">
              <a:ext uri="{FF2B5EF4-FFF2-40B4-BE49-F238E27FC236}">
                <a16:creationId xmlns:a16="http://schemas.microsoft.com/office/drawing/2014/main" id="{33A9C3A1-C230-4973-9C11-3A02E1E78624}"/>
              </a:ext>
            </a:extLst>
          </p:cNvPr>
          <p:cNvSpPr>
            <a:spLocks xmlns:a="http://schemas.openxmlformats.org/drawingml/2006/main" noGrp="1"/>
          </p:cNvSpPr>
          <p:nvPr/>
        </p:nvSpPr>
        <p:spPr>
          <a:xfrm xmlns:a="http://schemas.openxmlformats.org/drawingml/2006/main">
            <a:off x="7558724" y="7526591"/>
            <a:ext cx="115843" cy="202724"/>
          </a:xfrm>
          <a:custGeom xmlns:a="http://schemas.openxmlformats.org/drawingml/2006/main">
            <a:pathLst>
              <a:path w="152400" h="266700">
                <a:moveTo>
                  <a:pt x="0" y="85725"/>
                </a:moveTo>
                <a:lnTo>
                  <a:pt x="152400" y="0"/>
                </a:lnTo>
                <a:lnTo>
                  <a:pt x="152400" y="171450"/>
                </a:lnTo>
                <a:lnTo>
                  <a:pt x="0" y="266700"/>
                </a:lnTo>
                <a:close/>
              </a:path>
            </a:pathLst>
          </a:custGeom>
          <a:solidFill xmlns:a="http://schemas.openxmlformats.org/drawingml/2006/main">
            <a:srgbClr val="E84D65"/>
          </a:solidFill>
          <a:ln xmlns:a="http://schemas.openxmlformats.org/drawingml/2006/main" w="14480">
            <a:solidFill>
              <a:srgbClr val="282832"/>
            </a:solidFill>
            <a:prstDash val="solid"/>
          </a:ln>
        </p:spPr>
      </p:sp>
      <p:sp>
        <p:nvSpPr>
          <p:cNvPr id="77" name="status-dot">
            <a:extLst xmlns:a="http://schemas.openxmlformats.org/drawingml/2006/main">
              <a:ext uri="{FF2B5EF4-FFF2-40B4-BE49-F238E27FC236}">
                <a16:creationId xmlns:a16="http://schemas.microsoft.com/office/drawing/2014/main" id="{A0ACE60E-DF9E-4421-8D38-4E4CD895B69A}"/>
              </a:ext>
            </a:extLst>
          </p:cNvPr>
          <p:cNvSpPr>
            <a:spLocks xmlns:a="http://schemas.openxmlformats.org/drawingml/2006/main" noGrp="1"/>
          </p:cNvSpPr>
          <p:nvPr/>
        </p:nvSpPr>
        <p:spPr>
          <a:xfrm xmlns:a="http://schemas.openxmlformats.org/drawingml/2006/main">
            <a:off x="7428401" y="8004442"/>
            <a:ext cx="260646" cy="260646"/>
          </a:xfrm>
          <a:custGeom xmlns:a="http://schemas.openxmlformats.org/drawingml/2006/main">
            <a:pathLst>
              <a:path w="342900" h="342900">
                <a:moveTo>
                  <a:pt x="342900" y="171450"/>
                </a:moveTo>
                <a:cubicBezTo>
                  <a:pt x="342900" y="266139"/>
                  <a:pt x="266139" y="342900"/>
                  <a:pt x="171450" y="342900"/>
                </a:cubicBezTo>
                <a:cubicBezTo>
                  <a:pt x="76761" y="342900"/>
                  <a:pt x="0" y="266139"/>
                  <a:pt x="0" y="171450"/>
                </a:cubicBezTo>
                <a:cubicBezTo>
                  <a:pt x="0" y="76761"/>
                  <a:pt x="76761" y="0"/>
                  <a:pt x="171450" y="0"/>
                </a:cubicBezTo>
                <a:cubicBezTo>
                  <a:pt x="266139" y="0"/>
                  <a:pt x="342900" y="76761"/>
                  <a:pt x="342900" y="171450"/>
                </a:cubicBezTo>
                <a:close/>
              </a:path>
            </a:pathLst>
          </a:custGeom>
          <a:solidFill xmlns:a="http://schemas.openxmlformats.org/drawingml/2006/main">
            <a:srgbClr val="FFDB4F"/>
          </a:solidFill>
          <a:ln xmlns:a="http://schemas.openxmlformats.org/drawingml/2006/main" w="7240">
            <a:noFill/>
            <a:prstDash val="solid"/>
          </a:ln>
        </p:spPr>
      </p:sp>
      <p:sp>
        <p:nvSpPr>
          <p:cNvPr id="78" name="yellow sphere outline">
            <a:extLst xmlns:a="http://schemas.openxmlformats.org/drawingml/2006/main">
              <a:ext uri="{FF2B5EF4-FFF2-40B4-BE49-F238E27FC236}">
                <a16:creationId xmlns:a16="http://schemas.microsoft.com/office/drawing/2014/main" id="{2032DF6E-4A40-4788-BFCE-048F94B4F01E}"/>
              </a:ext>
            </a:extLst>
          </p:cNvPr>
          <p:cNvSpPr>
            <a:spLocks xmlns:a="http://schemas.openxmlformats.org/drawingml/2006/main" noGrp="1"/>
          </p:cNvSpPr>
          <p:nvPr/>
        </p:nvSpPr>
        <p:spPr>
          <a:xfrm xmlns:a="http://schemas.openxmlformats.org/drawingml/2006/main">
            <a:off x="7428401" y="8004442"/>
            <a:ext cx="260646" cy="260646"/>
          </a:xfrm>
          <a:custGeom xmlns:a="http://schemas.openxmlformats.org/drawingml/2006/main">
            <a:pathLst>
              <a:path w="342900" h="342900">
                <a:moveTo>
                  <a:pt x="342900" y="171450"/>
                </a:moveTo>
                <a:cubicBezTo>
                  <a:pt x="342900" y="266700"/>
                  <a:pt x="266700" y="342900"/>
                  <a:pt x="171450" y="342900"/>
                </a:cubicBezTo>
                <a:cubicBezTo>
                  <a:pt x="76200" y="342900"/>
                  <a:pt x="0" y="266700"/>
                  <a:pt x="0" y="171450"/>
                </a:cubicBezTo>
                <a:cubicBezTo>
                  <a:pt x="0" y="76200"/>
                  <a:pt x="76200" y="0"/>
                  <a:pt x="171450" y="0"/>
                </a:cubicBezTo>
                <a:cubicBezTo>
                  <a:pt x="266700" y="0"/>
                  <a:pt x="342900" y="76200"/>
                  <a:pt x="342900" y="171450"/>
                </a:cubicBezTo>
                <a:close/>
              </a:path>
            </a:pathLst>
          </a:custGeom>
          <a:noFill xmlns:a="http://schemas.openxmlformats.org/drawingml/2006/main"/>
          <a:ln xmlns:a="http://schemas.openxmlformats.org/drawingml/2006/main" w="14480">
            <a:solidFill>
              <a:srgbClr val="282832"/>
            </a:solidFill>
            <a:prstDash val="solid"/>
          </a:ln>
        </p:spPr>
      </p:sp>
      <p:sp>
        <p:nvSpPr>
          <p:cNvPr id="79" name="cyan prism left">
            <a:extLst xmlns:a="http://schemas.openxmlformats.org/drawingml/2006/main">
              <a:ext uri="{FF2B5EF4-FFF2-40B4-BE49-F238E27FC236}">
                <a16:creationId xmlns:a16="http://schemas.microsoft.com/office/drawing/2014/main" id="{BEE4809F-6CC6-4A20-9D60-4A060613B142}"/>
              </a:ext>
            </a:extLst>
          </p:cNvPr>
          <p:cNvSpPr>
            <a:spLocks xmlns:a="http://schemas.openxmlformats.org/drawingml/2006/main" noGrp="1"/>
          </p:cNvSpPr>
          <p:nvPr/>
        </p:nvSpPr>
        <p:spPr>
          <a:xfrm xmlns:a="http://schemas.openxmlformats.org/drawingml/2006/main">
            <a:off x="7442881" y="8532973"/>
            <a:ext cx="115843" cy="325807"/>
          </a:xfrm>
          <a:custGeom xmlns:a="http://schemas.openxmlformats.org/drawingml/2006/main">
            <a:pathLst>
              <a:path w="152400" h="428625">
                <a:moveTo>
                  <a:pt x="152400" y="0"/>
                </a:moveTo>
                <a:lnTo>
                  <a:pt x="0" y="342900"/>
                </a:lnTo>
                <a:lnTo>
                  <a:pt x="152400" y="428625"/>
                </a:lnTo>
                <a:close/>
              </a:path>
            </a:pathLst>
          </a:custGeom>
          <a:solidFill xmlns:a="http://schemas.openxmlformats.org/drawingml/2006/main">
            <a:srgbClr val="61D0E4"/>
          </a:solidFill>
          <a:ln xmlns:a="http://schemas.openxmlformats.org/drawingml/2006/main" w="14480">
            <a:solidFill>
              <a:srgbClr val="282832"/>
            </a:solidFill>
            <a:prstDash val="solid"/>
          </a:ln>
        </p:spPr>
      </p:sp>
      <p:sp>
        <p:nvSpPr>
          <p:cNvPr id="80" name="cyan prism right">
            <a:extLst xmlns:a="http://schemas.openxmlformats.org/drawingml/2006/main">
              <a:ext uri="{FF2B5EF4-FFF2-40B4-BE49-F238E27FC236}">
                <a16:creationId xmlns:a16="http://schemas.microsoft.com/office/drawing/2014/main" id="{4E6332EE-D8C2-4703-B890-AAA7EE602529}"/>
              </a:ext>
            </a:extLst>
          </p:cNvPr>
          <p:cNvSpPr>
            <a:spLocks xmlns:a="http://schemas.openxmlformats.org/drawingml/2006/main" noGrp="1"/>
          </p:cNvSpPr>
          <p:nvPr/>
        </p:nvSpPr>
        <p:spPr>
          <a:xfrm xmlns:a="http://schemas.openxmlformats.org/drawingml/2006/main">
            <a:off x="7558724" y="8532973"/>
            <a:ext cx="130323" cy="325807"/>
          </a:xfrm>
          <a:custGeom xmlns:a="http://schemas.openxmlformats.org/drawingml/2006/main">
            <a:pathLst>
              <a:path w="171450" h="428625">
                <a:moveTo>
                  <a:pt x="0" y="0"/>
                </a:moveTo>
                <a:lnTo>
                  <a:pt x="171450" y="342900"/>
                </a:lnTo>
                <a:lnTo>
                  <a:pt x="0" y="428625"/>
                </a:lnTo>
                <a:close/>
              </a:path>
            </a:pathLst>
          </a:custGeom>
          <a:solidFill xmlns:a="http://schemas.openxmlformats.org/drawingml/2006/main">
            <a:srgbClr val="35B1D5"/>
          </a:solidFill>
          <a:ln xmlns:a="http://schemas.openxmlformats.org/drawingml/2006/main" w="14480">
            <a:solidFill>
              <a:srgbClr val="282832"/>
            </a:solidFill>
            <a:prstDash val="solid"/>
          </a:ln>
        </p:spPr>
      </p:sp>
      <p:sp>
        <p:nvSpPr>
          <p:cNvPr id="81" name="scatter sampling flow">
            <a:extLst xmlns:a="http://schemas.openxmlformats.org/drawingml/2006/main">
              <a:ext uri="{FF2B5EF4-FFF2-40B4-BE49-F238E27FC236}">
                <a16:creationId xmlns:a16="http://schemas.microsoft.com/office/drawing/2014/main" id="{FB903A8D-95F8-4159-BF7C-274DACC53569}"/>
              </a:ext>
            </a:extLst>
          </p:cNvPr>
          <p:cNvSpPr>
            <a:spLocks xmlns:a="http://schemas.openxmlformats.org/drawingml/2006/main" noGrp="1"/>
          </p:cNvSpPr>
          <p:nvPr/>
        </p:nvSpPr>
        <p:spPr>
          <a:xfrm xmlns:a="http://schemas.openxmlformats.org/drawingml/2006/main">
            <a:off x="7841090" y="8163725"/>
            <a:ext cx="92819" cy="191"/>
          </a:xfrm>
          <a:custGeom xmlns:a="http://schemas.openxmlformats.org/drawingml/2006/main">
            <a:pathLst>
              <a:path w="122110" h="191">
                <a:moveTo>
                  <a:pt x="0" y="0"/>
                </a:moveTo>
                <a:lnTo>
                  <a:pt x="121920" y="0"/>
                </a:lnTo>
              </a:path>
            </a:pathLst>
          </a:custGeom>
          <a:noFill xmlns:a="http://schemas.openxmlformats.org/drawingml/2006/main"/>
          <a:ln xmlns:a="http://schemas.openxmlformats.org/drawingml/2006/main" w="101362">
            <a:solidFill>
              <a:srgbClr val="007FB3"/>
            </a:solidFill>
            <a:prstDash val="solid"/>
          </a:ln>
        </p:spPr>
      </p:sp>
      <p:sp>
        <p:nvSpPr>
          <p:cNvPr id="82" name="scatter sampling flow head">
            <a:extLst xmlns:a="http://schemas.openxmlformats.org/drawingml/2006/main">
              <a:ext uri="{FF2B5EF4-FFF2-40B4-BE49-F238E27FC236}">
                <a16:creationId xmlns:a16="http://schemas.microsoft.com/office/drawing/2014/main" id="{705700E3-6A63-4727-92C1-1FDBCFC56FDC}"/>
              </a:ext>
            </a:extLst>
          </p:cNvPr>
          <p:cNvSpPr>
            <a:spLocks xmlns:a="http://schemas.openxmlformats.org/drawingml/2006/main" noGrp="1"/>
          </p:cNvSpPr>
          <p:nvPr/>
        </p:nvSpPr>
        <p:spPr>
          <a:xfrm xmlns:a="http://schemas.openxmlformats.org/drawingml/2006/main">
            <a:off x="7913491" y="8057295"/>
            <a:ext cx="101362" cy="212861"/>
          </a:xfrm>
          <a:custGeom xmlns:a="http://schemas.openxmlformats.org/drawingml/2006/main">
            <a:pathLst>
              <a:path w="133350" h="280035">
                <a:moveTo>
                  <a:pt x="133350" y="140017"/>
                </a:moveTo>
                <a:lnTo>
                  <a:pt x="0" y="280035"/>
                </a:lnTo>
                <a:lnTo>
                  <a:pt x="0" y="0"/>
                </a:lnTo>
                <a:close/>
              </a:path>
            </a:pathLst>
          </a:custGeom>
          <a:solidFill xmlns:a="http://schemas.openxmlformats.org/drawingml/2006/main">
            <a:srgbClr val="007FB3"/>
          </a:solidFill>
          <a:ln xmlns:a="http://schemas.openxmlformats.org/drawingml/2006/main" w="7240">
            <a:noFill/>
            <a:prstDash val="solid"/>
          </a:ln>
        </p:spPr>
      </p:sp>
      <p:sp>
        <p:nvSpPr>
          <p:cNvPr id="83" name="scatter sampler native code frame">
            <a:extLst xmlns:a="http://schemas.openxmlformats.org/drawingml/2006/main">
              <a:ext uri="{FF2B5EF4-FFF2-40B4-BE49-F238E27FC236}">
                <a16:creationId xmlns:a16="http://schemas.microsoft.com/office/drawing/2014/main" id="{D4B38F28-3938-42A9-A04D-0B2CDBABDC7C}"/>
              </a:ext>
            </a:extLst>
          </p:cNvPr>
          <p:cNvSpPr>
            <a:spLocks xmlns:a="http://schemas.openxmlformats.org/drawingml/2006/main" noGrp="1"/>
          </p:cNvSpPr>
          <p:nvPr/>
        </p:nvSpPr>
        <p:spPr>
          <a:xfrm xmlns:a="http://schemas.openxmlformats.org/drawingml/2006/main">
            <a:off x="8080015" y="7215265"/>
            <a:ext cx="1629035" cy="1723157"/>
          </a:xfrm>
          <a:custGeom xmlns:a="http://schemas.openxmlformats.org/drawingml/2006/main">
            <a:pathLst>
              <a:path w="2143125" h="2266950">
                <a:moveTo>
                  <a:pt x="104775" y="0"/>
                </a:moveTo>
                <a:lnTo>
                  <a:pt x="2038350" y="0"/>
                </a:lnTo>
                <a:cubicBezTo>
                  <a:pt x="2096216" y="0"/>
                  <a:pt x="2143125" y="46909"/>
                  <a:pt x="2143125" y="104775"/>
                </a:cubicBezTo>
                <a:lnTo>
                  <a:pt x="2143125" y="2162175"/>
                </a:lnTo>
                <a:cubicBezTo>
                  <a:pt x="2143125" y="2220041"/>
                  <a:pt x="2096216" y="2266950"/>
                  <a:pt x="2038350" y="2266950"/>
                </a:cubicBezTo>
                <a:lnTo>
                  <a:pt x="104775" y="2266950"/>
                </a:lnTo>
                <a:cubicBezTo>
                  <a:pt x="46909" y="2266950"/>
                  <a:pt x="0" y="2220041"/>
                  <a:pt x="0" y="2162175"/>
                </a:cubicBezTo>
                <a:lnTo>
                  <a:pt x="0" y="104775"/>
                </a:lnTo>
                <a:cubicBezTo>
                  <a:pt x="0" y="46909"/>
                  <a:pt x="46909" y="0"/>
                  <a:pt x="104775" y="0"/>
                </a:cubicBezTo>
                <a:close/>
              </a:path>
            </a:pathLst>
          </a:custGeom>
          <a:solidFill xmlns:a="http://schemas.openxmlformats.org/drawingml/2006/main">
            <a:srgbClr val="282832"/>
          </a:solidFill>
          <a:ln xmlns:a="http://schemas.openxmlformats.org/drawingml/2006/main" w="7240">
            <a:noFill/>
            <a:prstDash val="solid"/>
          </a:ln>
        </p:spPr>
      </p:sp>
      <p:sp>
        <p:nvSpPr>
          <p:cNvPr id="84" name="scatter code titlebar">
            <a:extLst xmlns:a="http://schemas.openxmlformats.org/drawingml/2006/main">
              <a:ext uri="{FF2B5EF4-FFF2-40B4-BE49-F238E27FC236}">
                <a16:creationId xmlns:a16="http://schemas.microsoft.com/office/drawing/2014/main" id="{0ADB79C6-58EE-4338-83A0-D9D7BF3B1DEA}"/>
              </a:ext>
            </a:extLst>
          </p:cNvPr>
          <p:cNvSpPr>
            <a:spLocks xmlns:a="http://schemas.openxmlformats.org/drawingml/2006/main" noGrp="1"/>
          </p:cNvSpPr>
          <p:nvPr/>
        </p:nvSpPr>
        <p:spPr>
          <a:xfrm xmlns:a="http://schemas.openxmlformats.org/drawingml/2006/main">
            <a:off x="8080015" y="7215265"/>
            <a:ext cx="1629035" cy="159283"/>
          </a:xfrm>
          <a:custGeom xmlns:a="http://schemas.openxmlformats.org/drawingml/2006/main">
            <a:pathLst>
              <a:path w="2143125" h="209550">
                <a:moveTo>
                  <a:pt x="104775" y="0"/>
                </a:moveTo>
                <a:lnTo>
                  <a:pt x="2038350" y="0"/>
                </a:lnTo>
                <a:cubicBezTo>
                  <a:pt x="2096216" y="0"/>
                  <a:pt x="2143125" y="46909"/>
                  <a:pt x="2143125" y="104775"/>
                </a:cubicBezTo>
                <a:lnTo>
                  <a:pt x="2143125" y="104775"/>
                </a:lnTo>
                <a:cubicBezTo>
                  <a:pt x="2143125" y="162641"/>
                  <a:pt x="2096216" y="209550"/>
                  <a:pt x="2038350" y="209550"/>
                </a:cubicBezTo>
                <a:lnTo>
                  <a:pt x="104775" y="209550"/>
                </a:lnTo>
                <a:cubicBezTo>
                  <a:pt x="46909" y="209550"/>
                  <a:pt x="0" y="162641"/>
                  <a:pt x="0" y="104775"/>
                </a:cubicBezTo>
                <a:lnTo>
                  <a:pt x="0" y="104775"/>
                </a:lnTo>
                <a:cubicBezTo>
                  <a:pt x="0" y="46909"/>
                  <a:pt x="46909" y="0"/>
                  <a:pt x="104775" y="0"/>
                </a:cubicBezTo>
                <a:close/>
              </a:path>
            </a:pathLst>
          </a:custGeom>
          <a:solidFill xmlns:a="http://schemas.openxmlformats.org/drawingml/2006/main">
            <a:srgbClr val="20202A"/>
          </a:solidFill>
          <a:ln xmlns:a="http://schemas.openxmlformats.org/drawingml/2006/main" w="7240">
            <a:noFill/>
            <a:prstDash val="solid"/>
          </a:ln>
        </p:spPr>
      </p:sp>
      <p:sp>
        <p:nvSpPr>
          <p:cNvPr id="85" name="status-dot">
            <a:extLst xmlns:a="http://schemas.openxmlformats.org/drawingml/2006/main">
              <a:ext uri="{FF2B5EF4-FFF2-40B4-BE49-F238E27FC236}">
                <a16:creationId xmlns:a16="http://schemas.microsoft.com/office/drawing/2014/main" id="{30D988F8-1DA1-4D59-A727-4D852DBE1A4B}"/>
              </a:ext>
            </a:extLst>
          </p:cNvPr>
          <p:cNvSpPr>
            <a:spLocks xmlns:a="http://schemas.openxmlformats.org/drawingml/2006/main" noGrp="1"/>
          </p:cNvSpPr>
          <p:nvPr/>
        </p:nvSpPr>
        <p:spPr>
          <a:xfrm xmlns:a="http://schemas.openxmlformats.org/drawingml/2006/main">
            <a:off x="8145176" y="7251465"/>
            <a:ext cx="72402" cy="72402"/>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A5364"/>
          </a:solidFill>
          <a:ln xmlns:a="http://schemas.openxmlformats.org/drawingml/2006/main" w="7240">
            <a:noFill/>
            <a:prstDash val="solid"/>
          </a:ln>
        </p:spPr>
      </p:sp>
      <p:sp>
        <p:nvSpPr>
          <p:cNvPr id="86" name="status-dot">
            <a:extLst xmlns:a="http://schemas.openxmlformats.org/drawingml/2006/main">
              <a:ext uri="{FF2B5EF4-FFF2-40B4-BE49-F238E27FC236}">
                <a16:creationId xmlns:a16="http://schemas.microsoft.com/office/drawing/2014/main" id="{FF3216E5-3A8C-488E-A800-4DAED1CF7E5E}"/>
              </a:ext>
            </a:extLst>
          </p:cNvPr>
          <p:cNvSpPr>
            <a:spLocks xmlns:a="http://schemas.openxmlformats.org/drawingml/2006/main" noGrp="1"/>
          </p:cNvSpPr>
          <p:nvPr/>
        </p:nvSpPr>
        <p:spPr>
          <a:xfrm xmlns:a="http://schemas.openxmlformats.org/drawingml/2006/main">
            <a:off x="8261019" y="7251465"/>
            <a:ext cx="72402" cy="72402"/>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5CD2D"/>
          </a:solidFill>
          <a:ln xmlns:a="http://schemas.openxmlformats.org/drawingml/2006/main" w="7240">
            <a:noFill/>
            <a:prstDash val="solid"/>
          </a:ln>
        </p:spPr>
      </p:sp>
      <p:sp>
        <p:nvSpPr>
          <p:cNvPr id="87" name="status-dot">
            <a:extLst xmlns:a="http://schemas.openxmlformats.org/drawingml/2006/main">
              <a:ext uri="{FF2B5EF4-FFF2-40B4-BE49-F238E27FC236}">
                <a16:creationId xmlns:a16="http://schemas.microsoft.com/office/drawing/2014/main" id="{1B26BD76-BD86-45C9-A761-6C4A1015924D}"/>
              </a:ext>
            </a:extLst>
          </p:cNvPr>
          <p:cNvSpPr>
            <a:spLocks xmlns:a="http://schemas.openxmlformats.org/drawingml/2006/main" noGrp="1"/>
          </p:cNvSpPr>
          <p:nvPr/>
        </p:nvSpPr>
        <p:spPr>
          <a:xfrm xmlns:a="http://schemas.openxmlformats.org/drawingml/2006/main">
            <a:off x="8376862" y="7251465"/>
            <a:ext cx="72402" cy="72402"/>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31C854"/>
          </a:solidFill>
          <a:ln xmlns:a="http://schemas.openxmlformats.org/drawingml/2006/main" w="7240">
            <a:noFill/>
            <a:prstDash val="solid"/>
          </a:ln>
        </p:spPr>
      </p:sp>
      <p:sp>
        <p:nvSpPr>
          <p:cNvPr id="88" name="sampler:">
            <a:extLst xmlns:a="http://schemas.openxmlformats.org/drawingml/2006/main">
              <a:ext uri="{FF2B5EF4-FFF2-40B4-BE49-F238E27FC236}">
                <a16:creationId xmlns:a16="http://schemas.microsoft.com/office/drawing/2014/main" id="{91964433-4E1D-4001-82A8-07C394480F67}"/>
              </a:ext>
            </a:extLst>
          </p:cNvPr>
          <p:cNvSpPr>
            <a:spLocks xmlns:a="http://schemas.openxmlformats.org/drawingml/2006/main" noGrp="1"/>
          </p:cNvSpPr>
          <p:nvPr/>
        </p:nvSpPr>
        <p:spPr>
          <a:xfrm xmlns:a="http://schemas.openxmlformats.org/drawingml/2006/main" rot="0">
            <a:off x="8181377" y="7413929"/>
            <a:ext cx="579213" cy="16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9" b="0" i="0">
                <a:solidFill>
                  <a:srgbClr val="79D6E4"/>
                </a:solidFill>
                <a:latin typeface="Consolas"/>
                <a:ea typeface="Consolas"/>
                <a:cs typeface="Consolas"/>
              </a:defRPr>
            </a:defPPr>
          </a:lstStyle>
          <a:p xmlns:a="http://schemas.openxmlformats.org/drawingml/2006/main">
            <a:pPr algn="l">
              <a:lnSpc>
                <a:spcPct val="100000"/>
              </a:lnSpc>
              <a:buNone/>
              <a:defRPr sz="929" b="0" i="0">
                <a:solidFill>
                  <a:srgbClr val="79D6E4"/>
                </a:solidFill>
                <a:latin typeface="Consolas"/>
                <a:ea typeface="Consolas"/>
                <a:cs typeface="Consolas"/>
              </a:defRPr>
            </a:pPr>
            <a:r>
              <a:rPr sz="929" b="0" i="0">
                <a:solidFill>
                  <a:srgbClr val="79D6E4"/>
                </a:solidFill>
                <a:latin typeface="Consolas"/>
                <a:ea typeface="Consolas"/>
                <a:cs typeface="Consolas"/>
              </a:rPr>
              <a:t>sampler:</a:t>
            </a:r>
          </a:p>
        </p:txBody>
      </p:sp>
      <p:sp>
        <p:nvSpPr>
          <p:cNvPr id="89" name="possion">
            <a:extLst xmlns:a="http://schemas.openxmlformats.org/drawingml/2006/main">
              <a:ext uri="{FF2B5EF4-FFF2-40B4-BE49-F238E27FC236}">
                <a16:creationId xmlns:a16="http://schemas.microsoft.com/office/drawing/2014/main" id="{D32F817F-40AA-4773-8DB5-EA21D8F06DEA}"/>
              </a:ext>
            </a:extLst>
          </p:cNvPr>
          <p:cNvSpPr>
            <a:spLocks xmlns:a="http://schemas.openxmlformats.org/drawingml/2006/main" noGrp="1"/>
          </p:cNvSpPr>
          <p:nvPr/>
        </p:nvSpPr>
        <p:spPr>
          <a:xfrm xmlns:a="http://schemas.openxmlformats.org/drawingml/2006/main" rot="0">
            <a:off x="8760590" y="7416131"/>
            <a:ext cx="571972" cy="154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F1EB71"/>
                </a:solidFill>
                <a:latin typeface="Consolas"/>
                <a:ea typeface="Consolas"/>
                <a:cs typeface="Consolas"/>
              </a:defRPr>
            </a:defPPr>
          </a:lstStyle>
          <a:p xmlns:a="http://schemas.openxmlformats.org/drawingml/2006/main">
            <a:pPr algn="l">
              <a:lnSpc>
                <a:spcPct val="100000"/>
              </a:lnSpc>
              <a:buNone/>
              <a:defRPr sz="867" b="0" i="0">
                <a:solidFill>
                  <a:srgbClr val="F1EB71"/>
                </a:solidFill>
                <a:latin typeface="Consolas"/>
                <a:ea typeface="Consolas"/>
                <a:cs typeface="Consolas"/>
              </a:defRPr>
            </a:pPr>
            <a:r>
              <a:rPr sz="867" b="0" i="0">
                <a:solidFill>
                  <a:srgbClr val="F1EB71"/>
                </a:solidFill>
                <a:latin typeface="Consolas"/>
                <a:ea typeface="Consolas"/>
                <a:cs typeface="Consolas"/>
              </a:rPr>
              <a:t>possion</a:t>
            </a:r>
          </a:p>
        </p:txBody>
      </p:sp>
      <p:sp>
        <p:nvSpPr>
          <p:cNvPr id="90" name="disₘᵢₙ:">
            <a:extLst xmlns:a="http://schemas.openxmlformats.org/drawingml/2006/main">
              <a:ext uri="{FF2B5EF4-FFF2-40B4-BE49-F238E27FC236}">
                <a16:creationId xmlns:a16="http://schemas.microsoft.com/office/drawing/2014/main" id="{C80EB56B-A432-41C4-B55D-7DC6A84C1CA9}"/>
              </a:ext>
            </a:extLst>
          </p:cNvPr>
          <p:cNvSpPr>
            <a:spLocks xmlns:a="http://schemas.openxmlformats.org/drawingml/2006/main" noGrp="1"/>
          </p:cNvSpPr>
          <p:nvPr/>
        </p:nvSpPr>
        <p:spPr>
          <a:xfrm xmlns:a="http://schemas.openxmlformats.org/drawingml/2006/main" rot="0">
            <a:off x="8181377" y="7578673"/>
            <a:ext cx="477850" cy="17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9" b="0" i="0">
                <a:solidFill>
                  <a:srgbClr val="79D6E4"/>
                </a:solidFill>
                <a:latin typeface="Consolas"/>
                <a:ea typeface="Consolas"/>
                <a:cs typeface="Consolas"/>
              </a:defRPr>
            </a:defPPr>
          </a:lstStyle>
          <a:p xmlns:a="http://schemas.openxmlformats.org/drawingml/2006/main">
            <a:pPr algn="l">
              <a:lnSpc>
                <a:spcPct val="100000"/>
              </a:lnSpc>
              <a:buNone/>
              <a:defRPr sz="979" b="0" i="0">
                <a:solidFill>
                  <a:srgbClr val="79D6E4"/>
                </a:solidFill>
                <a:latin typeface="Consolas"/>
                <a:ea typeface="Consolas"/>
                <a:cs typeface="Consolas"/>
              </a:defRPr>
            </a:pPr>
            <a:r>
              <a:rPr sz="979" b="0" i="0">
                <a:solidFill>
                  <a:srgbClr val="79D6E4"/>
                </a:solidFill>
                <a:latin typeface="Consolas"/>
                <a:ea typeface="Consolas"/>
                <a:cs typeface="Consolas"/>
              </a:rPr>
              <a:t>disₘᵢₙ:</a:t>
            </a:r>
          </a:p>
        </p:txBody>
      </p:sp>
      <p:sp>
        <p:nvSpPr>
          <p:cNvPr id="91" name="1.8">
            <a:extLst xmlns:a="http://schemas.openxmlformats.org/drawingml/2006/main">
              <a:ext uri="{FF2B5EF4-FFF2-40B4-BE49-F238E27FC236}">
                <a16:creationId xmlns:a16="http://schemas.microsoft.com/office/drawing/2014/main" id="{73732C24-48D5-4498-8873-96932670E84A}"/>
              </a:ext>
            </a:extLst>
          </p:cNvPr>
          <p:cNvSpPr>
            <a:spLocks xmlns:a="http://schemas.openxmlformats.org/drawingml/2006/main" noGrp="1"/>
          </p:cNvSpPr>
          <p:nvPr/>
        </p:nvSpPr>
        <p:spPr>
          <a:xfrm xmlns:a="http://schemas.openxmlformats.org/drawingml/2006/main" rot="0">
            <a:off x="8651987" y="7570413"/>
            <a:ext cx="253405" cy="2153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11" b="0" i="0">
                <a:solidFill>
                  <a:srgbClr val="BD91E4"/>
                </a:solidFill>
                <a:latin typeface="Consolas"/>
                <a:ea typeface="Consolas"/>
                <a:cs typeface="Consolas"/>
              </a:defRPr>
            </a:defPPr>
          </a:lstStyle>
          <a:p xmlns:a="http://schemas.openxmlformats.org/drawingml/2006/main">
            <a:pPr algn="l">
              <a:lnSpc>
                <a:spcPct val="100000"/>
              </a:lnSpc>
              <a:buNone/>
              <a:defRPr sz="1211" b="0" i="0">
                <a:solidFill>
                  <a:srgbClr val="BD91E4"/>
                </a:solidFill>
                <a:latin typeface="Consolas"/>
                <a:ea typeface="Consolas"/>
                <a:cs typeface="Consolas"/>
              </a:defRPr>
            </a:pPr>
            <a:r>
              <a:rPr sz="1211" b="0" i="0">
                <a:solidFill>
                  <a:srgbClr val="BD91E4"/>
                </a:solidFill>
                <a:latin typeface="Consolas"/>
                <a:ea typeface="Consolas"/>
                <a:cs typeface="Consolas"/>
              </a:rPr>
              <a:t>1.8</a:t>
            </a:r>
          </a:p>
        </p:txBody>
      </p:sp>
      <p:sp>
        <p:nvSpPr>
          <p:cNvPr id="92" name="deₘₐₓ:">
            <a:extLst xmlns:a="http://schemas.openxmlformats.org/drawingml/2006/main">
              <a:ext uri="{FF2B5EF4-FFF2-40B4-BE49-F238E27FC236}">
                <a16:creationId xmlns:a16="http://schemas.microsoft.com/office/drawing/2014/main" id="{EBEDBED9-252C-46DF-B2DC-50EF93B88605}"/>
              </a:ext>
            </a:extLst>
          </p:cNvPr>
          <p:cNvSpPr>
            <a:spLocks xmlns:a="http://schemas.openxmlformats.org/drawingml/2006/main" noGrp="1"/>
          </p:cNvSpPr>
          <p:nvPr/>
        </p:nvSpPr>
        <p:spPr>
          <a:xfrm xmlns:a="http://schemas.openxmlformats.org/drawingml/2006/main" rot="0">
            <a:off x="8934354" y="7572873"/>
            <a:ext cx="477850" cy="20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42" b="0" i="0">
                <a:solidFill>
                  <a:srgbClr val="79D6E4"/>
                </a:solidFill>
                <a:latin typeface="Consolas"/>
                <a:ea typeface="Consolas"/>
                <a:cs typeface="Consolas"/>
              </a:defRPr>
            </a:defPPr>
          </a:lstStyle>
          <a:p xmlns:a="http://schemas.openxmlformats.org/drawingml/2006/main">
            <a:pPr algn="l">
              <a:lnSpc>
                <a:spcPct val="100000"/>
              </a:lnSpc>
              <a:buNone/>
              <a:defRPr sz="1142" b="0" i="0">
                <a:solidFill>
                  <a:srgbClr val="79D6E4"/>
                </a:solidFill>
                <a:latin typeface="Consolas"/>
                <a:ea typeface="Consolas"/>
                <a:cs typeface="Consolas"/>
              </a:defRPr>
            </a:pPr>
            <a:r>
              <a:rPr sz="1142" b="0" i="0">
                <a:solidFill>
                  <a:srgbClr val="79D6E4"/>
                </a:solidFill>
                <a:latin typeface="Consolas"/>
                <a:ea typeface="Consolas"/>
                <a:cs typeface="Consolas"/>
              </a:rPr>
              <a:t>deₘₐₓ:</a:t>
            </a:r>
          </a:p>
        </p:txBody>
      </p:sp>
      <p:sp>
        <p:nvSpPr>
          <p:cNvPr id="93" name="1.2">
            <a:extLst xmlns:a="http://schemas.openxmlformats.org/drawingml/2006/main">
              <a:ext uri="{FF2B5EF4-FFF2-40B4-BE49-F238E27FC236}">
                <a16:creationId xmlns:a16="http://schemas.microsoft.com/office/drawing/2014/main" id="{FECFEACA-F138-42CE-93FD-4FC6846FFA08}"/>
              </a:ext>
            </a:extLst>
          </p:cNvPr>
          <p:cNvSpPr>
            <a:spLocks xmlns:a="http://schemas.openxmlformats.org/drawingml/2006/main" noGrp="1"/>
          </p:cNvSpPr>
          <p:nvPr/>
        </p:nvSpPr>
        <p:spPr>
          <a:xfrm xmlns:a="http://schemas.openxmlformats.org/drawingml/2006/main" rot="0">
            <a:off x="9397724" y="7571643"/>
            <a:ext cx="246165" cy="2091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6" b="0" i="0">
                <a:solidFill>
                  <a:srgbClr val="BD91E4"/>
                </a:solidFill>
                <a:latin typeface="Consolas"/>
                <a:ea typeface="Consolas"/>
                <a:cs typeface="Consolas"/>
              </a:defRPr>
            </a:defPPr>
          </a:lstStyle>
          <a:p xmlns:a="http://schemas.openxmlformats.org/drawingml/2006/main">
            <a:pPr algn="l">
              <a:lnSpc>
                <a:spcPct val="100000"/>
              </a:lnSpc>
              <a:buNone/>
              <a:defRPr sz="1176" b="0" i="0">
                <a:solidFill>
                  <a:srgbClr val="BD91E4"/>
                </a:solidFill>
                <a:latin typeface="Consolas"/>
                <a:ea typeface="Consolas"/>
                <a:cs typeface="Consolas"/>
              </a:defRPr>
            </a:pPr>
            <a:r>
              <a:rPr sz="1176" b="0" i="0">
                <a:solidFill>
                  <a:srgbClr val="BD91E4"/>
                </a:solidFill>
                <a:latin typeface="Consolas"/>
                <a:ea typeface="Consolas"/>
                <a:cs typeface="Consolas"/>
              </a:rPr>
              <a:t>1.2</a:t>
            </a:r>
          </a:p>
        </p:txBody>
      </p:sp>
      <p:sp>
        <p:nvSpPr>
          <p:cNvPr id="94" name="sampler:">
            <a:extLst xmlns:a="http://schemas.openxmlformats.org/drawingml/2006/main">
              <a:ext uri="{FF2B5EF4-FFF2-40B4-BE49-F238E27FC236}">
                <a16:creationId xmlns:a16="http://schemas.microsoft.com/office/drawing/2014/main" id="{E487BBFF-9467-4AF8-A4F0-B89EE5162ACC}"/>
              </a:ext>
            </a:extLst>
          </p:cNvPr>
          <p:cNvSpPr>
            <a:spLocks xmlns:a="http://schemas.openxmlformats.org/drawingml/2006/main" noGrp="1"/>
          </p:cNvSpPr>
          <p:nvPr/>
        </p:nvSpPr>
        <p:spPr>
          <a:xfrm xmlns:a="http://schemas.openxmlformats.org/drawingml/2006/main" rot="0">
            <a:off x="8181377" y="7964181"/>
            <a:ext cx="579213" cy="16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9" b="0" i="0">
                <a:solidFill>
                  <a:srgbClr val="79D6E4"/>
                </a:solidFill>
                <a:latin typeface="Consolas"/>
                <a:ea typeface="Consolas"/>
                <a:cs typeface="Consolas"/>
              </a:defRPr>
            </a:defPPr>
          </a:lstStyle>
          <a:p xmlns:a="http://schemas.openxmlformats.org/drawingml/2006/main">
            <a:pPr algn="l">
              <a:lnSpc>
                <a:spcPct val="100000"/>
              </a:lnSpc>
              <a:buNone/>
              <a:defRPr sz="929" b="0" i="0">
                <a:solidFill>
                  <a:srgbClr val="79D6E4"/>
                </a:solidFill>
                <a:latin typeface="Consolas"/>
                <a:ea typeface="Consolas"/>
                <a:cs typeface="Consolas"/>
              </a:defRPr>
            </a:pPr>
            <a:r>
              <a:rPr sz="929" b="0" i="0">
                <a:solidFill>
                  <a:srgbClr val="79D6E4"/>
                </a:solidFill>
                <a:latin typeface="Consolas"/>
                <a:ea typeface="Consolas"/>
                <a:cs typeface="Consolas"/>
              </a:rPr>
              <a:t>sampler:</a:t>
            </a:r>
          </a:p>
        </p:txBody>
      </p:sp>
      <p:sp>
        <p:nvSpPr>
          <p:cNvPr id="95" name="random">
            <a:extLst xmlns:a="http://schemas.openxmlformats.org/drawingml/2006/main">
              <a:ext uri="{FF2B5EF4-FFF2-40B4-BE49-F238E27FC236}">
                <a16:creationId xmlns:a16="http://schemas.microsoft.com/office/drawing/2014/main" id="{AE14C822-008D-45DB-B318-50385B5C6098}"/>
              </a:ext>
            </a:extLst>
          </p:cNvPr>
          <p:cNvSpPr>
            <a:spLocks xmlns:a="http://schemas.openxmlformats.org/drawingml/2006/main" noGrp="1"/>
          </p:cNvSpPr>
          <p:nvPr/>
        </p:nvSpPr>
        <p:spPr>
          <a:xfrm xmlns:a="http://schemas.openxmlformats.org/drawingml/2006/main" rot="0">
            <a:off x="8760590" y="7955371"/>
            <a:ext cx="492331" cy="2091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6" b="0" i="0">
                <a:solidFill>
                  <a:srgbClr val="F1EB71"/>
                </a:solidFill>
                <a:latin typeface="Consolas"/>
                <a:ea typeface="Consolas"/>
                <a:cs typeface="Consolas"/>
              </a:defRPr>
            </a:defPPr>
          </a:lstStyle>
          <a:p xmlns:a="http://schemas.openxmlformats.org/drawingml/2006/main">
            <a:pPr algn="l">
              <a:lnSpc>
                <a:spcPct val="100000"/>
              </a:lnSpc>
              <a:buNone/>
              <a:defRPr sz="1176" b="0" i="0">
                <a:solidFill>
                  <a:srgbClr val="F1EB71"/>
                </a:solidFill>
                <a:latin typeface="Consolas"/>
                <a:ea typeface="Consolas"/>
                <a:cs typeface="Consolas"/>
              </a:defRPr>
            </a:pPr>
            <a:r>
              <a:rPr sz="1176" b="0" i="0">
                <a:solidFill>
                  <a:srgbClr val="F1EB71"/>
                </a:solidFill>
                <a:latin typeface="Consolas"/>
                <a:ea typeface="Consolas"/>
                <a:cs typeface="Consolas"/>
              </a:rPr>
              <a:t>random</a:t>
            </a:r>
          </a:p>
        </p:txBody>
      </p:sp>
      <p:sp>
        <p:nvSpPr>
          <p:cNvPr id="96" name="den:">
            <a:extLst xmlns:a="http://schemas.openxmlformats.org/drawingml/2006/main">
              <a:ext uri="{FF2B5EF4-FFF2-40B4-BE49-F238E27FC236}">
                <a16:creationId xmlns:a16="http://schemas.microsoft.com/office/drawing/2014/main" id="{13C58E9E-D1A5-4252-B8D6-BB4531DA8713}"/>
              </a:ext>
            </a:extLst>
          </p:cNvPr>
          <p:cNvSpPr>
            <a:spLocks xmlns:a="http://schemas.openxmlformats.org/drawingml/2006/main" noGrp="1"/>
          </p:cNvSpPr>
          <p:nvPr/>
        </p:nvSpPr>
        <p:spPr>
          <a:xfrm xmlns:a="http://schemas.openxmlformats.org/drawingml/2006/main" rot="0">
            <a:off x="8181377" y="8126816"/>
            <a:ext cx="289606" cy="184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8" b="0" i="0">
                <a:solidFill>
                  <a:srgbClr val="79D6E4"/>
                </a:solidFill>
                <a:latin typeface="Consolas"/>
                <a:ea typeface="Consolas"/>
                <a:cs typeface="Consolas"/>
              </a:defRPr>
            </a:defPPr>
          </a:lstStyle>
          <a:p xmlns:a="http://schemas.openxmlformats.org/drawingml/2006/main">
            <a:pPr algn="l">
              <a:lnSpc>
                <a:spcPct val="100000"/>
              </a:lnSpc>
              <a:buNone/>
              <a:defRPr sz="1038" b="0" i="0">
                <a:solidFill>
                  <a:srgbClr val="79D6E4"/>
                </a:solidFill>
                <a:latin typeface="Consolas"/>
                <a:ea typeface="Consolas"/>
                <a:cs typeface="Consolas"/>
              </a:defRPr>
            </a:pPr>
            <a:r>
              <a:rPr sz="1038" b="0" i="0">
                <a:solidFill>
                  <a:srgbClr val="79D6E4"/>
                </a:solidFill>
                <a:latin typeface="Consolas"/>
                <a:ea typeface="Consolas"/>
                <a:cs typeface="Consolas"/>
              </a:rPr>
              <a:t>den:</a:t>
            </a:r>
          </a:p>
        </p:txBody>
      </p:sp>
      <p:sp>
        <p:nvSpPr>
          <p:cNvPr id="97" name="1.4">
            <a:extLst xmlns:a="http://schemas.openxmlformats.org/drawingml/2006/main">
              <a:ext uri="{FF2B5EF4-FFF2-40B4-BE49-F238E27FC236}">
                <a16:creationId xmlns:a16="http://schemas.microsoft.com/office/drawing/2014/main" id="{7D7B0903-5579-4B90-9D4A-D4AE9A1B3B79}"/>
              </a:ext>
            </a:extLst>
          </p:cNvPr>
          <p:cNvSpPr>
            <a:spLocks xmlns:a="http://schemas.openxmlformats.org/drawingml/2006/main" noGrp="1"/>
          </p:cNvSpPr>
          <p:nvPr/>
        </p:nvSpPr>
        <p:spPr>
          <a:xfrm xmlns:a="http://schemas.openxmlformats.org/drawingml/2006/main" rot="0">
            <a:off x="8485464" y="8120665"/>
            <a:ext cx="253405" cy="2153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11" b="0" i="0">
                <a:solidFill>
                  <a:srgbClr val="BD91E4"/>
                </a:solidFill>
                <a:latin typeface="Consolas"/>
                <a:ea typeface="Consolas"/>
                <a:cs typeface="Consolas"/>
              </a:defRPr>
            </a:defPPr>
          </a:lstStyle>
          <a:p xmlns:a="http://schemas.openxmlformats.org/drawingml/2006/main">
            <a:pPr algn="l">
              <a:lnSpc>
                <a:spcPct val="100000"/>
              </a:lnSpc>
              <a:buNone/>
              <a:defRPr sz="1211" b="0" i="0">
                <a:solidFill>
                  <a:srgbClr val="BD91E4"/>
                </a:solidFill>
                <a:latin typeface="Consolas"/>
                <a:ea typeface="Consolas"/>
                <a:cs typeface="Consolas"/>
              </a:defRPr>
            </a:pPr>
            <a:r>
              <a:rPr sz="1211" b="0" i="0">
                <a:solidFill>
                  <a:srgbClr val="BD91E4"/>
                </a:solidFill>
                <a:latin typeface="Consolas"/>
                <a:ea typeface="Consolas"/>
                <a:cs typeface="Consolas"/>
              </a:rPr>
              <a:t>1.4</a:t>
            </a:r>
          </a:p>
        </p:txBody>
      </p:sp>
      <p:sp>
        <p:nvSpPr>
          <p:cNvPr id="98" name="sampler:">
            <a:extLst xmlns:a="http://schemas.openxmlformats.org/drawingml/2006/main">
              <a:ext uri="{FF2B5EF4-FFF2-40B4-BE49-F238E27FC236}">
                <a16:creationId xmlns:a16="http://schemas.microsoft.com/office/drawing/2014/main" id="{800697AD-3C6F-4146-8C36-F18D03919D0E}"/>
              </a:ext>
            </a:extLst>
          </p:cNvPr>
          <p:cNvSpPr>
            <a:spLocks xmlns:a="http://schemas.openxmlformats.org/drawingml/2006/main" noGrp="1"/>
          </p:cNvSpPr>
          <p:nvPr/>
        </p:nvSpPr>
        <p:spPr>
          <a:xfrm xmlns:a="http://schemas.openxmlformats.org/drawingml/2006/main" rot="0">
            <a:off x="8181377" y="8514433"/>
            <a:ext cx="579213" cy="16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9" b="0" i="0">
                <a:solidFill>
                  <a:srgbClr val="79D6E4"/>
                </a:solidFill>
                <a:latin typeface="Consolas"/>
                <a:ea typeface="Consolas"/>
                <a:cs typeface="Consolas"/>
              </a:defRPr>
            </a:defPPr>
          </a:lstStyle>
          <a:p xmlns:a="http://schemas.openxmlformats.org/drawingml/2006/main">
            <a:pPr algn="l">
              <a:lnSpc>
                <a:spcPct val="100000"/>
              </a:lnSpc>
              <a:buNone/>
              <a:defRPr sz="929" b="0" i="0">
                <a:solidFill>
                  <a:srgbClr val="79D6E4"/>
                </a:solidFill>
                <a:latin typeface="Consolas"/>
                <a:ea typeface="Consolas"/>
                <a:cs typeface="Consolas"/>
              </a:defRPr>
            </a:pPr>
            <a:r>
              <a:rPr sz="929" b="0" i="0">
                <a:solidFill>
                  <a:srgbClr val="79D6E4"/>
                </a:solidFill>
                <a:latin typeface="Consolas"/>
                <a:ea typeface="Consolas"/>
                <a:cs typeface="Consolas"/>
              </a:rPr>
              <a:t>sampler:</a:t>
            </a:r>
          </a:p>
        </p:txBody>
      </p:sp>
      <p:sp>
        <p:nvSpPr>
          <p:cNvPr id="99" name="possion">
            <a:extLst xmlns:a="http://schemas.openxmlformats.org/drawingml/2006/main">
              <a:ext uri="{FF2B5EF4-FFF2-40B4-BE49-F238E27FC236}">
                <a16:creationId xmlns:a16="http://schemas.microsoft.com/office/drawing/2014/main" id="{F37980E1-8FEB-47FD-A014-B33E8F63F762}"/>
              </a:ext>
            </a:extLst>
          </p:cNvPr>
          <p:cNvSpPr>
            <a:spLocks xmlns:a="http://schemas.openxmlformats.org/drawingml/2006/main" noGrp="1"/>
          </p:cNvSpPr>
          <p:nvPr/>
        </p:nvSpPr>
        <p:spPr>
          <a:xfrm xmlns:a="http://schemas.openxmlformats.org/drawingml/2006/main" rot="0">
            <a:off x="8760590" y="8516634"/>
            <a:ext cx="571972" cy="154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F1EB71"/>
                </a:solidFill>
                <a:latin typeface="Consolas"/>
                <a:ea typeface="Consolas"/>
                <a:cs typeface="Consolas"/>
              </a:defRPr>
            </a:defPPr>
          </a:lstStyle>
          <a:p xmlns:a="http://schemas.openxmlformats.org/drawingml/2006/main">
            <a:pPr algn="l">
              <a:lnSpc>
                <a:spcPct val="100000"/>
              </a:lnSpc>
              <a:buNone/>
              <a:defRPr sz="867" b="0" i="0">
                <a:solidFill>
                  <a:srgbClr val="F1EB71"/>
                </a:solidFill>
                <a:latin typeface="Consolas"/>
                <a:ea typeface="Consolas"/>
                <a:cs typeface="Consolas"/>
              </a:defRPr>
            </a:pPr>
            <a:r>
              <a:rPr sz="867" b="0" i="0">
                <a:solidFill>
                  <a:srgbClr val="F1EB71"/>
                </a:solidFill>
                <a:latin typeface="Consolas"/>
                <a:ea typeface="Consolas"/>
                <a:cs typeface="Consolas"/>
              </a:rPr>
              <a:t>possion</a:t>
            </a:r>
          </a:p>
        </p:txBody>
      </p:sp>
      <p:sp>
        <p:nvSpPr>
          <p:cNvPr id="100" name="disₘᵢₙ:">
            <a:extLst xmlns:a="http://schemas.openxmlformats.org/drawingml/2006/main">
              <a:ext uri="{FF2B5EF4-FFF2-40B4-BE49-F238E27FC236}">
                <a16:creationId xmlns:a16="http://schemas.microsoft.com/office/drawing/2014/main" id="{1CDC2E20-020D-4CED-9A8C-ECBB2E54BAE7}"/>
              </a:ext>
            </a:extLst>
          </p:cNvPr>
          <p:cNvSpPr>
            <a:spLocks xmlns:a="http://schemas.openxmlformats.org/drawingml/2006/main" noGrp="1"/>
          </p:cNvSpPr>
          <p:nvPr/>
        </p:nvSpPr>
        <p:spPr>
          <a:xfrm xmlns:a="http://schemas.openxmlformats.org/drawingml/2006/main" rot="0">
            <a:off x="8181377" y="8679177"/>
            <a:ext cx="477850" cy="17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9" b="0" i="0">
                <a:solidFill>
                  <a:srgbClr val="79D6E4"/>
                </a:solidFill>
                <a:latin typeface="Consolas"/>
                <a:ea typeface="Consolas"/>
                <a:cs typeface="Consolas"/>
              </a:defRPr>
            </a:defPPr>
          </a:lstStyle>
          <a:p xmlns:a="http://schemas.openxmlformats.org/drawingml/2006/main">
            <a:pPr algn="l">
              <a:lnSpc>
                <a:spcPct val="100000"/>
              </a:lnSpc>
              <a:buNone/>
              <a:defRPr sz="979" b="0" i="0">
                <a:solidFill>
                  <a:srgbClr val="79D6E4"/>
                </a:solidFill>
                <a:latin typeface="Consolas"/>
                <a:ea typeface="Consolas"/>
                <a:cs typeface="Consolas"/>
              </a:defRPr>
            </a:pPr>
            <a:r>
              <a:rPr sz="979" b="0" i="0">
                <a:solidFill>
                  <a:srgbClr val="79D6E4"/>
                </a:solidFill>
                <a:latin typeface="Consolas"/>
                <a:ea typeface="Consolas"/>
                <a:cs typeface="Consolas"/>
              </a:rPr>
              <a:t>disₘᵢₙ:</a:t>
            </a:r>
          </a:p>
        </p:txBody>
      </p:sp>
      <p:sp>
        <p:nvSpPr>
          <p:cNvPr id="101" name="0.5">
            <a:extLst xmlns:a="http://schemas.openxmlformats.org/drawingml/2006/main">
              <a:ext uri="{FF2B5EF4-FFF2-40B4-BE49-F238E27FC236}">
                <a16:creationId xmlns:a16="http://schemas.microsoft.com/office/drawing/2014/main" id="{02F1D3B7-7E33-461E-A5B9-79223DB4BD02}"/>
              </a:ext>
            </a:extLst>
          </p:cNvPr>
          <p:cNvSpPr>
            <a:spLocks xmlns:a="http://schemas.openxmlformats.org/drawingml/2006/main" noGrp="1"/>
          </p:cNvSpPr>
          <p:nvPr/>
        </p:nvSpPr>
        <p:spPr>
          <a:xfrm xmlns:a="http://schemas.openxmlformats.org/drawingml/2006/main" rot="0">
            <a:off x="8651987" y="8670917"/>
            <a:ext cx="253405" cy="2153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11" b="0" i="0">
                <a:solidFill>
                  <a:srgbClr val="BD91E4"/>
                </a:solidFill>
                <a:latin typeface="Consolas"/>
                <a:ea typeface="Consolas"/>
                <a:cs typeface="Consolas"/>
              </a:defRPr>
            </a:defPPr>
          </a:lstStyle>
          <a:p xmlns:a="http://schemas.openxmlformats.org/drawingml/2006/main">
            <a:pPr algn="l">
              <a:lnSpc>
                <a:spcPct val="100000"/>
              </a:lnSpc>
              <a:buNone/>
              <a:defRPr sz="1211" b="0" i="0">
                <a:solidFill>
                  <a:srgbClr val="BD91E4"/>
                </a:solidFill>
                <a:latin typeface="Consolas"/>
                <a:ea typeface="Consolas"/>
                <a:cs typeface="Consolas"/>
              </a:defRPr>
            </a:pPr>
            <a:r>
              <a:rPr sz="1211" b="0" i="0">
                <a:solidFill>
                  <a:srgbClr val="BD91E4"/>
                </a:solidFill>
                <a:latin typeface="Consolas"/>
                <a:ea typeface="Consolas"/>
                <a:cs typeface="Consolas"/>
              </a:rPr>
              <a:t>0.5</a:t>
            </a:r>
          </a:p>
        </p:txBody>
      </p:sp>
      <p:sp>
        <p:nvSpPr>
          <p:cNvPr id="102" name="deₘₐₓ:">
            <a:extLst xmlns:a="http://schemas.openxmlformats.org/drawingml/2006/main">
              <a:ext uri="{FF2B5EF4-FFF2-40B4-BE49-F238E27FC236}">
                <a16:creationId xmlns:a16="http://schemas.microsoft.com/office/drawing/2014/main" id="{48EC5835-173D-46BC-BED9-FE932E73CB5B}"/>
              </a:ext>
            </a:extLst>
          </p:cNvPr>
          <p:cNvSpPr>
            <a:spLocks xmlns:a="http://schemas.openxmlformats.org/drawingml/2006/main" noGrp="1"/>
          </p:cNvSpPr>
          <p:nvPr/>
        </p:nvSpPr>
        <p:spPr>
          <a:xfrm xmlns:a="http://schemas.openxmlformats.org/drawingml/2006/main" rot="0">
            <a:off x="8934354" y="8673377"/>
            <a:ext cx="477850" cy="20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42" b="0" i="0">
                <a:solidFill>
                  <a:srgbClr val="79D6E4"/>
                </a:solidFill>
                <a:latin typeface="Consolas"/>
                <a:ea typeface="Consolas"/>
                <a:cs typeface="Consolas"/>
              </a:defRPr>
            </a:defPPr>
          </a:lstStyle>
          <a:p xmlns:a="http://schemas.openxmlformats.org/drawingml/2006/main">
            <a:pPr algn="l">
              <a:lnSpc>
                <a:spcPct val="100000"/>
              </a:lnSpc>
              <a:buNone/>
              <a:defRPr sz="1142" b="0" i="0">
                <a:solidFill>
                  <a:srgbClr val="79D6E4"/>
                </a:solidFill>
                <a:latin typeface="Consolas"/>
                <a:ea typeface="Consolas"/>
                <a:cs typeface="Consolas"/>
              </a:defRPr>
            </a:pPr>
            <a:r>
              <a:rPr sz="1142" b="0" i="0">
                <a:solidFill>
                  <a:srgbClr val="79D6E4"/>
                </a:solidFill>
                <a:latin typeface="Consolas"/>
                <a:ea typeface="Consolas"/>
                <a:cs typeface="Consolas"/>
              </a:rPr>
              <a:t>deₘₐₓ:</a:t>
            </a:r>
          </a:p>
        </p:txBody>
      </p:sp>
      <p:sp>
        <p:nvSpPr>
          <p:cNvPr id="103" name="11">
            <a:extLst xmlns:a="http://schemas.openxmlformats.org/drawingml/2006/main">
              <a:ext uri="{FF2B5EF4-FFF2-40B4-BE49-F238E27FC236}">
                <a16:creationId xmlns:a16="http://schemas.microsoft.com/office/drawing/2014/main" id="{8CA1DAC2-013A-473F-B716-CAA73E28C5D4}"/>
              </a:ext>
            </a:extLst>
          </p:cNvPr>
          <p:cNvSpPr>
            <a:spLocks xmlns:a="http://schemas.openxmlformats.org/drawingml/2006/main" noGrp="1"/>
          </p:cNvSpPr>
          <p:nvPr/>
        </p:nvSpPr>
        <p:spPr>
          <a:xfrm xmlns:a="http://schemas.openxmlformats.org/drawingml/2006/main" rot="0">
            <a:off x="9397724" y="8669686"/>
            <a:ext cx="173764" cy="221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6" b="0" i="0">
                <a:solidFill>
                  <a:srgbClr val="BD91E4"/>
                </a:solidFill>
                <a:latin typeface="Consolas"/>
                <a:ea typeface="Consolas"/>
                <a:cs typeface="Consolas"/>
              </a:defRPr>
            </a:defPPr>
          </a:lstStyle>
          <a:p xmlns:a="http://schemas.openxmlformats.org/drawingml/2006/main">
            <a:pPr algn="l">
              <a:lnSpc>
                <a:spcPct val="100000"/>
              </a:lnSpc>
              <a:buNone/>
              <a:defRPr sz="1246" b="0" i="0">
                <a:solidFill>
                  <a:srgbClr val="BD91E4"/>
                </a:solidFill>
                <a:latin typeface="Consolas"/>
                <a:ea typeface="Consolas"/>
                <a:cs typeface="Consolas"/>
              </a:defRPr>
            </a:pPr>
            <a:r>
              <a:rPr sz="1246" b="0" i="0">
                <a:solidFill>
                  <a:srgbClr val="BD91E4"/>
                </a:solidFill>
                <a:latin typeface="Consolas"/>
                <a:ea typeface="Consolas"/>
                <a:cs typeface="Consolas"/>
              </a:rPr>
              <a:t>11</a:t>
            </a:r>
          </a:p>
        </p:txBody>
      </p:sp>
      <p:sp>
        <p:nvSpPr>
          <p:cNvPr id="104" name="scatter output bracket">
            <a:extLst xmlns:a="http://schemas.openxmlformats.org/drawingml/2006/main">
              <a:ext uri="{FF2B5EF4-FFF2-40B4-BE49-F238E27FC236}">
                <a16:creationId xmlns:a16="http://schemas.microsoft.com/office/drawing/2014/main" id="{4AA3432A-7FC1-406A-858C-3111972874E4}"/>
              </a:ext>
            </a:extLst>
          </p:cNvPr>
          <p:cNvSpPr>
            <a:spLocks xmlns:a="http://schemas.openxmlformats.org/drawingml/2006/main" noGrp="1"/>
          </p:cNvSpPr>
          <p:nvPr/>
        </p:nvSpPr>
        <p:spPr>
          <a:xfrm xmlns:a="http://schemas.openxmlformats.org/drawingml/2006/main">
            <a:off x="9788692" y="7244225"/>
            <a:ext cx="137708" cy="1701582"/>
          </a:xfrm>
          <a:custGeom xmlns:a="http://schemas.openxmlformats.org/drawingml/2006/main">
            <a:pathLst>
              <a:path w="181165" h="2238566">
                <a:moveTo>
                  <a:pt x="180975" y="0"/>
                </a:moveTo>
                <a:lnTo>
                  <a:pt x="66675" y="38100"/>
                </a:lnTo>
                <a:lnTo>
                  <a:pt x="66675" y="1085850"/>
                </a:lnTo>
                <a:lnTo>
                  <a:pt x="0" y="1143000"/>
                </a:lnTo>
                <a:lnTo>
                  <a:pt x="66675" y="1209675"/>
                </a:lnTo>
                <a:lnTo>
                  <a:pt x="66675" y="2181225"/>
                </a:lnTo>
                <a:lnTo>
                  <a:pt x="180975" y="2238375"/>
                </a:lnTo>
              </a:path>
            </a:pathLst>
          </a:custGeom>
          <a:noFill xmlns:a="http://schemas.openxmlformats.org/drawingml/2006/main"/>
          <a:ln xmlns:a="http://schemas.openxmlformats.org/drawingml/2006/main" w="7964">
            <a:solidFill>
              <a:srgbClr val="007FB3"/>
            </a:solidFill>
            <a:prstDash val="dash"/>
          </a:ln>
        </p:spPr>
      </p:sp>
      <p:pic>
        <p:nvPicPr>
          <p:cNvPr id="105" name="">
            <a:extLst xmlns:a="http://schemas.openxmlformats.org/drawingml/2006/main">
              <a:ext uri="{FF2B5EF4-FFF2-40B4-BE49-F238E27FC236}">
                <a16:creationId xmlns:a16="http://schemas.microsoft.com/office/drawing/2014/main" id="{48564D73-C75C-4BEA-BA8E-4E809C155E51}"/>
              </a:ext>
            </a:extLst>
          </p:cNvPr>
          <p:cNvPicPr>
            <a:picLocks xmlns:a="http://schemas.openxmlformats.org/drawingml/2006/main" noChangeAspect="1"/>
          </p:cNvPicPr>
          <p:nvPr/>
        </p:nvPicPr>
        <p:blipFill>
          <a:blip xmlns:r="http://schemas.openxmlformats.org/officeDocument/2006/relationships" xmlns:a="http://schemas.openxmlformats.org/drawingml/2006/main" r:embed="R2ea172dfb8a34872"/>
          <a:stretch xmlns:a="http://schemas.openxmlformats.org/drawingml/2006/main"/>
        </p:blipFill>
        <p:spPr>
          <a:xfrm xmlns:a="http://schemas.openxmlformats.org/drawingml/2006/main">
            <a:off x="10042098" y="7331107"/>
            <a:ext cx="984661" cy="485091"/>
          </a:xfrm>
          <a:prstGeom xmlns:a="http://schemas.openxmlformats.org/drawingml/2006/main" prst="rect">
            <a:avLst/>
          </a:prstGeom>
        </p:spPr>
      </p:pic>
      <p:sp>
        <p:nvSpPr>
          <p:cNvPr id="106" name="a">
            <a:extLst xmlns:a="http://schemas.openxmlformats.org/drawingml/2006/main">
              <a:ext uri="{FF2B5EF4-FFF2-40B4-BE49-F238E27FC236}">
                <a16:creationId xmlns:a16="http://schemas.microsoft.com/office/drawing/2014/main" id="{72F91A0C-0891-43B4-AFCC-E8DAC10E9AAE}"/>
              </a:ext>
            </a:extLst>
          </p:cNvPr>
          <p:cNvSpPr>
            <a:spLocks xmlns:a="http://schemas.openxmlformats.org/drawingml/2006/main" noGrp="1"/>
          </p:cNvSpPr>
          <p:nvPr/>
        </p:nvSpPr>
        <p:spPr>
          <a:xfrm xmlns:a="http://schemas.openxmlformats.org/drawingml/2006/main" rot="0">
            <a:off x="10027617" y="7232819"/>
            <a:ext cx="86882" cy="274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ED5362"/>
                </a:solidFill>
                <a:latin typeface="Times New Roman"/>
                <a:ea typeface="Times New Roman"/>
                <a:cs typeface="Times New Roman"/>
              </a:defRPr>
            </a:defPPr>
          </a:lstStyle>
          <a:p xmlns:a="http://schemas.openxmlformats.org/drawingml/2006/main">
            <a:pPr algn="l">
              <a:lnSpc>
                <a:spcPct val="100000"/>
              </a:lnSpc>
              <a:buNone/>
              <a:defRPr sz="1542" b="0" i="0">
                <a:solidFill>
                  <a:srgbClr val="ED5362"/>
                </a:solidFill>
                <a:latin typeface="Times New Roman"/>
                <a:ea typeface="Times New Roman"/>
                <a:cs typeface="Times New Roman"/>
              </a:defRPr>
            </a:pPr>
            <a:r>
              <a:rPr sz="1542" b="0" i="0">
                <a:solidFill>
                  <a:srgbClr val="ED5362"/>
                </a:solidFill>
                <a:latin typeface="Times New Roman"/>
                <a:ea typeface="Times New Roman"/>
                <a:cs typeface="Times New Roman"/>
              </a:rPr>
              <a:t>a</a:t>
            </a:r>
          </a:p>
        </p:txBody>
      </p:sp>
      <p:pic>
        <p:nvPicPr>
          <p:cNvPr id="107" name="">
            <a:extLst xmlns:a="http://schemas.openxmlformats.org/drawingml/2006/main">
              <a:ext uri="{FF2B5EF4-FFF2-40B4-BE49-F238E27FC236}">
                <a16:creationId xmlns:a16="http://schemas.microsoft.com/office/drawing/2014/main" id="{D43A36D0-177F-4FF3-A7B4-9935B2C0D2F3}"/>
              </a:ext>
            </a:extLst>
          </p:cNvPr>
          <p:cNvPicPr>
            <a:picLocks xmlns:a="http://schemas.openxmlformats.org/drawingml/2006/main" noChangeAspect="1"/>
          </p:cNvPicPr>
          <p:nvPr/>
        </p:nvPicPr>
        <p:blipFill>
          <a:blip xmlns:r="http://schemas.openxmlformats.org/officeDocument/2006/relationships" xmlns:a="http://schemas.openxmlformats.org/drawingml/2006/main" r:embed="Re86f3ad2b6db4868"/>
          <a:stretch xmlns:a="http://schemas.openxmlformats.org/drawingml/2006/main"/>
        </p:blipFill>
        <p:spPr>
          <a:xfrm xmlns:a="http://schemas.openxmlformats.org/drawingml/2006/main">
            <a:off x="10042098" y="7888599"/>
            <a:ext cx="984661" cy="506811"/>
          </a:xfrm>
          <a:prstGeom xmlns:a="http://schemas.openxmlformats.org/drawingml/2006/main" prst="rect">
            <a:avLst/>
          </a:prstGeom>
        </p:spPr>
      </p:pic>
      <p:sp>
        <p:nvSpPr>
          <p:cNvPr id="108" name="b">
            <a:extLst xmlns:a="http://schemas.openxmlformats.org/drawingml/2006/main">
              <a:ext uri="{FF2B5EF4-FFF2-40B4-BE49-F238E27FC236}">
                <a16:creationId xmlns:a16="http://schemas.microsoft.com/office/drawing/2014/main" id="{87B86A5E-4999-434F-9700-71535546156F}"/>
              </a:ext>
            </a:extLst>
          </p:cNvPr>
          <p:cNvSpPr>
            <a:spLocks xmlns:a="http://schemas.openxmlformats.org/drawingml/2006/main" noGrp="1"/>
          </p:cNvSpPr>
          <p:nvPr/>
        </p:nvSpPr>
        <p:spPr>
          <a:xfrm xmlns:a="http://schemas.openxmlformats.org/drawingml/2006/main" rot="0">
            <a:off x="10027617" y="7844472"/>
            <a:ext cx="86882" cy="2206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1" b="0" i="0">
                <a:solidFill>
                  <a:srgbClr val="F5C82B"/>
                </a:solidFill>
                <a:latin typeface="Times New Roman"/>
                <a:ea typeface="Times New Roman"/>
                <a:cs typeface="Times New Roman"/>
              </a:defRPr>
            </a:defPPr>
          </a:lstStyle>
          <a:p xmlns:a="http://schemas.openxmlformats.org/drawingml/2006/main">
            <a:pPr algn="l">
              <a:lnSpc>
                <a:spcPct val="100000"/>
              </a:lnSpc>
              <a:buNone/>
              <a:defRPr sz="1241" b="0" i="0">
                <a:solidFill>
                  <a:srgbClr val="F5C82B"/>
                </a:solidFill>
                <a:latin typeface="Times New Roman"/>
                <a:ea typeface="Times New Roman"/>
                <a:cs typeface="Times New Roman"/>
              </a:defRPr>
            </a:pPr>
            <a:r>
              <a:rPr sz="1241" b="0" i="0">
                <a:solidFill>
                  <a:srgbClr val="F5C82B"/>
                </a:solidFill>
                <a:latin typeface="Times New Roman"/>
                <a:ea typeface="Times New Roman"/>
                <a:cs typeface="Times New Roman"/>
              </a:rPr>
              <a:t>b</a:t>
            </a:r>
          </a:p>
        </p:txBody>
      </p:sp>
      <p:pic>
        <p:nvPicPr>
          <p:cNvPr id="109" name="">
            <a:extLst xmlns:a="http://schemas.openxmlformats.org/drawingml/2006/main">
              <a:ext uri="{FF2B5EF4-FFF2-40B4-BE49-F238E27FC236}">
                <a16:creationId xmlns:a16="http://schemas.microsoft.com/office/drawing/2014/main" id="{5AB2CD13-5FBD-42ED-8ACE-0E98F275D2C5}"/>
              </a:ext>
            </a:extLst>
          </p:cNvPr>
          <p:cNvPicPr>
            <a:picLocks xmlns:a="http://schemas.openxmlformats.org/drawingml/2006/main" noChangeAspect="1"/>
          </p:cNvPicPr>
          <p:nvPr/>
        </p:nvPicPr>
        <p:blipFill>
          <a:blip xmlns:r="http://schemas.openxmlformats.org/officeDocument/2006/relationships" xmlns:a="http://schemas.openxmlformats.org/drawingml/2006/main" r:embed="R9d5970c0ee3a4eca"/>
          <a:stretch xmlns:a="http://schemas.openxmlformats.org/drawingml/2006/main"/>
        </p:blipFill>
        <p:spPr>
          <a:xfrm xmlns:a="http://schemas.openxmlformats.org/drawingml/2006/main">
            <a:off x="10042098" y="8467812"/>
            <a:ext cx="984661" cy="506811"/>
          </a:xfrm>
          <a:prstGeom xmlns:a="http://schemas.openxmlformats.org/drawingml/2006/main" prst="rect">
            <a:avLst/>
          </a:prstGeom>
        </p:spPr>
      </p:pic>
      <p:sp>
        <p:nvSpPr>
          <p:cNvPr id="110" name="c">
            <a:extLst xmlns:a="http://schemas.openxmlformats.org/drawingml/2006/main">
              <a:ext uri="{FF2B5EF4-FFF2-40B4-BE49-F238E27FC236}">
                <a16:creationId xmlns:a16="http://schemas.microsoft.com/office/drawing/2014/main" id="{793CAEAF-354E-4888-B138-7A2CDC12B924}"/>
              </a:ext>
            </a:extLst>
          </p:cNvPr>
          <p:cNvSpPr>
            <a:spLocks xmlns:a="http://schemas.openxmlformats.org/drawingml/2006/main" noGrp="1"/>
          </p:cNvSpPr>
          <p:nvPr/>
        </p:nvSpPr>
        <p:spPr>
          <a:xfrm xmlns:a="http://schemas.openxmlformats.org/drawingml/2006/main" rot="0">
            <a:off x="10027617" y="8434685"/>
            <a:ext cx="86882" cy="274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43C7DF"/>
                </a:solidFill>
                <a:latin typeface="Times New Roman"/>
                <a:ea typeface="Times New Roman"/>
                <a:cs typeface="Times New Roman"/>
              </a:defRPr>
            </a:defPPr>
          </a:lstStyle>
          <a:p xmlns:a="http://schemas.openxmlformats.org/drawingml/2006/main">
            <a:pPr algn="l">
              <a:lnSpc>
                <a:spcPct val="100000"/>
              </a:lnSpc>
              <a:buNone/>
              <a:defRPr sz="1542" b="0" i="0">
                <a:solidFill>
                  <a:srgbClr val="43C7DF"/>
                </a:solidFill>
                <a:latin typeface="Times New Roman"/>
                <a:ea typeface="Times New Roman"/>
                <a:cs typeface="Times New Roman"/>
              </a:defRPr>
            </a:pPr>
            <a:r>
              <a:rPr sz="1542" b="0" i="0">
                <a:solidFill>
                  <a:srgbClr val="43C7DF"/>
                </a:solidFill>
                <a:latin typeface="Times New Roman"/>
                <a:ea typeface="Times New Roman"/>
                <a:cs typeface="Times New Roman"/>
              </a:rPr>
              <a:t>c</a:t>
            </a:r>
          </a:p>
        </p:txBody>
      </p:sp>
      <p:sp>
        <p:nvSpPr>
          <p:cNvPr id="111" name="params group">
            <a:extLst xmlns:a="http://schemas.openxmlformats.org/drawingml/2006/main">
              <a:ext uri="{FF2B5EF4-FFF2-40B4-BE49-F238E27FC236}">
                <a16:creationId xmlns:a16="http://schemas.microsoft.com/office/drawing/2014/main" id="{D9963C7E-FEC1-412E-A72C-814071C5648B}"/>
              </a:ext>
            </a:extLst>
          </p:cNvPr>
          <p:cNvSpPr>
            <a:spLocks xmlns:a="http://schemas.openxmlformats.org/drawingml/2006/main" noGrp="1"/>
          </p:cNvSpPr>
          <p:nvPr/>
        </p:nvSpPr>
        <p:spPr>
          <a:xfrm xmlns:a="http://schemas.openxmlformats.org/drawingml/2006/main">
            <a:off x="11468409" y="7265946"/>
            <a:ext cx="1201866" cy="796417"/>
          </a:xfrm>
          <a:custGeom xmlns:a="http://schemas.openxmlformats.org/drawingml/2006/main">
            <a:pathLst>
              <a:path w="1581150" h="1047750">
                <a:moveTo>
                  <a:pt x="28575" y="0"/>
                </a:moveTo>
                <a:lnTo>
                  <a:pt x="1552575" y="0"/>
                </a:lnTo>
                <a:cubicBezTo>
                  <a:pt x="1568357" y="0"/>
                  <a:pt x="1581150" y="12793"/>
                  <a:pt x="1581150" y="28575"/>
                </a:cubicBezTo>
                <a:lnTo>
                  <a:pt x="1581150" y="1019175"/>
                </a:lnTo>
                <a:cubicBezTo>
                  <a:pt x="1581150" y="1034957"/>
                  <a:pt x="1568357" y="1047750"/>
                  <a:pt x="1552575" y="1047750"/>
                </a:cubicBezTo>
                <a:lnTo>
                  <a:pt x="28575" y="1047750"/>
                </a:lnTo>
                <a:cubicBezTo>
                  <a:pt x="12793" y="1047750"/>
                  <a:pt x="0" y="1034957"/>
                  <a:pt x="0" y="10191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112" name="">
            <a:extLst xmlns:a="http://schemas.openxmlformats.org/drawingml/2006/main">
              <a:ext uri="{FF2B5EF4-FFF2-40B4-BE49-F238E27FC236}">
                <a16:creationId xmlns:a16="http://schemas.microsoft.com/office/drawing/2014/main" id="{21597FBB-EE03-4A4A-84ED-4AA9A668F822}"/>
              </a:ext>
            </a:extLst>
          </p:cNvPr>
          <p:cNvPicPr>
            <a:picLocks xmlns:a="http://schemas.openxmlformats.org/drawingml/2006/main" noChangeAspect="1"/>
          </p:cNvPicPr>
          <p:nvPr/>
        </p:nvPicPr>
        <p:blipFill>
          <a:blip xmlns:r="http://schemas.openxmlformats.org/officeDocument/2006/relationships" xmlns:a="http://schemas.openxmlformats.org/drawingml/2006/main" r:embed="R5f44b85c0ce14f9d"/>
          <a:stretch xmlns:a="http://schemas.openxmlformats.org/drawingml/2006/main"/>
        </p:blipFill>
        <p:spPr>
          <a:xfrm xmlns:a="http://schemas.openxmlformats.org/drawingml/2006/main">
            <a:off x="11540810" y="7316627"/>
            <a:ext cx="260646" cy="253405"/>
          </a:xfrm>
          <a:prstGeom xmlns:a="http://schemas.openxmlformats.org/drawingml/2006/main" prst="rect">
            <a:avLst/>
          </a:prstGeom>
        </p:spPr>
      </p:pic>
      <p:sp>
        <p:nvSpPr>
          <p:cNvPr id="113" name="params">
            <a:extLst xmlns:a="http://schemas.openxmlformats.org/drawingml/2006/main">
              <a:ext uri="{FF2B5EF4-FFF2-40B4-BE49-F238E27FC236}">
                <a16:creationId xmlns:a16="http://schemas.microsoft.com/office/drawing/2014/main" id="{7C287F87-EF85-407B-8C72-911AF1CE852D}"/>
              </a:ext>
            </a:extLst>
          </p:cNvPr>
          <p:cNvSpPr>
            <a:spLocks xmlns:a="http://schemas.openxmlformats.org/drawingml/2006/main" noGrp="1"/>
          </p:cNvSpPr>
          <p:nvPr/>
        </p:nvSpPr>
        <p:spPr>
          <a:xfrm xmlns:a="http://schemas.openxmlformats.org/drawingml/2006/main" rot="0">
            <a:off x="11844897" y="7318224"/>
            <a:ext cx="774697" cy="317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88" b="1" i="0">
                <a:solidFill>
                  <a:srgbClr val="454545"/>
                </a:solidFill>
                <a:latin typeface="Times New Roman"/>
                <a:ea typeface="Times New Roman"/>
                <a:cs typeface="Times New Roman"/>
              </a:defRPr>
            </a:defPPr>
          </a:lstStyle>
          <a:p xmlns:a="http://schemas.openxmlformats.org/drawingml/2006/main">
            <a:pPr algn="l">
              <a:lnSpc>
                <a:spcPct val="100000"/>
              </a:lnSpc>
              <a:buNone/>
              <a:defRPr sz="1788" b="1" i="0">
                <a:solidFill>
                  <a:srgbClr val="454545"/>
                </a:solidFill>
                <a:latin typeface="Times New Roman"/>
                <a:ea typeface="Times New Roman"/>
                <a:cs typeface="Times New Roman"/>
              </a:defRPr>
            </a:pPr>
            <a:r>
              <a:rPr sz="1788" b="1" i="0">
                <a:solidFill>
                  <a:srgbClr val="454545"/>
                </a:solidFill>
                <a:latin typeface="Times New Roman"/>
                <a:ea typeface="Times New Roman"/>
                <a:cs typeface="Times New Roman"/>
              </a:rPr>
              <a:t>params</a:t>
            </a:r>
          </a:p>
        </p:txBody>
      </p:sp>
      <p:sp>
        <p:nvSpPr>
          <p:cNvPr id="114" name="warp, amplitude,">
            <a:extLst xmlns:a="http://schemas.openxmlformats.org/drawingml/2006/main">
              <a:ext uri="{FF2B5EF4-FFF2-40B4-BE49-F238E27FC236}">
                <a16:creationId xmlns:a16="http://schemas.microsoft.com/office/drawing/2014/main" id="{78591951-212F-4D5C-850A-CF38533457FC}"/>
              </a:ext>
            </a:extLst>
          </p:cNvPr>
          <p:cNvSpPr>
            <a:spLocks xmlns:a="http://schemas.openxmlformats.org/drawingml/2006/main" noGrp="1"/>
          </p:cNvSpPr>
          <p:nvPr/>
        </p:nvSpPr>
        <p:spPr>
          <a:xfrm xmlns:a="http://schemas.openxmlformats.org/drawingml/2006/main" rot="0">
            <a:off x="11562531" y="7655537"/>
            <a:ext cx="1028102" cy="151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3" b="1" i="0">
                <a:solidFill>
                  <a:srgbClr val="8B8B8B"/>
                </a:solidFill>
                <a:latin typeface="Times New Roman"/>
                <a:ea typeface="Times New Roman"/>
                <a:cs typeface="Times New Roman"/>
              </a:defRPr>
            </a:defPPr>
          </a:lstStyle>
          <a:p xmlns:a="http://schemas.openxmlformats.org/drawingml/2006/main">
            <a:pPr algn="l">
              <a:lnSpc>
                <a:spcPct val="100000"/>
              </a:lnSpc>
              <a:buNone/>
              <a:defRPr sz="853" b="1" i="0">
                <a:solidFill>
                  <a:srgbClr val="8B8B8B"/>
                </a:solidFill>
                <a:latin typeface="Times New Roman"/>
                <a:ea typeface="Times New Roman"/>
                <a:cs typeface="Times New Roman"/>
              </a:defRPr>
            </a:pPr>
            <a:r>
              <a:rPr sz="853" b="1" i="0">
                <a:solidFill>
                  <a:srgbClr val="8B8B8B"/>
                </a:solidFill>
                <a:latin typeface="Times New Roman"/>
                <a:ea typeface="Times New Roman"/>
                <a:cs typeface="Times New Roman"/>
              </a:rPr>
              <a:t>warp, amplitude,</a:t>
            </a:r>
          </a:p>
        </p:txBody>
      </p:sp>
      <p:sp>
        <p:nvSpPr>
          <p:cNvPr id="115" name="density, slope...">
            <a:extLst xmlns:a="http://schemas.openxmlformats.org/drawingml/2006/main">
              <a:ext uri="{FF2B5EF4-FFF2-40B4-BE49-F238E27FC236}">
                <a16:creationId xmlns:a16="http://schemas.microsoft.com/office/drawing/2014/main" id="{1871F546-B0CA-4D80-AF1F-86508B6FE226}"/>
              </a:ext>
            </a:extLst>
          </p:cNvPr>
          <p:cNvSpPr>
            <a:spLocks xmlns:a="http://schemas.openxmlformats.org/drawingml/2006/main" noGrp="1"/>
          </p:cNvSpPr>
          <p:nvPr/>
        </p:nvSpPr>
        <p:spPr>
          <a:xfrm xmlns:a="http://schemas.openxmlformats.org/drawingml/2006/main" rot="0">
            <a:off x="11562531" y="7829301"/>
            <a:ext cx="1028102" cy="151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3" b="1" i="0">
                <a:solidFill>
                  <a:srgbClr val="8B8B8B"/>
                </a:solidFill>
                <a:latin typeface="Times New Roman"/>
                <a:ea typeface="Times New Roman"/>
                <a:cs typeface="Times New Roman"/>
              </a:defRPr>
            </a:defPPr>
          </a:lstStyle>
          <a:p xmlns:a="http://schemas.openxmlformats.org/drawingml/2006/main">
            <a:pPr algn="l">
              <a:lnSpc>
                <a:spcPct val="100000"/>
              </a:lnSpc>
              <a:buNone/>
              <a:defRPr sz="853" b="1" i="0">
                <a:solidFill>
                  <a:srgbClr val="8B8B8B"/>
                </a:solidFill>
                <a:latin typeface="Times New Roman"/>
                <a:ea typeface="Times New Roman"/>
                <a:cs typeface="Times New Roman"/>
              </a:defRPr>
            </a:pPr>
            <a:r>
              <a:rPr sz="853" b="1" i="0">
                <a:solidFill>
                  <a:srgbClr val="8B8B8B"/>
                </a:solidFill>
                <a:latin typeface="Times New Roman"/>
                <a:ea typeface="Times New Roman"/>
                <a:cs typeface="Times New Roman"/>
              </a:rPr>
              <a:t>density, slope...</a:t>
            </a:r>
          </a:p>
        </p:txBody>
      </p:sp>
      <p:sp>
        <p:nvSpPr>
          <p:cNvPr id="116" name="scatter group">
            <a:extLst xmlns:a="http://schemas.openxmlformats.org/drawingml/2006/main">
              <a:ext uri="{FF2B5EF4-FFF2-40B4-BE49-F238E27FC236}">
                <a16:creationId xmlns:a16="http://schemas.microsoft.com/office/drawing/2014/main" id="{4E525E35-A2A3-444F-98CF-92A38D12E1D7}"/>
              </a:ext>
            </a:extLst>
          </p:cNvPr>
          <p:cNvSpPr>
            <a:spLocks xmlns:a="http://schemas.openxmlformats.org/drawingml/2006/main" noGrp="1"/>
          </p:cNvSpPr>
          <p:nvPr/>
        </p:nvSpPr>
        <p:spPr>
          <a:xfrm xmlns:a="http://schemas.openxmlformats.org/drawingml/2006/main">
            <a:off x="12829558" y="7265946"/>
            <a:ext cx="1201866" cy="796417"/>
          </a:xfrm>
          <a:custGeom xmlns:a="http://schemas.openxmlformats.org/drawingml/2006/main">
            <a:pathLst>
              <a:path w="1581150" h="1047750">
                <a:moveTo>
                  <a:pt x="28575" y="0"/>
                </a:moveTo>
                <a:lnTo>
                  <a:pt x="1552575" y="0"/>
                </a:lnTo>
                <a:cubicBezTo>
                  <a:pt x="1568357" y="0"/>
                  <a:pt x="1581150" y="12793"/>
                  <a:pt x="1581150" y="28575"/>
                </a:cubicBezTo>
                <a:lnTo>
                  <a:pt x="1581150" y="1019175"/>
                </a:lnTo>
                <a:cubicBezTo>
                  <a:pt x="1581150" y="1034957"/>
                  <a:pt x="1568357" y="1047750"/>
                  <a:pt x="1552575" y="1047750"/>
                </a:cubicBezTo>
                <a:lnTo>
                  <a:pt x="28575" y="1047750"/>
                </a:lnTo>
                <a:cubicBezTo>
                  <a:pt x="12793" y="1047750"/>
                  <a:pt x="0" y="1034957"/>
                  <a:pt x="0" y="10191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117" name="">
            <a:extLst xmlns:a="http://schemas.openxmlformats.org/drawingml/2006/main">
              <a:ext uri="{FF2B5EF4-FFF2-40B4-BE49-F238E27FC236}">
                <a16:creationId xmlns:a16="http://schemas.microsoft.com/office/drawing/2014/main" id="{E2412C1D-8D57-4859-BF6C-ED86B505176A}"/>
              </a:ext>
            </a:extLst>
          </p:cNvPr>
          <p:cNvPicPr>
            <a:picLocks xmlns:a="http://schemas.openxmlformats.org/drawingml/2006/main" noChangeAspect="1"/>
          </p:cNvPicPr>
          <p:nvPr/>
        </p:nvPicPr>
        <p:blipFill>
          <a:blip xmlns:r="http://schemas.openxmlformats.org/officeDocument/2006/relationships" xmlns:a="http://schemas.openxmlformats.org/drawingml/2006/main" r:embed="Raa4b65dd950540f0"/>
          <a:stretch xmlns:a="http://schemas.openxmlformats.org/drawingml/2006/main"/>
        </p:blipFill>
        <p:spPr>
          <a:xfrm xmlns:a="http://schemas.openxmlformats.org/drawingml/2006/main">
            <a:off x="12938160" y="7309387"/>
            <a:ext cx="260646" cy="253405"/>
          </a:xfrm>
          <a:prstGeom xmlns:a="http://schemas.openxmlformats.org/drawingml/2006/main" prst="rect">
            <a:avLst/>
          </a:prstGeom>
        </p:spPr>
      </p:pic>
      <p:sp>
        <p:nvSpPr>
          <p:cNvPr id="118" name="scatter">
            <a:extLst xmlns:a="http://schemas.openxmlformats.org/drawingml/2006/main">
              <a:ext uri="{FF2B5EF4-FFF2-40B4-BE49-F238E27FC236}">
                <a16:creationId xmlns:a16="http://schemas.microsoft.com/office/drawing/2014/main" id="{1EAD8C8A-1978-43C9-86AF-3F166D2A0A32}"/>
              </a:ext>
            </a:extLst>
          </p:cNvPr>
          <p:cNvSpPr>
            <a:spLocks xmlns:a="http://schemas.openxmlformats.org/drawingml/2006/main" noGrp="1"/>
          </p:cNvSpPr>
          <p:nvPr/>
        </p:nvSpPr>
        <p:spPr>
          <a:xfrm xmlns:a="http://schemas.openxmlformats.org/drawingml/2006/main" rot="0">
            <a:off x="13206046" y="7313986"/>
            <a:ext cx="774697" cy="3390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7" b="1" i="0">
                <a:solidFill>
                  <a:srgbClr val="454545"/>
                </a:solidFill>
                <a:latin typeface="Times New Roman"/>
                <a:ea typeface="Times New Roman"/>
                <a:cs typeface="Times New Roman"/>
              </a:defRPr>
            </a:defPPr>
          </a:lstStyle>
          <a:p xmlns:a="http://schemas.openxmlformats.org/drawingml/2006/main">
            <a:pPr algn="l">
              <a:lnSpc>
                <a:spcPct val="100000"/>
              </a:lnSpc>
              <a:buNone/>
              <a:defRPr sz="1907" b="1" i="0">
                <a:solidFill>
                  <a:srgbClr val="454545"/>
                </a:solidFill>
                <a:latin typeface="Times New Roman"/>
                <a:ea typeface="Times New Roman"/>
                <a:cs typeface="Times New Roman"/>
              </a:defRPr>
            </a:pPr>
            <a:r>
              <a:rPr sz="1907" b="1" i="0">
                <a:solidFill>
                  <a:srgbClr val="454545"/>
                </a:solidFill>
                <a:latin typeface="Times New Roman"/>
                <a:ea typeface="Times New Roman"/>
                <a:cs typeface="Times New Roman"/>
              </a:rPr>
              <a:t>scatter</a:t>
            </a:r>
          </a:p>
        </p:txBody>
      </p:sp>
      <p:sp>
        <p:nvSpPr>
          <p:cNvPr id="119" name="density, radius,">
            <a:extLst xmlns:a="http://schemas.openxmlformats.org/drawingml/2006/main">
              <a:ext uri="{FF2B5EF4-FFF2-40B4-BE49-F238E27FC236}">
                <a16:creationId xmlns:a16="http://schemas.microsoft.com/office/drawing/2014/main" id="{C159842D-19F2-40A9-A6D2-EE4AFB77A7DE}"/>
              </a:ext>
            </a:extLst>
          </p:cNvPr>
          <p:cNvSpPr>
            <a:spLocks xmlns:a="http://schemas.openxmlformats.org/drawingml/2006/main" noGrp="1"/>
          </p:cNvSpPr>
          <p:nvPr/>
        </p:nvSpPr>
        <p:spPr>
          <a:xfrm xmlns:a="http://schemas.openxmlformats.org/drawingml/2006/main" rot="0">
            <a:off x="12923680" y="7655537"/>
            <a:ext cx="1028102" cy="151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3" b="1" i="0">
                <a:solidFill>
                  <a:srgbClr val="8B8B8B"/>
                </a:solidFill>
                <a:latin typeface="Times New Roman"/>
                <a:ea typeface="Times New Roman"/>
                <a:cs typeface="Times New Roman"/>
              </a:defRPr>
            </a:defPPr>
          </a:lstStyle>
          <a:p xmlns:a="http://schemas.openxmlformats.org/drawingml/2006/main">
            <a:pPr algn="l">
              <a:lnSpc>
                <a:spcPct val="100000"/>
              </a:lnSpc>
              <a:buNone/>
              <a:defRPr sz="853" b="1" i="0">
                <a:solidFill>
                  <a:srgbClr val="8B8B8B"/>
                </a:solidFill>
                <a:latin typeface="Times New Roman"/>
                <a:ea typeface="Times New Roman"/>
                <a:cs typeface="Times New Roman"/>
              </a:defRPr>
            </a:pPr>
            <a:r>
              <a:rPr sz="853" b="1" i="0">
                <a:solidFill>
                  <a:srgbClr val="8B8B8B"/>
                </a:solidFill>
                <a:latin typeface="Times New Roman"/>
                <a:ea typeface="Times New Roman"/>
                <a:cs typeface="Times New Roman"/>
              </a:rPr>
              <a:t>density, radius,</a:t>
            </a:r>
          </a:p>
        </p:txBody>
      </p:sp>
      <p:sp>
        <p:nvSpPr>
          <p:cNvPr id="120" name="scale, sampler...">
            <a:extLst xmlns:a="http://schemas.openxmlformats.org/drawingml/2006/main">
              <a:ext uri="{FF2B5EF4-FFF2-40B4-BE49-F238E27FC236}">
                <a16:creationId xmlns:a16="http://schemas.microsoft.com/office/drawing/2014/main" id="{D62C4404-EA98-4951-8BA7-5AA95AAF8F66}"/>
              </a:ext>
            </a:extLst>
          </p:cNvPr>
          <p:cNvSpPr>
            <a:spLocks xmlns:a="http://schemas.openxmlformats.org/drawingml/2006/main" noGrp="1"/>
          </p:cNvSpPr>
          <p:nvPr/>
        </p:nvSpPr>
        <p:spPr>
          <a:xfrm xmlns:a="http://schemas.openxmlformats.org/drawingml/2006/main" rot="0">
            <a:off x="12923680" y="7827279"/>
            <a:ext cx="1028102"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scale, sampler...</a:t>
            </a:r>
          </a:p>
        </p:txBody>
      </p:sp>
      <p:sp>
        <p:nvSpPr>
          <p:cNvPr id="121" name="material group">
            <a:extLst xmlns:a="http://schemas.openxmlformats.org/drawingml/2006/main">
              <a:ext uri="{FF2B5EF4-FFF2-40B4-BE49-F238E27FC236}">
                <a16:creationId xmlns:a16="http://schemas.microsoft.com/office/drawing/2014/main" id="{E363BA7C-E7A3-4949-BA33-3CF26D72FF0C}"/>
              </a:ext>
            </a:extLst>
          </p:cNvPr>
          <p:cNvSpPr>
            <a:spLocks xmlns:a="http://schemas.openxmlformats.org/drawingml/2006/main" noGrp="1"/>
          </p:cNvSpPr>
          <p:nvPr/>
        </p:nvSpPr>
        <p:spPr>
          <a:xfrm xmlns:a="http://schemas.openxmlformats.org/drawingml/2006/main">
            <a:off x="11468409" y="8156485"/>
            <a:ext cx="1201866" cy="789177"/>
          </a:xfrm>
          <a:custGeom xmlns:a="http://schemas.openxmlformats.org/drawingml/2006/main">
            <a:pathLst>
              <a:path w="1581150" h="1038225">
                <a:moveTo>
                  <a:pt x="28575" y="0"/>
                </a:moveTo>
                <a:lnTo>
                  <a:pt x="1552575" y="0"/>
                </a:lnTo>
                <a:cubicBezTo>
                  <a:pt x="1568357" y="0"/>
                  <a:pt x="1581150" y="12793"/>
                  <a:pt x="1581150" y="28575"/>
                </a:cubicBezTo>
                <a:lnTo>
                  <a:pt x="1581150" y="1009650"/>
                </a:lnTo>
                <a:cubicBezTo>
                  <a:pt x="1581150" y="1025432"/>
                  <a:pt x="1568357" y="1038225"/>
                  <a:pt x="1552575" y="1038225"/>
                </a:cubicBezTo>
                <a:lnTo>
                  <a:pt x="28575" y="1038225"/>
                </a:lnTo>
                <a:cubicBezTo>
                  <a:pt x="12793" y="1038225"/>
                  <a:pt x="0" y="1025432"/>
                  <a:pt x="0" y="1009650"/>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122" name="">
            <a:extLst xmlns:a="http://schemas.openxmlformats.org/drawingml/2006/main">
              <a:ext uri="{FF2B5EF4-FFF2-40B4-BE49-F238E27FC236}">
                <a16:creationId xmlns:a16="http://schemas.microsoft.com/office/drawing/2014/main" id="{B9F4ECAE-CD42-4914-AF13-69E15BDBC76D}"/>
              </a:ext>
            </a:extLst>
          </p:cNvPr>
          <p:cNvPicPr>
            <a:picLocks xmlns:a="http://schemas.openxmlformats.org/drawingml/2006/main" noChangeAspect="1"/>
          </p:cNvPicPr>
          <p:nvPr/>
        </p:nvPicPr>
        <p:blipFill>
          <a:blip xmlns:r="http://schemas.openxmlformats.org/officeDocument/2006/relationships" xmlns:a="http://schemas.openxmlformats.org/drawingml/2006/main" r:embed="R384e7240b4774f77"/>
          <a:stretch xmlns:a="http://schemas.openxmlformats.org/drawingml/2006/main"/>
        </p:blipFill>
        <p:spPr>
          <a:xfrm xmlns:a="http://schemas.openxmlformats.org/drawingml/2006/main">
            <a:off x="11540810" y="8214406"/>
            <a:ext cx="260646" cy="246165"/>
          </a:xfrm>
          <a:prstGeom xmlns:a="http://schemas.openxmlformats.org/drawingml/2006/main" prst="rect">
            <a:avLst/>
          </a:prstGeom>
        </p:spPr>
      </p:pic>
      <p:sp>
        <p:nvSpPr>
          <p:cNvPr id="123" name="material">
            <a:extLst xmlns:a="http://schemas.openxmlformats.org/drawingml/2006/main">
              <a:ext uri="{FF2B5EF4-FFF2-40B4-BE49-F238E27FC236}">
                <a16:creationId xmlns:a16="http://schemas.microsoft.com/office/drawing/2014/main" id="{78CEEBBE-95B4-4D96-BB3B-817F10128C94}"/>
              </a:ext>
            </a:extLst>
          </p:cNvPr>
          <p:cNvSpPr>
            <a:spLocks xmlns:a="http://schemas.openxmlformats.org/drawingml/2006/main" noGrp="1"/>
          </p:cNvSpPr>
          <p:nvPr/>
        </p:nvSpPr>
        <p:spPr>
          <a:xfrm xmlns:a="http://schemas.openxmlformats.org/drawingml/2006/main" rot="0">
            <a:off x="11844897" y="8212210"/>
            <a:ext cx="774697" cy="3005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91" b="1" i="0">
                <a:solidFill>
                  <a:srgbClr val="454545"/>
                </a:solidFill>
                <a:latin typeface="Times New Roman"/>
                <a:ea typeface="Times New Roman"/>
                <a:cs typeface="Times New Roman"/>
              </a:defRPr>
            </a:defPPr>
          </a:lstStyle>
          <a:p xmlns:a="http://schemas.openxmlformats.org/drawingml/2006/main">
            <a:pPr algn="l">
              <a:lnSpc>
                <a:spcPct val="100000"/>
              </a:lnSpc>
              <a:buNone/>
              <a:defRPr sz="1691" b="1" i="0">
                <a:solidFill>
                  <a:srgbClr val="454545"/>
                </a:solidFill>
                <a:latin typeface="Times New Roman"/>
                <a:ea typeface="Times New Roman"/>
                <a:cs typeface="Times New Roman"/>
              </a:defRPr>
            </a:pPr>
            <a:r>
              <a:rPr sz="1691" b="1" i="0">
                <a:solidFill>
                  <a:srgbClr val="454545"/>
                </a:solidFill>
                <a:latin typeface="Times New Roman"/>
                <a:ea typeface="Times New Roman"/>
                <a:cs typeface="Times New Roman"/>
              </a:rPr>
              <a:t>material</a:t>
            </a:r>
          </a:p>
        </p:txBody>
      </p:sp>
      <p:sp>
        <p:nvSpPr>
          <p:cNvPr id="124" name="coord, color,">
            <a:extLst xmlns:a="http://schemas.openxmlformats.org/drawingml/2006/main">
              <a:ext uri="{FF2B5EF4-FFF2-40B4-BE49-F238E27FC236}">
                <a16:creationId xmlns:a16="http://schemas.microsoft.com/office/drawing/2014/main" id="{A4530711-3CA7-4342-B493-738DA23992B2}"/>
              </a:ext>
            </a:extLst>
          </p:cNvPr>
          <p:cNvSpPr>
            <a:spLocks xmlns:a="http://schemas.openxmlformats.org/drawingml/2006/main" noGrp="1"/>
          </p:cNvSpPr>
          <p:nvPr/>
        </p:nvSpPr>
        <p:spPr>
          <a:xfrm xmlns:a="http://schemas.openxmlformats.org/drawingml/2006/main" rot="0">
            <a:off x="11562531" y="8541743"/>
            <a:ext cx="1028102" cy="173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i="0">
                <a:solidFill>
                  <a:srgbClr val="8B8B8B"/>
                </a:solidFill>
                <a:latin typeface="Times New Roman"/>
                <a:ea typeface="Times New Roman"/>
                <a:cs typeface="Times New Roman"/>
              </a:defRPr>
            </a:defPPr>
          </a:lstStyle>
          <a:p xmlns:a="http://schemas.openxmlformats.org/drawingml/2006/main">
            <a:pPr algn="l">
              <a:lnSpc>
                <a:spcPct val="100000"/>
              </a:lnSpc>
              <a:buNone/>
              <a:defRPr sz="975" b="1" i="0">
                <a:solidFill>
                  <a:srgbClr val="8B8B8B"/>
                </a:solidFill>
                <a:latin typeface="Times New Roman"/>
                <a:ea typeface="Times New Roman"/>
                <a:cs typeface="Times New Roman"/>
              </a:defRPr>
            </a:pPr>
            <a:r>
              <a:rPr sz="975" b="1" i="0">
                <a:solidFill>
                  <a:srgbClr val="8B8B8B"/>
                </a:solidFill>
                <a:latin typeface="Times New Roman"/>
                <a:ea typeface="Times New Roman"/>
                <a:cs typeface="Times New Roman"/>
              </a:rPr>
              <a:t>coord, color,</a:t>
            </a:r>
          </a:p>
        </p:txBody>
      </p:sp>
      <p:sp>
        <p:nvSpPr>
          <p:cNvPr id="125" name="roughness...">
            <a:extLst xmlns:a="http://schemas.openxmlformats.org/drawingml/2006/main">
              <a:ext uri="{FF2B5EF4-FFF2-40B4-BE49-F238E27FC236}">
                <a16:creationId xmlns:a16="http://schemas.microsoft.com/office/drawing/2014/main" id="{128281E7-2FD5-4506-B505-A0A134D4D23B}"/>
              </a:ext>
            </a:extLst>
          </p:cNvPr>
          <p:cNvSpPr>
            <a:spLocks xmlns:a="http://schemas.openxmlformats.org/drawingml/2006/main" noGrp="1"/>
          </p:cNvSpPr>
          <p:nvPr/>
        </p:nvSpPr>
        <p:spPr>
          <a:xfrm xmlns:a="http://schemas.openxmlformats.org/drawingml/2006/main" rot="0">
            <a:off x="11562531" y="8717818"/>
            <a:ext cx="1028102"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roughness...</a:t>
            </a:r>
          </a:p>
        </p:txBody>
      </p:sp>
      <p:sp>
        <p:nvSpPr>
          <p:cNvPr id="126" name="skybox group">
            <a:extLst xmlns:a="http://schemas.openxmlformats.org/drawingml/2006/main">
              <a:ext uri="{FF2B5EF4-FFF2-40B4-BE49-F238E27FC236}">
                <a16:creationId xmlns:a16="http://schemas.microsoft.com/office/drawing/2014/main" id="{EC75003A-EDBC-4BFB-B52C-59DB4B79ED07}"/>
              </a:ext>
            </a:extLst>
          </p:cNvPr>
          <p:cNvSpPr>
            <a:spLocks xmlns:a="http://schemas.openxmlformats.org/drawingml/2006/main" noGrp="1"/>
          </p:cNvSpPr>
          <p:nvPr/>
        </p:nvSpPr>
        <p:spPr>
          <a:xfrm xmlns:a="http://schemas.openxmlformats.org/drawingml/2006/main">
            <a:off x="12829558" y="8156485"/>
            <a:ext cx="1201866" cy="789177"/>
          </a:xfrm>
          <a:custGeom xmlns:a="http://schemas.openxmlformats.org/drawingml/2006/main">
            <a:pathLst>
              <a:path w="1581150" h="1038225">
                <a:moveTo>
                  <a:pt x="28575" y="0"/>
                </a:moveTo>
                <a:lnTo>
                  <a:pt x="1552575" y="0"/>
                </a:lnTo>
                <a:cubicBezTo>
                  <a:pt x="1568357" y="0"/>
                  <a:pt x="1581150" y="12793"/>
                  <a:pt x="1581150" y="28575"/>
                </a:cubicBezTo>
                <a:lnTo>
                  <a:pt x="1581150" y="1009650"/>
                </a:lnTo>
                <a:cubicBezTo>
                  <a:pt x="1581150" y="1025432"/>
                  <a:pt x="1568357" y="1038225"/>
                  <a:pt x="1552575" y="1038225"/>
                </a:cubicBezTo>
                <a:lnTo>
                  <a:pt x="28575" y="1038225"/>
                </a:lnTo>
                <a:cubicBezTo>
                  <a:pt x="12793" y="1038225"/>
                  <a:pt x="0" y="1025432"/>
                  <a:pt x="0" y="1009650"/>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9412">
            <a:solidFill>
              <a:srgbClr val="A0CEEA"/>
            </a:solidFill>
            <a:prstDash val="dash"/>
          </a:ln>
        </p:spPr>
      </p:sp>
      <p:pic>
        <p:nvPicPr>
          <p:cNvPr id="127" name="">
            <a:extLst xmlns:a="http://schemas.openxmlformats.org/drawingml/2006/main">
              <a:ext uri="{FF2B5EF4-FFF2-40B4-BE49-F238E27FC236}">
                <a16:creationId xmlns:a16="http://schemas.microsoft.com/office/drawing/2014/main" id="{0F01F3A0-B141-4595-92F9-0FE037A1A722}"/>
              </a:ext>
            </a:extLst>
          </p:cNvPr>
          <p:cNvPicPr>
            <a:picLocks xmlns:a="http://schemas.openxmlformats.org/drawingml/2006/main" noChangeAspect="1"/>
          </p:cNvPicPr>
          <p:nvPr/>
        </p:nvPicPr>
        <p:blipFill>
          <a:blip xmlns:r="http://schemas.openxmlformats.org/officeDocument/2006/relationships" xmlns:a="http://schemas.openxmlformats.org/drawingml/2006/main" r:embed="R21088a13ea40495c"/>
          <a:stretch xmlns:a="http://schemas.openxmlformats.org/drawingml/2006/main"/>
        </p:blipFill>
        <p:spPr>
          <a:xfrm xmlns:a="http://schemas.openxmlformats.org/drawingml/2006/main">
            <a:off x="12945401" y="8214406"/>
            <a:ext cx="253405" cy="246165"/>
          </a:xfrm>
          <a:prstGeom xmlns:a="http://schemas.openxmlformats.org/drawingml/2006/main" prst="rect">
            <a:avLst/>
          </a:prstGeom>
        </p:spPr>
      </p:pic>
      <p:sp>
        <p:nvSpPr>
          <p:cNvPr id="128" name="skybox">
            <a:extLst xmlns:a="http://schemas.openxmlformats.org/drawingml/2006/main">
              <a:ext uri="{FF2B5EF4-FFF2-40B4-BE49-F238E27FC236}">
                <a16:creationId xmlns:a16="http://schemas.microsoft.com/office/drawing/2014/main" id="{459ECA8F-28F3-4192-B9AB-392170303A6E}"/>
              </a:ext>
            </a:extLst>
          </p:cNvPr>
          <p:cNvSpPr>
            <a:spLocks xmlns:a="http://schemas.openxmlformats.org/drawingml/2006/main" noGrp="1"/>
          </p:cNvSpPr>
          <p:nvPr/>
        </p:nvSpPr>
        <p:spPr>
          <a:xfrm xmlns:a="http://schemas.openxmlformats.org/drawingml/2006/main" rot="0">
            <a:off x="13206046" y="8221476"/>
            <a:ext cx="774697" cy="2542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0" b="1" i="0">
                <a:solidFill>
                  <a:srgbClr val="454545"/>
                </a:solidFill>
                <a:latin typeface="Times New Roman"/>
                <a:ea typeface="Times New Roman"/>
                <a:cs typeface="Times New Roman"/>
              </a:defRPr>
            </a:defPPr>
          </a:lstStyle>
          <a:p xmlns:a="http://schemas.openxmlformats.org/drawingml/2006/main">
            <a:pPr algn="l">
              <a:lnSpc>
                <a:spcPct val="100000"/>
              </a:lnSpc>
              <a:buNone/>
              <a:defRPr sz="1430" b="1" i="0">
                <a:solidFill>
                  <a:srgbClr val="454545"/>
                </a:solidFill>
                <a:latin typeface="Times New Roman"/>
                <a:ea typeface="Times New Roman"/>
                <a:cs typeface="Times New Roman"/>
              </a:defRPr>
            </a:pPr>
            <a:r>
              <a:rPr sz="1430" b="1" i="0">
                <a:solidFill>
                  <a:srgbClr val="454545"/>
                </a:solidFill>
                <a:latin typeface="Times New Roman"/>
                <a:ea typeface="Times New Roman"/>
                <a:cs typeface="Times New Roman"/>
              </a:rPr>
              <a:t>skybox</a:t>
            </a:r>
          </a:p>
        </p:txBody>
      </p:sp>
      <p:sp>
        <p:nvSpPr>
          <p:cNvPr id="129" name="azimuth, elevation,">
            <a:extLst xmlns:a="http://schemas.openxmlformats.org/drawingml/2006/main">
              <a:ext uri="{FF2B5EF4-FFF2-40B4-BE49-F238E27FC236}">
                <a16:creationId xmlns:a16="http://schemas.microsoft.com/office/drawing/2014/main" id="{C807EBC2-A5D2-4153-BE97-FD6038847BA8}"/>
              </a:ext>
            </a:extLst>
          </p:cNvPr>
          <p:cNvSpPr>
            <a:spLocks xmlns:a="http://schemas.openxmlformats.org/drawingml/2006/main" noGrp="1"/>
          </p:cNvSpPr>
          <p:nvPr/>
        </p:nvSpPr>
        <p:spPr>
          <a:xfrm xmlns:a="http://schemas.openxmlformats.org/drawingml/2006/main" rot="0">
            <a:off x="12923680" y="8544054"/>
            <a:ext cx="1028102"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azimuth, elevation,</a:t>
            </a:r>
          </a:p>
        </p:txBody>
      </p:sp>
      <p:sp>
        <p:nvSpPr>
          <p:cNvPr id="130" name="strength, color...">
            <a:extLst xmlns:a="http://schemas.openxmlformats.org/drawingml/2006/main">
              <a:ext uri="{FF2B5EF4-FFF2-40B4-BE49-F238E27FC236}">
                <a16:creationId xmlns:a16="http://schemas.microsoft.com/office/drawing/2014/main" id="{A353D0D3-DA4D-42AC-866E-7C7C49EA6656}"/>
              </a:ext>
            </a:extLst>
          </p:cNvPr>
          <p:cNvSpPr>
            <a:spLocks xmlns:a="http://schemas.openxmlformats.org/drawingml/2006/main" noGrp="1"/>
          </p:cNvSpPr>
          <p:nvPr/>
        </p:nvSpPr>
        <p:spPr>
          <a:xfrm xmlns:a="http://schemas.openxmlformats.org/drawingml/2006/main" rot="0">
            <a:off x="12923680" y="8717818"/>
            <a:ext cx="1028102" cy="16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1" i="0">
                <a:solidFill>
                  <a:srgbClr val="8B8B8B"/>
                </a:solidFill>
                <a:latin typeface="Times New Roman"/>
                <a:ea typeface="Times New Roman"/>
                <a:cs typeface="Times New Roman"/>
              </a:defRPr>
            </a:defPPr>
          </a:lstStyle>
          <a:p xmlns:a="http://schemas.openxmlformats.org/drawingml/2006/main">
            <a:pPr algn="l">
              <a:lnSpc>
                <a:spcPct val="100000"/>
              </a:lnSpc>
              <a:buNone/>
              <a:defRPr sz="910" b="1" i="0">
                <a:solidFill>
                  <a:srgbClr val="8B8B8B"/>
                </a:solidFill>
                <a:latin typeface="Times New Roman"/>
                <a:ea typeface="Times New Roman"/>
                <a:cs typeface="Times New Roman"/>
              </a:defRPr>
            </a:pPr>
            <a:r>
              <a:rPr sz="910" b="1" i="0">
                <a:solidFill>
                  <a:srgbClr val="8B8B8B"/>
                </a:solidFill>
                <a:latin typeface="Times New Roman"/>
                <a:ea typeface="Times New Roman"/>
                <a:cs typeface="Times New Roman"/>
              </a:rPr>
              <a:t>strength, color...</a:t>
            </a:r>
          </a:p>
        </p:txBody>
      </p:sp>
    </p:spTree>
    <p:extLst>
      <p:ext uri="{BB962C8B-B14F-4D97-AF65-F5344CB8AC3E}">
        <p14:creationId xmlns:p14="http://schemas.microsoft.com/office/powerpoint/2010/main" val="337760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2026-10-18T11:16:58.3180000Z</dcterms:created>
  <dcterms:modified xsi:type="dcterms:W3CDTF">2026-10-18T11:16:58.3180000Z</dcterms:modified>
</coreProperties>
</file>