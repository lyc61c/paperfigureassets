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b91bec00f44582" /><Relationship Type="http://schemas.openxmlformats.org/officeDocument/2006/relationships/extended-properties" Target="/docProps/app.xml" Id="R8e260701d742418b" /><Relationship Type="http://schemas.openxmlformats.org/officeDocument/2006/relationships/officeDocument" Target="/ppt/presentation.xml" Id="Rfbb2c43bd6c34c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418d17586e4a05"/>
  </p:sldMasterIdLst>
  <p:notesMasterIdLst>
    <p:notesMasterId xmlns:r="http://schemas.openxmlformats.org/officeDocument/2006/relationships" r:id="R461d489b2a174ed0"/>
  </p:notesMasterIdLst>
  <p:sldIdLst>
    <p:sldId xmlns:r="http://schemas.openxmlformats.org/officeDocument/2006/relationships" id="256" r:id="R62d7cc474dfb4ac4"/>
  </p:sldIdLst>
  <p:sldSz cx="12192000" cy="94202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c52a4782fe4e90" /><Relationship Type="http://schemas.openxmlformats.org/officeDocument/2006/relationships/slideMaster" Target="/ppt/slideMasters/slideMaster1.xml" Id="R3d418d17586e4a05" /><Relationship Type="http://schemas.openxmlformats.org/officeDocument/2006/relationships/notesMaster" Target="/ppt/notesMasters/notesMaster1.xml" Id="R461d489b2a174ed0" /><Relationship Type="http://schemas.openxmlformats.org/officeDocument/2006/relationships/presProps" Target="/ppt/presProps.xml" Id="R8a6d146a68c7422d" /><Relationship Type="http://schemas.openxmlformats.org/officeDocument/2006/relationships/tableStyles" Target="/ppt/tableStyles.xml" Id="R41fe95ea65244ed9" /><Relationship Type="http://schemas.openxmlformats.org/officeDocument/2006/relationships/slide" Target="/ppt/slides/slide1.xml" Id="R62d7cc474dfb4a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080f556d784d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923bb89b8c4b8a" /><Relationship Type="http://schemas.openxmlformats.org/officeDocument/2006/relationships/notesMaster" Target="/ppt/notesMasters/notesMaster1.xml" Id="Rec874e49916d4b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Adaptive Vision Motivation and Impossible Triangle</a:t>
            </a:r>
          </a:p>
          <a:p xmlns:a="http://schemas.openxmlformats.org/drawingml/2006/main">
            <a:r>
              <a:t>Source: https://arxiv.org/abs/2509.15333</a:t>
            </a:r>
          </a:p>
          <a:p xmlns:a="http://schemas.openxmlformats.org/drawingml/2006/main">
            <a:r>
              <a:t>Approved image: image1.png; SHA-256: 6e2a52ea9e538f0db8a4ee168d543c93425c321b06d9db606c7ffdf68ed52e9b</a:t>
            </a:r>
          </a:p>
          <a:p xmlns:a="http://schemas.openxmlformats.org/drawingml/2006/main">
            <a:r>
              <a:t>Text and vector paths are native editable PowerPoint objects. Arrow paths are not endpoint-bound connectors; plot paths are not data-bound charts. Photos/screenshots remain independent raster objects (42).</a:t>
            </a:r>
          </a:p>
          <a:p xmlns:a="http://schemas.openxmlformats.org/drawingml/2006/main">
            <a:r>
              <a:t>Font substitution: source PDF families mapped to Arial (installed Windows fonts); equations may use Cambria Math.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83c917179f410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3633eb7a74428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61f07e83f947d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a642c7bd1f443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d9630590394b6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46589b8c5445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9F6543-9152-4CC6-ADC9-3F90A96C02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3558752"/>
            <a:ext cx="9753600" cy="1360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3DE1901-17BD-4C25-AC4E-B180B045DB5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5181124"/>
            <a:ext cx="8534400" cy="1046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C6CCD03-A165-43D3-90FB-695B40A8C6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3925094"/>
            <a:ext cx="9753600" cy="157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A59E43-C19E-45C1-B6EF-F2E4550A81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732684"/>
            <a:ext cx="10820400" cy="11513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C7F3DCC-E1CE-4E74-9677-BE60C0B86E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616729"/>
            <a:ext cx="10820400" cy="586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E86D67A-5196-4734-A1D9-CB5FFBA481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732684"/>
            <a:ext cx="10820400" cy="11513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7450A4-227E-4444-9D8B-CEE06152CB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616729"/>
            <a:ext cx="5029200" cy="586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F98C36F-6DAF-4DE9-9E68-B3114357FE1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2616729"/>
            <a:ext cx="5029200" cy="586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A840BD-3865-4D81-9348-C8374E4634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732684"/>
            <a:ext cx="10820400" cy="11513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14602C6-A6AB-4CE4-980F-D0536E0326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616729"/>
            <a:ext cx="5029200" cy="5861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18221773ff4b45" /><Relationship Type="http://schemas.openxmlformats.org/officeDocument/2006/relationships/slideLayout" Target="/ppt/slideLayouts/slideLayout1.xml" Id="R10e6f2a6934a45b5" /><Relationship Type="http://schemas.openxmlformats.org/officeDocument/2006/relationships/slideLayout" Target="/ppt/slideLayouts/slideLayout2.xml" Id="R137ae7302ff84d07" /><Relationship Type="http://schemas.openxmlformats.org/officeDocument/2006/relationships/slideLayout" Target="/ppt/slideLayouts/slideLayout3.xml" Id="R1c1dea86973d4a49" /><Relationship Type="http://schemas.openxmlformats.org/officeDocument/2006/relationships/slideLayout" Target="/ppt/slideLayouts/slideLayout4.xml" Id="R2eb353434d6140a8" /><Relationship Type="http://schemas.openxmlformats.org/officeDocument/2006/relationships/slideLayout" Target="/ppt/slideLayouts/slideLayout5.xml" Id="R0d8ec65bb89a4b03" /><Relationship Type="http://schemas.openxmlformats.org/officeDocument/2006/relationships/slideLayout" Target="/ppt/slideLayouts/slideLayout6.xml" Id="Ra11beeef4d6d44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e6f2a6934a45b5"/>
    <p:sldLayoutId xmlns:r="http://schemas.openxmlformats.org/officeDocument/2006/relationships" id="2147483650" r:id="R137ae7302ff84d07"/>
    <p:sldLayoutId xmlns:r="http://schemas.openxmlformats.org/officeDocument/2006/relationships" id="2147483651" r:id="R1c1dea86973d4a49"/>
    <p:sldLayoutId xmlns:r="http://schemas.openxmlformats.org/officeDocument/2006/relationships" id="2147483652" r:id="R2eb353434d6140a8"/>
    <p:sldLayoutId xmlns:r="http://schemas.openxmlformats.org/officeDocument/2006/relationships" id="2147483653" r:id="R0d8ec65bb89a4b03"/>
    <p:sldLayoutId xmlns:r="http://schemas.openxmlformats.org/officeDocument/2006/relationships" id="2147483654" r:id="Ra11beeef4d6d44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6ba18960c94d7d" /><Relationship Type="http://schemas.openxmlformats.org/officeDocument/2006/relationships/image" Target="/ppt/media/image.png" Id="R81962b231cd04657" /><Relationship Type="http://schemas.openxmlformats.org/officeDocument/2006/relationships/image" Target="/ppt/media/image2.png" Id="R880a553d94144f3b" /><Relationship Type="http://schemas.openxmlformats.org/officeDocument/2006/relationships/image" Target="/ppt/media/image3.png" Id="R14e76f8a18874a2e" /><Relationship Type="http://schemas.openxmlformats.org/officeDocument/2006/relationships/image" Target="/ppt/media/image4.png" Id="Rd2c89008925f4e40" /><Relationship Type="http://schemas.openxmlformats.org/officeDocument/2006/relationships/image" Target="/ppt/media/image5.png" Id="Re15378124c6a4c2b" /><Relationship Type="http://schemas.openxmlformats.org/officeDocument/2006/relationships/image" Target="/ppt/media/image6.png" Id="R250ee75caf824a40" /><Relationship Type="http://schemas.openxmlformats.org/officeDocument/2006/relationships/image" Target="/ppt/media/image7.png" Id="Rbad5df64fb0c42ff" /><Relationship Type="http://schemas.openxmlformats.org/officeDocument/2006/relationships/image" Target="/ppt/media/image8.png" Id="Rb0c46a7d1a4542cf" /><Relationship Type="http://schemas.openxmlformats.org/officeDocument/2006/relationships/image" Target="/ppt/media/image9.png" Id="Re8bdf24b04df4c06" /><Relationship Type="http://schemas.openxmlformats.org/officeDocument/2006/relationships/image" Target="/ppt/media/image10.png" Id="Rdca37a9ba3454726" /><Relationship Type="http://schemas.openxmlformats.org/officeDocument/2006/relationships/image" Target="/ppt/media/image11.png" Id="Rd2e301c68ee84614" /><Relationship Type="http://schemas.openxmlformats.org/officeDocument/2006/relationships/image" Target="/ppt/media/image12.png" Id="R28d52f98e1da4d1e" /><Relationship Type="http://schemas.openxmlformats.org/officeDocument/2006/relationships/image" Target="/ppt/media/image13.png" Id="Rde6a0495ac204726" /><Relationship Type="http://schemas.openxmlformats.org/officeDocument/2006/relationships/image" Target="/ppt/media/image14.png" Id="R7f0931c41f244c0d" /><Relationship Type="http://schemas.openxmlformats.org/officeDocument/2006/relationships/image" Target="/ppt/media/image15.png" Id="R297e478edbc4488a" /><Relationship Type="http://schemas.openxmlformats.org/officeDocument/2006/relationships/image" Target="/ppt/media/image16.png" Id="Rd5533fcfc70c4ab6" /><Relationship Type="http://schemas.openxmlformats.org/officeDocument/2006/relationships/image" Target="/ppt/media/image17.png" Id="R9fc8abe0567d4c50" /><Relationship Type="http://schemas.openxmlformats.org/officeDocument/2006/relationships/image" Target="/ppt/media/image18.png" Id="Rd2c03515c93e424a" /><Relationship Type="http://schemas.openxmlformats.org/officeDocument/2006/relationships/image" Target="/ppt/media/image19.png" Id="R85784b90add54a2a" /><Relationship Type="http://schemas.openxmlformats.org/officeDocument/2006/relationships/image" Target="/ppt/media/image20.png" Id="R6f9dd30163a344c4" /><Relationship Type="http://schemas.openxmlformats.org/officeDocument/2006/relationships/image" Target="/ppt/media/image21.png" Id="Rafdc41a3f3c946a9" /><Relationship Type="http://schemas.openxmlformats.org/officeDocument/2006/relationships/image" Target="/ppt/media/image22.png" Id="R92e111037d154cbe" /><Relationship Type="http://schemas.openxmlformats.org/officeDocument/2006/relationships/image" Target="/ppt/media/image23.png" Id="R5a27405030274b1b" /><Relationship Type="http://schemas.openxmlformats.org/officeDocument/2006/relationships/image" Target="/ppt/media/image24.png" Id="R5053e96c4c8e4f7a" /><Relationship Type="http://schemas.openxmlformats.org/officeDocument/2006/relationships/image" Target="/ppt/media/image25.png" Id="Red7b5e6e41c84dc1" /><Relationship Type="http://schemas.openxmlformats.org/officeDocument/2006/relationships/image" Target="/ppt/media/image26.png" Id="R8f46853d63514ea3" /><Relationship Type="http://schemas.openxmlformats.org/officeDocument/2006/relationships/image" Target="/ppt/media/image27.png" Id="R62845772a8d544dc" /><Relationship Type="http://schemas.openxmlformats.org/officeDocument/2006/relationships/image" Target="/ppt/media/image28.png" Id="Rc44390ded8eb4b8c" /><Relationship Type="http://schemas.openxmlformats.org/officeDocument/2006/relationships/image" Target="/ppt/media/image29.png" Id="R31a453d0125e4df9" /><Relationship Type="http://schemas.openxmlformats.org/officeDocument/2006/relationships/image" Target="/ppt/media/image30.png" Id="R7dd45275fb964f33" /><Relationship Type="http://schemas.openxmlformats.org/officeDocument/2006/relationships/image" Target="/ppt/media/image31.png" Id="R9dc63d69dccf4a22" /><Relationship Type="http://schemas.openxmlformats.org/officeDocument/2006/relationships/image" Target="/ppt/media/image32.png" Id="R17352971a775458a" /><Relationship Type="http://schemas.openxmlformats.org/officeDocument/2006/relationships/image" Target="/ppt/media/image33.png" Id="Re3c65da048bc4dd0" /><Relationship Type="http://schemas.openxmlformats.org/officeDocument/2006/relationships/image" Target="/ppt/media/image34.png" Id="R912f8349f7ff474c" /><Relationship Type="http://schemas.openxmlformats.org/officeDocument/2006/relationships/image" Target="/ppt/media/image35.png" Id="R67f23f7409f441d2" /><Relationship Type="http://schemas.openxmlformats.org/officeDocument/2006/relationships/image" Target="/ppt/media/image36.png" Id="Raee7ef60e5e54196" /><Relationship Type="http://schemas.openxmlformats.org/officeDocument/2006/relationships/image" Target="/ppt/media/image37.png" Id="Rd2c7e28c2f8345ce" /><Relationship Type="http://schemas.openxmlformats.org/officeDocument/2006/relationships/image" Target="/ppt/media/image38.png" Id="R08848fc242b24df0" /><Relationship Type="http://schemas.openxmlformats.org/officeDocument/2006/relationships/image" Target="/ppt/media/image39.png" Id="Rc264443e0dac46d2" /><Relationship Type="http://schemas.openxmlformats.org/officeDocument/2006/relationships/image" Target="/ppt/media/image40.png" Id="R100003c7cdfb468a" /><Relationship Type="http://schemas.openxmlformats.org/officeDocument/2006/relationships/image" Target="/ppt/media/image41.png" Id="R642b3b3aa7c44a3c" /><Relationship Type="http://schemas.openxmlformats.org/officeDocument/2006/relationships/image" Target="/ppt/media/image42.png" Id="R1e57352b54884e5c" /><Relationship Type="http://schemas.openxmlformats.org/officeDocument/2006/relationships/notesSlide" Target="/ppt/notesSlides/notesSlide1.xml" Id="R656285c073594c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6" name="path-1">
            <a:extLst xmlns:a="http://schemas.openxmlformats.org/drawingml/2006/main">
              <a:ext uri="{FF2B5EF4-FFF2-40B4-BE49-F238E27FC236}">
                <a16:creationId xmlns:a16="http://schemas.microsoft.com/office/drawing/2014/main" id="{1F3E3C7D-FFA2-4C24-99B3-8CE7AAE5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3" y="110277"/>
            <a:ext cx="12062238" cy="9242258"/>
          </a:xfrm>
          <a:custGeom xmlns:a="http://schemas.openxmlformats.org/drawingml/2006/main">
            <a:pathLst>
              <a:path w="12062238" h="9242258">
                <a:moveTo>
                  <a:pt x="0" y="0"/>
                </a:moveTo>
                <a:lnTo>
                  <a:pt x="12062238" y="0"/>
                </a:lnTo>
                <a:lnTo>
                  <a:pt x="12062238" y="9242258"/>
                </a:lnTo>
                <a:lnTo>
                  <a:pt x="0" y="924225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707100E9-D563-4084-9E19-4F245C6D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3" y="110277"/>
            <a:ext cx="12062238" cy="9242258"/>
          </a:xfrm>
          <a:custGeom xmlns:a="http://schemas.openxmlformats.org/drawingml/2006/main">
            <a:pathLst>
              <a:path w="12062238" h="9242258">
                <a:moveTo>
                  <a:pt x="0" y="0"/>
                </a:moveTo>
                <a:lnTo>
                  <a:pt x="12062238" y="0"/>
                </a:lnTo>
                <a:lnTo>
                  <a:pt x="12062238" y="9242258"/>
                </a:lnTo>
                <a:lnTo>
                  <a:pt x="0" y="924225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BD1C5974-5B3C-4881-9C90-9005AF73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975" y="7471371"/>
            <a:ext cx="320513" cy="254717"/>
          </a:xfrm>
          <a:custGeom xmlns:a="http://schemas.openxmlformats.org/drawingml/2006/main">
            <a:pathLst>
              <a:path w="320513" h="254717">
                <a:moveTo>
                  <a:pt x="159274" y="254717"/>
                </a:moveTo>
                <a:cubicBezTo>
                  <a:pt x="126335" y="254717"/>
                  <a:pt x="97016" y="242209"/>
                  <a:pt x="72128" y="217530"/>
                </a:cubicBezTo>
                <a:cubicBezTo>
                  <a:pt x="22578" y="168380"/>
                  <a:pt x="0" y="77295"/>
                  <a:pt x="0" y="13436"/>
                </a:cubicBezTo>
                <a:cubicBezTo>
                  <a:pt x="0" y="6012"/>
                  <a:pt x="6013" y="0"/>
                  <a:pt x="13436" y="0"/>
                </a:cubicBezTo>
                <a:cubicBezTo>
                  <a:pt x="20850" y="0"/>
                  <a:pt x="26863" y="6012"/>
                  <a:pt x="26863" y="13436"/>
                </a:cubicBezTo>
                <a:cubicBezTo>
                  <a:pt x="26863" y="73756"/>
                  <a:pt x="48904" y="156672"/>
                  <a:pt x="91049" y="198472"/>
                </a:cubicBezTo>
                <a:cubicBezTo>
                  <a:pt x="110707" y="217966"/>
                  <a:pt x="133676" y="227855"/>
                  <a:pt x="159302" y="227855"/>
                </a:cubicBezTo>
                <a:lnTo>
                  <a:pt x="160157" y="227855"/>
                </a:lnTo>
                <a:cubicBezTo>
                  <a:pt x="260021" y="227017"/>
                  <a:pt x="293651" y="80260"/>
                  <a:pt x="293651" y="13436"/>
                </a:cubicBezTo>
                <a:cubicBezTo>
                  <a:pt x="293651" y="6012"/>
                  <a:pt x="299664" y="0"/>
                  <a:pt x="307078" y="0"/>
                </a:cubicBezTo>
                <a:cubicBezTo>
                  <a:pt x="314501" y="0"/>
                  <a:pt x="320513" y="6012"/>
                  <a:pt x="320513" y="13436"/>
                </a:cubicBezTo>
                <a:cubicBezTo>
                  <a:pt x="320513" y="91722"/>
                  <a:pt x="281370" y="253698"/>
                  <a:pt x="160375" y="254707"/>
                </a:cubicBezTo>
                <a:lnTo>
                  <a:pt x="159283" y="254707"/>
                </a:lnTo>
                <a:lnTo>
                  <a:pt x="159274" y="25471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FDA08352-7CA4-40E3-891E-4316DAFA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45" y="7666650"/>
            <a:ext cx="247130" cy="365633"/>
          </a:xfrm>
          <a:custGeom xmlns:a="http://schemas.openxmlformats.org/drawingml/2006/main">
            <a:pathLst>
              <a:path w="247130" h="365633">
                <a:moveTo>
                  <a:pt x="13436" y="365633"/>
                </a:moveTo>
                <a:cubicBezTo>
                  <a:pt x="6013" y="365633"/>
                  <a:pt x="0" y="359621"/>
                  <a:pt x="0" y="352197"/>
                </a:cubicBezTo>
                <a:cubicBezTo>
                  <a:pt x="0" y="266334"/>
                  <a:pt x="22378" y="187665"/>
                  <a:pt x="61385" y="136360"/>
                </a:cubicBezTo>
                <a:cubicBezTo>
                  <a:pt x="83280" y="107951"/>
                  <a:pt x="115465" y="103357"/>
                  <a:pt x="143874" y="99300"/>
                </a:cubicBezTo>
                <a:cubicBezTo>
                  <a:pt x="147603" y="98763"/>
                  <a:pt x="151333" y="98235"/>
                  <a:pt x="155054" y="97653"/>
                </a:cubicBezTo>
                <a:cubicBezTo>
                  <a:pt x="162176" y="96479"/>
                  <a:pt x="169253" y="101492"/>
                  <a:pt x="170400" y="108833"/>
                </a:cubicBezTo>
                <a:cubicBezTo>
                  <a:pt x="171555" y="116156"/>
                  <a:pt x="166561" y="123015"/>
                  <a:pt x="159220" y="124180"/>
                </a:cubicBezTo>
                <a:cubicBezTo>
                  <a:pt x="155381" y="124780"/>
                  <a:pt x="151524" y="125335"/>
                  <a:pt x="147667" y="125889"/>
                </a:cubicBezTo>
                <a:cubicBezTo>
                  <a:pt x="120959" y="129710"/>
                  <a:pt x="97890" y="132994"/>
                  <a:pt x="82717" y="152688"/>
                </a:cubicBezTo>
                <a:cubicBezTo>
                  <a:pt x="47239" y="199336"/>
                  <a:pt x="26872" y="272092"/>
                  <a:pt x="26872" y="352197"/>
                </a:cubicBezTo>
                <a:cubicBezTo>
                  <a:pt x="26872" y="359621"/>
                  <a:pt x="20859" y="365633"/>
                  <a:pt x="13436" y="365633"/>
                </a:cubicBezTo>
                <a:moveTo>
                  <a:pt x="216211" y="100628"/>
                </a:moveTo>
                <a:cubicBezTo>
                  <a:pt x="212645" y="100628"/>
                  <a:pt x="209088" y="99209"/>
                  <a:pt x="206450" y="96416"/>
                </a:cubicBezTo>
                <a:cubicBezTo>
                  <a:pt x="201365" y="91021"/>
                  <a:pt x="201592" y="82525"/>
                  <a:pt x="206987" y="77431"/>
                </a:cubicBezTo>
                <a:cubicBezTo>
                  <a:pt x="218521" y="66542"/>
                  <a:pt x="217857" y="43601"/>
                  <a:pt x="215792" y="14728"/>
                </a:cubicBezTo>
                <a:cubicBezTo>
                  <a:pt x="215274" y="7323"/>
                  <a:pt x="220841" y="910"/>
                  <a:pt x="228246" y="373"/>
                </a:cubicBezTo>
                <a:cubicBezTo>
                  <a:pt x="235523" y="0"/>
                  <a:pt x="242063" y="5394"/>
                  <a:pt x="242600" y="12818"/>
                </a:cubicBezTo>
                <a:cubicBezTo>
                  <a:pt x="244729" y="42645"/>
                  <a:pt x="247130" y="76467"/>
                  <a:pt x="225435" y="96962"/>
                </a:cubicBezTo>
                <a:cubicBezTo>
                  <a:pt x="222842" y="99409"/>
                  <a:pt x="219522" y="100628"/>
                  <a:pt x="216211" y="10062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01835DDC-EEE8-4005-9E5E-E7B12A53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45" y="8005421"/>
            <a:ext cx="614174" cy="26863"/>
          </a:xfrm>
          <a:custGeom xmlns:a="http://schemas.openxmlformats.org/drawingml/2006/main">
            <a:pathLst>
              <a:path w="614174" h="26863">
                <a:moveTo>
                  <a:pt x="600738" y="26863"/>
                </a:moveTo>
                <a:lnTo>
                  <a:pt x="13436" y="26863"/>
                </a:lnTo>
                <a:cubicBezTo>
                  <a:pt x="6013" y="26863"/>
                  <a:pt x="0" y="20850"/>
                  <a:pt x="0" y="13427"/>
                </a:cubicBezTo>
                <a:cubicBezTo>
                  <a:pt x="0" y="6013"/>
                  <a:pt x="6013" y="0"/>
                  <a:pt x="13436" y="0"/>
                </a:cubicBezTo>
                <a:lnTo>
                  <a:pt x="600738" y="0"/>
                </a:lnTo>
                <a:cubicBezTo>
                  <a:pt x="608152" y="0"/>
                  <a:pt x="614174" y="6013"/>
                  <a:pt x="614174" y="13427"/>
                </a:cubicBezTo>
                <a:cubicBezTo>
                  <a:pt x="614174" y="20850"/>
                  <a:pt x="608161" y="26863"/>
                  <a:pt x="600738" y="2686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7DE6FBF0-01AF-4EF9-86E7-AEF4BE19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119" y="7429463"/>
            <a:ext cx="324216" cy="70627"/>
          </a:xfrm>
          <a:custGeom xmlns:a="http://schemas.openxmlformats.org/drawingml/2006/main">
            <a:pathLst>
              <a:path w="324216" h="70627">
                <a:moveTo>
                  <a:pt x="308933" y="68771"/>
                </a:moveTo>
                <a:cubicBezTo>
                  <a:pt x="307096" y="68771"/>
                  <a:pt x="305249" y="68407"/>
                  <a:pt x="303475" y="67607"/>
                </a:cubicBezTo>
                <a:cubicBezTo>
                  <a:pt x="213627" y="27645"/>
                  <a:pt x="110598" y="27645"/>
                  <a:pt x="20750" y="67607"/>
                </a:cubicBezTo>
                <a:cubicBezTo>
                  <a:pt x="13991" y="70627"/>
                  <a:pt x="6049" y="67588"/>
                  <a:pt x="3011" y="60803"/>
                </a:cubicBezTo>
                <a:cubicBezTo>
                  <a:pt x="0" y="54025"/>
                  <a:pt x="3056" y="46084"/>
                  <a:pt x="9824" y="43073"/>
                </a:cubicBezTo>
                <a:cubicBezTo>
                  <a:pt x="106604" y="9"/>
                  <a:pt x="217584" y="0"/>
                  <a:pt x="314391" y="43073"/>
                </a:cubicBezTo>
                <a:cubicBezTo>
                  <a:pt x="321159" y="46084"/>
                  <a:pt x="324216" y="54025"/>
                  <a:pt x="321214" y="60803"/>
                </a:cubicBezTo>
                <a:cubicBezTo>
                  <a:pt x="318976" y="65805"/>
                  <a:pt x="314073" y="68771"/>
                  <a:pt x="308933" y="687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409289E9-DCCD-4A22-884C-C10178B6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128" y="7236995"/>
            <a:ext cx="324207" cy="70145"/>
          </a:xfrm>
          <a:custGeom xmlns:a="http://schemas.openxmlformats.org/drawingml/2006/main">
            <a:pathLst>
              <a:path w="324207" h="70145">
                <a:moveTo>
                  <a:pt x="308924" y="68307"/>
                </a:moveTo>
                <a:cubicBezTo>
                  <a:pt x="307105" y="68307"/>
                  <a:pt x="305267" y="67943"/>
                  <a:pt x="303512" y="67170"/>
                </a:cubicBezTo>
                <a:cubicBezTo>
                  <a:pt x="213618" y="27609"/>
                  <a:pt x="110552" y="27609"/>
                  <a:pt x="20695" y="67170"/>
                </a:cubicBezTo>
                <a:cubicBezTo>
                  <a:pt x="13973" y="70145"/>
                  <a:pt x="5995" y="67107"/>
                  <a:pt x="2993" y="60293"/>
                </a:cubicBezTo>
                <a:cubicBezTo>
                  <a:pt x="0" y="53497"/>
                  <a:pt x="3084" y="45575"/>
                  <a:pt x="9870" y="42590"/>
                </a:cubicBezTo>
                <a:cubicBezTo>
                  <a:pt x="106604" y="0"/>
                  <a:pt x="217566" y="0"/>
                  <a:pt x="314337" y="42590"/>
                </a:cubicBezTo>
                <a:cubicBezTo>
                  <a:pt x="321123" y="45575"/>
                  <a:pt x="324207" y="53497"/>
                  <a:pt x="321214" y="60293"/>
                </a:cubicBezTo>
                <a:cubicBezTo>
                  <a:pt x="318994" y="65324"/>
                  <a:pt x="314073" y="68307"/>
                  <a:pt x="308924" y="6830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1547264F-D14F-4806-BA46-16B7134D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975" y="7278439"/>
            <a:ext cx="26872" cy="219795"/>
          </a:xfrm>
          <a:custGeom xmlns:a="http://schemas.openxmlformats.org/drawingml/2006/main">
            <a:pathLst>
              <a:path w="26872" h="219795">
                <a:moveTo>
                  <a:pt x="13436" y="219795"/>
                </a:moveTo>
                <a:cubicBezTo>
                  <a:pt x="6022" y="219795"/>
                  <a:pt x="0" y="213782"/>
                  <a:pt x="0" y="206368"/>
                </a:cubicBezTo>
                <a:lnTo>
                  <a:pt x="0" y="13427"/>
                </a:lnTo>
                <a:cubicBezTo>
                  <a:pt x="0" y="6013"/>
                  <a:pt x="6022" y="0"/>
                  <a:pt x="13436" y="0"/>
                </a:cubicBezTo>
                <a:cubicBezTo>
                  <a:pt x="20850" y="0"/>
                  <a:pt x="26872" y="6013"/>
                  <a:pt x="26872" y="13427"/>
                </a:cubicBezTo>
                <a:lnTo>
                  <a:pt x="26872" y="206359"/>
                </a:lnTo>
                <a:cubicBezTo>
                  <a:pt x="26872" y="213782"/>
                  <a:pt x="20850" y="219795"/>
                  <a:pt x="13436" y="21979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2DDDED35-CCD9-4573-846A-2CEEA523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617" y="7278439"/>
            <a:ext cx="26862" cy="219795"/>
          </a:xfrm>
          <a:custGeom xmlns:a="http://schemas.openxmlformats.org/drawingml/2006/main">
            <a:pathLst>
              <a:path w="26862" h="219795">
                <a:moveTo>
                  <a:pt x="13436" y="219795"/>
                </a:moveTo>
                <a:cubicBezTo>
                  <a:pt x="6013" y="219795"/>
                  <a:pt x="0" y="213782"/>
                  <a:pt x="0" y="206368"/>
                </a:cubicBezTo>
                <a:lnTo>
                  <a:pt x="0" y="13427"/>
                </a:lnTo>
                <a:cubicBezTo>
                  <a:pt x="0" y="6013"/>
                  <a:pt x="6013" y="0"/>
                  <a:pt x="13436" y="0"/>
                </a:cubicBezTo>
                <a:cubicBezTo>
                  <a:pt x="20850" y="0"/>
                  <a:pt x="26862" y="6013"/>
                  <a:pt x="26862" y="13427"/>
                </a:cubicBezTo>
                <a:lnTo>
                  <a:pt x="26862" y="206359"/>
                </a:lnTo>
                <a:cubicBezTo>
                  <a:pt x="26862" y="213782"/>
                  <a:pt x="20850" y="219795"/>
                  <a:pt x="13436" y="21979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-10">
            <a:extLst xmlns:a="http://schemas.openxmlformats.org/drawingml/2006/main">
              <a:ext uri="{FF2B5EF4-FFF2-40B4-BE49-F238E27FC236}">
                <a16:creationId xmlns:a16="http://schemas.microsoft.com/office/drawing/2014/main" id="{0DD56B47-434C-42F5-A9F7-EFA47CE6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805" y="7327689"/>
            <a:ext cx="26862" cy="66261"/>
          </a:xfrm>
          <a:custGeom xmlns:a="http://schemas.openxmlformats.org/drawingml/2006/main">
            <a:pathLst>
              <a:path w="26862" h="66261">
                <a:moveTo>
                  <a:pt x="13436" y="66261"/>
                </a:moveTo>
                <a:cubicBezTo>
                  <a:pt x="6013" y="66261"/>
                  <a:pt x="0" y="60238"/>
                  <a:pt x="0" y="52825"/>
                </a:cubicBezTo>
                <a:lnTo>
                  <a:pt x="0" y="13427"/>
                </a:lnTo>
                <a:cubicBezTo>
                  <a:pt x="0" y="6012"/>
                  <a:pt x="6013" y="0"/>
                  <a:pt x="13436" y="0"/>
                </a:cubicBezTo>
                <a:cubicBezTo>
                  <a:pt x="20850" y="0"/>
                  <a:pt x="26862" y="6012"/>
                  <a:pt x="26862" y="13427"/>
                </a:cubicBezTo>
                <a:lnTo>
                  <a:pt x="26862" y="52825"/>
                </a:lnTo>
                <a:cubicBezTo>
                  <a:pt x="26862" y="60238"/>
                  <a:pt x="20850" y="66261"/>
                  <a:pt x="13436" y="6626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-11">
            <a:extLst xmlns:a="http://schemas.openxmlformats.org/drawingml/2006/main">
              <a:ext uri="{FF2B5EF4-FFF2-40B4-BE49-F238E27FC236}">
                <a16:creationId xmlns:a16="http://schemas.microsoft.com/office/drawing/2014/main" id="{54DD5BA2-8F2F-478C-9DF4-942A16F3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092" y="7347383"/>
            <a:ext cx="66269" cy="26863"/>
          </a:xfrm>
          <a:custGeom xmlns:a="http://schemas.openxmlformats.org/drawingml/2006/main">
            <a:pathLst>
              <a:path w="66269" h="26863">
                <a:moveTo>
                  <a:pt x="52843" y="26863"/>
                </a:moveTo>
                <a:lnTo>
                  <a:pt x="13435" y="26863"/>
                </a:lnTo>
                <a:cubicBezTo>
                  <a:pt x="6022" y="26863"/>
                  <a:pt x="0" y="20850"/>
                  <a:pt x="0" y="13427"/>
                </a:cubicBezTo>
                <a:cubicBezTo>
                  <a:pt x="0" y="6012"/>
                  <a:pt x="6022" y="0"/>
                  <a:pt x="13435" y="0"/>
                </a:cubicBezTo>
                <a:lnTo>
                  <a:pt x="52843" y="0"/>
                </a:lnTo>
                <a:cubicBezTo>
                  <a:pt x="60257" y="0"/>
                  <a:pt x="66269" y="6012"/>
                  <a:pt x="66269" y="13427"/>
                </a:cubicBezTo>
                <a:cubicBezTo>
                  <a:pt x="66269" y="20850"/>
                  <a:pt x="60257" y="26863"/>
                  <a:pt x="52843" y="2686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-12">
            <a:extLst xmlns:a="http://schemas.openxmlformats.org/drawingml/2006/main">
              <a:ext uri="{FF2B5EF4-FFF2-40B4-BE49-F238E27FC236}">
                <a16:creationId xmlns:a16="http://schemas.microsoft.com/office/drawing/2014/main" id="{37B11E3E-3DA9-4C3F-984E-DD9923C6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233" y="7842918"/>
            <a:ext cx="75212" cy="75657"/>
          </a:xfrm>
          <a:custGeom xmlns:a="http://schemas.openxmlformats.org/drawingml/2006/main">
            <a:pathLst>
              <a:path w="75212" h="75657">
                <a:moveTo>
                  <a:pt x="37615" y="75657"/>
                </a:moveTo>
                <a:cubicBezTo>
                  <a:pt x="16874" y="75657"/>
                  <a:pt x="0" y="58792"/>
                  <a:pt x="0" y="38042"/>
                </a:cubicBezTo>
                <a:cubicBezTo>
                  <a:pt x="0" y="17074"/>
                  <a:pt x="16874" y="0"/>
                  <a:pt x="37615" y="0"/>
                </a:cubicBezTo>
                <a:cubicBezTo>
                  <a:pt x="58346" y="0"/>
                  <a:pt x="75212" y="17074"/>
                  <a:pt x="75212" y="38042"/>
                </a:cubicBezTo>
                <a:cubicBezTo>
                  <a:pt x="75212" y="58792"/>
                  <a:pt x="58346" y="75657"/>
                  <a:pt x="37615" y="75657"/>
                </a:cubicBezTo>
                <a:moveTo>
                  <a:pt x="37615" y="26862"/>
                </a:moveTo>
                <a:cubicBezTo>
                  <a:pt x="31693" y="26862"/>
                  <a:pt x="26863" y="31875"/>
                  <a:pt x="26863" y="38042"/>
                </a:cubicBezTo>
                <a:cubicBezTo>
                  <a:pt x="26863" y="44073"/>
                  <a:pt x="31584" y="48795"/>
                  <a:pt x="37615" y="48795"/>
                </a:cubicBezTo>
                <a:cubicBezTo>
                  <a:pt x="43628" y="48795"/>
                  <a:pt x="48349" y="44073"/>
                  <a:pt x="48349" y="38042"/>
                </a:cubicBezTo>
                <a:cubicBezTo>
                  <a:pt x="48349" y="31875"/>
                  <a:pt x="43537" y="26862"/>
                  <a:pt x="37615" y="2686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-13">
            <a:extLst xmlns:a="http://schemas.openxmlformats.org/drawingml/2006/main">
              <a:ext uri="{FF2B5EF4-FFF2-40B4-BE49-F238E27FC236}">
                <a16:creationId xmlns:a16="http://schemas.microsoft.com/office/drawing/2014/main" id="{CAD0C72A-6B04-4709-AF00-4622E5FF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524" y="7704492"/>
            <a:ext cx="106240" cy="170663"/>
          </a:xfrm>
          <a:custGeom xmlns:a="http://schemas.openxmlformats.org/drawingml/2006/main">
            <a:pathLst>
              <a:path w="106240" h="170663">
                <a:moveTo>
                  <a:pt x="37551" y="170663"/>
                </a:moveTo>
                <a:cubicBezTo>
                  <a:pt x="32402" y="170663"/>
                  <a:pt x="27499" y="167689"/>
                  <a:pt x="25280" y="162667"/>
                </a:cubicBezTo>
                <a:cubicBezTo>
                  <a:pt x="3329" y="113109"/>
                  <a:pt x="0" y="75185"/>
                  <a:pt x="15119" y="46757"/>
                </a:cubicBezTo>
                <a:cubicBezTo>
                  <a:pt x="27672" y="23106"/>
                  <a:pt x="52652" y="7787"/>
                  <a:pt x="89357" y="1219"/>
                </a:cubicBezTo>
                <a:cubicBezTo>
                  <a:pt x="96561" y="0"/>
                  <a:pt x="103639" y="4766"/>
                  <a:pt x="104931" y="12081"/>
                </a:cubicBezTo>
                <a:cubicBezTo>
                  <a:pt x="106240" y="19367"/>
                  <a:pt x="101383" y="26345"/>
                  <a:pt x="94069" y="27654"/>
                </a:cubicBezTo>
                <a:cubicBezTo>
                  <a:pt x="65915" y="32694"/>
                  <a:pt x="47330" y="43365"/>
                  <a:pt x="38834" y="59357"/>
                </a:cubicBezTo>
                <a:cubicBezTo>
                  <a:pt x="27990" y="79751"/>
                  <a:pt x="31693" y="110835"/>
                  <a:pt x="49832" y="151788"/>
                </a:cubicBezTo>
                <a:cubicBezTo>
                  <a:pt x="52834" y="158574"/>
                  <a:pt x="49768" y="166507"/>
                  <a:pt x="42991" y="169499"/>
                </a:cubicBezTo>
                <a:cubicBezTo>
                  <a:pt x="41226" y="170291"/>
                  <a:pt x="39380" y="170654"/>
                  <a:pt x="37551" y="170654"/>
                </a:cubicBezTo>
                <a:lnTo>
                  <a:pt x="37551" y="17066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-14">
            <a:extLst xmlns:a="http://schemas.openxmlformats.org/drawingml/2006/main">
              <a:ext uri="{FF2B5EF4-FFF2-40B4-BE49-F238E27FC236}">
                <a16:creationId xmlns:a16="http://schemas.microsoft.com/office/drawing/2014/main" id="{236B368F-9CCC-4BAB-9493-0218480E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282" y="7804966"/>
            <a:ext cx="157837" cy="165524"/>
          </a:xfrm>
          <a:custGeom xmlns:a="http://schemas.openxmlformats.org/drawingml/2006/main">
            <a:pathLst>
              <a:path w="157837" h="165524">
                <a:moveTo>
                  <a:pt x="120841" y="165524"/>
                </a:moveTo>
                <a:cubicBezTo>
                  <a:pt x="119667" y="165524"/>
                  <a:pt x="118467" y="165378"/>
                  <a:pt x="117266" y="165033"/>
                </a:cubicBezTo>
                <a:cubicBezTo>
                  <a:pt x="110107" y="163059"/>
                  <a:pt x="105913" y="155654"/>
                  <a:pt x="107905" y="148513"/>
                </a:cubicBezTo>
                <a:cubicBezTo>
                  <a:pt x="115674" y="120386"/>
                  <a:pt x="121532" y="95852"/>
                  <a:pt x="123297" y="86119"/>
                </a:cubicBezTo>
                <a:cubicBezTo>
                  <a:pt x="128464" y="62358"/>
                  <a:pt x="113381" y="39189"/>
                  <a:pt x="89785" y="34058"/>
                </a:cubicBezTo>
                <a:cubicBezTo>
                  <a:pt x="66406" y="29319"/>
                  <a:pt x="43410" y="44310"/>
                  <a:pt x="38652" y="67507"/>
                </a:cubicBezTo>
                <a:cubicBezTo>
                  <a:pt x="36551" y="76740"/>
                  <a:pt x="31629" y="101592"/>
                  <a:pt x="27609" y="131503"/>
                </a:cubicBezTo>
                <a:cubicBezTo>
                  <a:pt x="26617" y="138862"/>
                  <a:pt x="19713" y="143964"/>
                  <a:pt x="12508" y="143027"/>
                </a:cubicBezTo>
                <a:cubicBezTo>
                  <a:pt x="5149" y="142036"/>
                  <a:pt x="0" y="135268"/>
                  <a:pt x="991" y="127927"/>
                </a:cubicBezTo>
                <a:cubicBezTo>
                  <a:pt x="5140" y="97125"/>
                  <a:pt x="10116" y="71882"/>
                  <a:pt x="12399" y="61830"/>
                </a:cubicBezTo>
                <a:cubicBezTo>
                  <a:pt x="20086" y="24443"/>
                  <a:pt x="57373" y="0"/>
                  <a:pt x="95306" y="7778"/>
                </a:cubicBezTo>
                <a:cubicBezTo>
                  <a:pt x="133549" y="16083"/>
                  <a:pt x="157837" y="53571"/>
                  <a:pt x="149632" y="91377"/>
                </a:cubicBezTo>
                <a:cubicBezTo>
                  <a:pt x="147913" y="100919"/>
                  <a:pt x="142154" y="125444"/>
                  <a:pt x="133785" y="155672"/>
                </a:cubicBezTo>
                <a:cubicBezTo>
                  <a:pt x="132148" y="161630"/>
                  <a:pt x="126735" y="165524"/>
                  <a:pt x="120841" y="16552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-15">
            <a:extLst xmlns:a="http://schemas.openxmlformats.org/drawingml/2006/main">
              <a:ext uri="{FF2B5EF4-FFF2-40B4-BE49-F238E27FC236}">
                <a16:creationId xmlns:a16="http://schemas.microsoft.com/office/drawing/2014/main" id="{355DEDEA-9065-44D9-B4EF-F3723D5D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009" y="7920213"/>
            <a:ext cx="45711" cy="31056"/>
          </a:xfrm>
          <a:custGeom xmlns:a="http://schemas.openxmlformats.org/drawingml/2006/main">
            <a:pathLst>
              <a:path w="45711" h="31056">
                <a:moveTo>
                  <a:pt x="31147" y="31056"/>
                </a:moveTo>
                <a:cubicBezTo>
                  <a:pt x="30320" y="31056"/>
                  <a:pt x="29483" y="30983"/>
                  <a:pt x="28637" y="30829"/>
                </a:cubicBezTo>
                <a:lnTo>
                  <a:pt x="12072" y="27690"/>
                </a:lnTo>
                <a:cubicBezTo>
                  <a:pt x="4794" y="26307"/>
                  <a:pt x="0" y="19285"/>
                  <a:pt x="1374" y="11989"/>
                </a:cubicBezTo>
                <a:cubicBezTo>
                  <a:pt x="2747" y="4703"/>
                  <a:pt x="9779" y="0"/>
                  <a:pt x="17075" y="1291"/>
                </a:cubicBezTo>
                <a:lnTo>
                  <a:pt x="33640" y="4420"/>
                </a:lnTo>
                <a:cubicBezTo>
                  <a:pt x="40917" y="5812"/>
                  <a:pt x="45711" y="12826"/>
                  <a:pt x="44337" y="20122"/>
                </a:cubicBezTo>
                <a:cubicBezTo>
                  <a:pt x="43119" y="26571"/>
                  <a:pt x="37479" y="31056"/>
                  <a:pt x="31147" y="3105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th-16">
            <a:extLst xmlns:a="http://schemas.openxmlformats.org/drawingml/2006/main">
              <a:ext uri="{FF2B5EF4-FFF2-40B4-BE49-F238E27FC236}">
                <a16:creationId xmlns:a16="http://schemas.microsoft.com/office/drawing/2014/main" id="{4A259FFF-8417-40D5-973D-1311CC99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867" y="7938706"/>
            <a:ext cx="45957" cy="31784"/>
          </a:xfrm>
          <a:custGeom xmlns:a="http://schemas.openxmlformats.org/drawingml/2006/main">
            <a:pathLst>
              <a:path w="45957" h="31784">
                <a:moveTo>
                  <a:pt x="31274" y="31784"/>
                </a:moveTo>
                <a:cubicBezTo>
                  <a:pt x="30338" y="31784"/>
                  <a:pt x="29382" y="31693"/>
                  <a:pt x="28427" y="31475"/>
                </a:cubicBezTo>
                <a:lnTo>
                  <a:pt x="11862" y="27900"/>
                </a:lnTo>
                <a:cubicBezTo>
                  <a:pt x="4612" y="26344"/>
                  <a:pt x="0" y="19185"/>
                  <a:pt x="1574" y="11944"/>
                </a:cubicBezTo>
                <a:cubicBezTo>
                  <a:pt x="3138" y="4694"/>
                  <a:pt x="10307" y="0"/>
                  <a:pt x="17538" y="1656"/>
                </a:cubicBezTo>
                <a:lnTo>
                  <a:pt x="34103" y="5231"/>
                </a:lnTo>
                <a:cubicBezTo>
                  <a:pt x="41354" y="6786"/>
                  <a:pt x="45957" y="13946"/>
                  <a:pt x="44383" y="21196"/>
                </a:cubicBezTo>
                <a:cubicBezTo>
                  <a:pt x="43027" y="27491"/>
                  <a:pt x="37460" y="31784"/>
                  <a:pt x="31274" y="3178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th-17">
            <a:extLst xmlns:a="http://schemas.openxmlformats.org/drawingml/2006/main">
              <a:ext uri="{FF2B5EF4-FFF2-40B4-BE49-F238E27FC236}">
                <a16:creationId xmlns:a16="http://schemas.microsoft.com/office/drawing/2014/main" id="{A0877D33-6689-48EC-8BBC-9D6E6BBE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597" y="7666587"/>
            <a:ext cx="246721" cy="365697"/>
          </a:xfrm>
          <a:custGeom xmlns:a="http://schemas.openxmlformats.org/drawingml/2006/main">
            <a:pathLst>
              <a:path w="246721" h="365697">
                <a:moveTo>
                  <a:pt x="233285" y="365697"/>
                </a:moveTo>
                <a:cubicBezTo>
                  <a:pt x="225871" y="365697"/>
                  <a:pt x="219849" y="359684"/>
                  <a:pt x="219849" y="352261"/>
                </a:cubicBezTo>
                <a:cubicBezTo>
                  <a:pt x="219849" y="272010"/>
                  <a:pt x="199345" y="199300"/>
                  <a:pt x="163568" y="152734"/>
                </a:cubicBezTo>
                <a:cubicBezTo>
                  <a:pt x="148385" y="133057"/>
                  <a:pt x="125316" y="129774"/>
                  <a:pt x="98608" y="125953"/>
                </a:cubicBezTo>
                <a:cubicBezTo>
                  <a:pt x="94751" y="125398"/>
                  <a:pt x="90894" y="124834"/>
                  <a:pt x="87056" y="124234"/>
                </a:cubicBezTo>
                <a:cubicBezTo>
                  <a:pt x="79714" y="123078"/>
                  <a:pt x="74720" y="116219"/>
                  <a:pt x="75876" y="108887"/>
                </a:cubicBezTo>
                <a:cubicBezTo>
                  <a:pt x="77022" y="101547"/>
                  <a:pt x="84081" y="96598"/>
                  <a:pt x="91222" y="97708"/>
                </a:cubicBezTo>
                <a:cubicBezTo>
                  <a:pt x="94942" y="98299"/>
                  <a:pt x="98672" y="98827"/>
                  <a:pt x="102402" y="99364"/>
                </a:cubicBezTo>
                <a:cubicBezTo>
                  <a:pt x="130811" y="103420"/>
                  <a:pt x="162995" y="108014"/>
                  <a:pt x="184854" y="136342"/>
                </a:cubicBezTo>
                <a:cubicBezTo>
                  <a:pt x="224179" y="187529"/>
                  <a:pt x="246721" y="266206"/>
                  <a:pt x="246721" y="352261"/>
                </a:cubicBezTo>
                <a:cubicBezTo>
                  <a:pt x="246721" y="359684"/>
                  <a:pt x="240708" y="365697"/>
                  <a:pt x="233285" y="365697"/>
                </a:cubicBezTo>
                <a:moveTo>
                  <a:pt x="30056" y="100691"/>
                </a:moveTo>
                <a:cubicBezTo>
                  <a:pt x="26744" y="100691"/>
                  <a:pt x="23424" y="99473"/>
                  <a:pt x="20831" y="97016"/>
                </a:cubicBezTo>
                <a:cubicBezTo>
                  <a:pt x="0" y="77340"/>
                  <a:pt x="1774" y="46111"/>
                  <a:pt x="3666" y="13063"/>
                </a:cubicBezTo>
                <a:cubicBezTo>
                  <a:pt x="4084" y="5658"/>
                  <a:pt x="10470" y="0"/>
                  <a:pt x="17838" y="437"/>
                </a:cubicBezTo>
                <a:cubicBezTo>
                  <a:pt x="25243" y="846"/>
                  <a:pt x="30901" y="7186"/>
                  <a:pt x="30474" y="14610"/>
                </a:cubicBezTo>
                <a:cubicBezTo>
                  <a:pt x="28964" y="41235"/>
                  <a:pt x="27527" y="66397"/>
                  <a:pt x="39279" y="77495"/>
                </a:cubicBezTo>
                <a:cubicBezTo>
                  <a:pt x="44674" y="82580"/>
                  <a:pt x="44910" y="91085"/>
                  <a:pt x="39816" y="96479"/>
                </a:cubicBezTo>
                <a:cubicBezTo>
                  <a:pt x="37178" y="99273"/>
                  <a:pt x="33621" y="100691"/>
                  <a:pt x="30056" y="10069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th-18">
            <a:extLst xmlns:a="http://schemas.openxmlformats.org/drawingml/2006/main">
              <a:ext uri="{FF2B5EF4-FFF2-40B4-BE49-F238E27FC236}">
                <a16:creationId xmlns:a16="http://schemas.microsoft.com/office/drawing/2014/main" id="{669B7D08-AE9F-441C-80A6-84C5B1BE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680" y="7704311"/>
            <a:ext cx="103493" cy="135487"/>
          </a:xfrm>
          <a:custGeom xmlns:a="http://schemas.openxmlformats.org/drawingml/2006/main">
            <a:pathLst>
              <a:path w="103493" h="135487">
                <a:moveTo>
                  <a:pt x="81243" y="135477"/>
                </a:moveTo>
                <a:cubicBezTo>
                  <a:pt x="80069" y="135477"/>
                  <a:pt x="78887" y="135332"/>
                  <a:pt x="77695" y="135004"/>
                </a:cubicBezTo>
                <a:cubicBezTo>
                  <a:pt x="70536" y="133048"/>
                  <a:pt x="66333" y="125662"/>
                  <a:pt x="68289" y="118503"/>
                </a:cubicBezTo>
                <a:cubicBezTo>
                  <a:pt x="75521" y="92095"/>
                  <a:pt x="74566" y="71336"/>
                  <a:pt x="65423" y="56782"/>
                </a:cubicBezTo>
                <a:cubicBezTo>
                  <a:pt x="56400" y="42409"/>
                  <a:pt x="38461" y="32667"/>
                  <a:pt x="12126" y="27827"/>
                </a:cubicBezTo>
                <a:cubicBezTo>
                  <a:pt x="4830" y="26498"/>
                  <a:pt x="0" y="19494"/>
                  <a:pt x="1346" y="12198"/>
                </a:cubicBezTo>
                <a:cubicBezTo>
                  <a:pt x="2683" y="4904"/>
                  <a:pt x="9652" y="0"/>
                  <a:pt x="16965" y="1419"/>
                </a:cubicBezTo>
                <a:cubicBezTo>
                  <a:pt x="51014" y="7669"/>
                  <a:pt x="74966" y="21486"/>
                  <a:pt x="88165" y="42509"/>
                </a:cubicBezTo>
                <a:cubicBezTo>
                  <a:pt x="101474" y="63695"/>
                  <a:pt x="103493" y="91658"/>
                  <a:pt x="94196" y="125598"/>
                </a:cubicBezTo>
                <a:cubicBezTo>
                  <a:pt x="92559" y="131566"/>
                  <a:pt x="87146" y="135487"/>
                  <a:pt x="81243" y="135487"/>
                </a:cubicBezTo>
                <a:lnTo>
                  <a:pt x="81243" y="13547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th-19">
            <a:extLst xmlns:a="http://schemas.openxmlformats.org/drawingml/2006/main">
              <a:ext uri="{FF2B5EF4-FFF2-40B4-BE49-F238E27FC236}">
                <a16:creationId xmlns:a16="http://schemas.microsoft.com/office/drawing/2014/main" id="{09CF6A06-5951-4F9F-96B6-496F2854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046" y="7738523"/>
            <a:ext cx="121514" cy="174229"/>
          </a:xfrm>
          <a:custGeom xmlns:a="http://schemas.openxmlformats.org/drawingml/2006/main">
            <a:pathLst>
              <a:path w="121514" h="174229">
                <a:moveTo>
                  <a:pt x="106213" y="174229"/>
                </a:moveTo>
                <a:cubicBezTo>
                  <a:pt x="101719" y="174229"/>
                  <a:pt x="97362" y="172001"/>
                  <a:pt x="94797" y="167907"/>
                </a:cubicBezTo>
                <a:lnTo>
                  <a:pt x="3921" y="22423"/>
                </a:lnTo>
                <a:cubicBezTo>
                  <a:pt x="0" y="16129"/>
                  <a:pt x="1910" y="7851"/>
                  <a:pt x="8205" y="3921"/>
                </a:cubicBezTo>
                <a:cubicBezTo>
                  <a:pt x="14482" y="0"/>
                  <a:pt x="22769" y="1910"/>
                  <a:pt x="26708" y="8205"/>
                </a:cubicBezTo>
                <a:lnTo>
                  <a:pt x="117593" y="153689"/>
                </a:lnTo>
                <a:cubicBezTo>
                  <a:pt x="121514" y="159984"/>
                  <a:pt x="119595" y="168271"/>
                  <a:pt x="113309" y="172201"/>
                </a:cubicBezTo>
                <a:cubicBezTo>
                  <a:pt x="111098" y="173565"/>
                  <a:pt x="108633" y="174229"/>
                  <a:pt x="106213" y="17422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th-20">
            <a:extLst xmlns:a="http://schemas.openxmlformats.org/drawingml/2006/main">
              <a:ext uri="{FF2B5EF4-FFF2-40B4-BE49-F238E27FC236}">
                <a16:creationId xmlns:a16="http://schemas.microsoft.com/office/drawing/2014/main" id="{4FD093E6-98CE-404C-849A-FF247F74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931" y="7738496"/>
            <a:ext cx="121041" cy="174257"/>
          </a:xfrm>
          <a:custGeom xmlns:a="http://schemas.openxmlformats.org/drawingml/2006/main">
            <a:pathLst>
              <a:path w="121041" h="174257">
                <a:moveTo>
                  <a:pt x="15292" y="174257"/>
                </a:moveTo>
                <a:cubicBezTo>
                  <a:pt x="12872" y="174257"/>
                  <a:pt x="10416" y="173611"/>
                  <a:pt x="8214" y="172237"/>
                </a:cubicBezTo>
                <a:cubicBezTo>
                  <a:pt x="1929" y="168325"/>
                  <a:pt x="0" y="160038"/>
                  <a:pt x="3893" y="153734"/>
                </a:cubicBezTo>
                <a:lnTo>
                  <a:pt x="94315" y="8251"/>
                </a:lnTo>
                <a:cubicBezTo>
                  <a:pt x="98235" y="1947"/>
                  <a:pt x="106513" y="0"/>
                  <a:pt x="112817" y="3930"/>
                </a:cubicBezTo>
                <a:cubicBezTo>
                  <a:pt x="119112" y="7851"/>
                  <a:pt x="121041" y="16129"/>
                  <a:pt x="117138" y="22433"/>
                </a:cubicBezTo>
                <a:lnTo>
                  <a:pt x="26717" y="167925"/>
                </a:lnTo>
                <a:cubicBezTo>
                  <a:pt x="24179" y="172010"/>
                  <a:pt x="19785" y="174257"/>
                  <a:pt x="15292" y="17425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th-21">
            <a:extLst xmlns:a="http://schemas.openxmlformats.org/drawingml/2006/main">
              <a:ext uri="{FF2B5EF4-FFF2-40B4-BE49-F238E27FC236}">
                <a16:creationId xmlns:a16="http://schemas.microsoft.com/office/drawing/2014/main" id="{26563223-787B-45A3-BC9F-6D042010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805" y="7885899"/>
            <a:ext cx="26862" cy="146384"/>
          </a:xfrm>
          <a:custGeom xmlns:a="http://schemas.openxmlformats.org/drawingml/2006/main">
            <a:pathLst>
              <a:path w="26862" h="146384">
                <a:moveTo>
                  <a:pt x="13436" y="146384"/>
                </a:moveTo>
                <a:cubicBezTo>
                  <a:pt x="6013" y="146384"/>
                  <a:pt x="0" y="140372"/>
                  <a:pt x="0" y="132948"/>
                </a:cubicBezTo>
                <a:lnTo>
                  <a:pt x="0" y="13436"/>
                </a:lnTo>
                <a:cubicBezTo>
                  <a:pt x="0" y="6013"/>
                  <a:pt x="6013" y="0"/>
                  <a:pt x="13436" y="0"/>
                </a:cubicBezTo>
                <a:cubicBezTo>
                  <a:pt x="20850" y="0"/>
                  <a:pt x="26862" y="6013"/>
                  <a:pt x="26862" y="13436"/>
                </a:cubicBezTo>
                <a:lnTo>
                  <a:pt x="26862" y="132948"/>
                </a:lnTo>
                <a:cubicBezTo>
                  <a:pt x="26862" y="140372"/>
                  <a:pt x="20850" y="146384"/>
                  <a:pt x="13436" y="14638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th-22">
            <a:extLst xmlns:a="http://schemas.openxmlformats.org/drawingml/2006/main">
              <a:ext uri="{FF2B5EF4-FFF2-40B4-BE49-F238E27FC236}">
                <a16:creationId xmlns:a16="http://schemas.microsoft.com/office/drawing/2014/main" id="{17A3787B-7D84-4B27-A9D3-5ACD0F37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428" y="7960201"/>
            <a:ext cx="26872" cy="72082"/>
          </a:xfrm>
          <a:custGeom xmlns:a="http://schemas.openxmlformats.org/drawingml/2006/main">
            <a:pathLst>
              <a:path w="26872" h="72082">
                <a:moveTo>
                  <a:pt x="13436" y="72082"/>
                </a:moveTo>
                <a:cubicBezTo>
                  <a:pt x="6022" y="72082"/>
                  <a:pt x="0" y="66070"/>
                  <a:pt x="0" y="58646"/>
                </a:cubicBezTo>
                <a:lnTo>
                  <a:pt x="0" y="13436"/>
                </a:lnTo>
                <a:cubicBezTo>
                  <a:pt x="0" y="6013"/>
                  <a:pt x="6022" y="0"/>
                  <a:pt x="13436" y="0"/>
                </a:cubicBezTo>
                <a:cubicBezTo>
                  <a:pt x="20850" y="0"/>
                  <a:pt x="26872" y="6013"/>
                  <a:pt x="26872" y="13436"/>
                </a:cubicBezTo>
                <a:lnTo>
                  <a:pt x="26872" y="58646"/>
                </a:lnTo>
                <a:cubicBezTo>
                  <a:pt x="26872" y="66070"/>
                  <a:pt x="20850" y="72082"/>
                  <a:pt x="13436" y="7208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th-23">
            <a:extLst xmlns:a="http://schemas.openxmlformats.org/drawingml/2006/main">
              <a:ext uri="{FF2B5EF4-FFF2-40B4-BE49-F238E27FC236}">
                <a16:creationId xmlns:a16="http://schemas.microsoft.com/office/drawing/2014/main" id="{E7103F34-0C82-48A2-9798-1F9234C5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164" y="7960201"/>
            <a:ext cx="26863" cy="72082"/>
          </a:xfrm>
          <a:custGeom xmlns:a="http://schemas.openxmlformats.org/drawingml/2006/main">
            <a:pathLst>
              <a:path w="26863" h="72082">
                <a:moveTo>
                  <a:pt x="13436" y="72082"/>
                </a:moveTo>
                <a:cubicBezTo>
                  <a:pt x="6013" y="72082"/>
                  <a:pt x="0" y="66070"/>
                  <a:pt x="0" y="58646"/>
                </a:cubicBezTo>
                <a:lnTo>
                  <a:pt x="0" y="13436"/>
                </a:lnTo>
                <a:cubicBezTo>
                  <a:pt x="0" y="6013"/>
                  <a:pt x="6013" y="0"/>
                  <a:pt x="13436" y="0"/>
                </a:cubicBezTo>
                <a:cubicBezTo>
                  <a:pt x="20850" y="0"/>
                  <a:pt x="26863" y="6013"/>
                  <a:pt x="26863" y="13436"/>
                </a:cubicBezTo>
                <a:lnTo>
                  <a:pt x="26863" y="58646"/>
                </a:lnTo>
                <a:cubicBezTo>
                  <a:pt x="26863" y="66070"/>
                  <a:pt x="20850" y="72082"/>
                  <a:pt x="13436" y="7208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th-24">
            <a:extLst xmlns:a="http://schemas.openxmlformats.org/drawingml/2006/main">
              <a:ext uri="{FF2B5EF4-FFF2-40B4-BE49-F238E27FC236}">
                <a16:creationId xmlns:a16="http://schemas.microsoft.com/office/drawing/2014/main" id="{951D4CC1-A6C5-4DAA-AB10-5C9FF913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388" y="7138732"/>
            <a:ext cx="511873" cy="86637"/>
          </a:xfrm>
          <a:custGeom xmlns:a="http://schemas.openxmlformats.org/drawingml/2006/main">
            <a:pathLst>
              <a:path w="511873" h="86637">
                <a:moveTo>
                  <a:pt x="445809" y="85545"/>
                </a:moveTo>
                <a:cubicBezTo>
                  <a:pt x="439577" y="85545"/>
                  <a:pt x="434021" y="81106"/>
                  <a:pt x="432833" y="74757"/>
                </a:cubicBezTo>
                <a:cubicBezTo>
                  <a:pt x="431490" y="67588"/>
                  <a:pt x="436228" y="60684"/>
                  <a:pt x="443403" y="59347"/>
                </a:cubicBezTo>
                <a:cubicBezTo>
                  <a:pt x="463029" y="55672"/>
                  <a:pt x="473996" y="52042"/>
                  <a:pt x="479968" y="49431"/>
                </a:cubicBezTo>
                <a:cubicBezTo>
                  <a:pt x="457240" y="39780"/>
                  <a:pt x="382829" y="26426"/>
                  <a:pt x="255947" y="26426"/>
                </a:cubicBezTo>
                <a:cubicBezTo>
                  <a:pt x="128783" y="26426"/>
                  <a:pt x="54327" y="39816"/>
                  <a:pt x="31769" y="49467"/>
                </a:cubicBezTo>
                <a:cubicBezTo>
                  <a:pt x="37664" y="52061"/>
                  <a:pt x="48524" y="55699"/>
                  <a:pt x="68025" y="59347"/>
                </a:cubicBezTo>
                <a:cubicBezTo>
                  <a:pt x="75200" y="60684"/>
                  <a:pt x="79935" y="67588"/>
                  <a:pt x="78595" y="74757"/>
                </a:cubicBezTo>
                <a:cubicBezTo>
                  <a:pt x="77251" y="81925"/>
                  <a:pt x="70354" y="86637"/>
                  <a:pt x="63180" y="85317"/>
                </a:cubicBezTo>
                <a:cubicBezTo>
                  <a:pt x="18883" y="77049"/>
                  <a:pt x="0" y="66333"/>
                  <a:pt x="0" y="49485"/>
                </a:cubicBezTo>
                <a:cubicBezTo>
                  <a:pt x="0" y="3575"/>
                  <a:pt x="195898" y="0"/>
                  <a:pt x="255943" y="0"/>
                </a:cubicBezTo>
                <a:cubicBezTo>
                  <a:pt x="315976" y="0"/>
                  <a:pt x="511873" y="3575"/>
                  <a:pt x="511873" y="49485"/>
                </a:cubicBezTo>
                <a:cubicBezTo>
                  <a:pt x="511873" y="66278"/>
                  <a:pt x="492849" y="76994"/>
                  <a:pt x="448246" y="85317"/>
                </a:cubicBezTo>
                <a:cubicBezTo>
                  <a:pt x="447428" y="85463"/>
                  <a:pt x="446611" y="85545"/>
                  <a:pt x="445809" y="8554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th-25">
            <a:extLst xmlns:a="http://schemas.openxmlformats.org/drawingml/2006/main">
              <a:ext uri="{FF2B5EF4-FFF2-40B4-BE49-F238E27FC236}">
                <a16:creationId xmlns:a16="http://schemas.microsoft.com/office/drawing/2014/main" id="{D69E168D-55CA-44B0-A7C1-8700A3C1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598" y="7142335"/>
            <a:ext cx="335417" cy="344392"/>
          </a:xfrm>
          <a:custGeom xmlns:a="http://schemas.openxmlformats.org/drawingml/2006/main">
            <a:pathLst>
              <a:path w="335417" h="344392">
                <a:moveTo>
                  <a:pt x="166742" y="344392"/>
                </a:moveTo>
                <a:cubicBezTo>
                  <a:pt x="132273" y="344392"/>
                  <a:pt x="101618" y="331311"/>
                  <a:pt x="75632" y="305522"/>
                </a:cubicBezTo>
                <a:cubicBezTo>
                  <a:pt x="23668" y="253970"/>
                  <a:pt x="0" y="158010"/>
                  <a:pt x="0" y="90675"/>
                </a:cubicBezTo>
                <a:cubicBezTo>
                  <a:pt x="0" y="58746"/>
                  <a:pt x="8515" y="30692"/>
                  <a:pt x="25303" y="7295"/>
                </a:cubicBezTo>
                <a:cubicBezTo>
                  <a:pt x="29577" y="1355"/>
                  <a:pt x="37831" y="9"/>
                  <a:pt x="43740" y="4257"/>
                </a:cubicBezTo>
                <a:cubicBezTo>
                  <a:pt x="49665" y="8514"/>
                  <a:pt x="51022" y="16765"/>
                  <a:pt x="46779" y="22687"/>
                </a:cubicBezTo>
                <a:cubicBezTo>
                  <a:pt x="33262" y="41517"/>
                  <a:pt x="26412" y="64386"/>
                  <a:pt x="26412" y="90675"/>
                </a:cubicBezTo>
                <a:cubicBezTo>
                  <a:pt x="26412" y="152716"/>
                  <a:pt x="47642" y="240544"/>
                  <a:pt x="94237" y="286765"/>
                </a:cubicBezTo>
                <a:cubicBezTo>
                  <a:pt x="115097" y="307469"/>
                  <a:pt x="139504" y="317957"/>
                  <a:pt x="166751" y="317957"/>
                </a:cubicBezTo>
                <a:lnTo>
                  <a:pt x="167600" y="317957"/>
                </a:lnTo>
                <a:cubicBezTo>
                  <a:pt x="273394" y="317111"/>
                  <a:pt x="309004" y="161521"/>
                  <a:pt x="309004" y="90675"/>
                </a:cubicBezTo>
                <a:cubicBezTo>
                  <a:pt x="309004" y="64823"/>
                  <a:pt x="302001" y="41944"/>
                  <a:pt x="288190" y="22678"/>
                </a:cubicBezTo>
                <a:cubicBezTo>
                  <a:pt x="283948" y="16747"/>
                  <a:pt x="285304" y="8496"/>
                  <a:pt x="291230" y="4248"/>
                </a:cubicBezTo>
                <a:cubicBezTo>
                  <a:pt x="297186" y="0"/>
                  <a:pt x="305438" y="1382"/>
                  <a:pt x="309665" y="7286"/>
                </a:cubicBezTo>
                <a:cubicBezTo>
                  <a:pt x="326513" y="30792"/>
                  <a:pt x="335417" y="59629"/>
                  <a:pt x="335417" y="90666"/>
                </a:cubicBezTo>
                <a:cubicBezTo>
                  <a:pt x="335417" y="173010"/>
                  <a:pt x="294453" y="343364"/>
                  <a:pt x="167818" y="344365"/>
                </a:cubicBezTo>
                <a:cubicBezTo>
                  <a:pt x="167450" y="344365"/>
                  <a:pt x="167095" y="344383"/>
                  <a:pt x="166743" y="344383"/>
                </a:cubicBezTo>
                <a:lnTo>
                  <a:pt x="166742" y="34439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th-26">
            <a:extLst xmlns:a="http://schemas.openxmlformats.org/drawingml/2006/main">
              <a:ext uri="{FF2B5EF4-FFF2-40B4-BE49-F238E27FC236}">
                <a16:creationId xmlns:a16="http://schemas.microsoft.com/office/drawing/2014/main" id="{24AF4DD0-F2FB-4E13-8050-01388704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304" y="7020057"/>
            <a:ext cx="371552" cy="155808"/>
          </a:xfrm>
          <a:custGeom xmlns:a="http://schemas.openxmlformats.org/drawingml/2006/main">
            <a:pathLst>
              <a:path w="371552" h="155808">
                <a:moveTo>
                  <a:pt x="357513" y="154962"/>
                </a:moveTo>
                <a:cubicBezTo>
                  <a:pt x="350957" y="154962"/>
                  <a:pt x="345278" y="150086"/>
                  <a:pt x="344431" y="143427"/>
                </a:cubicBezTo>
                <a:cubicBezTo>
                  <a:pt x="335881" y="76721"/>
                  <a:pt x="267778" y="26426"/>
                  <a:pt x="186005" y="26426"/>
                </a:cubicBezTo>
                <a:cubicBezTo>
                  <a:pt x="103972" y="26426"/>
                  <a:pt x="35668" y="76730"/>
                  <a:pt x="27123" y="143427"/>
                </a:cubicBezTo>
                <a:cubicBezTo>
                  <a:pt x="26198" y="150659"/>
                  <a:pt x="19639" y="155808"/>
                  <a:pt x="12342" y="154853"/>
                </a:cubicBezTo>
                <a:cubicBezTo>
                  <a:pt x="5106" y="153916"/>
                  <a:pt x="0" y="147302"/>
                  <a:pt x="925" y="140061"/>
                </a:cubicBezTo>
                <a:cubicBezTo>
                  <a:pt x="11154" y="60219"/>
                  <a:pt x="90720" y="0"/>
                  <a:pt x="186008" y="0"/>
                </a:cubicBezTo>
                <a:cubicBezTo>
                  <a:pt x="281034" y="0"/>
                  <a:pt x="360401" y="60210"/>
                  <a:pt x="370627" y="140052"/>
                </a:cubicBezTo>
                <a:cubicBezTo>
                  <a:pt x="371552" y="147302"/>
                  <a:pt x="366446" y="153907"/>
                  <a:pt x="359210" y="154844"/>
                </a:cubicBezTo>
                <a:cubicBezTo>
                  <a:pt x="358638" y="154917"/>
                  <a:pt x="358068" y="154953"/>
                  <a:pt x="357511" y="154953"/>
                </a:cubicBezTo>
                <a:lnTo>
                  <a:pt x="357513" y="15496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-27">
            <a:extLst xmlns:a="http://schemas.openxmlformats.org/drawingml/2006/main">
              <a:ext uri="{FF2B5EF4-FFF2-40B4-BE49-F238E27FC236}">
                <a16:creationId xmlns:a16="http://schemas.microsoft.com/office/drawing/2014/main" id="{E9439224-CB92-4847-A9FF-E10D6774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22" y="7430472"/>
            <a:ext cx="251661" cy="374221"/>
          </a:xfrm>
          <a:custGeom xmlns:a="http://schemas.openxmlformats.org/drawingml/2006/main">
            <a:pathLst>
              <a:path w="251661" h="374221">
                <a:moveTo>
                  <a:pt x="238451" y="374221"/>
                </a:moveTo>
                <a:cubicBezTo>
                  <a:pt x="231155" y="374221"/>
                  <a:pt x="225244" y="368308"/>
                  <a:pt x="225244" y="361012"/>
                </a:cubicBezTo>
                <a:cubicBezTo>
                  <a:pt x="225244" y="278714"/>
                  <a:pt x="204200" y="204276"/>
                  <a:pt x="167525" y="156800"/>
                </a:cubicBezTo>
                <a:cubicBezTo>
                  <a:pt x="151866" y="136042"/>
                  <a:pt x="127982" y="132794"/>
                  <a:pt x="100348" y="129028"/>
                </a:cubicBezTo>
                <a:cubicBezTo>
                  <a:pt x="74164" y="125444"/>
                  <a:pt x="44496" y="121405"/>
                  <a:pt x="21909" y="99545"/>
                </a:cubicBezTo>
                <a:cubicBezTo>
                  <a:pt x="0" y="78268"/>
                  <a:pt x="2378" y="43601"/>
                  <a:pt x="4475" y="13036"/>
                </a:cubicBezTo>
                <a:cubicBezTo>
                  <a:pt x="4968" y="5740"/>
                  <a:pt x="11665" y="0"/>
                  <a:pt x="18546" y="755"/>
                </a:cubicBezTo>
                <a:cubicBezTo>
                  <a:pt x="25828" y="1247"/>
                  <a:pt x="31337" y="7560"/>
                  <a:pt x="30826" y="14828"/>
                </a:cubicBezTo>
                <a:cubicBezTo>
                  <a:pt x="28711" y="45884"/>
                  <a:pt x="28142" y="68762"/>
                  <a:pt x="40299" y="80588"/>
                </a:cubicBezTo>
                <a:cubicBezTo>
                  <a:pt x="56654" y="96398"/>
                  <a:pt x="79611" y="99536"/>
                  <a:pt x="103911" y="102848"/>
                </a:cubicBezTo>
                <a:cubicBezTo>
                  <a:pt x="133163" y="106832"/>
                  <a:pt x="166335" y="111353"/>
                  <a:pt x="188540" y="140772"/>
                </a:cubicBezTo>
                <a:cubicBezTo>
                  <a:pt x="228623" y="192660"/>
                  <a:pt x="251659" y="272983"/>
                  <a:pt x="251659" y="361012"/>
                </a:cubicBezTo>
                <a:cubicBezTo>
                  <a:pt x="251661" y="368317"/>
                  <a:pt x="245754" y="374221"/>
                  <a:pt x="238454" y="374221"/>
                </a:cubicBezTo>
                <a:lnTo>
                  <a:pt x="238451" y="37422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th-28">
            <a:extLst xmlns:a="http://schemas.openxmlformats.org/drawingml/2006/main">
              <a:ext uri="{FF2B5EF4-FFF2-40B4-BE49-F238E27FC236}">
                <a16:creationId xmlns:a16="http://schemas.microsoft.com/office/drawing/2014/main" id="{B0883BC8-9C0B-4993-BA81-B564BB7B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04" y="7778277"/>
            <a:ext cx="574577" cy="26417"/>
          </a:xfrm>
          <a:custGeom xmlns:a="http://schemas.openxmlformats.org/drawingml/2006/main">
            <a:pathLst>
              <a:path w="574577" h="26417">
                <a:moveTo>
                  <a:pt x="561369" y="26417"/>
                </a:moveTo>
                <a:lnTo>
                  <a:pt x="13208" y="26417"/>
                </a:lnTo>
                <a:cubicBezTo>
                  <a:pt x="5910" y="26417"/>
                  <a:pt x="0" y="20503"/>
                  <a:pt x="0" y="13208"/>
                </a:cubicBezTo>
                <a:cubicBezTo>
                  <a:pt x="0" y="5912"/>
                  <a:pt x="5910" y="0"/>
                  <a:pt x="13208" y="0"/>
                </a:cubicBezTo>
                <a:lnTo>
                  <a:pt x="561369" y="0"/>
                </a:lnTo>
                <a:cubicBezTo>
                  <a:pt x="568666" y="0"/>
                  <a:pt x="574577" y="5912"/>
                  <a:pt x="574577" y="13208"/>
                </a:cubicBezTo>
                <a:cubicBezTo>
                  <a:pt x="574577" y="20503"/>
                  <a:pt x="568669" y="26417"/>
                  <a:pt x="561369" y="2641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th-29">
            <a:extLst xmlns:a="http://schemas.openxmlformats.org/drawingml/2006/main">
              <a:ext uri="{FF2B5EF4-FFF2-40B4-BE49-F238E27FC236}">
                <a16:creationId xmlns:a16="http://schemas.microsoft.com/office/drawing/2014/main" id="{CB419FE1-300D-4FDB-B4C6-1FDFF292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17" y="7564631"/>
            <a:ext cx="111889" cy="82844"/>
          </a:xfrm>
          <a:custGeom xmlns:a="http://schemas.openxmlformats.org/drawingml/2006/main">
            <a:pathLst>
              <a:path w="111889" h="82844">
                <a:moveTo>
                  <a:pt x="56191" y="82844"/>
                </a:moveTo>
                <a:cubicBezTo>
                  <a:pt x="52827" y="82844"/>
                  <a:pt x="49479" y="81579"/>
                  <a:pt x="46904" y="79032"/>
                </a:cubicBezTo>
                <a:lnTo>
                  <a:pt x="5246" y="37833"/>
                </a:lnTo>
                <a:cubicBezTo>
                  <a:pt x="92" y="32748"/>
                  <a:pt x="0" y="24443"/>
                  <a:pt x="5062" y="19248"/>
                </a:cubicBezTo>
                <a:lnTo>
                  <a:pt x="19843" y="4020"/>
                </a:lnTo>
                <a:cubicBezTo>
                  <a:pt x="22328" y="1437"/>
                  <a:pt x="25737" y="0"/>
                  <a:pt x="29316" y="0"/>
                </a:cubicBezTo>
                <a:lnTo>
                  <a:pt x="82606" y="0"/>
                </a:lnTo>
                <a:cubicBezTo>
                  <a:pt x="86184" y="0"/>
                  <a:pt x="89594" y="1437"/>
                  <a:pt x="92079" y="4020"/>
                </a:cubicBezTo>
                <a:lnTo>
                  <a:pt x="106860" y="19248"/>
                </a:lnTo>
                <a:cubicBezTo>
                  <a:pt x="111889" y="24415"/>
                  <a:pt x="111828" y="32684"/>
                  <a:pt x="106722" y="37779"/>
                </a:cubicBezTo>
                <a:lnTo>
                  <a:pt x="65528" y="78969"/>
                </a:lnTo>
                <a:cubicBezTo>
                  <a:pt x="62948" y="81560"/>
                  <a:pt x="59570" y="82844"/>
                  <a:pt x="56190" y="82844"/>
                </a:cubicBezTo>
                <a:lnTo>
                  <a:pt x="56191" y="82844"/>
                </a:lnTo>
                <a:moveTo>
                  <a:pt x="33125" y="28254"/>
                </a:moveTo>
                <a:lnTo>
                  <a:pt x="56146" y="50996"/>
                </a:lnTo>
                <a:lnTo>
                  <a:pt x="78842" y="28299"/>
                </a:lnTo>
                <a:lnTo>
                  <a:pt x="77021" y="26417"/>
                </a:lnTo>
                <a:lnTo>
                  <a:pt x="34899" y="26417"/>
                </a:lnTo>
                <a:lnTo>
                  <a:pt x="33125" y="2825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th-30">
            <a:extLst xmlns:a="http://schemas.openxmlformats.org/drawingml/2006/main">
              <a:ext uri="{FF2B5EF4-FFF2-40B4-BE49-F238E27FC236}">
                <a16:creationId xmlns:a16="http://schemas.microsoft.com/office/drawing/2014/main" id="{DF6261CD-649B-4EC3-814E-963FDFFC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011" y="7619711"/>
            <a:ext cx="70943" cy="184982"/>
          </a:xfrm>
          <a:custGeom xmlns:a="http://schemas.openxmlformats.org/drawingml/2006/main">
            <a:pathLst>
              <a:path w="70943" h="184982">
                <a:moveTo>
                  <a:pt x="14659" y="184982"/>
                </a:moveTo>
                <a:cubicBezTo>
                  <a:pt x="13532" y="184982"/>
                  <a:pt x="12391" y="184827"/>
                  <a:pt x="11265" y="184536"/>
                </a:cubicBezTo>
                <a:cubicBezTo>
                  <a:pt x="4212" y="182671"/>
                  <a:pt x="0" y="175430"/>
                  <a:pt x="1868" y="168380"/>
                </a:cubicBezTo>
                <a:lnTo>
                  <a:pt x="43526" y="11180"/>
                </a:lnTo>
                <a:cubicBezTo>
                  <a:pt x="45408" y="4112"/>
                  <a:pt x="52737" y="0"/>
                  <a:pt x="59678" y="1783"/>
                </a:cubicBezTo>
                <a:cubicBezTo>
                  <a:pt x="66730" y="3648"/>
                  <a:pt x="70943" y="10889"/>
                  <a:pt x="69075" y="17939"/>
                </a:cubicBezTo>
                <a:lnTo>
                  <a:pt x="27417" y="175139"/>
                </a:lnTo>
                <a:cubicBezTo>
                  <a:pt x="25843" y="181060"/>
                  <a:pt x="20505" y="184982"/>
                  <a:pt x="14659" y="18498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-31">
            <a:extLst xmlns:a="http://schemas.openxmlformats.org/drawingml/2006/main">
              <a:ext uri="{FF2B5EF4-FFF2-40B4-BE49-F238E27FC236}">
                <a16:creationId xmlns:a16="http://schemas.microsoft.com/office/drawing/2014/main" id="{96DEBC4D-08BB-443E-82CE-A1D5B8C8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682" y="7619639"/>
            <a:ext cx="70446" cy="185054"/>
          </a:xfrm>
          <a:custGeom xmlns:a="http://schemas.openxmlformats.org/drawingml/2006/main">
            <a:pathLst>
              <a:path w="70446" h="185054">
                <a:moveTo>
                  <a:pt x="55807" y="185054"/>
                </a:moveTo>
                <a:cubicBezTo>
                  <a:pt x="49945" y="185054"/>
                  <a:pt x="44591" y="181124"/>
                  <a:pt x="43046" y="175184"/>
                </a:cubicBezTo>
                <a:lnTo>
                  <a:pt x="1852" y="17975"/>
                </a:lnTo>
                <a:cubicBezTo>
                  <a:pt x="0" y="10925"/>
                  <a:pt x="4212" y="3702"/>
                  <a:pt x="11279" y="1856"/>
                </a:cubicBezTo>
                <a:cubicBezTo>
                  <a:pt x="18347" y="0"/>
                  <a:pt x="25567" y="4212"/>
                  <a:pt x="27401" y="11279"/>
                </a:cubicBezTo>
                <a:lnTo>
                  <a:pt x="68595" y="168489"/>
                </a:lnTo>
                <a:cubicBezTo>
                  <a:pt x="70446" y="175539"/>
                  <a:pt x="66234" y="182762"/>
                  <a:pt x="59167" y="184608"/>
                </a:cubicBezTo>
                <a:cubicBezTo>
                  <a:pt x="58043" y="184900"/>
                  <a:pt x="56916" y="185054"/>
                  <a:pt x="55806" y="185054"/>
                </a:cubicBezTo>
                <a:lnTo>
                  <a:pt x="55807" y="18505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th-32">
            <a:extLst xmlns:a="http://schemas.openxmlformats.org/drawingml/2006/main">
              <a:ext uri="{FF2B5EF4-FFF2-40B4-BE49-F238E27FC236}">
                <a16:creationId xmlns:a16="http://schemas.microsoft.com/office/drawing/2014/main" id="{449F3DE5-3C3C-4D2D-AD8B-2E091B10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559" y="7552759"/>
            <a:ext cx="41656" cy="38297"/>
          </a:xfrm>
          <a:custGeom xmlns:a="http://schemas.openxmlformats.org/drawingml/2006/main">
            <a:pathLst>
              <a:path w="41656" h="38297">
                <a:moveTo>
                  <a:pt x="26874" y="38297"/>
                </a:moveTo>
                <a:cubicBezTo>
                  <a:pt x="23835" y="38297"/>
                  <a:pt x="20796" y="37261"/>
                  <a:pt x="18311" y="35150"/>
                </a:cubicBezTo>
                <a:lnTo>
                  <a:pt x="6217" y="24843"/>
                </a:lnTo>
                <a:cubicBezTo>
                  <a:pt x="661" y="20104"/>
                  <a:pt x="0" y="11781"/>
                  <a:pt x="4720" y="6223"/>
                </a:cubicBezTo>
                <a:cubicBezTo>
                  <a:pt x="9471" y="655"/>
                  <a:pt x="17802" y="0"/>
                  <a:pt x="23342" y="4722"/>
                </a:cubicBezTo>
                <a:lnTo>
                  <a:pt x="35438" y="15028"/>
                </a:lnTo>
                <a:cubicBezTo>
                  <a:pt x="40993" y="19767"/>
                  <a:pt x="41656" y="28100"/>
                  <a:pt x="36935" y="33649"/>
                </a:cubicBezTo>
                <a:cubicBezTo>
                  <a:pt x="34312" y="36724"/>
                  <a:pt x="30608" y="38297"/>
                  <a:pt x="26874" y="3829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th-33">
            <a:extLst xmlns:a="http://schemas.openxmlformats.org/drawingml/2006/main">
              <a:ext uri="{FF2B5EF4-FFF2-40B4-BE49-F238E27FC236}">
                <a16:creationId xmlns:a16="http://schemas.microsoft.com/office/drawing/2014/main" id="{40CDCC34-3CE4-479B-9131-41218B80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006" y="7562311"/>
            <a:ext cx="63703" cy="43964"/>
          </a:xfrm>
          <a:custGeom xmlns:a="http://schemas.openxmlformats.org/drawingml/2006/main">
            <a:pathLst>
              <a:path w="63703" h="43964">
                <a:moveTo>
                  <a:pt x="48631" y="43964"/>
                </a:moveTo>
                <a:cubicBezTo>
                  <a:pt x="46764" y="43964"/>
                  <a:pt x="44867" y="43583"/>
                  <a:pt x="43060" y="42737"/>
                </a:cubicBezTo>
                <a:lnTo>
                  <a:pt x="9473" y="27054"/>
                </a:lnTo>
                <a:cubicBezTo>
                  <a:pt x="2855" y="23970"/>
                  <a:pt x="0" y="16101"/>
                  <a:pt x="3086" y="9497"/>
                </a:cubicBezTo>
                <a:cubicBezTo>
                  <a:pt x="6156" y="2883"/>
                  <a:pt x="14025" y="0"/>
                  <a:pt x="20643" y="3111"/>
                </a:cubicBezTo>
                <a:lnTo>
                  <a:pt x="54230" y="18785"/>
                </a:lnTo>
                <a:cubicBezTo>
                  <a:pt x="60848" y="21868"/>
                  <a:pt x="63703" y="29746"/>
                  <a:pt x="60618" y="36342"/>
                </a:cubicBezTo>
                <a:cubicBezTo>
                  <a:pt x="58381" y="41163"/>
                  <a:pt x="53614" y="43964"/>
                  <a:pt x="48632" y="43964"/>
                </a:cubicBezTo>
                <a:lnTo>
                  <a:pt x="48631" y="4396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ath-34">
            <a:extLst xmlns:a="http://schemas.openxmlformats.org/drawingml/2006/main">
              <a:ext uri="{FF2B5EF4-FFF2-40B4-BE49-F238E27FC236}">
                <a16:creationId xmlns:a16="http://schemas.microsoft.com/office/drawing/2014/main" id="{A854E8BC-873B-4BC5-9C5F-1BB8BB4B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" y="7505766"/>
            <a:ext cx="95817" cy="85291"/>
          </a:xfrm>
          <a:custGeom xmlns:a="http://schemas.openxmlformats.org/drawingml/2006/main">
            <a:pathLst>
              <a:path w="95817" h="85291">
                <a:moveTo>
                  <a:pt x="14766" y="85291"/>
                </a:moveTo>
                <a:cubicBezTo>
                  <a:pt x="11062" y="85291"/>
                  <a:pt x="7392" y="83744"/>
                  <a:pt x="4769" y="80724"/>
                </a:cubicBezTo>
                <a:cubicBezTo>
                  <a:pt x="0" y="75221"/>
                  <a:pt x="603" y="66870"/>
                  <a:pt x="6128" y="62085"/>
                </a:cubicBezTo>
                <a:lnTo>
                  <a:pt x="72410" y="4749"/>
                </a:lnTo>
                <a:cubicBezTo>
                  <a:pt x="77935" y="0"/>
                  <a:pt x="86264" y="582"/>
                  <a:pt x="91048" y="6113"/>
                </a:cubicBezTo>
                <a:cubicBezTo>
                  <a:pt x="95817" y="11617"/>
                  <a:pt x="95213" y="19967"/>
                  <a:pt x="89689" y="24752"/>
                </a:cubicBezTo>
                <a:lnTo>
                  <a:pt x="23407" y="82080"/>
                </a:lnTo>
                <a:cubicBezTo>
                  <a:pt x="20906" y="84245"/>
                  <a:pt x="17836" y="85291"/>
                  <a:pt x="14766" y="8529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th-35">
            <a:extLst xmlns:a="http://schemas.openxmlformats.org/drawingml/2006/main">
              <a:ext uri="{FF2B5EF4-FFF2-40B4-BE49-F238E27FC236}">
                <a16:creationId xmlns:a16="http://schemas.microsoft.com/office/drawing/2014/main" id="{0DB1EB31-E27D-41ED-A845-CFBC9991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446" y="7528717"/>
            <a:ext cx="135820" cy="77558"/>
          </a:xfrm>
          <a:custGeom xmlns:a="http://schemas.openxmlformats.org/drawingml/2006/main">
            <a:pathLst>
              <a:path w="135820" h="77558">
                <a:moveTo>
                  <a:pt x="15074" y="77558"/>
                </a:moveTo>
                <a:cubicBezTo>
                  <a:pt x="10091" y="77558"/>
                  <a:pt x="5323" y="74738"/>
                  <a:pt x="3086" y="69936"/>
                </a:cubicBezTo>
                <a:cubicBezTo>
                  <a:pt x="0" y="63322"/>
                  <a:pt x="2868" y="55472"/>
                  <a:pt x="9473" y="52379"/>
                </a:cubicBezTo>
                <a:lnTo>
                  <a:pt x="115177" y="3120"/>
                </a:lnTo>
                <a:cubicBezTo>
                  <a:pt x="121780" y="0"/>
                  <a:pt x="129649" y="2902"/>
                  <a:pt x="132735" y="9506"/>
                </a:cubicBezTo>
                <a:cubicBezTo>
                  <a:pt x="135820" y="16119"/>
                  <a:pt x="132952" y="23978"/>
                  <a:pt x="126347" y="27063"/>
                </a:cubicBezTo>
                <a:lnTo>
                  <a:pt x="20643" y="76331"/>
                </a:lnTo>
                <a:cubicBezTo>
                  <a:pt x="18837" y="77177"/>
                  <a:pt x="16939" y="77558"/>
                  <a:pt x="15075" y="77558"/>
                </a:cubicBezTo>
                <a:lnTo>
                  <a:pt x="15074" y="7755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ath-36">
            <a:extLst xmlns:a="http://schemas.openxmlformats.org/drawingml/2006/main">
              <a:ext uri="{FF2B5EF4-FFF2-40B4-BE49-F238E27FC236}">
                <a16:creationId xmlns:a16="http://schemas.microsoft.com/office/drawing/2014/main" id="{C3D24406-EF73-47C4-B7EB-BCFC0BB5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616" y="7748266"/>
            <a:ext cx="26415" cy="56427"/>
          </a:xfrm>
          <a:custGeom xmlns:a="http://schemas.openxmlformats.org/drawingml/2006/main">
            <a:pathLst>
              <a:path w="26415" h="56427">
                <a:moveTo>
                  <a:pt x="13208" y="56427"/>
                </a:moveTo>
                <a:cubicBezTo>
                  <a:pt x="5911" y="56427"/>
                  <a:pt x="0" y="50514"/>
                  <a:pt x="0" y="43218"/>
                </a:cubicBezTo>
                <a:lnTo>
                  <a:pt x="0" y="13209"/>
                </a:lnTo>
                <a:cubicBezTo>
                  <a:pt x="0" y="5912"/>
                  <a:pt x="5911" y="0"/>
                  <a:pt x="13208" y="0"/>
                </a:cubicBezTo>
                <a:cubicBezTo>
                  <a:pt x="20505" y="0"/>
                  <a:pt x="26415" y="5912"/>
                  <a:pt x="26415" y="13209"/>
                </a:cubicBezTo>
                <a:lnTo>
                  <a:pt x="26415" y="43218"/>
                </a:lnTo>
                <a:cubicBezTo>
                  <a:pt x="26415" y="50514"/>
                  <a:pt x="20505" y="56427"/>
                  <a:pt x="13208" y="5642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th-37">
            <a:extLst xmlns:a="http://schemas.openxmlformats.org/drawingml/2006/main">
              <a:ext uri="{FF2B5EF4-FFF2-40B4-BE49-F238E27FC236}">
                <a16:creationId xmlns:a16="http://schemas.microsoft.com/office/drawing/2014/main" id="{BD0E4277-FFB1-4AEE-9C3D-D4F8A4F4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2" y="7487709"/>
            <a:ext cx="233494" cy="165233"/>
          </a:xfrm>
          <a:custGeom xmlns:a="http://schemas.openxmlformats.org/drawingml/2006/main">
            <a:pathLst>
              <a:path w="233494" h="165233">
                <a:moveTo>
                  <a:pt x="142436" y="165233"/>
                </a:moveTo>
                <a:cubicBezTo>
                  <a:pt x="110281" y="165233"/>
                  <a:pt x="84038" y="158055"/>
                  <a:pt x="63024" y="143673"/>
                </a:cubicBezTo>
                <a:cubicBezTo>
                  <a:pt x="21136" y="114992"/>
                  <a:pt x="8114" y="63276"/>
                  <a:pt x="894" y="16465"/>
                </a:cubicBezTo>
                <a:cubicBezTo>
                  <a:pt x="0" y="10652"/>
                  <a:pt x="3039" y="4958"/>
                  <a:pt x="8363" y="2474"/>
                </a:cubicBezTo>
                <a:cubicBezTo>
                  <a:pt x="13701" y="0"/>
                  <a:pt x="20042" y="1329"/>
                  <a:pt x="23883" y="5740"/>
                </a:cubicBezTo>
                <a:cubicBezTo>
                  <a:pt x="50036" y="35632"/>
                  <a:pt x="75015" y="37161"/>
                  <a:pt x="106656" y="39098"/>
                </a:cubicBezTo>
                <a:cubicBezTo>
                  <a:pt x="141000" y="41217"/>
                  <a:pt x="179928" y="43609"/>
                  <a:pt x="226877" y="81161"/>
                </a:cubicBezTo>
                <a:cubicBezTo>
                  <a:pt x="232569" y="85727"/>
                  <a:pt x="233494" y="94042"/>
                  <a:pt x="228942" y="99736"/>
                </a:cubicBezTo>
                <a:cubicBezTo>
                  <a:pt x="224407" y="105412"/>
                  <a:pt x="216091" y="106368"/>
                  <a:pt x="210366" y="101801"/>
                </a:cubicBezTo>
                <a:cubicBezTo>
                  <a:pt x="169945" y="69462"/>
                  <a:pt x="136944" y="67443"/>
                  <a:pt x="105023" y="65478"/>
                </a:cubicBezTo>
                <a:cubicBezTo>
                  <a:pt x="81756" y="64050"/>
                  <a:pt x="57918" y="62577"/>
                  <a:pt x="34255" y="48722"/>
                </a:cubicBezTo>
                <a:cubicBezTo>
                  <a:pt x="43621" y="85109"/>
                  <a:pt x="57382" y="107787"/>
                  <a:pt x="77948" y="121878"/>
                </a:cubicBezTo>
                <a:cubicBezTo>
                  <a:pt x="105441" y="140662"/>
                  <a:pt x="146127" y="143828"/>
                  <a:pt x="202346" y="131420"/>
                </a:cubicBezTo>
                <a:cubicBezTo>
                  <a:pt x="209429" y="129773"/>
                  <a:pt x="216509" y="134359"/>
                  <a:pt x="218082" y="141482"/>
                </a:cubicBezTo>
                <a:cubicBezTo>
                  <a:pt x="219656" y="148595"/>
                  <a:pt x="215150" y="155645"/>
                  <a:pt x="208024" y="157218"/>
                </a:cubicBezTo>
                <a:cubicBezTo>
                  <a:pt x="183876" y="162549"/>
                  <a:pt x="162046" y="165215"/>
                  <a:pt x="142435" y="165233"/>
                </a:cubicBezTo>
                <a:lnTo>
                  <a:pt x="142436" y="16523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ath-38">
            <a:extLst xmlns:a="http://schemas.openxmlformats.org/drawingml/2006/main">
              <a:ext uri="{FF2B5EF4-FFF2-40B4-BE49-F238E27FC236}">
                <a16:creationId xmlns:a16="http://schemas.microsoft.com/office/drawing/2014/main" id="{E5E93A90-A6A6-4EB1-8B3F-A95C8EC9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01" y="7437522"/>
            <a:ext cx="233943" cy="110980"/>
          </a:xfrm>
          <a:custGeom xmlns:a="http://schemas.openxmlformats.org/drawingml/2006/main">
            <a:pathLst>
              <a:path w="233943" h="110980">
                <a:moveTo>
                  <a:pt x="39511" y="110980"/>
                </a:moveTo>
                <a:cubicBezTo>
                  <a:pt x="34975" y="110980"/>
                  <a:pt x="30577" y="108669"/>
                  <a:pt x="28109" y="104466"/>
                </a:cubicBezTo>
                <a:cubicBezTo>
                  <a:pt x="15474" y="83007"/>
                  <a:pt x="7095" y="55881"/>
                  <a:pt x="910" y="16528"/>
                </a:cubicBezTo>
                <a:cubicBezTo>
                  <a:pt x="0" y="10725"/>
                  <a:pt x="3024" y="5013"/>
                  <a:pt x="8347" y="2511"/>
                </a:cubicBezTo>
                <a:cubicBezTo>
                  <a:pt x="13670" y="0"/>
                  <a:pt x="19996" y="1329"/>
                  <a:pt x="23869" y="5740"/>
                </a:cubicBezTo>
                <a:cubicBezTo>
                  <a:pt x="50235" y="35641"/>
                  <a:pt x="75307" y="37179"/>
                  <a:pt x="107046" y="39125"/>
                </a:cubicBezTo>
                <a:cubicBezTo>
                  <a:pt x="141420" y="41245"/>
                  <a:pt x="180378" y="43628"/>
                  <a:pt x="227325" y="81188"/>
                </a:cubicBezTo>
                <a:cubicBezTo>
                  <a:pt x="233019" y="85755"/>
                  <a:pt x="233943" y="94069"/>
                  <a:pt x="229392" y="99764"/>
                </a:cubicBezTo>
                <a:cubicBezTo>
                  <a:pt x="224855" y="105422"/>
                  <a:pt x="216539" y="106395"/>
                  <a:pt x="210815" y="101829"/>
                </a:cubicBezTo>
                <a:cubicBezTo>
                  <a:pt x="170409" y="69490"/>
                  <a:pt x="137373" y="67470"/>
                  <a:pt x="105425" y="65505"/>
                </a:cubicBezTo>
                <a:cubicBezTo>
                  <a:pt x="82067" y="64069"/>
                  <a:pt x="58153" y="62595"/>
                  <a:pt x="34344" y="48695"/>
                </a:cubicBezTo>
                <a:cubicBezTo>
                  <a:pt x="38834" y="65988"/>
                  <a:pt x="44264" y="79815"/>
                  <a:pt x="50882" y="91068"/>
                </a:cubicBezTo>
                <a:cubicBezTo>
                  <a:pt x="54586" y="97353"/>
                  <a:pt x="52486" y="105450"/>
                  <a:pt x="46192" y="109152"/>
                </a:cubicBezTo>
                <a:cubicBezTo>
                  <a:pt x="44093" y="110389"/>
                  <a:pt x="41778" y="110980"/>
                  <a:pt x="39511" y="11098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th-39">
            <a:extLst xmlns:a="http://schemas.openxmlformats.org/drawingml/2006/main">
              <a:ext uri="{FF2B5EF4-FFF2-40B4-BE49-F238E27FC236}">
                <a16:creationId xmlns:a16="http://schemas.microsoft.com/office/drawing/2014/main" id="{CE9DBD85-33E7-4233-BFE0-BAB91D49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51" y="7554024"/>
            <a:ext cx="257245" cy="250478"/>
          </a:xfrm>
          <a:custGeom xmlns:a="http://schemas.openxmlformats.org/drawingml/2006/main">
            <a:pathLst>
              <a:path w="257245" h="250478">
                <a:moveTo>
                  <a:pt x="57024" y="250469"/>
                </a:moveTo>
                <a:cubicBezTo>
                  <a:pt x="35469" y="250469"/>
                  <a:pt x="16571" y="244838"/>
                  <a:pt x="3609" y="223734"/>
                </a:cubicBezTo>
                <a:cubicBezTo>
                  <a:pt x="0" y="217857"/>
                  <a:pt x="1527" y="210189"/>
                  <a:pt x="7111" y="206131"/>
                </a:cubicBezTo>
                <a:cubicBezTo>
                  <a:pt x="54093" y="172018"/>
                  <a:pt x="77512" y="137906"/>
                  <a:pt x="93512" y="80287"/>
                </a:cubicBezTo>
                <a:cubicBezTo>
                  <a:pt x="95456" y="73264"/>
                  <a:pt x="102631" y="69162"/>
                  <a:pt x="109775" y="71091"/>
                </a:cubicBezTo>
                <a:cubicBezTo>
                  <a:pt x="116812" y="73028"/>
                  <a:pt x="120929" y="80315"/>
                  <a:pt x="118969" y="87346"/>
                </a:cubicBezTo>
                <a:cubicBezTo>
                  <a:pt x="102753" y="145765"/>
                  <a:pt x="78501" y="183735"/>
                  <a:pt x="34176" y="218794"/>
                </a:cubicBezTo>
                <a:cubicBezTo>
                  <a:pt x="44143" y="225762"/>
                  <a:pt x="58691" y="225052"/>
                  <a:pt x="82869" y="221905"/>
                </a:cubicBezTo>
                <a:cubicBezTo>
                  <a:pt x="90723" y="195598"/>
                  <a:pt x="99856" y="183708"/>
                  <a:pt x="112045" y="167816"/>
                </a:cubicBezTo>
                <a:cubicBezTo>
                  <a:pt x="116349" y="162194"/>
                  <a:pt x="121210" y="155872"/>
                  <a:pt x="126765" y="147912"/>
                </a:cubicBezTo>
                <a:cubicBezTo>
                  <a:pt x="128724" y="145101"/>
                  <a:pt x="131702" y="143173"/>
                  <a:pt x="135066" y="142527"/>
                </a:cubicBezTo>
                <a:cubicBezTo>
                  <a:pt x="220434" y="125880"/>
                  <a:pt x="224011" y="83007"/>
                  <a:pt x="228177" y="33376"/>
                </a:cubicBezTo>
                <a:cubicBezTo>
                  <a:pt x="228764" y="26353"/>
                  <a:pt x="229349" y="19349"/>
                  <a:pt x="230166" y="12417"/>
                </a:cubicBezTo>
                <a:cubicBezTo>
                  <a:pt x="231014" y="5203"/>
                  <a:pt x="237524" y="0"/>
                  <a:pt x="244824" y="846"/>
                </a:cubicBezTo>
                <a:cubicBezTo>
                  <a:pt x="252060" y="1701"/>
                  <a:pt x="257245" y="8260"/>
                  <a:pt x="256394" y="15510"/>
                </a:cubicBezTo>
                <a:cubicBezTo>
                  <a:pt x="255623" y="22141"/>
                  <a:pt x="255066" y="28855"/>
                  <a:pt x="254497" y="35568"/>
                </a:cubicBezTo>
                <a:cubicBezTo>
                  <a:pt x="250162" y="87374"/>
                  <a:pt x="245256" y="145975"/>
                  <a:pt x="145354" y="167388"/>
                </a:cubicBezTo>
                <a:cubicBezTo>
                  <a:pt x="140787" y="173747"/>
                  <a:pt x="136713" y="179087"/>
                  <a:pt x="133012" y="183917"/>
                </a:cubicBezTo>
                <a:cubicBezTo>
                  <a:pt x="120175" y="200628"/>
                  <a:pt x="113110" y="209833"/>
                  <a:pt x="106042" y="237160"/>
                </a:cubicBezTo>
                <a:cubicBezTo>
                  <a:pt x="104699" y="242364"/>
                  <a:pt x="100349" y="246230"/>
                  <a:pt x="95026" y="246939"/>
                </a:cubicBezTo>
                <a:cubicBezTo>
                  <a:pt x="81913" y="248722"/>
                  <a:pt x="69060" y="250478"/>
                  <a:pt x="57026" y="250478"/>
                </a:cubicBezTo>
                <a:lnTo>
                  <a:pt x="57024" y="25046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ath-40">
            <a:extLst xmlns:a="http://schemas.openxmlformats.org/drawingml/2006/main">
              <a:ext uri="{FF2B5EF4-FFF2-40B4-BE49-F238E27FC236}">
                <a16:creationId xmlns:a16="http://schemas.microsoft.com/office/drawing/2014/main" id="{C142F08F-C515-4671-9730-840A5E8F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68" y="7433174"/>
            <a:ext cx="166960" cy="148022"/>
          </a:xfrm>
          <a:custGeom xmlns:a="http://schemas.openxmlformats.org/drawingml/2006/main">
            <a:pathLst>
              <a:path w="166960" h="148022">
                <a:moveTo>
                  <a:pt x="89148" y="148022"/>
                </a:moveTo>
                <a:cubicBezTo>
                  <a:pt x="82901" y="148022"/>
                  <a:pt x="77345" y="143574"/>
                  <a:pt x="76173" y="137224"/>
                </a:cubicBezTo>
                <a:cubicBezTo>
                  <a:pt x="74845" y="130047"/>
                  <a:pt x="79583" y="123151"/>
                  <a:pt x="86757" y="121823"/>
                </a:cubicBezTo>
                <a:cubicBezTo>
                  <a:pt x="121180" y="115456"/>
                  <a:pt x="140696" y="97853"/>
                  <a:pt x="140296" y="73538"/>
                </a:cubicBezTo>
                <a:cubicBezTo>
                  <a:pt x="139971" y="53507"/>
                  <a:pt x="125824" y="33840"/>
                  <a:pt x="110024" y="31447"/>
                </a:cubicBezTo>
                <a:cubicBezTo>
                  <a:pt x="88824" y="28236"/>
                  <a:pt x="69415" y="57628"/>
                  <a:pt x="50483" y="85891"/>
                </a:cubicBezTo>
                <a:cubicBezTo>
                  <a:pt x="42353" y="98035"/>
                  <a:pt x="33945" y="110580"/>
                  <a:pt x="24980" y="121332"/>
                </a:cubicBezTo>
                <a:cubicBezTo>
                  <a:pt x="20275" y="126945"/>
                  <a:pt x="11959" y="127672"/>
                  <a:pt x="6372" y="123024"/>
                </a:cubicBezTo>
                <a:cubicBezTo>
                  <a:pt x="756" y="118348"/>
                  <a:pt x="0" y="110025"/>
                  <a:pt x="4677" y="104422"/>
                </a:cubicBezTo>
                <a:cubicBezTo>
                  <a:pt x="12760" y="94734"/>
                  <a:pt x="20768" y="82762"/>
                  <a:pt x="28530" y="71191"/>
                </a:cubicBezTo>
                <a:cubicBezTo>
                  <a:pt x="52012" y="36124"/>
                  <a:pt x="76421" y="0"/>
                  <a:pt x="113885" y="5294"/>
                </a:cubicBezTo>
                <a:cubicBezTo>
                  <a:pt x="142520" y="9643"/>
                  <a:pt x="166190" y="40053"/>
                  <a:pt x="166728" y="73102"/>
                </a:cubicBezTo>
                <a:cubicBezTo>
                  <a:pt x="166960" y="87319"/>
                  <a:pt x="162223" y="134722"/>
                  <a:pt x="91573" y="147804"/>
                </a:cubicBezTo>
                <a:cubicBezTo>
                  <a:pt x="90753" y="147958"/>
                  <a:pt x="89951" y="148013"/>
                  <a:pt x="89149" y="148013"/>
                </a:cubicBezTo>
                <a:lnTo>
                  <a:pt x="89148" y="14802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ath-41">
            <a:extLst xmlns:a="http://schemas.openxmlformats.org/drawingml/2006/main">
              <a:ext uri="{FF2B5EF4-FFF2-40B4-BE49-F238E27FC236}">
                <a16:creationId xmlns:a16="http://schemas.microsoft.com/office/drawing/2014/main" id="{CB83CBEB-1B5F-4FAB-89B0-8635768F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30" y="7657690"/>
            <a:ext cx="76446" cy="87437"/>
          </a:xfrm>
          <a:custGeom xmlns:a="http://schemas.openxmlformats.org/drawingml/2006/main">
            <a:pathLst>
              <a:path w="76446" h="87437">
                <a:moveTo>
                  <a:pt x="62130" y="87437"/>
                </a:moveTo>
                <a:cubicBezTo>
                  <a:pt x="61312" y="87437"/>
                  <a:pt x="60495" y="87374"/>
                  <a:pt x="59663" y="87201"/>
                </a:cubicBezTo>
                <a:lnTo>
                  <a:pt x="43091" y="84072"/>
                </a:lnTo>
                <a:cubicBezTo>
                  <a:pt x="39188" y="83344"/>
                  <a:pt x="35839" y="80897"/>
                  <a:pt x="33942" y="77405"/>
                </a:cubicBezTo>
                <a:lnTo>
                  <a:pt x="3486" y="21432"/>
                </a:lnTo>
                <a:cubicBezTo>
                  <a:pt x="0" y="15028"/>
                  <a:pt x="2360" y="7005"/>
                  <a:pt x="8778" y="3520"/>
                </a:cubicBezTo>
                <a:cubicBezTo>
                  <a:pt x="15197" y="0"/>
                  <a:pt x="23204" y="2393"/>
                  <a:pt x="26691" y="8815"/>
                </a:cubicBezTo>
                <a:lnTo>
                  <a:pt x="54154" y="59283"/>
                </a:lnTo>
                <a:lnTo>
                  <a:pt x="64567" y="61258"/>
                </a:lnTo>
                <a:cubicBezTo>
                  <a:pt x="71741" y="62595"/>
                  <a:pt x="76446" y="69508"/>
                  <a:pt x="75090" y="76685"/>
                </a:cubicBezTo>
                <a:cubicBezTo>
                  <a:pt x="73903" y="83026"/>
                  <a:pt x="68347" y="87437"/>
                  <a:pt x="62130" y="87437"/>
                </a:cubicBezTo>
                <a:lnTo>
                  <a:pt x="62130" y="8743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th-42">
            <a:extLst xmlns:a="http://schemas.openxmlformats.org/drawingml/2006/main">
              <a:ext uri="{FF2B5EF4-FFF2-40B4-BE49-F238E27FC236}">
                <a16:creationId xmlns:a16="http://schemas.microsoft.com/office/drawing/2014/main" id="{973E26F9-E287-48CB-9A4E-2A3667DF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49" y="7714372"/>
            <a:ext cx="33927" cy="49132"/>
          </a:xfrm>
          <a:custGeom xmlns:a="http://schemas.openxmlformats.org/drawingml/2006/main">
            <a:pathLst>
              <a:path w="33927" h="49132">
                <a:moveTo>
                  <a:pt x="14517" y="49132"/>
                </a:moveTo>
                <a:cubicBezTo>
                  <a:pt x="13530" y="49132"/>
                  <a:pt x="12544" y="49022"/>
                  <a:pt x="11555" y="48804"/>
                </a:cubicBezTo>
                <a:cubicBezTo>
                  <a:pt x="4441" y="47167"/>
                  <a:pt x="0" y="40089"/>
                  <a:pt x="1619" y="32976"/>
                </a:cubicBezTo>
                <a:lnTo>
                  <a:pt x="6541" y="11480"/>
                </a:lnTo>
                <a:cubicBezTo>
                  <a:pt x="8176" y="4348"/>
                  <a:pt x="15396" y="0"/>
                  <a:pt x="22372" y="1547"/>
                </a:cubicBezTo>
                <a:cubicBezTo>
                  <a:pt x="29485" y="3175"/>
                  <a:pt x="33927" y="10262"/>
                  <a:pt x="32307" y="17375"/>
                </a:cubicBezTo>
                <a:lnTo>
                  <a:pt x="27386" y="38871"/>
                </a:lnTo>
                <a:cubicBezTo>
                  <a:pt x="25981" y="44992"/>
                  <a:pt x="20535" y="49132"/>
                  <a:pt x="14517" y="4913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th-43">
            <a:extLst xmlns:a="http://schemas.openxmlformats.org/drawingml/2006/main">
              <a:ext uri="{FF2B5EF4-FFF2-40B4-BE49-F238E27FC236}">
                <a16:creationId xmlns:a16="http://schemas.microsoft.com/office/drawing/2014/main" id="{B1F1B6B3-FF41-41BB-820E-4976D003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03" y="7503146"/>
            <a:ext cx="88003" cy="44028"/>
          </a:xfrm>
          <a:custGeom xmlns:a="http://schemas.openxmlformats.org/drawingml/2006/main">
            <a:pathLst>
              <a:path w="88003" h="44028">
                <a:moveTo>
                  <a:pt x="73329" y="44028"/>
                </a:moveTo>
                <a:cubicBezTo>
                  <a:pt x="72172" y="44028"/>
                  <a:pt x="71001" y="43874"/>
                  <a:pt x="69828" y="43555"/>
                </a:cubicBezTo>
                <a:lnTo>
                  <a:pt x="11169" y="27427"/>
                </a:lnTo>
                <a:cubicBezTo>
                  <a:pt x="4132" y="25489"/>
                  <a:pt x="0" y="18221"/>
                  <a:pt x="1928" y="11180"/>
                </a:cubicBezTo>
                <a:cubicBezTo>
                  <a:pt x="3872" y="4148"/>
                  <a:pt x="11108" y="0"/>
                  <a:pt x="18175" y="1937"/>
                </a:cubicBezTo>
                <a:lnTo>
                  <a:pt x="76834" y="18066"/>
                </a:lnTo>
                <a:cubicBezTo>
                  <a:pt x="83871" y="20004"/>
                  <a:pt x="88003" y="27272"/>
                  <a:pt x="86075" y="34313"/>
                </a:cubicBezTo>
                <a:cubicBezTo>
                  <a:pt x="84453" y="40171"/>
                  <a:pt x="79130" y="44028"/>
                  <a:pt x="73330" y="44028"/>
                </a:cubicBezTo>
                <a:lnTo>
                  <a:pt x="73329" y="4402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ath-44">
            <a:extLst xmlns:a="http://schemas.openxmlformats.org/drawingml/2006/main">
              <a:ext uri="{FF2B5EF4-FFF2-40B4-BE49-F238E27FC236}">
                <a16:creationId xmlns:a16="http://schemas.microsoft.com/office/drawing/2014/main" id="{37CA07EC-A023-4B2E-B636-4FC7FE64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762" y="7480895"/>
            <a:ext cx="26862" cy="26417"/>
          </a:xfrm>
          <a:custGeom xmlns:a="http://schemas.openxmlformats.org/drawingml/2006/main">
            <a:pathLst>
              <a:path w="26862" h="26417">
                <a:moveTo>
                  <a:pt x="13655" y="26417"/>
                </a:moveTo>
                <a:cubicBezTo>
                  <a:pt x="6358" y="26417"/>
                  <a:pt x="0" y="20504"/>
                  <a:pt x="0" y="13209"/>
                </a:cubicBezTo>
                <a:cubicBezTo>
                  <a:pt x="0" y="5913"/>
                  <a:pt x="5461" y="0"/>
                  <a:pt x="12761" y="0"/>
                </a:cubicBezTo>
                <a:lnTo>
                  <a:pt x="13655" y="0"/>
                </a:lnTo>
                <a:cubicBezTo>
                  <a:pt x="20952" y="0"/>
                  <a:pt x="26862" y="5913"/>
                  <a:pt x="26862" y="13209"/>
                </a:cubicBezTo>
                <a:cubicBezTo>
                  <a:pt x="26860" y="20504"/>
                  <a:pt x="20952" y="26417"/>
                  <a:pt x="13655" y="2641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ath-45">
            <a:extLst xmlns:a="http://schemas.openxmlformats.org/drawingml/2006/main">
              <a:ext uri="{FF2B5EF4-FFF2-40B4-BE49-F238E27FC236}">
                <a16:creationId xmlns:a16="http://schemas.microsoft.com/office/drawing/2014/main" id="{CAC91A3B-8C84-4132-B438-999F3DA3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33" y="7147310"/>
            <a:ext cx="241471" cy="226827"/>
          </a:xfrm>
          <a:custGeom xmlns:a="http://schemas.openxmlformats.org/drawingml/2006/main">
            <a:pathLst>
              <a:path w="241471" h="226827">
                <a:moveTo>
                  <a:pt x="121064" y="226827"/>
                </a:moveTo>
                <a:cubicBezTo>
                  <a:pt x="84854" y="226827"/>
                  <a:pt x="49525" y="208233"/>
                  <a:pt x="29745" y="174821"/>
                </a:cubicBezTo>
                <a:cubicBezTo>
                  <a:pt x="0" y="124889"/>
                  <a:pt x="16491" y="59720"/>
                  <a:pt x="66543" y="29592"/>
                </a:cubicBezTo>
                <a:cubicBezTo>
                  <a:pt x="66589" y="29564"/>
                  <a:pt x="66635" y="29537"/>
                  <a:pt x="66681" y="29510"/>
                </a:cubicBezTo>
                <a:cubicBezTo>
                  <a:pt x="117103" y="0"/>
                  <a:pt x="182239" y="16738"/>
                  <a:pt x="211924" y="66879"/>
                </a:cubicBezTo>
                <a:cubicBezTo>
                  <a:pt x="241471" y="117339"/>
                  <a:pt x="224715" y="182480"/>
                  <a:pt x="174588" y="212162"/>
                </a:cubicBezTo>
                <a:cubicBezTo>
                  <a:pt x="157786" y="222096"/>
                  <a:pt x="139317" y="226827"/>
                  <a:pt x="121065" y="226827"/>
                </a:cubicBezTo>
                <a:lnTo>
                  <a:pt x="121064" y="226827"/>
                </a:lnTo>
                <a:moveTo>
                  <a:pt x="80103" y="52270"/>
                </a:moveTo>
                <a:cubicBezTo>
                  <a:pt x="42533" y="74947"/>
                  <a:pt x="30131" y="123852"/>
                  <a:pt x="52470" y="161330"/>
                </a:cubicBezTo>
                <a:cubicBezTo>
                  <a:pt x="74826" y="199099"/>
                  <a:pt x="123577" y="211663"/>
                  <a:pt x="161136" y="189421"/>
                </a:cubicBezTo>
                <a:cubicBezTo>
                  <a:pt x="198781" y="167134"/>
                  <a:pt x="211356" y="118185"/>
                  <a:pt x="189155" y="80287"/>
                </a:cubicBezTo>
                <a:cubicBezTo>
                  <a:pt x="166921" y="42718"/>
                  <a:pt x="118014" y="30128"/>
                  <a:pt x="80103" y="5227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ath-46">
            <a:extLst xmlns:a="http://schemas.openxmlformats.org/drawingml/2006/main">
              <a:ext uri="{FF2B5EF4-FFF2-40B4-BE49-F238E27FC236}">
                <a16:creationId xmlns:a16="http://schemas.microsoft.com/office/drawing/2014/main" id="{8BEBE849-0825-4797-AD01-9FBBAAD3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04" y="7333020"/>
            <a:ext cx="55698" cy="71282"/>
          </a:xfrm>
          <a:custGeom xmlns:a="http://schemas.openxmlformats.org/drawingml/2006/main">
            <a:pathLst>
              <a:path w="55698" h="71282">
                <a:moveTo>
                  <a:pt x="40624" y="71282"/>
                </a:moveTo>
                <a:cubicBezTo>
                  <a:pt x="36103" y="71282"/>
                  <a:pt x="31723" y="68971"/>
                  <a:pt x="29252" y="64823"/>
                </a:cubicBezTo>
                <a:lnTo>
                  <a:pt x="3734" y="21823"/>
                </a:lnTo>
                <a:cubicBezTo>
                  <a:pt x="0" y="15555"/>
                  <a:pt x="2069" y="7441"/>
                  <a:pt x="8347" y="3711"/>
                </a:cubicBezTo>
                <a:cubicBezTo>
                  <a:pt x="14658" y="0"/>
                  <a:pt x="22727" y="2074"/>
                  <a:pt x="26446" y="8332"/>
                </a:cubicBezTo>
                <a:lnTo>
                  <a:pt x="51964" y="51324"/>
                </a:lnTo>
                <a:cubicBezTo>
                  <a:pt x="55698" y="57600"/>
                  <a:pt x="53630" y="65696"/>
                  <a:pt x="47352" y="69435"/>
                </a:cubicBezTo>
                <a:cubicBezTo>
                  <a:pt x="45237" y="70681"/>
                  <a:pt x="42907" y="71282"/>
                  <a:pt x="40624" y="7128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ath-47">
            <a:extLst xmlns:a="http://schemas.openxmlformats.org/drawingml/2006/main">
              <a:ext uri="{FF2B5EF4-FFF2-40B4-BE49-F238E27FC236}">
                <a16:creationId xmlns:a16="http://schemas.microsoft.com/office/drawing/2014/main" id="{F8CB1A8E-9147-4BC6-82C4-1A76FA02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357" y="7364449"/>
            <a:ext cx="121453" cy="110171"/>
          </a:xfrm>
          <a:custGeom xmlns:a="http://schemas.openxmlformats.org/drawingml/2006/main">
            <a:pathLst>
              <a:path w="121453" h="110171">
                <a:moveTo>
                  <a:pt x="106382" y="110171"/>
                </a:moveTo>
                <a:cubicBezTo>
                  <a:pt x="101829" y="110171"/>
                  <a:pt x="97386" y="107823"/>
                  <a:pt x="94933" y="103593"/>
                </a:cubicBezTo>
                <a:lnTo>
                  <a:pt x="53244" y="31765"/>
                </a:lnTo>
                <a:lnTo>
                  <a:pt x="31815" y="44319"/>
                </a:lnTo>
                <a:lnTo>
                  <a:pt x="57720" y="87983"/>
                </a:lnTo>
                <a:cubicBezTo>
                  <a:pt x="61454" y="94260"/>
                  <a:pt x="59384" y="102365"/>
                  <a:pt x="53107" y="106077"/>
                </a:cubicBezTo>
                <a:cubicBezTo>
                  <a:pt x="46811" y="109843"/>
                  <a:pt x="38727" y="107732"/>
                  <a:pt x="35008" y="101465"/>
                </a:cubicBezTo>
                <a:lnTo>
                  <a:pt x="2314" y="46384"/>
                </a:lnTo>
                <a:cubicBezTo>
                  <a:pt x="508" y="43364"/>
                  <a:pt x="0" y="39752"/>
                  <a:pt x="879" y="36341"/>
                </a:cubicBezTo>
                <a:cubicBezTo>
                  <a:pt x="1757" y="32939"/>
                  <a:pt x="3949" y="30028"/>
                  <a:pt x="6988" y="28245"/>
                </a:cubicBezTo>
                <a:lnTo>
                  <a:pt x="51331" y="2265"/>
                </a:lnTo>
                <a:cubicBezTo>
                  <a:pt x="54370" y="491"/>
                  <a:pt x="57964" y="0"/>
                  <a:pt x="61374" y="891"/>
                </a:cubicBezTo>
                <a:cubicBezTo>
                  <a:pt x="64768" y="1783"/>
                  <a:pt x="67669" y="3993"/>
                  <a:pt x="69443" y="7032"/>
                </a:cubicBezTo>
                <a:lnTo>
                  <a:pt x="117795" y="90330"/>
                </a:lnTo>
                <a:cubicBezTo>
                  <a:pt x="121453" y="96634"/>
                  <a:pt x="119307" y="104722"/>
                  <a:pt x="112996" y="108397"/>
                </a:cubicBezTo>
                <a:cubicBezTo>
                  <a:pt x="110917" y="109597"/>
                  <a:pt x="108633" y="110161"/>
                  <a:pt x="106381" y="110161"/>
                </a:cubicBezTo>
                <a:lnTo>
                  <a:pt x="106382" y="1101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ath-48">
            <a:extLst xmlns:a="http://schemas.openxmlformats.org/drawingml/2006/main">
              <a:ext uri="{FF2B5EF4-FFF2-40B4-BE49-F238E27FC236}">
                <a16:creationId xmlns:a16="http://schemas.microsoft.com/office/drawing/2014/main" id="{D3202ED6-3572-4AB0-8BB9-010EB1E1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03" y="7192921"/>
            <a:ext cx="102289" cy="61812"/>
          </a:xfrm>
          <a:custGeom xmlns:a="http://schemas.openxmlformats.org/drawingml/2006/main">
            <a:pathLst>
              <a:path w="102289" h="61812">
                <a:moveTo>
                  <a:pt x="87220" y="61812"/>
                </a:moveTo>
                <a:cubicBezTo>
                  <a:pt x="82699" y="61812"/>
                  <a:pt x="78286" y="59483"/>
                  <a:pt x="75818" y="55308"/>
                </a:cubicBezTo>
                <a:cubicBezTo>
                  <a:pt x="64725" y="36486"/>
                  <a:pt x="40440" y="30147"/>
                  <a:pt x="21803" y="41172"/>
                </a:cubicBezTo>
                <a:cubicBezTo>
                  <a:pt x="15445" y="44865"/>
                  <a:pt x="7392" y="42755"/>
                  <a:pt x="3704" y="36486"/>
                </a:cubicBezTo>
                <a:cubicBezTo>
                  <a:pt x="0" y="30201"/>
                  <a:pt x="2100" y="22095"/>
                  <a:pt x="8378" y="18393"/>
                </a:cubicBezTo>
                <a:cubicBezTo>
                  <a:pt x="39621" y="0"/>
                  <a:pt x="80075" y="10516"/>
                  <a:pt x="98586" y="41890"/>
                </a:cubicBezTo>
                <a:cubicBezTo>
                  <a:pt x="102289" y="48176"/>
                  <a:pt x="100189" y="56272"/>
                  <a:pt x="93912" y="59974"/>
                </a:cubicBezTo>
                <a:cubicBezTo>
                  <a:pt x="91798" y="61221"/>
                  <a:pt x="89500" y="61812"/>
                  <a:pt x="87217" y="61812"/>
                </a:cubicBezTo>
                <a:lnTo>
                  <a:pt x="87220" y="6181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ath-49">
            <a:extLst xmlns:a="http://schemas.openxmlformats.org/drawingml/2006/main">
              <a:ext uri="{FF2B5EF4-FFF2-40B4-BE49-F238E27FC236}">
                <a16:creationId xmlns:a16="http://schemas.microsoft.com/office/drawing/2014/main" id="{7304CDF2-952A-4778-AF77-2CC9CA15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4" y="8050950"/>
            <a:ext cx="320653" cy="261103"/>
          </a:xfrm>
          <a:custGeom xmlns:a="http://schemas.openxmlformats.org/drawingml/2006/main">
            <a:pathLst>
              <a:path w="320653" h="261103">
                <a:moveTo>
                  <a:pt x="159144" y="261103"/>
                </a:moveTo>
                <a:cubicBezTo>
                  <a:pt x="126898" y="261103"/>
                  <a:pt x="98107" y="248777"/>
                  <a:pt x="73592" y="224443"/>
                </a:cubicBezTo>
                <a:cubicBezTo>
                  <a:pt x="23018" y="174302"/>
                  <a:pt x="0" y="79806"/>
                  <a:pt x="0" y="13218"/>
                </a:cubicBezTo>
                <a:cubicBezTo>
                  <a:pt x="0" y="5922"/>
                  <a:pt x="5910" y="0"/>
                  <a:pt x="13208" y="0"/>
                </a:cubicBezTo>
                <a:cubicBezTo>
                  <a:pt x="20505" y="0"/>
                  <a:pt x="26415" y="5922"/>
                  <a:pt x="26415" y="13218"/>
                </a:cubicBezTo>
                <a:cubicBezTo>
                  <a:pt x="26415" y="76449"/>
                  <a:pt x="49016" y="162867"/>
                  <a:pt x="92187" y="205686"/>
                </a:cubicBezTo>
                <a:cubicBezTo>
                  <a:pt x="111813" y="225144"/>
                  <a:pt x="134477" y="234549"/>
                  <a:pt x="159993" y="234677"/>
                </a:cubicBezTo>
                <a:cubicBezTo>
                  <a:pt x="260432" y="233840"/>
                  <a:pt x="294238" y="82243"/>
                  <a:pt x="294238" y="13218"/>
                </a:cubicBezTo>
                <a:cubicBezTo>
                  <a:pt x="294238" y="5913"/>
                  <a:pt x="300148" y="0"/>
                  <a:pt x="307445" y="0"/>
                </a:cubicBezTo>
                <a:cubicBezTo>
                  <a:pt x="314743" y="0"/>
                  <a:pt x="320653" y="5913"/>
                  <a:pt x="320653" y="13218"/>
                </a:cubicBezTo>
                <a:cubicBezTo>
                  <a:pt x="320653" y="93650"/>
                  <a:pt x="281434" y="260084"/>
                  <a:pt x="160207" y="261085"/>
                </a:cubicBezTo>
                <a:cubicBezTo>
                  <a:pt x="159849" y="261085"/>
                  <a:pt x="159494" y="261103"/>
                  <a:pt x="159140" y="261103"/>
                </a:cubicBezTo>
                <a:lnTo>
                  <a:pt x="159144" y="26110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ath-50">
            <a:extLst xmlns:a="http://schemas.openxmlformats.org/drawingml/2006/main">
              <a:ext uri="{FF2B5EF4-FFF2-40B4-BE49-F238E27FC236}">
                <a16:creationId xmlns:a16="http://schemas.microsoft.com/office/drawing/2014/main" id="{BE4BFCD4-27D3-4ADB-8CBA-79BA3ECB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18" y="8251769"/>
            <a:ext cx="247179" cy="375124"/>
          </a:xfrm>
          <a:custGeom xmlns:a="http://schemas.openxmlformats.org/drawingml/2006/main">
            <a:pathLst>
              <a:path w="247179" h="375124">
                <a:moveTo>
                  <a:pt x="13207" y="375121"/>
                </a:moveTo>
                <a:cubicBezTo>
                  <a:pt x="5910" y="375121"/>
                  <a:pt x="0" y="369210"/>
                  <a:pt x="0" y="361914"/>
                </a:cubicBezTo>
                <a:cubicBezTo>
                  <a:pt x="0" y="273433"/>
                  <a:pt x="22510" y="192681"/>
                  <a:pt x="61759" y="140354"/>
                </a:cubicBezTo>
                <a:cubicBezTo>
                  <a:pt x="83683" y="110935"/>
                  <a:pt x="116298" y="106414"/>
                  <a:pt x="145087" y="102402"/>
                </a:cubicBezTo>
                <a:cubicBezTo>
                  <a:pt x="168849" y="99100"/>
                  <a:pt x="191297" y="95989"/>
                  <a:pt x="207250" y="80215"/>
                </a:cubicBezTo>
                <a:cubicBezTo>
                  <a:pt x="219038" y="68417"/>
                  <a:pt x="218405" y="44665"/>
                  <a:pt x="216338" y="14846"/>
                </a:cubicBezTo>
                <a:cubicBezTo>
                  <a:pt x="215829" y="7560"/>
                  <a:pt x="221321" y="1256"/>
                  <a:pt x="228603" y="755"/>
                </a:cubicBezTo>
                <a:cubicBezTo>
                  <a:pt x="235839" y="0"/>
                  <a:pt x="242196" y="5740"/>
                  <a:pt x="242689" y="13027"/>
                </a:cubicBezTo>
                <a:cubicBezTo>
                  <a:pt x="244789" y="43310"/>
                  <a:pt x="247179" y="77641"/>
                  <a:pt x="225889" y="98946"/>
                </a:cubicBezTo>
                <a:cubicBezTo>
                  <a:pt x="203639" y="120950"/>
                  <a:pt x="174465" y="125008"/>
                  <a:pt x="148712" y="128592"/>
                </a:cubicBezTo>
                <a:cubicBezTo>
                  <a:pt x="121651" y="132339"/>
                  <a:pt x="98260" y="135587"/>
                  <a:pt x="82927" y="156191"/>
                </a:cubicBezTo>
                <a:cubicBezTo>
                  <a:pt x="47011" y="204066"/>
                  <a:pt x="26411" y="279033"/>
                  <a:pt x="26411" y="361916"/>
                </a:cubicBezTo>
                <a:cubicBezTo>
                  <a:pt x="26411" y="369213"/>
                  <a:pt x="20503" y="375124"/>
                  <a:pt x="13207" y="375124"/>
                </a:cubicBezTo>
                <a:lnTo>
                  <a:pt x="13207" y="37512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th-51">
            <a:extLst xmlns:a="http://schemas.openxmlformats.org/drawingml/2006/main">
              <a:ext uri="{FF2B5EF4-FFF2-40B4-BE49-F238E27FC236}">
                <a16:creationId xmlns:a16="http://schemas.microsoft.com/office/drawing/2014/main" id="{D62FD746-4619-44B4-A851-5ED4270C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546" y="8251141"/>
            <a:ext cx="246817" cy="375748"/>
          </a:xfrm>
          <a:custGeom xmlns:a="http://schemas.openxmlformats.org/drawingml/2006/main">
            <a:pathLst>
              <a:path w="246817" h="375748">
                <a:moveTo>
                  <a:pt x="233600" y="375748"/>
                </a:moveTo>
                <a:cubicBezTo>
                  <a:pt x="226304" y="375748"/>
                  <a:pt x="220391" y="369838"/>
                  <a:pt x="220391" y="362541"/>
                </a:cubicBezTo>
                <a:cubicBezTo>
                  <a:pt x="220391" y="279658"/>
                  <a:pt x="199796" y="204691"/>
                  <a:pt x="163910" y="156845"/>
                </a:cubicBezTo>
                <a:cubicBezTo>
                  <a:pt x="148527" y="136223"/>
                  <a:pt x="125105" y="132967"/>
                  <a:pt x="97986" y="129201"/>
                </a:cubicBezTo>
                <a:cubicBezTo>
                  <a:pt x="72204" y="125635"/>
                  <a:pt x="42966" y="121577"/>
                  <a:pt x="20581" y="99682"/>
                </a:cubicBezTo>
                <a:cubicBezTo>
                  <a:pt x="0" y="79105"/>
                  <a:pt x="1775" y="46966"/>
                  <a:pt x="3655" y="12944"/>
                </a:cubicBezTo>
                <a:cubicBezTo>
                  <a:pt x="4055" y="5658"/>
                  <a:pt x="10273" y="0"/>
                  <a:pt x="17572" y="473"/>
                </a:cubicBezTo>
                <a:cubicBezTo>
                  <a:pt x="24854" y="873"/>
                  <a:pt x="30440" y="7105"/>
                  <a:pt x="30039" y="14391"/>
                </a:cubicBezTo>
                <a:cubicBezTo>
                  <a:pt x="28434" y="43564"/>
                  <a:pt x="27030" y="68762"/>
                  <a:pt x="39157" y="80906"/>
                </a:cubicBezTo>
                <a:cubicBezTo>
                  <a:pt x="55217" y="96598"/>
                  <a:pt x="77760" y="99727"/>
                  <a:pt x="101611" y="103030"/>
                </a:cubicBezTo>
                <a:cubicBezTo>
                  <a:pt x="130448" y="107023"/>
                  <a:pt x="163109" y="111562"/>
                  <a:pt x="185087" y="141017"/>
                </a:cubicBezTo>
                <a:cubicBezTo>
                  <a:pt x="224303" y="193303"/>
                  <a:pt x="246817" y="274056"/>
                  <a:pt x="246817" y="362537"/>
                </a:cubicBezTo>
                <a:cubicBezTo>
                  <a:pt x="246817" y="369833"/>
                  <a:pt x="240904" y="375744"/>
                  <a:pt x="233609" y="375744"/>
                </a:cubicBezTo>
                <a:lnTo>
                  <a:pt x="233600" y="37574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ath-52">
            <a:extLst xmlns:a="http://schemas.openxmlformats.org/drawingml/2006/main">
              <a:ext uri="{FF2B5EF4-FFF2-40B4-BE49-F238E27FC236}">
                <a16:creationId xmlns:a16="http://schemas.microsoft.com/office/drawing/2014/main" id="{5613C65B-BFB9-45BE-8EF6-3065CDE7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17" y="8600475"/>
            <a:ext cx="615337" cy="26415"/>
          </a:xfrm>
          <a:custGeom xmlns:a="http://schemas.openxmlformats.org/drawingml/2006/main">
            <a:pathLst>
              <a:path w="615337" h="26415">
                <a:moveTo>
                  <a:pt x="602129" y="26415"/>
                </a:moveTo>
                <a:lnTo>
                  <a:pt x="13208" y="26415"/>
                </a:lnTo>
                <a:cubicBezTo>
                  <a:pt x="5910" y="26415"/>
                  <a:pt x="0" y="20504"/>
                  <a:pt x="0" y="13208"/>
                </a:cubicBezTo>
                <a:cubicBezTo>
                  <a:pt x="0" y="5910"/>
                  <a:pt x="5910" y="0"/>
                  <a:pt x="13208" y="0"/>
                </a:cubicBezTo>
                <a:lnTo>
                  <a:pt x="602129" y="0"/>
                </a:lnTo>
                <a:cubicBezTo>
                  <a:pt x="609424" y="0"/>
                  <a:pt x="615337" y="5910"/>
                  <a:pt x="615337" y="13208"/>
                </a:cubicBezTo>
                <a:cubicBezTo>
                  <a:pt x="615337" y="20504"/>
                  <a:pt x="609424" y="26415"/>
                  <a:pt x="602129" y="2641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ath-53">
            <a:extLst xmlns:a="http://schemas.openxmlformats.org/drawingml/2006/main">
              <a:ext uri="{FF2B5EF4-FFF2-40B4-BE49-F238E27FC236}">
                <a16:creationId xmlns:a16="http://schemas.microsoft.com/office/drawing/2014/main" id="{1E5581CC-4D95-465C-9D30-0406ADBC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56" y="8023760"/>
            <a:ext cx="323443" cy="52752"/>
          </a:xfrm>
          <a:custGeom xmlns:a="http://schemas.openxmlformats.org/drawingml/2006/main">
            <a:pathLst>
              <a:path w="323443" h="52752">
                <a:moveTo>
                  <a:pt x="14597" y="51369"/>
                </a:moveTo>
                <a:cubicBezTo>
                  <a:pt x="8702" y="51369"/>
                  <a:pt x="3332" y="47394"/>
                  <a:pt x="1806" y="41417"/>
                </a:cubicBezTo>
                <a:cubicBezTo>
                  <a:pt x="0" y="34349"/>
                  <a:pt x="4273" y="27154"/>
                  <a:pt x="11355" y="25352"/>
                </a:cubicBezTo>
                <a:cubicBezTo>
                  <a:pt x="110886" y="9"/>
                  <a:pt x="212065" y="0"/>
                  <a:pt x="312087" y="25352"/>
                </a:cubicBezTo>
                <a:cubicBezTo>
                  <a:pt x="319170" y="27144"/>
                  <a:pt x="323443" y="34331"/>
                  <a:pt x="321652" y="41408"/>
                </a:cubicBezTo>
                <a:cubicBezTo>
                  <a:pt x="319862" y="48485"/>
                  <a:pt x="312549" y="52752"/>
                  <a:pt x="305608" y="50960"/>
                </a:cubicBezTo>
                <a:cubicBezTo>
                  <a:pt x="209901" y="26707"/>
                  <a:pt x="113103" y="26707"/>
                  <a:pt x="17861" y="50960"/>
                </a:cubicBezTo>
                <a:cubicBezTo>
                  <a:pt x="16768" y="51242"/>
                  <a:pt x="15673" y="51369"/>
                  <a:pt x="14592" y="51369"/>
                </a:cubicBezTo>
                <a:lnTo>
                  <a:pt x="14597" y="5136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ath-54">
            <a:extLst xmlns:a="http://schemas.openxmlformats.org/drawingml/2006/main">
              <a:ext uri="{FF2B5EF4-FFF2-40B4-BE49-F238E27FC236}">
                <a16:creationId xmlns:a16="http://schemas.microsoft.com/office/drawing/2014/main" id="{D602AF2D-D4C1-470D-B901-60B3465F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03" y="7990394"/>
            <a:ext cx="341569" cy="48021"/>
          </a:xfrm>
          <a:custGeom xmlns:a="http://schemas.openxmlformats.org/drawingml/2006/main">
            <a:pathLst>
              <a:path w="341569" h="48021">
                <a:moveTo>
                  <a:pt x="14718" y="48021"/>
                </a:moveTo>
                <a:cubicBezTo>
                  <a:pt x="8978" y="48021"/>
                  <a:pt x="3702" y="44264"/>
                  <a:pt x="2036" y="38478"/>
                </a:cubicBezTo>
                <a:cubicBezTo>
                  <a:pt x="0" y="31483"/>
                  <a:pt x="4026" y="24151"/>
                  <a:pt x="11031" y="22114"/>
                </a:cubicBezTo>
                <a:cubicBezTo>
                  <a:pt x="52180" y="10170"/>
                  <a:pt x="95962" y="2920"/>
                  <a:pt x="141204" y="554"/>
                </a:cubicBezTo>
                <a:cubicBezTo>
                  <a:pt x="148901" y="45"/>
                  <a:pt x="154702" y="5785"/>
                  <a:pt x="155090" y="13062"/>
                </a:cubicBezTo>
                <a:cubicBezTo>
                  <a:pt x="155476" y="20349"/>
                  <a:pt x="149875" y="26562"/>
                  <a:pt x="142593" y="26944"/>
                </a:cubicBezTo>
                <a:cubicBezTo>
                  <a:pt x="99376" y="29200"/>
                  <a:pt x="57597" y="36114"/>
                  <a:pt x="18405" y="47493"/>
                </a:cubicBezTo>
                <a:cubicBezTo>
                  <a:pt x="17168" y="47848"/>
                  <a:pt x="15935" y="48021"/>
                  <a:pt x="14716" y="48021"/>
                </a:cubicBezTo>
                <a:lnTo>
                  <a:pt x="14718" y="48021"/>
                </a:lnTo>
                <a:moveTo>
                  <a:pt x="326853" y="48021"/>
                </a:moveTo>
                <a:cubicBezTo>
                  <a:pt x="325650" y="48021"/>
                  <a:pt x="324431" y="47848"/>
                  <a:pt x="323211" y="47502"/>
                </a:cubicBezTo>
                <a:cubicBezTo>
                  <a:pt x="283575" y="36123"/>
                  <a:pt x="241779" y="29200"/>
                  <a:pt x="198977" y="26944"/>
                </a:cubicBezTo>
                <a:cubicBezTo>
                  <a:pt x="191694" y="26562"/>
                  <a:pt x="186093" y="20340"/>
                  <a:pt x="186479" y="13053"/>
                </a:cubicBezTo>
                <a:cubicBezTo>
                  <a:pt x="186865" y="5776"/>
                  <a:pt x="193283" y="0"/>
                  <a:pt x="200366" y="564"/>
                </a:cubicBezTo>
                <a:cubicBezTo>
                  <a:pt x="245171" y="2920"/>
                  <a:pt x="288939" y="10170"/>
                  <a:pt x="330492" y="22105"/>
                </a:cubicBezTo>
                <a:cubicBezTo>
                  <a:pt x="337510" y="24115"/>
                  <a:pt x="341569" y="31438"/>
                  <a:pt x="339549" y="38451"/>
                </a:cubicBezTo>
                <a:cubicBezTo>
                  <a:pt x="337884" y="44246"/>
                  <a:pt x="332607" y="48021"/>
                  <a:pt x="326852" y="48021"/>
                </a:cubicBezTo>
                <a:lnTo>
                  <a:pt x="326853" y="4802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ath-55">
            <a:extLst xmlns:a="http://schemas.openxmlformats.org/drawingml/2006/main">
              <a:ext uri="{FF2B5EF4-FFF2-40B4-BE49-F238E27FC236}">
                <a16:creationId xmlns:a16="http://schemas.microsoft.com/office/drawing/2014/main" id="{B08F8265-4D44-462E-BEE1-D41E34CC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061" y="8046856"/>
            <a:ext cx="325248" cy="61658"/>
          </a:xfrm>
          <a:custGeom xmlns:a="http://schemas.openxmlformats.org/drawingml/2006/main">
            <a:pathLst>
              <a:path w="325248" h="61658">
                <a:moveTo>
                  <a:pt x="162617" y="61658"/>
                </a:moveTo>
                <a:cubicBezTo>
                  <a:pt x="111118" y="61658"/>
                  <a:pt x="59614" y="50123"/>
                  <a:pt x="9535" y="27063"/>
                </a:cubicBezTo>
                <a:cubicBezTo>
                  <a:pt x="2902" y="24006"/>
                  <a:pt x="0" y="16165"/>
                  <a:pt x="3055" y="9543"/>
                </a:cubicBezTo>
                <a:cubicBezTo>
                  <a:pt x="6110" y="2921"/>
                  <a:pt x="13902" y="0"/>
                  <a:pt x="20582" y="3057"/>
                </a:cubicBezTo>
                <a:cubicBezTo>
                  <a:pt x="113541" y="45866"/>
                  <a:pt x="211746" y="45848"/>
                  <a:pt x="304666" y="3057"/>
                </a:cubicBezTo>
                <a:cubicBezTo>
                  <a:pt x="311363" y="27"/>
                  <a:pt x="319138" y="2939"/>
                  <a:pt x="322193" y="9543"/>
                </a:cubicBezTo>
                <a:cubicBezTo>
                  <a:pt x="325248" y="16165"/>
                  <a:pt x="322346" y="24006"/>
                  <a:pt x="315713" y="27063"/>
                </a:cubicBezTo>
                <a:cubicBezTo>
                  <a:pt x="265634" y="50123"/>
                  <a:pt x="214136" y="61658"/>
                  <a:pt x="162617" y="6165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ath-56">
            <a:extLst xmlns:a="http://schemas.openxmlformats.org/drawingml/2006/main">
              <a:ext uri="{FF2B5EF4-FFF2-40B4-BE49-F238E27FC236}">
                <a16:creationId xmlns:a16="http://schemas.microsoft.com/office/drawing/2014/main" id="{F3C4BA93-9794-4FEE-B32E-0AC9DC3D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590" y="7960474"/>
            <a:ext cx="84194" cy="85546"/>
          </a:xfrm>
          <a:custGeom xmlns:a="http://schemas.openxmlformats.org/drawingml/2006/main">
            <a:pathLst>
              <a:path w="84194" h="85546">
                <a:moveTo>
                  <a:pt x="41873" y="85546"/>
                </a:moveTo>
                <a:cubicBezTo>
                  <a:pt x="18777" y="85546"/>
                  <a:pt x="0" y="66361"/>
                  <a:pt x="0" y="42773"/>
                </a:cubicBezTo>
                <a:cubicBezTo>
                  <a:pt x="0" y="19185"/>
                  <a:pt x="18777" y="0"/>
                  <a:pt x="41873" y="0"/>
                </a:cubicBezTo>
                <a:cubicBezTo>
                  <a:pt x="65215" y="0"/>
                  <a:pt x="84194" y="19185"/>
                  <a:pt x="84194" y="42773"/>
                </a:cubicBezTo>
                <a:cubicBezTo>
                  <a:pt x="84194" y="66361"/>
                  <a:pt x="65216" y="85546"/>
                  <a:pt x="41873" y="85546"/>
                </a:cubicBezTo>
                <a:moveTo>
                  <a:pt x="41873" y="26435"/>
                </a:moveTo>
                <a:cubicBezTo>
                  <a:pt x="33358" y="26435"/>
                  <a:pt x="26412" y="33767"/>
                  <a:pt x="26412" y="42773"/>
                </a:cubicBezTo>
                <a:cubicBezTo>
                  <a:pt x="26412" y="51797"/>
                  <a:pt x="33355" y="59120"/>
                  <a:pt x="41873" y="59120"/>
                </a:cubicBezTo>
                <a:cubicBezTo>
                  <a:pt x="50790" y="59120"/>
                  <a:pt x="57780" y="51942"/>
                  <a:pt x="57780" y="42773"/>
                </a:cubicBezTo>
                <a:cubicBezTo>
                  <a:pt x="57780" y="33604"/>
                  <a:pt x="50790" y="26435"/>
                  <a:pt x="41873" y="2643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ath-57">
            <a:extLst xmlns:a="http://schemas.openxmlformats.org/drawingml/2006/main">
              <a:ext uri="{FF2B5EF4-FFF2-40B4-BE49-F238E27FC236}">
                <a16:creationId xmlns:a16="http://schemas.microsoft.com/office/drawing/2014/main" id="{FCE01591-AA5A-4C4A-B8E5-7DB742BC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158" y="8570466"/>
            <a:ext cx="26415" cy="56424"/>
          </a:xfrm>
          <a:custGeom xmlns:a="http://schemas.openxmlformats.org/drawingml/2006/main">
            <a:pathLst>
              <a:path w="26415" h="56424">
                <a:moveTo>
                  <a:pt x="13208" y="56424"/>
                </a:moveTo>
                <a:cubicBezTo>
                  <a:pt x="5911" y="56424"/>
                  <a:pt x="0" y="50513"/>
                  <a:pt x="0" y="43217"/>
                </a:cubicBezTo>
                <a:lnTo>
                  <a:pt x="0" y="13207"/>
                </a:lnTo>
                <a:cubicBezTo>
                  <a:pt x="0" y="5910"/>
                  <a:pt x="5911" y="0"/>
                  <a:pt x="13208" y="0"/>
                </a:cubicBezTo>
                <a:cubicBezTo>
                  <a:pt x="20505" y="0"/>
                  <a:pt x="26415" y="5910"/>
                  <a:pt x="26415" y="13207"/>
                </a:cubicBezTo>
                <a:lnTo>
                  <a:pt x="26415" y="43217"/>
                </a:lnTo>
                <a:cubicBezTo>
                  <a:pt x="26415" y="50513"/>
                  <a:pt x="20505" y="56424"/>
                  <a:pt x="13208" y="5642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ath-58">
            <a:extLst xmlns:a="http://schemas.openxmlformats.org/drawingml/2006/main">
              <a:ext uri="{FF2B5EF4-FFF2-40B4-BE49-F238E27FC236}">
                <a16:creationId xmlns:a16="http://schemas.microsoft.com/office/drawing/2014/main" id="{E3AA7852-1B44-4F9E-8077-10C4D47C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97" y="8570466"/>
            <a:ext cx="26415" cy="56424"/>
          </a:xfrm>
          <a:custGeom xmlns:a="http://schemas.openxmlformats.org/drawingml/2006/main">
            <a:pathLst>
              <a:path w="26415" h="56424">
                <a:moveTo>
                  <a:pt x="13208" y="56424"/>
                </a:moveTo>
                <a:cubicBezTo>
                  <a:pt x="5910" y="56424"/>
                  <a:pt x="0" y="50513"/>
                  <a:pt x="0" y="43217"/>
                </a:cubicBezTo>
                <a:lnTo>
                  <a:pt x="0" y="13207"/>
                </a:lnTo>
                <a:cubicBezTo>
                  <a:pt x="0" y="5910"/>
                  <a:pt x="5910" y="0"/>
                  <a:pt x="13208" y="0"/>
                </a:cubicBezTo>
                <a:cubicBezTo>
                  <a:pt x="20504" y="0"/>
                  <a:pt x="26415" y="5910"/>
                  <a:pt x="26415" y="13207"/>
                </a:cubicBezTo>
                <a:lnTo>
                  <a:pt x="26415" y="43217"/>
                </a:lnTo>
                <a:cubicBezTo>
                  <a:pt x="26412" y="50513"/>
                  <a:pt x="20504" y="56424"/>
                  <a:pt x="13208" y="5642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ath-59">
            <a:extLst xmlns:a="http://schemas.openxmlformats.org/drawingml/2006/main">
              <a:ext uri="{FF2B5EF4-FFF2-40B4-BE49-F238E27FC236}">
                <a16:creationId xmlns:a16="http://schemas.microsoft.com/office/drawing/2014/main" id="{0FC9749B-18A1-4DC8-831C-37218C64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96" y="7842254"/>
            <a:ext cx="226478" cy="196161"/>
          </a:xfrm>
          <a:custGeom xmlns:a="http://schemas.openxmlformats.org/drawingml/2006/main">
            <a:pathLst>
              <a:path w="226478" h="196161">
                <a:moveTo>
                  <a:pt x="57425" y="196161"/>
                </a:moveTo>
                <a:cubicBezTo>
                  <a:pt x="53832" y="196161"/>
                  <a:pt x="50235" y="194687"/>
                  <a:pt x="47628" y="191804"/>
                </a:cubicBezTo>
                <a:cubicBezTo>
                  <a:pt x="11448" y="151851"/>
                  <a:pt x="0" y="110707"/>
                  <a:pt x="15412" y="75984"/>
                </a:cubicBezTo>
                <a:cubicBezTo>
                  <a:pt x="37135" y="26981"/>
                  <a:pt x="107410" y="0"/>
                  <a:pt x="213271" y="0"/>
                </a:cubicBezTo>
                <a:cubicBezTo>
                  <a:pt x="220568" y="0"/>
                  <a:pt x="226478" y="5912"/>
                  <a:pt x="226478" y="13208"/>
                </a:cubicBezTo>
                <a:cubicBezTo>
                  <a:pt x="226478" y="20513"/>
                  <a:pt x="220568" y="26426"/>
                  <a:pt x="213271" y="26426"/>
                </a:cubicBezTo>
                <a:cubicBezTo>
                  <a:pt x="119866" y="26426"/>
                  <a:pt x="56546" y="48394"/>
                  <a:pt x="39559" y="86700"/>
                </a:cubicBezTo>
                <a:cubicBezTo>
                  <a:pt x="28650" y="111298"/>
                  <a:pt x="38478" y="142327"/>
                  <a:pt x="67223" y="174083"/>
                </a:cubicBezTo>
                <a:cubicBezTo>
                  <a:pt x="72114" y="179487"/>
                  <a:pt x="71699" y="187847"/>
                  <a:pt x="66299" y="192741"/>
                </a:cubicBezTo>
                <a:cubicBezTo>
                  <a:pt x="63765" y="195024"/>
                  <a:pt x="60588" y="196161"/>
                  <a:pt x="57426" y="196161"/>
                </a:cubicBezTo>
                <a:lnTo>
                  <a:pt x="57425" y="19616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ath-60">
            <a:extLst xmlns:a="http://schemas.openxmlformats.org/drawingml/2006/main">
              <a:ext uri="{FF2B5EF4-FFF2-40B4-BE49-F238E27FC236}">
                <a16:creationId xmlns:a16="http://schemas.microsoft.com/office/drawing/2014/main" id="{BA83BA21-09B2-4859-BADB-6E1ACC74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259" y="7842254"/>
            <a:ext cx="226907" cy="196161"/>
          </a:xfrm>
          <a:custGeom xmlns:a="http://schemas.openxmlformats.org/drawingml/2006/main">
            <a:pathLst>
              <a:path w="226907" h="196161">
                <a:moveTo>
                  <a:pt x="169497" y="196161"/>
                </a:moveTo>
                <a:cubicBezTo>
                  <a:pt x="166335" y="196161"/>
                  <a:pt x="163155" y="195024"/>
                  <a:pt x="160627" y="192741"/>
                </a:cubicBezTo>
                <a:cubicBezTo>
                  <a:pt x="155227" y="187838"/>
                  <a:pt x="154811" y="179487"/>
                  <a:pt x="159702" y="174083"/>
                </a:cubicBezTo>
                <a:cubicBezTo>
                  <a:pt x="188432" y="142345"/>
                  <a:pt x="198257" y="111335"/>
                  <a:pt x="187351" y="86755"/>
                </a:cubicBezTo>
                <a:cubicBezTo>
                  <a:pt x="170345" y="48412"/>
                  <a:pt x="106873" y="26435"/>
                  <a:pt x="13208" y="26435"/>
                </a:cubicBezTo>
                <a:cubicBezTo>
                  <a:pt x="5910" y="26435"/>
                  <a:pt x="0" y="20513"/>
                  <a:pt x="0" y="13217"/>
                </a:cubicBezTo>
                <a:cubicBezTo>
                  <a:pt x="0" y="5922"/>
                  <a:pt x="5910" y="0"/>
                  <a:pt x="13208" y="0"/>
                </a:cubicBezTo>
                <a:cubicBezTo>
                  <a:pt x="119322" y="0"/>
                  <a:pt x="189757" y="27008"/>
                  <a:pt x="211511" y="76039"/>
                </a:cubicBezTo>
                <a:cubicBezTo>
                  <a:pt x="226907" y="110743"/>
                  <a:pt x="215460" y="151860"/>
                  <a:pt x="179295" y="191804"/>
                </a:cubicBezTo>
                <a:cubicBezTo>
                  <a:pt x="176687" y="194687"/>
                  <a:pt x="173091" y="196152"/>
                  <a:pt x="169498" y="196152"/>
                </a:cubicBezTo>
                <a:lnTo>
                  <a:pt x="169497" y="19616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ath-61">
            <a:extLst xmlns:a="http://schemas.openxmlformats.org/drawingml/2006/main">
              <a:ext uri="{FF2B5EF4-FFF2-40B4-BE49-F238E27FC236}">
                <a16:creationId xmlns:a16="http://schemas.microsoft.com/office/drawing/2014/main" id="{E12F0DF9-B3EF-4447-A4AA-F5097CBC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52" y="8010615"/>
            <a:ext cx="38083" cy="64514"/>
          </a:xfrm>
          <a:custGeom xmlns:a="http://schemas.openxmlformats.org/drawingml/2006/main">
            <a:pathLst>
              <a:path w="38083" h="64514">
                <a:moveTo>
                  <a:pt x="23501" y="64514"/>
                </a:moveTo>
                <a:cubicBezTo>
                  <a:pt x="17560" y="64514"/>
                  <a:pt x="12146" y="60466"/>
                  <a:pt x="10679" y="54426"/>
                </a:cubicBezTo>
                <a:lnTo>
                  <a:pt x="1729" y="17702"/>
                </a:lnTo>
                <a:cubicBezTo>
                  <a:pt x="0" y="10625"/>
                  <a:pt x="4353" y="3475"/>
                  <a:pt x="11436" y="1747"/>
                </a:cubicBezTo>
                <a:cubicBezTo>
                  <a:pt x="18504" y="0"/>
                  <a:pt x="25674" y="4367"/>
                  <a:pt x="27404" y="11453"/>
                </a:cubicBezTo>
                <a:lnTo>
                  <a:pt x="36354" y="48176"/>
                </a:lnTo>
                <a:cubicBezTo>
                  <a:pt x="38083" y="55263"/>
                  <a:pt x="33732" y="62413"/>
                  <a:pt x="26649" y="64141"/>
                </a:cubicBezTo>
                <a:cubicBezTo>
                  <a:pt x="25601" y="64396"/>
                  <a:pt x="24536" y="64514"/>
                  <a:pt x="23501" y="645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ath-62">
            <a:extLst xmlns:a="http://schemas.openxmlformats.org/drawingml/2006/main">
              <a:ext uri="{FF2B5EF4-FFF2-40B4-BE49-F238E27FC236}">
                <a16:creationId xmlns:a16="http://schemas.microsoft.com/office/drawing/2014/main" id="{895A3F1B-8D35-487F-B6F1-3D93E351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39" y="8010615"/>
            <a:ext cx="38077" cy="64514"/>
          </a:xfrm>
          <a:custGeom xmlns:a="http://schemas.openxmlformats.org/drawingml/2006/main">
            <a:pathLst>
              <a:path w="38077" h="64514">
                <a:moveTo>
                  <a:pt x="14578" y="64514"/>
                </a:moveTo>
                <a:cubicBezTo>
                  <a:pt x="13544" y="64514"/>
                  <a:pt x="12479" y="64396"/>
                  <a:pt x="11432" y="64141"/>
                </a:cubicBezTo>
                <a:cubicBezTo>
                  <a:pt x="4349" y="62413"/>
                  <a:pt x="0" y="55263"/>
                  <a:pt x="1726" y="48176"/>
                </a:cubicBezTo>
                <a:lnTo>
                  <a:pt x="10676" y="11462"/>
                </a:lnTo>
                <a:cubicBezTo>
                  <a:pt x="12405" y="4367"/>
                  <a:pt x="19546" y="0"/>
                  <a:pt x="26644" y="1747"/>
                </a:cubicBezTo>
                <a:cubicBezTo>
                  <a:pt x="33727" y="3475"/>
                  <a:pt x="38077" y="10625"/>
                  <a:pt x="36350" y="17702"/>
                </a:cubicBezTo>
                <a:lnTo>
                  <a:pt x="27400" y="54426"/>
                </a:lnTo>
                <a:cubicBezTo>
                  <a:pt x="25935" y="60466"/>
                  <a:pt x="20520" y="64514"/>
                  <a:pt x="14579" y="64514"/>
                </a:cubicBezTo>
                <a:lnTo>
                  <a:pt x="14578" y="6451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ath-63">
            <a:extLst xmlns:a="http://schemas.openxmlformats.org/drawingml/2006/main">
              <a:ext uri="{FF2B5EF4-FFF2-40B4-BE49-F238E27FC236}">
                <a16:creationId xmlns:a16="http://schemas.microsoft.com/office/drawing/2014/main" id="{DC85195E-2DD5-4613-B9DE-F472C4EA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75" y="8336132"/>
            <a:ext cx="175453" cy="124150"/>
          </a:xfrm>
          <a:custGeom xmlns:a="http://schemas.openxmlformats.org/drawingml/2006/main">
            <a:pathLst>
              <a:path w="175453" h="124150">
                <a:moveTo>
                  <a:pt x="116102" y="124147"/>
                </a:moveTo>
                <a:cubicBezTo>
                  <a:pt x="113216" y="124147"/>
                  <a:pt x="110332" y="123222"/>
                  <a:pt x="107924" y="121325"/>
                </a:cubicBezTo>
                <a:lnTo>
                  <a:pt x="6712" y="41609"/>
                </a:lnTo>
                <a:cubicBezTo>
                  <a:pt x="988" y="37088"/>
                  <a:pt x="0" y="28782"/>
                  <a:pt x="4506" y="23042"/>
                </a:cubicBezTo>
                <a:cubicBezTo>
                  <a:pt x="9011" y="17339"/>
                  <a:pt x="17327" y="16329"/>
                  <a:pt x="23066" y="20841"/>
                </a:cubicBezTo>
                <a:lnTo>
                  <a:pt x="115143" y="93369"/>
                </a:lnTo>
                <a:lnTo>
                  <a:pt x="139692" y="69318"/>
                </a:lnTo>
                <a:lnTo>
                  <a:pt x="60155" y="26754"/>
                </a:lnTo>
                <a:cubicBezTo>
                  <a:pt x="53722" y="23306"/>
                  <a:pt x="51301" y="15301"/>
                  <a:pt x="54741" y="8869"/>
                </a:cubicBezTo>
                <a:cubicBezTo>
                  <a:pt x="58166" y="2447"/>
                  <a:pt x="66158" y="0"/>
                  <a:pt x="72623" y="3457"/>
                </a:cubicBezTo>
                <a:lnTo>
                  <a:pt x="168015" y="54508"/>
                </a:lnTo>
                <a:cubicBezTo>
                  <a:pt x="171718" y="56491"/>
                  <a:pt x="174263" y="60120"/>
                  <a:pt x="174866" y="64287"/>
                </a:cubicBezTo>
                <a:cubicBezTo>
                  <a:pt x="175453" y="68453"/>
                  <a:pt x="174033" y="72646"/>
                  <a:pt x="171024" y="75585"/>
                </a:cubicBezTo>
                <a:lnTo>
                  <a:pt x="125341" y="120372"/>
                </a:lnTo>
                <a:cubicBezTo>
                  <a:pt x="122792" y="122883"/>
                  <a:pt x="119443" y="124150"/>
                  <a:pt x="116097" y="124150"/>
                </a:cubicBezTo>
                <a:lnTo>
                  <a:pt x="116102" y="12414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ath-64">
            <a:extLst xmlns:a="http://schemas.openxmlformats.org/drawingml/2006/main">
              <a:ext uri="{FF2B5EF4-FFF2-40B4-BE49-F238E27FC236}">
                <a16:creationId xmlns:a16="http://schemas.microsoft.com/office/drawing/2014/main" id="{ECEF218E-2B68-49F1-A10B-2C8D31CC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711" y="8423724"/>
            <a:ext cx="77776" cy="203167"/>
          </a:xfrm>
          <a:custGeom xmlns:a="http://schemas.openxmlformats.org/drawingml/2006/main">
            <a:pathLst>
              <a:path w="77776" h="203167">
                <a:moveTo>
                  <a:pt x="14934" y="203166"/>
                </a:moveTo>
                <a:cubicBezTo>
                  <a:pt x="13391" y="203166"/>
                  <a:pt x="11833" y="202888"/>
                  <a:pt x="10321" y="202317"/>
                </a:cubicBezTo>
                <a:cubicBezTo>
                  <a:pt x="3470" y="199771"/>
                  <a:pt x="0" y="192165"/>
                  <a:pt x="2562" y="185330"/>
                </a:cubicBezTo>
                <a:lnTo>
                  <a:pt x="48707" y="61718"/>
                </a:lnTo>
                <a:lnTo>
                  <a:pt x="16847" y="23254"/>
                </a:lnTo>
                <a:cubicBezTo>
                  <a:pt x="12203" y="17639"/>
                  <a:pt x="12990" y="9306"/>
                  <a:pt x="18606" y="4648"/>
                </a:cubicBezTo>
                <a:cubicBezTo>
                  <a:pt x="24208" y="0"/>
                  <a:pt x="32524" y="755"/>
                  <a:pt x="37214" y="6404"/>
                </a:cubicBezTo>
                <a:lnTo>
                  <a:pt x="73934" y="50749"/>
                </a:lnTo>
                <a:cubicBezTo>
                  <a:pt x="76943" y="54392"/>
                  <a:pt x="77776" y="59360"/>
                  <a:pt x="76127" y="63786"/>
                </a:cubicBezTo>
                <a:lnTo>
                  <a:pt x="27311" y="194559"/>
                </a:lnTo>
                <a:cubicBezTo>
                  <a:pt x="25334" y="199879"/>
                  <a:pt x="20287" y="203151"/>
                  <a:pt x="14934" y="203167"/>
                </a:cubicBezTo>
                <a:lnTo>
                  <a:pt x="14934" y="20316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ath-65">
            <a:extLst xmlns:a="http://schemas.openxmlformats.org/drawingml/2006/main">
              <a:ext uri="{FF2B5EF4-FFF2-40B4-BE49-F238E27FC236}">
                <a16:creationId xmlns:a16="http://schemas.microsoft.com/office/drawing/2014/main" id="{B838C301-E7B0-412B-884D-539CB160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20" y="8423724"/>
            <a:ext cx="78239" cy="203167"/>
          </a:xfrm>
          <a:custGeom xmlns:a="http://schemas.openxmlformats.org/drawingml/2006/main">
            <a:pathLst>
              <a:path w="78239" h="203167">
                <a:moveTo>
                  <a:pt x="63305" y="203166"/>
                </a:moveTo>
                <a:cubicBezTo>
                  <a:pt x="57967" y="203166"/>
                  <a:pt x="52938" y="199894"/>
                  <a:pt x="50945" y="194602"/>
                </a:cubicBezTo>
                <a:lnTo>
                  <a:pt x="1681" y="63828"/>
                </a:lnTo>
                <a:cubicBezTo>
                  <a:pt x="0" y="59384"/>
                  <a:pt x="832" y="54401"/>
                  <a:pt x="3857" y="50746"/>
                </a:cubicBezTo>
                <a:lnTo>
                  <a:pt x="40578" y="6404"/>
                </a:lnTo>
                <a:cubicBezTo>
                  <a:pt x="45252" y="755"/>
                  <a:pt x="53568" y="0"/>
                  <a:pt x="59185" y="4639"/>
                </a:cubicBezTo>
                <a:cubicBezTo>
                  <a:pt x="64801" y="9306"/>
                  <a:pt x="65588" y="17630"/>
                  <a:pt x="60944" y="23251"/>
                </a:cubicBezTo>
                <a:lnTo>
                  <a:pt x="29115" y="61683"/>
                </a:lnTo>
                <a:lnTo>
                  <a:pt x="75662" y="185282"/>
                </a:lnTo>
                <a:cubicBezTo>
                  <a:pt x="78239" y="192118"/>
                  <a:pt x="74783" y="199739"/>
                  <a:pt x="67964" y="202301"/>
                </a:cubicBezTo>
                <a:cubicBezTo>
                  <a:pt x="66424" y="202889"/>
                  <a:pt x="64848" y="203167"/>
                  <a:pt x="63305" y="203167"/>
                </a:cubicBezTo>
                <a:lnTo>
                  <a:pt x="63305" y="20316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ath-66">
            <a:extLst xmlns:a="http://schemas.openxmlformats.org/drawingml/2006/main">
              <a:ext uri="{FF2B5EF4-FFF2-40B4-BE49-F238E27FC236}">
                <a16:creationId xmlns:a16="http://schemas.microsoft.com/office/drawing/2014/main" id="{6E8513BC-CDA4-4C2D-A2F8-AA678CF0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95" y="8336104"/>
            <a:ext cx="175917" cy="124176"/>
          </a:xfrm>
          <a:custGeom xmlns:a="http://schemas.openxmlformats.org/drawingml/2006/main">
            <a:pathLst>
              <a:path w="175917" h="124176">
                <a:moveTo>
                  <a:pt x="59353" y="124174"/>
                </a:moveTo>
                <a:cubicBezTo>
                  <a:pt x="56005" y="124174"/>
                  <a:pt x="52656" y="122910"/>
                  <a:pt x="50112" y="120394"/>
                </a:cubicBezTo>
                <a:lnTo>
                  <a:pt x="4429" y="75603"/>
                </a:lnTo>
                <a:cubicBezTo>
                  <a:pt x="1420" y="72674"/>
                  <a:pt x="0" y="68472"/>
                  <a:pt x="588" y="64314"/>
                </a:cubicBezTo>
                <a:cubicBezTo>
                  <a:pt x="1190" y="60147"/>
                  <a:pt x="3734" y="56518"/>
                  <a:pt x="7438" y="54526"/>
                </a:cubicBezTo>
                <a:lnTo>
                  <a:pt x="102830" y="3475"/>
                </a:lnTo>
                <a:cubicBezTo>
                  <a:pt x="109295" y="0"/>
                  <a:pt x="117271" y="2474"/>
                  <a:pt x="120712" y="8888"/>
                </a:cubicBezTo>
                <a:cubicBezTo>
                  <a:pt x="124153" y="15320"/>
                  <a:pt x="121731" y="23333"/>
                  <a:pt x="115297" y="26772"/>
                </a:cubicBezTo>
                <a:lnTo>
                  <a:pt x="35761" y="69336"/>
                </a:lnTo>
                <a:lnTo>
                  <a:pt x="60324" y="93405"/>
                </a:lnTo>
                <a:lnTo>
                  <a:pt x="152866" y="20850"/>
                </a:lnTo>
                <a:cubicBezTo>
                  <a:pt x="158605" y="16329"/>
                  <a:pt x="166906" y="17348"/>
                  <a:pt x="171411" y="23097"/>
                </a:cubicBezTo>
                <a:cubicBezTo>
                  <a:pt x="175917" y="28836"/>
                  <a:pt x="174913" y="37142"/>
                  <a:pt x="169159" y="41645"/>
                </a:cubicBezTo>
                <a:lnTo>
                  <a:pt x="67496" y="121366"/>
                </a:lnTo>
                <a:cubicBezTo>
                  <a:pt x="65105" y="123249"/>
                  <a:pt x="62219" y="124176"/>
                  <a:pt x="59350" y="124176"/>
                </a:cubicBezTo>
                <a:lnTo>
                  <a:pt x="59353" y="12417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ath-67">
            <a:extLst xmlns:a="http://schemas.openxmlformats.org/drawingml/2006/main">
              <a:ext uri="{FF2B5EF4-FFF2-40B4-BE49-F238E27FC236}">
                <a16:creationId xmlns:a16="http://schemas.microsoft.com/office/drawing/2014/main" id="{53A4E183-7527-4566-8EBB-FE2D64F6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222" y="8169617"/>
            <a:ext cx="365449" cy="163914"/>
          </a:xfrm>
          <a:custGeom xmlns:a="http://schemas.openxmlformats.org/drawingml/2006/main">
            <a:pathLst>
              <a:path w="365449" h="163914">
                <a:moveTo>
                  <a:pt x="326260" y="163914"/>
                </a:moveTo>
                <a:lnTo>
                  <a:pt x="279230" y="163914"/>
                </a:lnTo>
                <a:cubicBezTo>
                  <a:pt x="271934" y="163914"/>
                  <a:pt x="266021" y="158001"/>
                  <a:pt x="266021" y="150705"/>
                </a:cubicBezTo>
                <a:cubicBezTo>
                  <a:pt x="266021" y="143410"/>
                  <a:pt x="271934" y="137497"/>
                  <a:pt x="279230" y="137497"/>
                </a:cubicBezTo>
                <a:lnTo>
                  <a:pt x="326260" y="137497"/>
                </a:lnTo>
                <a:cubicBezTo>
                  <a:pt x="333292" y="137497"/>
                  <a:pt x="339032" y="131775"/>
                  <a:pt x="339032" y="124734"/>
                </a:cubicBezTo>
                <a:lnTo>
                  <a:pt x="339032" y="72774"/>
                </a:lnTo>
                <a:cubicBezTo>
                  <a:pt x="339032" y="48386"/>
                  <a:pt x="232509" y="26426"/>
                  <a:pt x="208476" y="26426"/>
                </a:cubicBezTo>
                <a:lnTo>
                  <a:pt x="60683" y="26435"/>
                </a:lnTo>
                <a:cubicBezTo>
                  <a:pt x="53387" y="26435"/>
                  <a:pt x="47477" y="20513"/>
                  <a:pt x="47477" y="13218"/>
                </a:cubicBezTo>
                <a:cubicBezTo>
                  <a:pt x="47477" y="5922"/>
                  <a:pt x="53387" y="0"/>
                  <a:pt x="60683" y="0"/>
                </a:cubicBezTo>
                <a:lnTo>
                  <a:pt x="208476" y="0"/>
                </a:lnTo>
                <a:cubicBezTo>
                  <a:pt x="210049" y="0"/>
                  <a:pt x="365449" y="13463"/>
                  <a:pt x="365449" y="72774"/>
                </a:cubicBezTo>
                <a:lnTo>
                  <a:pt x="365449" y="124734"/>
                </a:lnTo>
                <a:cubicBezTo>
                  <a:pt x="365449" y="146339"/>
                  <a:pt x="347874" y="163914"/>
                  <a:pt x="326260" y="163914"/>
                </a:cubicBezTo>
                <a:moveTo>
                  <a:pt x="159208" y="163914"/>
                </a:moveTo>
                <a:lnTo>
                  <a:pt x="13208" y="163914"/>
                </a:lnTo>
                <a:cubicBezTo>
                  <a:pt x="5910" y="163914"/>
                  <a:pt x="0" y="158001"/>
                  <a:pt x="0" y="150705"/>
                </a:cubicBezTo>
                <a:cubicBezTo>
                  <a:pt x="0" y="143410"/>
                  <a:pt x="5910" y="137497"/>
                  <a:pt x="13208" y="137497"/>
                </a:cubicBezTo>
                <a:lnTo>
                  <a:pt x="159208" y="137497"/>
                </a:lnTo>
                <a:cubicBezTo>
                  <a:pt x="166503" y="137497"/>
                  <a:pt x="172416" y="143410"/>
                  <a:pt x="172416" y="150705"/>
                </a:cubicBezTo>
                <a:cubicBezTo>
                  <a:pt x="172416" y="158001"/>
                  <a:pt x="166512" y="163914"/>
                  <a:pt x="159208" y="1639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ath-68">
            <a:extLst xmlns:a="http://schemas.openxmlformats.org/drawingml/2006/main">
              <a:ext uri="{FF2B5EF4-FFF2-40B4-BE49-F238E27FC236}">
                <a16:creationId xmlns:a16="http://schemas.microsoft.com/office/drawing/2014/main" id="{3AC6C7E5-DA3F-4761-A733-EAC3FADD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769" y="8075129"/>
            <a:ext cx="163975" cy="120922"/>
          </a:xfrm>
          <a:custGeom xmlns:a="http://schemas.openxmlformats.org/drawingml/2006/main">
            <a:pathLst>
              <a:path w="163975" h="120922">
                <a:moveTo>
                  <a:pt x="148920" y="120922"/>
                </a:moveTo>
                <a:cubicBezTo>
                  <a:pt x="144462" y="120922"/>
                  <a:pt x="140105" y="118667"/>
                  <a:pt x="137603" y="114573"/>
                </a:cubicBezTo>
                <a:lnTo>
                  <a:pt x="104919" y="60830"/>
                </a:lnTo>
                <a:cubicBezTo>
                  <a:pt x="91165" y="38679"/>
                  <a:pt x="69396" y="26435"/>
                  <a:pt x="43661" y="26435"/>
                </a:cubicBezTo>
                <a:lnTo>
                  <a:pt x="13207" y="26435"/>
                </a:lnTo>
                <a:cubicBezTo>
                  <a:pt x="5910" y="26435"/>
                  <a:pt x="0" y="20513"/>
                  <a:pt x="0" y="13218"/>
                </a:cubicBezTo>
                <a:cubicBezTo>
                  <a:pt x="0" y="5922"/>
                  <a:pt x="5910" y="0"/>
                  <a:pt x="13207" y="0"/>
                </a:cubicBezTo>
                <a:lnTo>
                  <a:pt x="43661" y="0"/>
                </a:lnTo>
                <a:cubicBezTo>
                  <a:pt x="78366" y="0"/>
                  <a:pt x="108894" y="17138"/>
                  <a:pt x="127433" y="46993"/>
                </a:cubicBezTo>
                <a:lnTo>
                  <a:pt x="160191" y="100846"/>
                </a:lnTo>
                <a:cubicBezTo>
                  <a:pt x="163975" y="107077"/>
                  <a:pt x="162001" y="115210"/>
                  <a:pt x="155760" y="118994"/>
                </a:cubicBezTo>
                <a:cubicBezTo>
                  <a:pt x="153623" y="120295"/>
                  <a:pt x="151239" y="120922"/>
                  <a:pt x="148911" y="120922"/>
                </a:cubicBezTo>
                <a:lnTo>
                  <a:pt x="148920" y="12092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ath-69">
            <a:extLst xmlns:a="http://schemas.openxmlformats.org/drawingml/2006/main">
              <a:ext uri="{FF2B5EF4-FFF2-40B4-BE49-F238E27FC236}">
                <a16:creationId xmlns:a16="http://schemas.microsoft.com/office/drawing/2014/main" id="{BD84DE26-9C3F-44CB-AF89-19794B70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765" y="8128018"/>
            <a:ext cx="69790" cy="68034"/>
          </a:xfrm>
          <a:custGeom xmlns:a="http://schemas.openxmlformats.org/drawingml/2006/main">
            <a:pathLst>
              <a:path w="69790" h="68034">
                <a:moveTo>
                  <a:pt x="14518" y="68034"/>
                </a:moveTo>
                <a:cubicBezTo>
                  <a:pt x="11107" y="68034"/>
                  <a:pt x="7714" y="66724"/>
                  <a:pt x="5121" y="64104"/>
                </a:cubicBezTo>
                <a:cubicBezTo>
                  <a:pt x="0" y="58919"/>
                  <a:pt x="45" y="50550"/>
                  <a:pt x="5230" y="45429"/>
                </a:cubicBezTo>
                <a:lnTo>
                  <a:pt x="45984" y="5121"/>
                </a:lnTo>
                <a:cubicBezTo>
                  <a:pt x="51187" y="0"/>
                  <a:pt x="59538" y="36"/>
                  <a:pt x="64669" y="5222"/>
                </a:cubicBezTo>
                <a:cubicBezTo>
                  <a:pt x="69790" y="10406"/>
                  <a:pt x="69744" y="18776"/>
                  <a:pt x="64568" y="23906"/>
                </a:cubicBezTo>
                <a:lnTo>
                  <a:pt x="23806" y="64213"/>
                </a:lnTo>
                <a:cubicBezTo>
                  <a:pt x="21232" y="66761"/>
                  <a:pt x="17875" y="68034"/>
                  <a:pt x="14518" y="6803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ath-70">
            <a:extLst xmlns:a="http://schemas.openxmlformats.org/drawingml/2006/main">
              <a:ext uri="{FF2B5EF4-FFF2-40B4-BE49-F238E27FC236}">
                <a16:creationId xmlns:a16="http://schemas.microsoft.com/office/drawing/2014/main" id="{99829D82-098B-41AE-9A86-C61006C5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195" y="8247557"/>
            <a:ext cx="146439" cy="145984"/>
          </a:xfrm>
          <a:custGeom xmlns:a="http://schemas.openxmlformats.org/drawingml/2006/main">
            <a:pathLst>
              <a:path w="146439" h="145984">
                <a:moveTo>
                  <a:pt x="73229" y="145984"/>
                </a:moveTo>
                <a:cubicBezTo>
                  <a:pt x="32857" y="145984"/>
                  <a:pt x="0" y="113145"/>
                  <a:pt x="0" y="72765"/>
                </a:cubicBezTo>
                <a:cubicBezTo>
                  <a:pt x="0" y="32630"/>
                  <a:pt x="32848" y="0"/>
                  <a:pt x="73229" y="0"/>
                </a:cubicBezTo>
                <a:cubicBezTo>
                  <a:pt x="113609" y="0"/>
                  <a:pt x="146439" y="32630"/>
                  <a:pt x="146439" y="72765"/>
                </a:cubicBezTo>
                <a:cubicBezTo>
                  <a:pt x="146439" y="113136"/>
                  <a:pt x="113609" y="145984"/>
                  <a:pt x="73229" y="145984"/>
                </a:cubicBezTo>
                <a:moveTo>
                  <a:pt x="73229" y="26417"/>
                </a:moveTo>
                <a:cubicBezTo>
                  <a:pt x="47412" y="26417"/>
                  <a:pt x="26417" y="47212"/>
                  <a:pt x="26417" y="72765"/>
                </a:cubicBezTo>
                <a:cubicBezTo>
                  <a:pt x="26417" y="98572"/>
                  <a:pt x="47412" y="119576"/>
                  <a:pt x="73229" y="119576"/>
                </a:cubicBezTo>
                <a:cubicBezTo>
                  <a:pt x="99027" y="119576"/>
                  <a:pt x="120022" y="98572"/>
                  <a:pt x="120022" y="72765"/>
                </a:cubicBezTo>
                <a:cubicBezTo>
                  <a:pt x="120022" y="47212"/>
                  <a:pt x="99027" y="26417"/>
                  <a:pt x="73229" y="2641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ath-71">
            <a:extLst xmlns:a="http://schemas.openxmlformats.org/drawingml/2006/main">
              <a:ext uri="{FF2B5EF4-FFF2-40B4-BE49-F238E27FC236}">
                <a16:creationId xmlns:a16="http://schemas.microsoft.com/office/drawing/2014/main" id="{9CF1EF17-22F8-4EC5-B01C-29F58D3C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264" y="8285172"/>
            <a:ext cx="70309" cy="70745"/>
          </a:xfrm>
          <a:custGeom xmlns:a="http://schemas.openxmlformats.org/drawingml/2006/main">
            <a:pathLst>
              <a:path w="70309" h="70745">
                <a:moveTo>
                  <a:pt x="35159" y="70745"/>
                </a:moveTo>
                <a:cubicBezTo>
                  <a:pt x="15765" y="70745"/>
                  <a:pt x="0" y="54771"/>
                  <a:pt x="0" y="35150"/>
                </a:cubicBezTo>
                <a:cubicBezTo>
                  <a:pt x="0" y="15764"/>
                  <a:pt x="15765" y="0"/>
                  <a:pt x="35159" y="0"/>
                </a:cubicBezTo>
                <a:cubicBezTo>
                  <a:pt x="54535" y="0"/>
                  <a:pt x="70309" y="15764"/>
                  <a:pt x="70309" y="35150"/>
                </a:cubicBezTo>
                <a:cubicBezTo>
                  <a:pt x="70309" y="54771"/>
                  <a:pt x="54535" y="70745"/>
                  <a:pt x="35159" y="70745"/>
                </a:cubicBezTo>
                <a:moveTo>
                  <a:pt x="35159" y="26417"/>
                </a:moveTo>
                <a:cubicBezTo>
                  <a:pt x="30347" y="26417"/>
                  <a:pt x="26408" y="30338"/>
                  <a:pt x="26408" y="35150"/>
                </a:cubicBezTo>
                <a:cubicBezTo>
                  <a:pt x="26408" y="40289"/>
                  <a:pt x="30256" y="44328"/>
                  <a:pt x="35159" y="44328"/>
                </a:cubicBezTo>
                <a:cubicBezTo>
                  <a:pt x="40053" y="44328"/>
                  <a:pt x="43892" y="40289"/>
                  <a:pt x="43892" y="35150"/>
                </a:cubicBezTo>
                <a:cubicBezTo>
                  <a:pt x="43892" y="30338"/>
                  <a:pt x="39971" y="26417"/>
                  <a:pt x="35159" y="2641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ath-72">
            <a:extLst xmlns:a="http://schemas.openxmlformats.org/drawingml/2006/main">
              <a:ext uri="{FF2B5EF4-FFF2-40B4-BE49-F238E27FC236}">
                <a16:creationId xmlns:a16="http://schemas.microsoft.com/office/drawing/2014/main" id="{1DD528A2-D732-4790-AD73-C65BC672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571" y="8187091"/>
            <a:ext cx="82853" cy="82398"/>
          </a:xfrm>
          <a:custGeom xmlns:a="http://schemas.openxmlformats.org/drawingml/2006/main">
            <a:pathLst>
              <a:path w="82853" h="82398">
                <a:moveTo>
                  <a:pt x="69644" y="82398"/>
                </a:moveTo>
                <a:lnTo>
                  <a:pt x="45456" y="82398"/>
                </a:lnTo>
                <a:cubicBezTo>
                  <a:pt x="20386" y="82398"/>
                  <a:pt x="0" y="62013"/>
                  <a:pt x="0" y="36942"/>
                </a:cubicBezTo>
                <a:lnTo>
                  <a:pt x="0" y="13218"/>
                </a:lnTo>
                <a:cubicBezTo>
                  <a:pt x="0" y="5913"/>
                  <a:pt x="5913" y="0"/>
                  <a:pt x="13208" y="0"/>
                </a:cubicBezTo>
                <a:cubicBezTo>
                  <a:pt x="20504" y="0"/>
                  <a:pt x="26417" y="5913"/>
                  <a:pt x="26417" y="13218"/>
                </a:cubicBezTo>
                <a:lnTo>
                  <a:pt x="26417" y="36942"/>
                </a:lnTo>
                <a:cubicBezTo>
                  <a:pt x="26417" y="47267"/>
                  <a:pt x="35131" y="55982"/>
                  <a:pt x="45456" y="55982"/>
                </a:cubicBezTo>
                <a:lnTo>
                  <a:pt x="69644" y="55982"/>
                </a:lnTo>
                <a:cubicBezTo>
                  <a:pt x="76940" y="55982"/>
                  <a:pt x="82853" y="61894"/>
                  <a:pt x="82853" y="69190"/>
                </a:cubicBezTo>
                <a:cubicBezTo>
                  <a:pt x="82853" y="76486"/>
                  <a:pt x="76940" y="82398"/>
                  <a:pt x="69644" y="8239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ath-73">
            <a:extLst xmlns:a="http://schemas.openxmlformats.org/drawingml/2006/main">
              <a:ext uri="{FF2B5EF4-FFF2-40B4-BE49-F238E27FC236}">
                <a16:creationId xmlns:a16="http://schemas.microsoft.com/office/drawing/2014/main" id="{F09CA422-0915-43F7-B2F8-C56234E6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985" y="8213072"/>
            <a:ext cx="47012" cy="26426"/>
          </a:xfrm>
          <a:custGeom xmlns:a="http://schemas.openxmlformats.org/drawingml/2006/main">
            <a:pathLst>
              <a:path w="47012" h="26426">
                <a:moveTo>
                  <a:pt x="33804" y="26426"/>
                </a:moveTo>
                <a:lnTo>
                  <a:pt x="13208" y="26426"/>
                </a:lnTo>
                <a:cubicBezTo>
                  <a:pt x="5910" y="26426"/>
                  <a:pt x="0" y="20512"/>
                  <a:pt x="0" y="13217"/>
                </a:cubicBezTo>
                <a:cubicBezTo>
                  <a:pt x="0" y="5922"/>
                  <a:pt x="5911" y="0"/>
                  <a:pt x="13208" y="0"/>
                </a:cubicBezTo>
                <a:lnTo>
                  <a:pt x="33804" y="0"/>
                </a:lnTo>
                <a:cubicBezTo>
                  <a:pt x="41102" y="0"/>
                  <a:pt x="47012" y="5922"/>
                  <a:pt x="47012" y="13217"/>
                </a:cubicBezTo>
                <a:cubicBezTo>
                  <a:pt x="47012" y="20512"/>
                  <a:pt x="41104" y="26426"/>
                  <a:pt x="33804" y="2642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ath-74">
            <a:extLst xmlns:a="http://schemas.openxmlformats.org/drawingml/2006/main">
              <a:ext uri="{FF2B5EF4-FFF2-40B4-BE49-F238E27FC236}">
                <a16:creationId xmlns:a16="http://schemas.microsoft.com/office/drawing/2014/main" id="{F127C9DF-ACED-4018-921A-C283F81F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042" y="8273528"/>
            <a:ext cx="152261" cy="26417"/>
          </a:xfrm>
          <a:custGeom xmlns:a="http://schemas.openxmlformats.org/drawingml/2006/main">
            <a:pathLst>
              <a:path w="152261" h="26417">
                <a:moveTo>
                  <a:pt x="139061" y="26417"/>
                </a:moveTo>
                <a:lnTo>
                  <a:pt x="13208" y="26417"/>
                </a:lnTo>
                <a:cubicBezTo>
                  <a:pt x="5911" y="26417"/>
                  <a:pt x="0" y="20504"/>
                  <a:pt x="0" y="13209"/>
                </a:cubicBezTo>
                <a:cubicBezTo>
                  <a:pt x="0" y="5912"/>
                  <a:pt x="5908" y="0"/>
                  <a:pt x="13208" y="0"/>
                </a:cubicBezTo>
                <a:lnTo>
                  <a:pt x="139061" y="0"/>
                </a:lnTo>
                <a:cubicBezTo>
                  <a:pt x="146357" y="0"/>
                  <a:pt x="152261" y="5912"/>
                  <a:pt x="152261" y="13209"/>
                </a:cubicBezTo>
                <a:cubicBezTo>
                  <a:pt x="152261" y="20504"/>
                  <a:pt x="146357" y="26417"/>
                  <a:pt x="139061" y="2641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ath-75">
            <a:extLst xmlns:a="http://schemas.openxmlformats.org/drawingml/2006/main">
              <a:ext uri="{FF2B5EF4-FFF2-40B4-BE49-F238E27FC236}">
                <a16:creationId xmlns:a16="http://schemas.microsoft.com/office/drawing/2014/main" id="{FC386B3B-6628-4754-89C0-4A30203C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968" y="8273528"/>
            <a:ext cx="75675" cy="26417"/>
          </a:xfrm>
          <a:custGeom xmlns:a="http://schemas.openxmlformats.org/drawingml/2006/main">
            <a:pathLst>
              <a:path w="75675" h="26417">
                <a:moveTo>
                  <a:pt x="62467" y="26417"/>
                </a:moveTo>
                <a:lnTo>
                  <a:pt x="13208" y="26417"/>
                </a:lnTo>
                <a:cubicBezTo>
                  <a:pt x="5913" y="26417"/>
                  <a:pt x="0" y="20504"/>
                  <a:pt x="0" y="13209"/>
                </a:cubicBezTo>
                <a:cubicBezTo>
                  <a:pt x="0" y="5912"/>
                  <a:pt x="5913" y="0"/>
                  <a:pt x="13208" y="0"/>
                </a:cubicBezTo>
                <a:lnTo>
                  <a:pt x="62467" y="0"/>
                </a:lnTo>
                <a:cubicBezTo>
                  <a:pt x="69772" y="0"/>
                  <a:pt x="75675" y="5912"/>
                  <a:pt x="75675" y="13209"/>
                </a:cubicBezTo>
                <a:cubicBezTo>
                  <a:pt x="75675" y="20504"/>
                  <a:pt x="69772" y="26417"/>
                  <a:pt x="62467" y="2641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text-76 Examples">
            <a:extLst xmlns:a="http://schemas.openxmlformats.org/drawingml/2006/main">
              <a:ext uri="{FF2B5EF4-FFF2-40B4-BE49-F238E27FC236}">
                <a16:creationId xmlns:a16="http://schemas.microsoft.com/office/drawing/2014/main" id="{E3150840-2DF5-444B-BAB6-F894763F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5556" y="8747820"/>
            <a:ext cx="705866" cy="203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Examples</a:t>
            </a:r>
          </a:p>
        </p:txBody>
      </p:sp>
      <p:sp>
        <p:nvSpPr>
          <p:cNvPr id="77" name="text-76 of">
            <a:extLst xmlns:a="http://schemas.openxmlformats.org/drawingml/2006/main">
              <a:ext uri="{FF2B5EF4-FFF2-40B4-BE49-F238E27FC236}">
                <a16:creationId xmlns:a16="http://schemas.microsoft.com/office/drawing/2014/main" id="{B2100466-6C8A-4C12-9A87-C3B35A62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5636" y="8747849"/>
            <a:ext cx="163589" cy="203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78" name="text-76 Human">
            <a:extLst xmlns:a="http://schemas.openxmlformats.org/drawingml/2006/main">
              <a:ext uri="{FF2B5EF4-FFF2-40B4-BE49-F238E27FC236}">
                <a16:creationId xmlns:a16="http://schemas.microsoft.com/office/drawing/2014/main" id="{E3B1ACDF-6CFA-49DF-A648-5E8150F9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3437" y="8747830"/>
            <a:ext cx="519518" cy="2039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Human</a:t>
            </a:r>
          </a:p>
        </p:txBody>
      </p:sp>
      <p:sp>
        <p:nvSpPr>
          <p:cNvPr id="79" name="text-77 Visual">
            <a:extLst xmlns:a="http://schemas.openxmlformats.org/drawingml/2006/main">
              <a:ext uri="{FF2B5EF4-FFF2-40B4-BE49-F238E27FC236}">
                <a16:creationId xmlns:a16="http://schemas.microsoft.com/office/drawing/2014/main" id="{635DC701-8325-415A-BFFC-C7A57DA8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1765" y="8907279"/>
            <a:ext cx="452350" cy="203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80" name="text-77 Perception">
            <a:extLst xmlns:a="http://schemas.openxmlformats.org/drawingml/2006/main">
              <a:ext uri="{FF2B5EF4-FFF2-40B4-BE49-F238E27FC236}">
                <a16:creationId xmlns:a16="http://schemas.microsoft.com/office/drawing/2014/main" id="{9AFF9DCB-CD4D-479F-A213-56391C03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318" y="8907285"/>
            <a:ext cx="778420" cy="203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Perception</a:t>
            </a:r>
          </a:p>
        </p:txBody>
      </p:sp>
      <p:sp>
        <p:nvSpPr>
          <p:cNvPr id="81" name="path-78">
            <a:extLst xmlns:a="http://schemas.openxmlformats.org/drawingml/2006/main">
              <a:ext uri="{FF2B5EF4-FFF2-40B4-BE49-F238E27FC236}">
                <a16:creationId xmlns:a16="http://schemas.microsoft.com/office/drawing/2014/main" id="{CFEAA88C-2A1B-423B-BAFB-E9FBB669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466" y="6681313"/>
            <a:ext cx="10372697" cy="2667957"/>
          </a:xfrm>
          <a:custGeom xmlns:a="http://schemas.openxmlformats.org/drawingml/2006/main">
            <a:pathLst>
              <a:path w="10372697" h="2667957">
                <a:moveTo>
                  <a:pt x="136451" y="0"/>
                </a:moveTo>
                <a:lnTo>
                  <a:pt x="10236246" y="0"/>
                </a:lnTo>
                <a:cubicBezTo>
                  <a:pt x="10311658" y="0"/>
                  <a:pt x="10372697" y="61093"/>
                  <a:pt x="10372697" y="136451"/>
                </a:cubicBezTo>
                <a:lnTo>
                  <a:pt x="10372697" y="2531507"/>
                </a:lnTo>
                <a:cubicBezTo>
                  <a:pt x="10372697" y="2606866"/>
                  <a:pt x="10311658" y="2667957"/>
                  <a:pt x="10236246" y="2667957"/>
                </a:cubicBezTo>
                <a:lnTo>
                  <a:pt x="136451" y="2667957"/>
                </a:lnTo>
                <a:cubicBezTo>
                  <a:pt x="61084" y="2667957"/>
                  <a:pt x="0" y="2606866"/>
                  <a:pt x="0" y="2531507"/>
                </a:cubicBezTo>
                <a:lnTo>
                  <a:pt x="0" y="136451"/>
                </a:lnTo>
                <a:cubicBezTo>
                  <a:pt x="0" y="61093"/>
                  <a:pt x="61084" y="0"/>
                  <a:pt x="136451" y="0"/>
                </a:cubicBezTo>
              </a:path>
            </a:pathLst>
          </a:custGeom>
          <a:solidFill xmlns:a="http://schemas.openxmlformats.org/drawingml/2006/main">
            <a:srgbClr val="EE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ath-79">
            <a:extLst xmlns:a="http://schemas.openxmlformats.org/drawingml/2006/main">
              <a:ext uri="{FF2B5EF4-FFF2-40B4-BE49-F238E27FC236}">
                <a16:creationId xmlns:a16="http://schemas.microsoft.com/office/drawing/2014/main" id="{83B045ED-56B5-418E-BDD9-F13DB058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419" y="8563744"/>
            <a:ext cx="2956813" cy="278258"/>
          </a:xfrm>
          <a:custGeom xmlns:a="http://schemas.openxmlformats.org/drawingml/2006/main">
            <a:pathLst>
              <a:path w="2956813" h="278258">
                <a:moveTo>
                  <a:pt x="0" y="0"/>
                </a:moveTo>
                <a:lnTo>
                  <a:pt x="2956813" y="0"/>
                </a:lnTo>
                <a:lnTo>
                  <a:pt x="2956813" y="278258"/>
                </a:lnTo>
                <a:lnTo>
                  <a:pt x="0" y="278258"/>
                </a:lnTo>
                <a:close/>
              </a:path>
            </a:pathLst>
          </a:cu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text-80 “Slow">
            <a:extLst xmlns:a="http://schemas.openxmlformats.org/drawingml/2006/main">
              <a:ext uri="{FF2B5EF4-FFF2-40B4-BE49-F238E27FC236}">
                <a16:creationId xmlns:a16="http://schemas.microsoft.com/office/drawing/2014/main" id="{3CE6EA32-AB27-4B52-9E7D-2B564700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7932" y="8591026"/>
            <a:ext cx="438923" cy="229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“Slow</a:t>
            </a:r>
          </a:p>
        </p:txBody>
      </p:sp>
      <p:sp>
        <p:nvSpPr>
          <p:cNvPr id="84" name="text-80 down">
            <a:extLst xmlns:a="http://schemas.openxmlformats.org/drawingml/2006/main">
              <a:ext uri="{FF2B5EF4-FFF2-40B4-BE49-F238E27FC236}">
                <a16:creationId xmlns:a16="http://schemas.microsoft.com/office/drawing/2014/main" id="{8E3C3F04-269C-4F63-A172-A9549A00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2870" y="8591016"/>
            <a:ext cx="420943" cy="229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down</a:t>
            </a:r>
          </a:p>
        </p:txBody>
      </p:sp>
      <p:sp>
        <p:nvSpPr>
          <p:cNvPr id="85" name="text-81 ,">
            <a:extLst xmlns:a="http://schemas.openxmlformats.org/drawingml/2006/main">
              <a:ext uri="{FF2B5EF4-FFF2-40B4-BE49-F238E27FC236}">
                <a16:creationId xmlns:a16="http://schemas.microsoft.com/office/drawing/2014/main" id="{53314636-2D76-4439-B98B-21F69D6F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4299" y="8591183"/>
            <a:ext cx="74942" cy="2290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</a:t>
            </a:r>
          </a:p>
        </p:txBody>
      </p:sp>
      <p:sp>
        <p:nvSpPr>
          <p:cNvPr id="86" name="text-82 go">
            <a:extLst xmlns:a="http://schemas.openxmlformats.org/drawingml/2006/main">
              <a:ext uri="{FF2B5EF4-FFF2-40B4-BE49-F238E27FC236}">
                <a16:creationId xmlns:a16="http://schemas.microsoft.com/office/drawing/2014/main" id="{B82CF8E2-E0BD-45AF-B31C-29B3B2A8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5285" y="8591033"/>
            <a:ext cx="211614" cy="2292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go</a:t>
            </a:r>
          </a:p>
        </p:txBody>
      </p:sp>
      <p:sp>
        <p:nvSpPr>
          <p:cNvPr id="87" name="text-82 straight">
            <a:extLst xmlns:a="http://schemas.openxmlformats.org/drawingml/2006/main">
              <a:ext uri="{FF2B5EF4-FFF2-40B4-BE49-F238E27FC236}">
                <a16:creationId xmlns:a16="http://schemas.microsoft.com/office/drawing/2014/main" id="{C3ECB89F-BE12-4269-8D84-2EF65211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2917" y="8591005"/>
            <a:ext cx="566458" cy="22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straight</a:t>
            </a:r>
          </a:p>
        </p:txBody>
      </p:sp>
      <p:sp>
        <p:nvSpPr>
          <p:cNvPr id="88" name="text-83 ,">
            <a:extLst xmlns:a="http://schemas.openxmlformats.org/drawingml/2006/main">
              <a:ext uri="{FF2B5EF4-FFF2-40B4-BE49-F238E27FC236}">
                <a16:creationId xmlns:a16="http://schemas.microsoft.com/office/drawing/2014/main" id="{B5CAC242-B05E-493F-A0A7-2B1202A4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863" y="8591183"/>
            <a:ext cx="74942" cy="2290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</a:t>
            </a:r>
          </a:p>
        </p:txBody>
      </p:sp>
      <p:sp>
        <p:nvSpPr>
          <p:cNvPr id="89" name="text-85 and">
            <a:extLst xmlns:a="http://schemas.openxmlformats.org/drawingml/2006/main">
              <a:ext uri="{FF2B5EF4-FFF2-40B4-BE49-F238E27FC236}">
                <a16:creationId xmlns:a16="http://schemas.microsoft.com/office/drawing/2014/main" id="{C4F2003D-884D-478A-ACD6-E24D9EDE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0848" y="8591030"/>
            <a:ext cx="302687" cy="229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90" name="text-86 turn">
            <a:extLst xmlns:a="http://schemas.openxmlformats.org/drawingml/2006/main">
              <a:ext uri="{FF2B5EF4-FFF2-40B4-BE49-F238E27FC236}">
                <a16:creationId xmlns:a16="http://schemas.microsoft.com/office/drawing/2014/main" id="{9012DFE7-3A25-4509-A6F4-BC061956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29528" y="8591038"/>
            <a:ext cx="311626" cy="229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turn</a:t>
            </a:r>
          </a:p>
        </p:txBody>
      </p:sp>
      <p:sp>
        <p:nvSpPr>
          <p:cNvPr id="91" name="text-86 right.”">
            <a:extLst xmlns:a="http://schemas.openxmlformats.org/drawingml/2006/main">
              <a:ext uri="{FF2B5EF4-FFF2-40B4-BE49-F238E27FC236}">
                <a16:creationId xmlns:a16="http://schemas.microsoft.com/office/drawing/2014/main" id="{E9EBB5B2-B657-4C3F-BEE5-9F75ECB5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7173" y="8591002"/>
            <a:ext cx="448038" cy="229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right.”</a:t>
            </a:r>
          </a:p>
        </p:txBody>
      </p:sp>
      <p:pic>
        <p:nvPic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C150722-207C-4CF6-99D3-A832CCB986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962b231cd04657"/>
          <a:stretch xmlns:a="http://schemas.openxmlformats.org/drawingml/2006/main"/>
        </p:blipFill>
        <p:spPr>
          <a:xfrm xmlns:a="http://schemas.openxmlformats.org/drawingml/2006/main">
            <a:off x="1964485" y="6770862"/>
            <a:ext cx="2762250" cy="1562100"/>
          </a:xfrm>
          <a:prstGeom xmlns:a="http://schemas.openxmlformats.org/drawingml/2006/main" prst="rect">
            <a:avLst/>
          </a:prstGeom>
        </p:spPr>
      </p:pic>
      <p:sp>
        <p:nvSpPr>
          <p:cNvPr id="93" name="path-88">
            <a:extLst xmlns:a="http://schemas.openxmlformats.org/drawingml/2006/main">
              <a:ext uri="{FF2B5EF4-FFF2-40B4-BE49-F238E27FC236}">
                <a16:creationId xmlns:a16="http://schemas.microsoft.com/office/drawing/2014/main" id="{FF09AC05-427A-4308-AAF7-E2F372F6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0429" y="6779261"/>
            <a:ext cx="2752792" cy="1546440"/>
          </a:xfrm>
          <a:custGeom xmlns:a="http://schemas.openxmlformats.org/drawingml/2006/main">
            <a:pathLst>
              <a:path w="2752792" h="1546440">
                <a:moveTo>
                  <a:pt x="0" y="0"/>
                </a:moveTo>
                <a:lnTo>
                  <a:pt x="0" y="1546440"/>
                </a:lnTo>
                <a:lnTo>
                  <a:pt x="2752792" y="1546440"/>
                </a:lnTo>
                <a:lnTo>
                  <a:pt x="275279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000000"/>
            </a:solidFill>
            <a:prstDash val="solid"/>
          </a:ln>
        </p:spPr>
      </p:sp>
      <p:pic>
        <p:nvPic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20267C7-CDF5-4D9F-970C-F6F6F68722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0a553d94144f3b"/>
          <a:stretch xmlns:a="http://schemas.openxmlformats.org/drawingml/2006/main"/>
        </p:blipFill>
        <p:spPr>
          <a:xfrm xmlns:a="http://schemas.openxmlformats.org/drawingml/2006/main">
            <a:off x="2374060" y="6847062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95" name="path-90">
            <a:extLst xmlns:a="http://schemas.openxmlformats.org/drawingml/2006/main">
              <a:ext uri="{FF2B5EF4-FFF2-40B4-BE49-F238E27FC236}">
                <a16:creationId xmlns:a16="http://schemas.microsoft.com/office/drawing/2014/main" id="{33301BAC-9199-4FB9-9136-8E5853C2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950" y="6860765"/>
            <a:ext cx="499537" cy="499500"/>
          </a:xfrm>
          <a:custGeom xmlns:a="http://schemas.openxmlformats.org/drawingml/2006/main">
            <a:pathLst>
              <a:path w="499537" h="499500">
                <a:moveTo>
                  <a:pt x="410671" y="88785"/>
                </a:moveTo>
                <a:cubicBezTo>
                  <a:pt x="499537" y="177660"/>
                  <a:pt x="499537" y="321749"/>
                  <a:pt x="410671" y="410625"/>
                </a:cubicBezTo>
                <a:cubicBezTo>
                  <a:pt x="321805" y="499500"/>
                  <a:pt x="177731" y="499500"/>
                  <a:pt x="88866" y="410625"/>
                </a:cubicBezTo>
                <a:cubicBezTo>
                  <a:pt x="0" y="321749"/>
                  <a:pt x="0" y="177660"/>
                  <a:pt x="88866" y="88785"/>
                </a:cubicBezTo>
                <a:cubicBezTo>
                  <a:pt x="177731" y="0"/>
                  <a:pt x="321805" y="0"/>
                  <a:pt x="410671" y="88785"/>
                </a:cubicBez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pic>
        <p:nvPic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82DF614-6CF8-4186-91E9-4E1B0FDFFB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e76f8a18874a2e"/>
          <a:stretch xmlns:a="http://schemas.openxmlformats.org/drawingml/2006/main"/>
        </p:blipFill>
        <p:spPr>
          <a:xfrm xmlns:a="http://schemas.openxmlformats.org/drawingml/2006/main">
            <a:off x="2736010" y="7704312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97" name="path-92">
            <a:extLst xmlns:a="http://schemas.openxmlformats.org/drawingml/2006/main">
              <a:ext uri="{FF2B5EF4-FFF2-40B4-BE49-F238E27FC236}">
                <a16:creationId xmlns:a16="http://schemas.microsoft.com/office/drawing/2014/main" id="{0A72DBF0-E555-4F4F-B1BC-955B5439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720" y="7721313"/>
            <a:ext cx="499537" cy="499503"/>
          </a:xfrm>
          <a:custGeom xmlns:a="http://schemas.openxmlformats.org/drawingml/2006/main">
            <a:pathLst>
              <a:path w="499537" h="499503">
                <a:moveTo>
                  <a:pt x="410671" y="88785"/>
                </a:moveTo>
                <a:cubicBezTo>
                  <a:pt x="499537" y="177660"/>
                  <a:pt x="499537" y="321752"/>
                  <a:pt x="410671" y="410628"/>
                </a:cubicBezTo>
                <a:cubicBezTo>
                  <a:pt x="321805" y="499503"/>
                  <a:pt x="177732" y="499503"/>
                  <a:pt x="88866" y="410628"/>
                </a:cubicBezTo>
                <a:cubicBezTo>
                  <a:pt x="0" y="321752"/>
                  <a:pt x="0" y="177660"/>
                  <a:pt x="88866" y="88785"/>
                </a:cubicBezTo>
                <a:cubicBezTo>
                  <a:pt x="177732" y="0"/>
                  <a:pt x="321805" y="0"/>
                  <a:pt x="410671" y="88785"/>
                </a:cubicBez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pic>
        <p:nvPic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5A8250A-46F6-48B8-974F-DBA65ED232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89008925f4e40"/>
          <a:stretch xmlns:a="http://schemas.openxmlformats.org/drawingml/2006/main"/>
        </p:blipFill>
        <p:spPr>
          <a:xfrm xmlns:a="http://schemas.openxmlformats.org/drawingml/2006/main">
            <a:off x="3212260" y="7351887"/>
            <a:ext cx="542925" cy="542925"/>
          </a:xfrm>
          <a:prstGeom xmlns:a="http://schemas.openxmlformats.org/drawingml/2006/main" prst="rect">
            <a:avLst/>
          </a:prstGeom>
        </p:spPr>
      </p:pic>
      <p:sp>
        <p:nvSpPr>
          <p:cNvPr id="99" name="path-94">
            <a:extLst xmlns:a="http://schemas.openxmlformats.org/drawingml/2006/main">
              <a:ext uri="{FF2B5EF4-FFF2-40B4-BE49-F238E27FC236}">
                <a16:creationId xmlns:a16="http://schemas.microsoft.com/office/drawing/2014/main" id="{D5CF119A-9765-410B-9F56-A0EFFD88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852" y="7378822"/>
            <a:ext cx="499546" cy="499500"/>
          </a:xfrm>
          <a:custGeom xmlns:a="http://schemas.openxmlformats.org/drawingml/2006/main">
            <a:pathLst>
              <a:path w="499546" h="499500">
                <a:moveTo>
                  <a:pt x="410680" y="88876"/>
                </a:moveTo>
                <a:cubicBezTo>
                  <a:pt x="499546" y="177660"/>
                  <a:pt x="499546" y="321749"/>
                  <a:pt x="410680" y="410625"/>
                </a:cubicBezTo>
                <a:cubicBezTo>
                  <a:pt x="321814" y="499500"/>
                  <a:pt x="177732" y="499500"/>
                  <a:pt x="88866" y="410625"/>
                </a:cubicBezTo>
                <a:cubicBezTo>
                  <a:pt x="0" y="321749"/>
                  <a:pt x="0" y="177660"/>
                  <a:pt x="88866" y="88876"/>
                </a:cubicBezTo>
                <a:cubicBezTo>
                  <a:pt x="177732" y="0"/>
                  <a:pt x="321814" y="0"/>
                  <a:pt x="410680" y="888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pic>
        <p:nvPic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286CC4D-C678-4BEB-9860-35645C4D42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5378124c6a4c2b"/>
          <a:stretch xmlns:a="http://schemas.openxmlformats.org/drawingml/2006/main"/>
        </p:blipFill>
        <p:spPr>
          <a:xfrm xmlns:a="http://schemas.openxmlformats.org/drawingml/2006/main">
            <a:off x="3612310" y="7809087"/>
            <a:ext cx="542925" cy="542925"/>
          </a:xfrm>
          <a:prstGeom xmlns:a="http://schemas.openxmlformats.org/drawingml/2006/main" prst="rect">
            <a:avLst/>
          </a:prstGeom>
        </p:spPr>
      </p:pic>
      <p:sp>
        <p:nvSpPr>
          <p:cNvPr id="101" name="path-96">
            <a:extLst xmlns:a="http://schemas.openxmlformats.org/drawingml/2006/main">
              <a:ext uri="{FF2B5EF4-FFF2-40B4-BE49-F238E27FC236}">
                <a16:creationId xmlns:a16="http://schemas.microsoft.com/office/drawing/2014/main" id="{6F555854-6D88-4B31-8DA2-C36C873D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510" y="7832293"/>
            <a:ext cx="499546" cy="499500"/>
          </a:xfrm>
          <a:custGeom xmlns:a="http://schemas.openxmlformats.org/drawingml/2006/main">
            <a:pathLst>
              <a:path w="499546" h="499500">
                <a:moveTo>
                  <a:pt x="410680" y="88785"/>
                </a:moveTo>
                <a:cubicBezTo>
                  <a:pt x="499546" y="177660"/>
                  <a:pt x="499546" y="321752"/>
                  <a:pt x="410680" y="410628"/>
                </a:cubicBezTo>
                <a:cubicBezTo>
                  <a:pt x="321814" y="499500"/>
                  <a:pt x="177731" y="499500"/>
                  <a:pt x="88866" y="410628"/>
                </a:cubicBezTo>
                <a:cubicBezTo>
                  <a:pt x="0" y="321752"/>
                  <a:pt x="0" y="177660"/>
                  <a:pt x="88866" y="88785"/>
                </a:cubicBezTo>
                <a:cubicBezTo>
                  <a:pt x="177731" y="0"/>
                  <a:pt x="321814" y="0"/>
                  <a:pt x="410680" y="88785"/>
                </a:cubicBez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2" name="path-97">
            <a:extLst xmlns:a="http://schemas.openxmlformats.org/drawingml/2006/main">
              <a:ext uri="{FF2B5EF4-FFF2-40B4-BE49-F238E27FC236}">
                <a16:creationId xmlns:a16="http://schemas.microsoft.com/office/drawing/2014/main" id="{1C74C109-B064-467D-A86E-E2222253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957" y="7319877"/>
            <a:ext cx="172592" cy="404986"/>
          </a:xfrm>
          <a:custGeom xmlns:a="http://schemas.openxmlformats.org/drawingml/2006/main">
            <a:pathLst>
              <a:path w="172592" h="404986">
                <a:moveTo>
                  <a:pt x="0" y="0"/>
                </a:moveTo>
                <a:lnTo>
                  <a:pt x="172592" y="404986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dash"/>
          </a:ln>
        </p:spPr>
      </p:sp>
      <p:sp>
        <p:nvSpPr>
          <p:cNvPr id="103" name="path-98">
            <a:extLst xmlns:a="http://schemas.openxmlformats.org/drawingml/2006/main">
              <a:ext uri="{FF2B5EF4-FFF2-40B4-BE49-F238E27FC236}">
                <a16:creationId xmlns:a16="http://schemas.microsoft.com/office/drawing/2014/main" id="{540115F3-9F52-4242-90A4-F4D1FDAA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1656" y="7706922"/>
            <a:ext cx="26817" cy="38825"/>
          </a:xfrm>
          <a:custGeom xmlns:a="http://schemas.openxmlformats.org/drawingml/2006/main">
            <a:pathLst>
              <a:path w="26817" h="38825">
                <a:moveTo>
                  <a:pt x="26817" y="38825"/>
                </a:moveTo>
                <a:lnTo>
                  <a:pt x="25097" y="0"/>
                </a:lnTo>
                <a:lnTo>
                  <a:pt x="17902" y="17902"/>
                </a:lnTo>
                <a:lnTo>
                  <a:pt x="0" y="10698"/>
                </a:lnTo>
                <a:lnTo>
                  <a:pt x="26817" y="3882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path-99">
            <a:extLst xmlns:a="http://schemas.openxmlformats.org/drawingml/2006/main">
              <a:ext uri="{FF2B5EF4-FFF2-40B4-BE49-F238E27FC236}">
                <a16:creationId xmlns:a16="http://schemas.microsoft.com/office/drawing/2014/main" id="{C16ED777-B628-4C2E-9C46-8BFCFAC1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1647" y="7706943"/>
            <a:ext cx="26826" cy="38844"/>
          </a:xfrm>
          <a:custGeom xmlns:a="http://schemas.openxmlformats.org/drawingml/2006/main">
            <a:pathLst>
              <a:path w="26826" h="38844">
                <a:moveTo>
                  <a:pt x="26826" y="38844"/>
                </a:moveTo>
                <a:lnTo>
                  <a:pt x="25107" y="0"/>
                </a:lnTo>
                <a:lnTo>
                  <a:pt x="17902" y="17921"/>
                </a:lnTo>
                <a:lnTo>
                  <a:pt x="0" y="10640"/>
                </a:lnTo>
                <a:lnTo>
                  <a:pt x="26826" y="38844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5" name="path-100">
            <a:extLst xmlns:a="http://schemas.openxmlformats.org/drawingml/2006/main">
              <a:ext uri="{FF2B5EF4-FFF2-40B4-BE49-F238E27FC236}">
                <a16:creationId xmlns:a16="http://schemas.microsoft.com/office/drawing/2014/main" id="{A8AD7F94-8207-44AB-A888-DEEC86E5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269" y="7999492"/>
            <a:ext cx="390522" cy="49120"/>
          </a:xfrm>
          <a:custGeom xmlns:a="http://schemas.openxmlformats.org/drawingml/2006/main">
            <a:pathLst>
              <a:path w="390522" h="49120">
                <a:moveTo>
                  <a:pt x="0" y="0"/>
                </a:moveTo>
                <a:lnTo>
                  <a:pt x="390522" y="4912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dash"/>
          </a:ln>
        </p:spPr>
      </p:sp>
      <p:sp>
        <p:nvSpPr>
          <p:cNvPr id="106" name="path-101">
            <a:extLst xmlns:a="http://schemas.openxmlformats.org/drawingml/2006/main">
              <a:ext uri="{FF2B5EF4-FFF2-40B4-BE49-F238E27FC236}">
                <a16:creationId xmlns:a16="http://schemas.microsoft.com/office/drawing/2014/main" id="{072E2FE2-ECE9-4C72-98AF-B15A92A1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545" y="8033357"/>
            <a:ext cx="37806" cy="27072"/>
          </a:xfrm>
          <a:custGeom xmlns:a="http://schemas.openxmlformats.org/drawingml/2006/main">
            <a:pathLst>
              <a:path w="37806" h="27072">
                <a:moveTo>
                  <a:pt x="37806" y="18084"/>
                </a:moveTo>
                <a:lnTo>
                  <a:pt x="3411" y="0"/>
                </a:lnTo>
                <a:lnTo>
                  <a:pt x="15246" y="15236"/>
                </a:lnTo>
                <a:lnTo>
                  <a:pt x="0" y="27072"/>
                </a:lnTo>
                <a:lnTo>
                  <a:pt x="37806" y="1808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ath-102">
            <a:extLst xmlns:a="http://schemas.openxmlformats.org/drawingml/2006/main">
              <a:ext uri="{FF2B5EF4-FFF2-40B4-BE49-F238E27FC236}">
                <a16:creationId xmlns:a16="http://schemas.microsoft.com/office/drawing/2014/main" id="{F2323E53-A0E2-4CE7-AEE0-48AEFF36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545" y="8033330"/>
            <a:ext cx="37806" cy="27110"/>
          </a:xfrm>
          <a:custGeom xmlns:a="http://schemas.openxmlformats.org/drawingml/2006/main">
            <a:pathLst>
              <a:path w="37806" h="27110">
                <a:moveTo>
                  <a:pt x="37806" y="18102"/>
                </a:moveTo>
                <a:lnTo>
                  <a:pt x="3411" y="0"/>
                </a:lnTo>
                <a:lnTo>
                  <a:pt x="15246" y="15282"/>
                </a:lnTo>
                <a:lnTo>
                  <a:pt x="0" y="27110"/>
                </a:lnTo>
                <a:lnTo>
                  <a:pt x="37806" y="18102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8" name="path-103">
            <a:extLst xmlns:a="http://schemas.openxmlformats.org/drawingml/2006/main">
              <a:ext uri="{FF2B5EF4-FFF2-40B4-BE49-F238E27FC236}">
                <a16:creationId xmlns:a16="http://schemas.microsoft.com/office/drawing/2014/main" id="{B5A4474A-1DB9-4D57-922E-F58D0CE2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9788" y="7828200"/>
            <a:ext cx="74984" cy="84052"/>
          </a:xfrm>
          <a:custGeom xmlns:a="http://schemas.openxmlformats.org/drawingml/2006/main">
            <a:pathLst>
              <a:path w="74984" h="84052">
                <a:moveTo>
                  <a:pt x="74984" y="8405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dash"/>
          </a:ln>
        </p:spPr>
      </p:sp>
      <p:sp>
        <p:nvSpPr>
          <p:cNvPr id="109" name="path-104">
            <a:extLst xmlns:a="http://schemas.openxmlformats.org/drawingml/2006/main">
              <a:ext uri="{FF2B5EF4-FFF2-40B4-BE49-F238E27FC236}">
                <a16:creationId xmlns:a16="http://schemas.microsoft.com/office/drawing/2014/main" id="{CD1FDEF0-EF2E-458C-AD56-A81455A8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643" y="7811233"/>
            <a:ext cx="34413" cy="36232"/>
          </a:xfrm>
          <a:custGeom xmlns:a="http://schemas.openxmlformats.org/drawingml/2006/main">
            <a:pathLst>
              <a:path w="34413" h="36232">
                <a:moveTo>
                  <a:pt x="0" y="0"/>
                </a:moveTo>
                <a:lnTo>
                  <a:pt x="14045" y="36232"/>
                </a:lnTo>
                <a:lnTo>
                  <a:pt x="15146" y="16965"/>
                </a:lnTo>
                <a:lnTo>
                  <a:pt x="34413" y="18066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path-105">
            <a:extLst xmlns:a="http://schemas.openxmlformats.org/drawingml/2006/main">
              <a:ext uri="{FF2B5EF4-FFF2-40B4-BE49-F238E27FC236}">
                <a16:creationId xmlns:a16="http://schemas.microsoft.com/office/drawing/2014/main" id="{75BE2F0D-F861-4F99-A226-0B7BC7C9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643" y="7811282"/>
            <a:ext cx="34413" cy="36205"/>
          </a:xfrm>
          <a:custGeom xmlns:a="http://schemas.openxmlformats.org/drawingml/2006/main">
            <a:pathLst>
              <a:path w="34413" h="36205">
                <a:moveTo>
                  <a:pt x="0" y="0"/>
                </a:moveTo>
                <a:lnTo>
                  <a:pt x="14045" y="36205"/>
                </a:lnTo>
                <a:lnTo>
                  <a:pt x="15146" y="16918"/>
                </a:lnTo>
                <a:lnTo>
                  <a:pt x="34413" y="1801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11" name="path-106">
            <a:extLst xmlns:a="http://schemas.openxmlformats.org/drawingml/2006/main">
              <a:ext uri="{FF2B5EF4-FFF2-40B4-BE49-F238E27FC236}">
                <a16:creationId xmlns:a16="http://schemas.microsoft.com/office/drawing/2014/main" id="{FC2DFA0B-2D58-4EC5-B566-9E6704D9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6919" y="7552117"/>
            <a:ext cx="312126" cy="44391"/>
          </a:xfrm>
          <a:custGeom xmlns:a="http://schemas.openxmlformats.org/drawingml/2006/main">
            <a:pathLst>
              <a:path w="312126" h="44391">
                <a:moveTo>
                  <a:pt x="0" y="44391"/>
                </a:moveTo>
                <a:lnTo>
                  <a:pt x="3121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dash"/>
          </a:ln>
        </p:spPr>
      </p:sp>
      <p:sp>
        <p:nvSpPr>
          <p:cNvPr id="112" name="path-107">
            <a:extLst xmlns:a="http://schemas.openxmlformats.org/drawingml/2006/main">
              <a:ext uri="{FF2B5EF4-FFF2-40B4-BE49-F238E27FC236}">
                <a16:creationId xmlns:a16="http://schemas.microsoft.com/office/drawing/2014/main" id="{A97218E8-B73E-4047-AEB7-4CB98210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3608" y="7540488"/>
            <a:ext cx="37951" cy="27017"/>
          </a:xfrm>
          <a:custGeom xmlns:a="http://schemas.openxmlformats.org/drawingml/2006/main">
            <a:pathLst>
              <a:path w="37951" h="27017">
                <a:moveTo>
                  <a:pt x="37951" y="8387"/>
                </a:moveTo>
                <a:lnTo>
                  <a:pt x="0" y="0"/>
                </a:lnTo>
                <a:lnTo>
                  <a:pt x="15437" y="11589"/>
                </a:lnTo>
                <a:lnTo>
                  <a:pt x="3848" y="27017"/>
                </a:lnTo>
                <a:lnTo>
                  <a:pt x="37951" y="838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ath-108">
            <a:extLst xmlns:a="http://schemas.openxmlformats.org/drawingml/2006/main">
              <a:ext uri="{FF2B5EF4-FFF2-40B4-BE49-F238E27FC236}">
                <a16:creationId xmlns:a16="http://schemas.microsoft.com/office/drawing/2014/main" id="{08F0F535-D4C4-42C3-9A51-C7DE9BB3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3607" y="7540471"/>
            <a:ext cx="37952" cy="27019"/>
          </a:xfrm>
          <a:custGeom xmlns:a="http://schemas.openxmlformats.org/drawingml/2006/main">
            <a:pathLst>
              <a:path w="37952" h="27019">
                <a:moveTo>
                  <a:pt x="37952" y="8368"/>
                </a:moveTo>
                <a:lnTo>
                  <a:pt x="0" y="0"/>
                </a:lnTo>
                <a:lnTo>
                  <a:pt x="15437" y="11646"/>
                </a:lnTo>
                <a:lnTo>
                  <a:pt x="3848" y="27019"/>
                </a:lnTo>
                <a:lnTo>
                  <a:pt x="37952" y="8368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14" name="text-109 1">
            <a:extLst xmlns:a="http://schemas.openxmlformats.org/drawingml/2006/main">
              <a:ext uri="{FF2B5EF4-FFF2-40B4-BE49-F238E27FC236}">
                <a16:creationId xmlns:a16="http://schemas.microsoft.com/office/drawing/2014/main" id="{9D41F13B-E21D-4880-BFD4-11734567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93863" y="7012447"/>
            <a:ext cx="107171" cy="2039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5" name="text-110 2">
            <a:extLst xmlns:a="http://schemas.openxmlformats.org/drawingml/2006/main">
              <a:ext uri="{FF2B5EF4-FFF2-40B4-BE49-F238E27FC236}">
                <a16:creationId xmlns:a16="http://schemas.microsoft.com/office/drawing/2014/main" id="{4F3354DF-6AD0-4C0D-B55E-5D169203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1779" y="7872998"/>
            <a:ext cx="107171" cy="2039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6" name="text-111 3">
            <a:extLst xmlns:a="http://schemas.openxmlformats.org/drawingml/2006/main">
              <a:ext uri="{FF2B5EF4-FFF2-40B4-BE49-F238E27FC236}">
                <a16:creationId xmlns:a16="http://schemas.microsoft.com/office/drawing/2014/main" id="{7D44D769-E81C-4017-91B4-CF443811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2906" y="7983975"/>
            <a:ext cx="107171" cy="2039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7" name="text-112 4">
            <a:extLst xmlns:a="http://schemas.openxmlformats.org/drawingml/2006/main">
              <a:ext uri="{FF2B5EF4-FFF2-40B4-BE49-F238E27FC236}">
                <a16:creationId xmlns:a16="http://schemas.microsoft.com/office/drawing/2014/main" id="{1921CBDC-890E-42C4-BB1B-C79BD7BF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1149" y="7217760"/>
            <a:ext cx="107171" cy="2039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8" name="text-113 5">
            <a:extLst xmlns:a="http://schemas.openxmlformats.org/drawingml/2006/main">
              <a:ext uri="{FF2B5EF4-FFF2-40B4-BE49-F238E27FC236}">
                <a16:creationId xmlns:a16="http://schemas.microsoft.com/office/drawing/2014/main" id="{71A46FAD-0E37-4BE8-9EAA-47BC293F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3488" y="7106598"/>
            <a:ext cx="107171" cy="2039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67FD808-6BC4-4E19-A29C-EC694365F5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0ee75caf824a40"/>
          <a:stretch xmlns:a="http://schemas.openxmlformats.org/drawingml/2006/main"/>
        </p:blipFill>
        <p:spPr>
          <a:xfrm xmlns:a="http://schemas.openxmlformats.org/drawingml/2006/main">
            <a:off x="4012360" y="7247112"/>
            <a:ext cx="542925" cy="533400"/>
          </a:xfrm>
          <a:prstGeom xmlns:a="http://schemas.openxmlformats.org/drawingml/2006/main" prst="rect">
            <a:avLst/>
          </a:prstGeom>
        </p:spPr>
      </p:pic>
      <p:sp>
        <p:nvSpPr>
          <p:cNvPr id="120" name="path-115">
            <a:extLst xmlns:a="http://schemas.openxmlformats.org/drawingml/2006/main">
              <a:ext uri="{FF2B5EF4-FFF2-40B4-BE49-F238E27FC236}">
                <a16:creationId xmlns:a16="http://schemas.microsoft.com/office/drawing/2014/main" id="{F83CDB48-1DC3-45E3-BBB1-B439175D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4191" y="7264658"/>
            <a:ext cx="499546" cy="499500"/>
          </a:xfrm>
          <a:custGeom xmlns:a="http://schemas.openxmlformats.org/drawingml/2006/main">
            <a:pathLst>
              <a:path w="499546" h="499500">
                <a:moveTo>
                  <a:pt x="410680" y="88785"/>
                </a:moveTo>
                <a:cubicBezTo>
                  <a:pt x="499546" y="177660"/>
                  <a:pt x="499546" y="321752"/>
                  <a:pt x="410680" y="410628"/>
                </a:cubicBezTo>
                <a:cubicBezTo>
                  <a:pt x="321814" y="499500"/>
                  <a:pt x="177731" y="499500"/>
                  <a:pt x="88865" y="410628"/>
                </a:cubicBezTo>
                <a:cubicBezTo>
                  <a:pt x="0" y="321752"/>
                  <a:pt x="0" y="177660"/>
                  <a:pt x="88865" y="88785"/>
                </a:cubicBezTo>
                <a:cubicBezTo>
                  <a:pt x="177731" y="0"/>
                  <a:pt x="321814" y="0"/>
                  <a:pt x="410680" y="88785"/>
                </a:cubicBez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21" name="path-116">
            <a:extLst xmlns:a="http://schemas.openxmlformats.org/drawingml/2006/main">
              <a:ext uri="{FF2B5EF4-FFF2-40B4-BE49-F238E27FC236}">
                <a16:creationId xmlns:a16="http://schemas.microsoft.com/office/drawing/2014/main" id="{DEB77B98-CEFC-43FF-9C43-E5CD333A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2277" y="8370273"/>
            <a:ext cx="191" cy="93787"/>
          </a:xfrm>
          <a:custGeom xmlns:a="http://schemas.openxmlformats.org/drawingml/2006/main">
            <a:pathLst>
              <a:path w="191" h="93787">
                <a:moveTo>
                  <a:pt x="0" y="0"/>
                </a:moveTo>
                <a:lnTo>
                  <a:pt x="0" y="93787"/>
                </a:lnTo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000000"/>
            </a:solidFill>
            <a:prstDash val="solid"/>
          </a:ln>
        </p:spPr>
      </p:sp>
      <p:sp>
        <p:nvSpPr>
          <p:cNvPr id="122" name="path-117">
            <a:extLst xmlns:a="http://schemas.openxmlformats.org/drawingml/2006/main">
              <a:ext uri="{FF2B5EF4-FFF2-40B4-BE49-F238E27FC236}">
                <a16:creationId xmlns:a16="http://schemas.microsoft.com/office/drawing/2014/main" id="{0B104BE6-42F1-4264-B2E4-1E1461E7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258" y="8434013"/>
            <a:ext cx="60038" cy="80054"/>
          </a:xfrm>
          <a:custGeom xmlns:a="http://schemas.openxmlformats.org/drawingml/2006/main">
            <a:pathLst>
              <a:path w="60038" h="80054">
                <a:moveTo>
                  <a:pt x="30019" y="80054"/>
                </a:moveTo>
                <a:lnTo>
                  <a:pt x="60038" y="0"/>
                </a:lnTo>
                <a:lnTo>
                  <a:pt x="30019" y="30023"/>
                </a:lnTo>
                <a:lnTo>
                  <a:pt x="0" y="0"/>
                </a:lnTo>
                <a:lnTo>
                  <a:pt x="30019" y="8005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ath-118">
            <a:extLst xmlns:a="http://schemas.openxmlformats.org/drawingml/2006/main">
              <a:ext uri="{FF2B5EF4-FFF2-40B4-BE49-F238E27FC236}">
                <a16:creationId xmlns:a16="http://schemas.microsoft.com/office/drawing/2014/main" id="{BD7B60B4-BE90-41D6-943C-A6DB5049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258" y="8434042"/>
            <a:ext cx="60038" cy="80050"/>
          </a:xfrm>
          <a:custGeom xmlns:a="http://schemas.openxmlformats.org/drawingml/2006/main">
            <a:pathLst>
              <a:path w="60038" h="80050">
                <a:moveTo>
                  <a:pt x="30019" y="80050"/>
                </a:moveTo>
                <a:lnTo>
                  <a:pt x="60038" y="0"/>
                </a:lnTo>
                <a:lnTo>
                  <a:pt x="30019" y="30018"/>
                </a:lnTo>
                <a:lnTo>
                  <a:pt x="0" y="0"/>
                </a:lnTo>
                <a:lnTo>
                  <a:pt x="30019" y="80050"/>
                </a:lnTo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000000"/>
            </a:solidFill>
            <a:prstDash val="solid"/>
          </a:ln>
        </p:spPr>
      </p:sp>
      <p:pic>
        <p:nvPic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158B03D-C3BF-44E4-BFD8-7DAAEE3E7A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d5df64fb0c42ff"/>
          <a:stretch xmlns:a="http://schemas.openxmlformats.org/drawingml/2006/main"/>
        </p:blipFill>
        <p:spPr>
          <a:xfrm xmlns:a="http://schemas.openxmlformats.org/drawingml/2006/main">
            <a:off x="6726985" y="6770862"/>
            <a:ext cx="1609725" cy="1695450"/>
          </a:xfrm>
          <a:prstGeom xmlns:a="http://schemas.openxmlformats.org/drawingml/2006/main" prst="rect">
            <a:avLst/>
          </a:prstGeom>
        </p:spPr>
      </p:pic>
      <p:sp>
        <p:nvSpPr>
          <p:cNvPr id="125" name="path-120">
            <a:extLst xmlns:a="http://schemas.openxmlformats.org/drawingml/2006/main">
              <a:ext uri="{FF2B5EF4-FFF2-40B4-BE49-F238E27FC236}">
                <a16:creationId xmlns:a16="http://schemas.microsoft.com/office/drawing/2014/main" id="{14FFE724-DCA4-400B-B250-593AFA9D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7898" y="6779261"/>
            <a:ext cx="1546445" cy="1546440"/>
          </a:xfrm>
          <a:custGeom xmlns:a="http://schemas.openxmlformats.org/drawingml/2006/main">
            <a:pathLst>
              <a:path w="1546445" h="1546440">
                <a:moveTo>
                  <a:pt x="0" y="0"/>
                </a:moveTo>
                <a:lnTo>
                  <a:pt x="0" y="1546440"/>
                </a:lnTo>
                <a:lnTo>
                  <a:pt x="1546445" y="1546440"/>
                </a:lnTo>
                <a:lnTo>
                  <a:pt x="154644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000000"/>
            </a:solidFill>
            <a:prstDash val="solid"/>
          </a:ln>
        </p:spPr>
      </p:sp>
      <p:pic>
        <p:nvPic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035E312-03CE-458A-8B05-4035CC75C2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c46a7d1a4542cf"/>
          <a:stretch xmlns:a="http://schemas.openxmlformats.org/drawingml/2006/main"/>
        </p:blipFill>
        <p:spPr>
          <a:xfrm xmlns:a="http://schemas.openxmlformats.org/drawingml/2006/main">
            <a:off x="7260385" y="6980412"/>
            <a:ext cx="542925" cy="542925"/>
          </a:xfrm>
          <a:prstGeom xmlns:a="http://schemas.openxmlformats.org/drawingml/2006/main" prst="rect">
            <a:avLst/>
          </a:prstGeom>
        </p:spPr>
      </p:pic>
      <p:sp>
        <p:nvSpPr>
          <p:cNvPr id="127" name="path-122">
            <a:extLst xmlns:a="http://schemas.openxmlformats.org/drawingml/2006/main">
              <a:ext uri="{FF2B5EF4-FFF2-40B4-BE49-F238E27FC236}">
                <a16:creationId xmlns:a16="http://schemas.microsoft.com/office/drawing/2014/main" id="{AA93A39D-57F4-49D4-AAED-DFE6DB53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456" y="7002039"/>
            <a:ext cx="499546" cy="499588"/>
          </a:xfrm>
          <a:custGeom xmlns:a="http://schemas.openxmlformats.org/drawingml/2006/main">
            <a:pathLst>
              <a:path w="499546" h="499588">
                <a:moveTo>
                  <a:pt x="410680" y="88873"/>
                </a:moveTo>
                <a:cubicBezTo>
                  <a:pt x="499546" y="177745"/>
                  <a:pt x="499546" y="321840"/>
                  <a:pt x="410680" y="410716"/>
                </a:cubicBezTo>
                <a:cubicBezTo>
                  <a:pt x="321815" y="499588"/>
                  <a:pt x="177732" y="499588"/>
                  <a:pt x="88866" y="410716"/>
                </a:cubicBezTo>
                <a:cubicBezTo>
                  <a:pt x="0" y="321840"/>
                  <a:pt x="0" y="177745"/>
                  <a:pt x="88866" y="88873"/>
                </a:cubicBezTo>
                <a:cubicBezTo>
                  <a:pt x="177732" y="0"/>
                  <a:pt x="321815" y="0"/>
                  <a:pt x="410680" y="88873"/>
                </a:cubicBez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28" name="text-123 1">
            <a:extLst xmlns:a="http://schemas.openxmlformats.org/drawingml/2006/main">
              <a:ext uri="{FF2B5EF4-FFF2-40B4-BE49-F238E27FC236}">
                <a16:creationId xmlns:a16="http://schemas.microsoft.com/office/drawing/2014/main" id="{BFA95D9F-E2DA-4A25-B907-903F28D7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6508" y="7153810"/>
            <a:ext cx="107170" cy="203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pic>
        <p:nvPic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61C9108-FA7F-4B7F-8C68-BD7F078271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bdf24b04df4c06"/>
          <a:stretch xmlns:a="http://schemas.openxmlformats.org/drawingml/2006/main"/>
        </p:blipFill>
        <p:spPr>
          <a:xfrm xmlns:a="http://schemas.openxmlformats.org/drawingml/2006/main">
            <a:off x="6688885" y="7961487"/>
            <a:ext cx="542925" cy="542925"/>
          </a:xfrm>
          <a:prstGeom xmlns:a="http://schemas.openxmlformats.org/drawingml/2006/main" prst="rect">
            <a:avLst/>
          </a:prstGeom>
        </p:spPr>
      </p:pic>
      <p:sp>
        <p:nvSpPr>
          <p:cNvPr id="130" name="path-125">
            <a:extLst xmlns:a="http://schemas.openxmlformats.org/drawingml/2006/main">
              <a:ext uri="{FF2B5EF4-FFF2-40B4-BE49-F238E27FC236}">
                <a16:creationId xmlns:a16="http://schemas.microsoft.com/office/drawing/2014/main" id="{81AB5400-2DDD-40B8-BFD2-45536069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014" y="7983207"/>
            <a:ext cx="413270" cy="341036"/>
          </a:xfrm>
          <a:custGeom xmlns:a="http://schemas.openxmlformats.org/drawingml/2006/main">
            <a:pathLst>
              <a:path w="413270" h="341036">
                <a:moveTo>
                  <a:pt x="0" y="96971"/>
                </a:moveTo>
                <a:cubicBezTo>
                  <a:pt x="85710" y="5005"/>
                  <a:pt x="229701" y="0"/>
                  <a:pt x="321614" y="85691"/>
                </a:cubicBezTo>
                <a:cubicBezTo>
                  <a:pt x="391574" y="151008"/>
                  <a:pt x="413270" y="252981"/>
                  <a:pt x="375892" y="341036"/>
                </a:cubicBez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31" name="text-126 3">
            <a:extLst xmlns:a="http://schemas.openxmlformats.org/drawingml/2006/main">
              <a:ext uri="{FF2B5EF4-FFF2-40B4-BE49-F238E27FC236}">
                <a16:creationId xmlns:a16="http://schemas.microsoft.com/office/drawing/2014/main" id="{B9A7B1B6-751A-4E32-A638-EE6CE0F0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4963" y="7824784"/>
            <a:ext cx="107170" cy="203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D9EF138-F35D-43FF-9548-7311F5CC09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a37a9ba3454726"/>
          <a:stretch xmlns:a="http://schemas.openxmlformats.org/drawingml/2006/main"/>
        </p:blipFill>
        <p:spPr>
          <a:xfrm xmlns:a="http://schemas.openxmlformats.org/drawingml/2006/main">
            <a:off x="7146085" y="7742412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133" name="path-128">
            <a:extLst xmlns:a="http://schemas.openxmlformats.org/drawingml/2006/main">
              <a:ext uri="{FF2B5EF4-FFF2-40B4-BE49-F238E27FC236}">
                <a16:creationId xmlns:a16="http://schemas.microsoft.com/office/drawing/2014/main" id="{B044ABF4-58B4-4846-B03D-1D475485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5806" y="7757245"/>
            <a:ext cx="499546" cy="499503"/>
          </a:xfrm>
          <a:custGeom xmlns:a="http://schemas.openxmlformats.org/drawingml/2006/main">
            <a:pathLst>
              <a:path w="499546" h="499503">
                <a:moveTo>
                  <a:pt x="410680" y="88876"/>
                </a:moveTo>
                <a:cubicBezTo>
                  <a:pt x="499546" y="177751"/>
                  <a:pt x="499546" y="321752"/>
                  <a:pt x="410680" y="410628"/>
                </a:cubicBezTo>
                <a:cubicBezTo>
                  <a:pt x="321814" y="499503"/>
                  <a:pt x="177732" y="499503"/>
                  <a:pt x="88866" y="410628"/>
                </a:cubicBezTo>
                <a:cubicBezTo>
                  <a:pt x="0" y="321752"/>
                  <a:pt x="0" y="177751"/>
                  <a:pt x="88866" y="88876"/>
                </a:cubicBezTo>
                <a:cubicBezTo>
                  <a:pt x="177732" y="0"/>
                  <a:pt x="321814" y="0"/>
                  <a:pt x="410680" y="888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34" name="text-129 2">
            <a:extLst xmlns:a="http://schemas.openxmlformats.org/drawingml/2006/main">
              <a:ext uri="{FF2B5EF4-FFF2-40B4-BE49-F238E27FC236}">
                <a16:creationId xmlns:a16="http://schemas.microsoft.com/office/drawing/2014/main" id="{67B4D294-A8F0-461F-9683-164395F3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5113" y="7908927"/>
            <a:ext cx="107170" cy="203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A50618E-5930-4381-A816-57288E1E7F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e301c68ee84614"/>
          <a:stretch xmlns:a="http://schemas.openxmlformats.org/drawingml/2006/main"/>
        </p:blipFill>
        <p:spPr>
          <a:xfrm xmlns:a="http://schemas.openxmlformats.org/drawingml/2006/main">
            <a:off x="7679485" y="7409037"/>
            <a:ext cx="542925" cy="542925"/>
          </a:xfrm>
          <a:prstGeom xmlns:a="http://schemas.openxmlformats.org/drawingml/2006/main" prst="rect">
            <a:avLst/>
          </a:prstGeom>
        </p:spPr>
      </p:pic>
      <p:sp>
        <p:nvSpPr>
          <p:cNvPr id="136" name="path-131">
            <a:extLst xmlns:a="http://schemas.openxmlformats.org/drawingml/2006/main">
              <a:ext uri="{FF2B5EF4-FFF2-40B4-BE49-F238E27FC236}">
                <a16:creationId xmlns:a16="http://schemas.microsoft.com/office/drawing/2014/main" id="{63430141-55DE-4345-BDF6-70859C48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8282" y="7425034"/>
            <a:ext cx="499547" cy="499591"/>
          </a:xfrm>
          <a:custGeom xmlns:a="http://schemas.openxmlformats.org/drawingml/2006/main">
            <a:pathLst>
              <a:path w="499547" h="499591">
                <a:moveTo>
                  <a:pt x="410681" y="88873"/>
                </a:moveTo>
                <a:cubicBezTo>
                  <a:pt x="499547" y="177748"/>
                  <a:pt x="499547" y="321843"/>
                  <a:pt x="410681" y="410716"/>
                </a:cubicBezTo>
                <a:cubicBezTo>
                  <a:pt x="321815" y="499591"/>
                  <a:pt x="177732" y="499591"/>
                  <a:pt x="88867" y="410716"/>
                </a:cubicBezTo>
                <a:cubicBezTo>
                  <a:pt x="0" y="321843"/>
                  <a:pt x="0" y="177748"/>
                  <a:pt x="88867" y="88873"/>
                </a:cubicBezTo>
                <a:cubicBezTo>
                  <a:pt x="177732" y="0"/>
                  <a:pt x="321815" y="0"/>
                  <a:pt x="410681" y="88873"/>
                </a:cubicBez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37" name="text-132 4">
            <a:extLst xmlns:a="http://schemas.openxmlformats.org/drawingml/2006/main">
              <a:ext uri="{FF2B5EF4-FFF2-40B4-BE49-F238E27FC236}">
                <a16:creationId xmlns:a16="http://schemas.microsoft.com/office/drawing/2014/main" id="{303FC4DD-20E1-47D2-A1D0-8BCDE6E8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7580" y="7266062"/>
            <a:ext cx="107170" cy="203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8" name="path-133">
            <a:extLst xmlns:a="http://schemas.openxmlformats.org/drawingml/2006/main">
              <a:ext uri="{FF2B5EF4-FFF2-40B4-BE49-F238E27FC236}">
                <a16:creationId xmlns:a16="http://schemas.microsoft.com/office/drawing/2014/main" id="{AFA773B9-5CA8-4297-8F60-45FE59D1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138" y="7476520"/>
            <a:ext cx="42900" cy="266263"/>
          </a:xfrm>
          <a:custGeom xmlns:a="http://schemas.openxmlformats.org/drawingml/2006/main">
            <a:pathLst>
              <a:path w="42900" h="266263">
                <a:moveTo>
                  <a:pt x="42900" y="0"/>
                </a:moveTo>
                <a:lnTo>
                  <a:pt x="0" y="266263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dash"/>
          </a:ln>
        </p:spPr>
      </p:sp>
      <p:sp>
        <p:nvSpPr>
          <p:cNvPr id="139" name="path-134">
            <a:extLst xmlns:a="http://schemas.openxmlformats.org/drawingml/2006/main">
              <a:ext uri="{FF2B5EF4-FFF2-40B4-BE49-F238E27FC236}">
                <a16:creationId xmlns:a16="http://schemas.microsoft.com/office/drawing/2014/main" id="{1A218C70-9399-4C1B-A529-464CF734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6840" y="7727161"/>
            <a:ext cx="26945" cy="38097"/>
          </a:xfrm>
          <a:custGeom xmlns:a="http://schemas.openxmlformats.org/drawingml/2006/main">
            <a:pathLst>
              <a:path w="26945" h="38097">
                <a:moveTo>
                  <a:pt x="7678" y="38097"/>
                </a:moveTo>
                <a:lnTo>
                  <a:pt x="26945" y="4340"/>
                </a:lnTo>
                <a:lnTo>
                  <a:pt x="11298" y="15638"/>
                </a:lnTo>
                <a:lnTo>
                  <a:pt x="0" y="0"/>
                </a:lnTo>
                <a:lnTo>
                  <a:pt x="7678" y="3809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path-135">
            <a:extLst xmlns:a="http://schemas.openxmlformats.org/drawingml/2006/main">
              <a:ext uri="{FF2B5EF4-FFF2-40B4-BE49-F238E27FC236}">
                <a16:creationId xmlns:a16="http://schemas.microsoft.com/office/drawing/2014/main" id="{F70575F9-0FA1-4E58-9D30-5216230B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6840" y="7727136"/>
            <a:ext cx="26944" cy="38116"/>
          </a:xfrm>
          <a:custGeom xmlns:a="http://schemas.openxmlformats.org/drawingml/2006/main">
            <a:pathLst>
              <a:path w="26944" h="38116">
                <a:moveTo>
                  <a:pt x="7677" y="38116"/>
                </a:moveTo>
                <a:lnTo>
                  <a:pt x="26944" y="4366"/>
                </a:lnTo>
                <a:lnTo>
                  <a:pt x="11298" y="15648"/>
                </a:lnTo>
                <a:lnTo>
                  <a:pt x="0" y="0"/>
                </a:lnTo>
                <a:lnTo>
                  <a:pt x="7677" y="38116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41" name="path-136">
            <a:extLst xmlns:a="http://schemas.openxmlformats.org/drawingml/2006/main">
              <a:ext uri="{FF2B5EF4-FFF2-40B4-BE49-F238E27FC236}">
                <a16:creationId xmlns:a16="http://schemas.microsoft.com/office/drawing/2014/main" id="{1B5D5BF3-833B-4183-BDEE-18876DB6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2141" y="7934629"/>
            <a:ext cx="147214" cy="53946"/>
          </a:xfrm>
          <a:custGeom xmlns:a="http://schemas.openxmlformats.org/drawingml/2006/main">
            <a:pathLst>
              <a:path w="147214" h="53946">
                <a:moveTo>
                  <a:pt x="147214" y="1275"/>
                </a:moveTo>
                <a:cubicBezTo>
                  <a:pt x="112582" y="0"/>
                  <a:pt x="77811" y="5005"/>
                  <a:pt x="46329" y="20650"/>
                </a:cubicBezTo>
                <a:cubicBezTo>
                  <a:pt x="28855" y="29385"/>
                  <a:pt x="13497" y="40755"/>
                  <a:pt x="0" y="53946"/>
                </a:cubicBez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dash"/>
          </a:ln>
        </p:spPr>
      </p:sp>
      <p:sp>
        <p:nvSpPr>
          <p:cNvPr id="142" name="path-137">
            <a:extLst xmlns:a="http://schemas.openxmlformats.org/drawingml/2006/main">
              <a:ext uri="{FF2B5EF4-FFF2-40B4-BE49-F238E27FC236}">
                <a16:creationId xmlns:a16="http://schemas.microsoft.com/office/drawing/2014/main" id="{4BC5F96A-0248-425C-A63A-B610F5AC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7396" y="7969316"/>
            <a:ext cx="33986" cy="36542"/>
          </a:xfrm>
          <a:custGeom xmlns:a="http://schemas.openxmlformats.org/drawingml/2006/main">
            <a:pathLst>
              <a:path w="33986" h="36542">
                <a:moveTo>
                  <a:pt x="0" y="36542"/>
                </a:moveTo>
                <a:lnTo>
                  <a:pt x="33986" y="17693"/>
                </a:lnTo>
                <a:lnTo>
                  <a:pt x="14746" y="19231"/>
                </a:lnTo>
                <a:lnTo>
                  <a:pt x="13209" y="0"/>
                </a:lnTo>
                <a:lnTo>
                  <a:pt x="0" y="3654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path-138">
            <a:extLst xmlns:a="http://schemas.openxmlformats.org/drawingml/2006/main">
              <a:ext uri="{FF2B5EF4-FFF2-40B4-BE49-F238E27FC236}">
                <a16:creationId xmlns:a16="http://schemas.microsoft.com/office/drawing/2014/main" id="{3A8B038A-D783-4CFB-8688-993CDCF3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7396" y="7969289"/>
            <a:ext cx="33982" cy="36571"/>
          </a:xfrm>
          <a:custGeom xmlns:a="http://schemas.openxmlformats.org/drawingml/2006/main">
            <a:pathLst>
              <a:path w="33982" h="36571">
                <a:moveTo>
                  <a:pt x="0" y="36571"/>
                </a:moveTo>
                <a:lnTo>
                  <a:pt x="33982" y="17739"/>
                </a:lnTo>
                <a:lnTo>
                  <a:pt x="14746" y="19287"/>
                </a:lnTo>
                <a:lnTo>
                  <a:pt x="13207" y="0"/>
                </a:lnTo>
                <a:lnTo>
                  <a:pt x="0" y="36571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44" name="path-139">
            <a:extLst xmlns:a="http://schemas.openxmlformats.org/drawingml/2006/main">
              <a:ext uri="{FF2B5EF4-FFF2-40B4-BE49-F238E27FC236}">
                <a16:creationId xmlns:a16="http://schemas.microsoft.com/office/drawing/2014/main" id="{F0E7EDB9-C67E-4BA7-AC43-964A8865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9379" y="7940728"/>
            <a:ext cx="746022" cy="355587"/>
          </a:xfrm>
          <a:custGeom xmlns:a="http://schemas.openxmlformats.org/drawingml/2006/main">
            <a:pathLst>
              <a:path w="746022" h="355587">
                <a:moveTo>
                  <a:pt x="0" y="335119"/>
                </a:moveTo>
                <a:cubicBezTo>
                  <a:pt x="163868" y="353861"/>
                  <a:pt x="384090" y="355587"/>
                  <a:pt x="541118" y="266988"/>
                </a:cubicBezTo>
                <a:cubicBezTo>
                  <a:pt x="657874" y="201034"/>
                  <a:pt x="716903" y="97971"/>
                  <a:pt x="746022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dash"/>
          </a:ln>
        </p:spPr>
      </p:sp>
      <p:sp>
        <p:nvSpPr>
          <p:cNvPr id="145" name="path-140">
            <a:extLst xmlns:a="http://schemas.openxmlformats.org/drawingml/2006/main">
              <a:ext uri="{FF2B5EF4-FFF2-40B4-BE49-F238E27FC236}">
                <a16:creationId xmlns:a16="http://schemas.microsoft.com/office/drawing/2014/main" id="{1BB9D60F-A73D-4190-B322-961FC751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8744" y="7918766"/>
            <a:ext cx="26407" cy="38652"/>
          </a:xfrm>
          <a:custGeom xmlns:a="http://schemas.openxmlformats.org/drawingml/2006/main">
            <a:pathLst>
              <a:path w="26407" h="38652">
                <a:moveTo>
                  <a:pt x="22387" y="0"/>
                </a:moveTo>
                <a:lnTo>
                  <a:pt x="0" y="31765"/>
                </a:lnTo>
                <a:lnTo>
                  <a:pt x="16647" y="22005"/>
                </a:lnTo>
                <a:lnTo>
                  <a:pt x="26407" y="38652"/>
                </a:lnTo>
                <a:lnTo>
                  <a:pt x="22387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path-141">
            <a:extLst xmlns:a="http://schemas.openxmlformats.org/drawingml/2006/main">
              <a:ext uri="{FF2B5EF4-FFF2-40B4-BE49-F238E27FC236}">
                <a16:creationId xmlns:a16="http://schemas.microsoft.com/office/drawing/2014/main" id="{9793E1D6-A889-495B-BE6C-4522F41A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8744" y="7918802"/>
            <a:ext cx="26407" cy="38662"/>
          </a:xfrm>
          <a:custGeom xmlns:a="http://schemas.openxmlformats.org/drawingml/2006/main">
            <a:pathLst>
              <a:path w="26407" h="38662">
                <a:moveTo>
                  <a:pt x="22387" y="0"/>
                </a:moveTo>
                <a:lnTo>
                  <a:pt x="0" y="31748"/>
                </a:lnTo>
                <a:lnTo>
                  <a:pt x="16647" y="22017"/>
                </a:lnTo>
                <a:lnTo>
                  <a:pt x="26407" y="38662"/>
                </a:lnTo>
                <a:lnTo>
                  <a:pt x="223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pic>
        <p:nvPic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4FEF288D-EF2F-445F-A62B-9C2F4B7DDB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d52f98e1da4d1e"/>
          <a:stretch xmlns:a="http://schemas.openxmlformats.org/drawingml/2006/main"/>
        </p:blipFill>
        <p:spPr>
          <a:xfrm xmlns:a="http://schemas.openxmlformats.org/drawingml/2006/main">
            <a:off x="5002960" y="6770862"/>
            <a:ext cx="1495425" cy="1562100"/>
          </a:xfrm>
          <a:prstGeom xmlns:a="http://schemas.openxmlformats.org/drawingml/2006/main" prst="rect">
            <a:avLst/>
          </a:prstGeom>
        </p:spPr>
      </p:pic>
      <p:sp>
        <p:nvSpPr>
          <p:cNvPr id="148" name="path-143">
            <a:extLst xmlns:a="http://schemas.openxmlformats.org/drawingml/2006/main">
              <a:ext uri="{FF2B5EF4-FFF2-40B4-BE49-F238E27FC236}">
                <a16:creationId xmlns:a16="http://schemas.microsoft.com/office/drawing/2014/main" id="{7644A204-AEDB-4F9B-BD41-490CA9A4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330" y="6779261"/>
            <a:ext cx="1488689" cy="1546440"/>
          </a:xfrm>
          <a:custGeom xmlns:a="http://schemas.openxmlformats.org/drawingml/2006/main">
            <a:pathLst>
              <a:path w="1488689" h="1546440">
                <a:moveTo>
                  <a:pt x="0" y="0"/>
                </a:moveTo>
                <a:lnTo>
                  <a:pt x="0" y="1546440"/>
                </a:lnTo>
                <a:lnTo>
                  <a:pt x="1488689" y="1546440"/>
                </a:lnTo>
                <a:lnTo>
                  <a:pt x="14886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000000"/>
            </a:solidFill>
            <a:prstDash val="solid"/>
          </a:ln>
        </p:spPr>
      </p:sp>
      <p:pic>
        <p:nvPic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05728FBC-F3EB-4C58-9148-2719CF919C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6a0495ac204726"/>
          <a:stretch xmlns:a="http://schemas.openxmlformats.org/drawingml/2006/main"/>
        </p:blipFill>
        <p:spPr>
          <a:xfrm xmlns:a="http://schemas.openxmlformats.org/drawingml/2006/main">
            <a:off x="5679235" y="7056612"/>
            <a:ext cx="542925" cy="533400"/>
          </a:xfrm>
          <a:prstGeom xmlns:a="http://schemas.openxmlformats.org/drawingml/2006/main" prst="rect">
            <a:avLst/>
          </a:prstGeom>
        </p:spPr>
      </p:pic>
      <p:sp>
        <p:nvSpPr>
          <p:cNvPr id="150" name="path-145">
            <a:extLst xmlns:a="http://schemas.openxmlformats.org/drawingml/2006/main">
              <a:ext uri="{FF2B5EF4-FFF2-40B4-BE49-F238E27FC236}">
                <a16:creationId xmlns:a16="http://schemas.microsoft.com/office/drawing/2014/main" id="{6D4BF263-184C-4299-91AA-C08EAB87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1046" y="7070080"/>
            <a:ext cx="499542" cy="499591"/>
          </a:xfrm>
          <a:custGeom xmlns:a="http://schemas.openxmlformats.org/drawingml/2006/main">
            <a:pathLst>
              <a:path w="499542" h="499591">
                <a:moveTo>
                  <a:pt x="410675" y="88876"/>
                </a:moveTo>
                <a:cubicBezTo>
                  <a:pt x="499542" y="177748"/>
                  <a:pt x="499542" y="321843"/>
                  <a:pt x="410675" y="410716"/>
                </a:cubicBezTo>
                <a:cubicBezTo>
                  <a:pt x="321810" y="499591"/>
                  <a:pt x="177731" y="499591"/>
                  <a:pt x="88866" y="410716"/>
                </a:cubicBezTo>
                <a:cubicBezTo>
                  <a:pt x="0" y="321843"/>
                  <a:pt x="0" y="177748"/>
                  <a:pt x="88866" y="88876"/>
                </a:cubicBezTo>
                <a:cubicBezTo>
                  <a:pt x="177731" y="0"/>
                  <a:pt x="321810" y="0"/>
                  <a:pt x="410675" y="888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51" name="text-146 1">
            <a:extLst xmlns:a="http://schemas.openxmlformats.org/drawingml/2006/main">
              <a:ext uri="{FF2B5EF4-FFF2-40B4-BE49-F238E27FC236}">
                <a16:creationId xmlns:a16="http://schemas.microsoft.com/office/drawing/2014/main" id="{4530940A-DFAE-40E2-88D3-FB96A419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6057" y="7221853"/>
            <a:ext cx="107170" cy="203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pic>
        <p:nvPic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BB0634D2-FD0E-4A8B-A8E0-F5CFB88634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0931c41f244c0d"/>
          <a:stretch xmlns:a="http://schemas.openxmlformats.org/drawingml/2006/main"/>
        </p:blipFill>
        <p:spPr>
          <a:xfrm xmlns:a="http://schemas.openxmlformats.org/drawingml/2006/main">
            <a:off x="5984035" y="7599537"/>
            <a:ext cx="533400" cy="542925"/>
          </a:xfrm>
          <a:prstGeom xmlns:a="http://schemas.openxmlformats.org/drawingml/2006/main" prst="rect">
            <a:avLst/>
          </a:prstGeom>
        </p:spPr>
      </p:pic>
      <p:sp>
        <p:nvSpPr>
          <p:cNvPr id="153" name="path-148">
            <a:extLst xmlns:a="http://schemas.openxmlformats.org/drawingml/2006/main">
              <a:ext uri="{FF2B5EF4-FFF2-40B4-BE49-F238E27FC236}">
                <a16:creationId xmlns:a16="http://schemas.microsoft.com/office/drawing/2014/main" id="{0DD2597B-61DB-4A02-B1A3-BD8E62C1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9732" y="7623614"/>
            <a:ext cx="499542" cy="499503"/>
          </a:xfrm>
          <a:custGeom xmlns:a="http://schemas.openxmlformats.org/drawingml/2006/main">
            <a:pathLst>
              <a:path w="499542" h="499503">
                <a:moveTo>
                  <a:pt x="410676" y="88876"/>
                </a:moveTo>
                <a:cubicBezTo>
                  <a:pt x="499542" y="177660"/>
                  <a:pt x="499542" y="321752"/>
                  <a:pt x="410676" y="410628"/>
                </a:cubicBezTo>
                <a:cubicBezTo>
                  <a:pt x="321810" y="499503"/>
                  <a:pt x="177732" y="499503"/>
                  <a:pt x="88866" y="410628"/>
                </a:cubicBezTo>
                <a:cubicBezTo>
                  <a:pt x="0" y="321752"/>
                  <a:pt x="0" y="177660"/>
                  <a:pt x="88866" y="88876"/>
                </a:cubicBezTo>
                <a:cubicBezTo>
                  <a:pt x="177732" y="0"/>
                  <a:pt x="321810" y="0"/>
                  <a:pt x="410676" y="888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54" name="text-149 2">
            <a:extLst xmlns:a="http://schemas.openxmlformats.org/drawingml/2006/main">
              <a:ext uri="{FF2B5EF4-FFF2-40B4-BE49-F238E27FC236}">
                <a16:creationId xmlns:a16="http://schemas.microsoft.com/office/drawing/2014/main" id="{5F93CAA2-2D5D-417B-B8DB-1309EA78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6793" y="7775297"/>
            <a:ext cx="107170" cy="203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5" name="path-150">
            <a:extLst xmlns:a="http://schemas.openxmlformats.org/drawingml/2006/main">
              <a:ext uri="{FF2B5EF4-FFF2-40B4-BE49-F238E27FC236}">
                <a16:creationId xmlns:a16="http://schemas.microsoft.com/office/drawing/2014/main" id="{2755A9C8-9982-4C29-A3EA-FB9CCB52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8911" y="7520187"/>
            <a:ext cx="63488" cy="117618"/>
          </a:xfrm>
          <a:custGeom xmlns:a="http://schemas.openxmlformats.org/drawingml/2006/main">
            <a:pathLst>
              <a:path w="63488" h="117618">
                <a:moveTo>
                  <a:pt x="0" y="0"/>
                </a:moveTo>
                <a:lnTo>
                  <a:pt x="63488" y="117618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dash"/>
          </a:ln>
        </p:spPr>
      </p:sp>
      <p:sp>
        <p:nvSpPr>
          <p:cNvPr id="156" name="path-151">
            <a:extLst xmlns:a="http://schemas.openxmlformats.org/drawingml/2006/main">
              <a:ext uri="{FF2B5EF4-FFF2-40B4-BE49-F238E27FC236}">
                <a16:creationId xmlns:a16="http://schemas.microsoft.com/office/drawing/2014/main" id="{AE483CF5-95EB-4CDB-A66A-712EA1A1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3910" y="7619329"/>
            <a:ext cx="29292" cy="38506"/>
          </a:xfrm>
          <a:custGeom xmlns:a="http://schemas.openxmlformats.org/drawingml/2006/main">
            <a:pathLst>
              <a:path w="29292" h="38506">
                <a:moveTo>
                  <a:pt x="29292" y="38506"/>
                </a:moveTo>
                <a:lnTo>
                  <a:pt x="24016" y="0"/>
                </a:lnTo>
                <a:lnTo>
                  <a:pt x="18494" y="18485"/>
                </a:lnTo>
                <a:lnTo>
                  <a:pt x="0" y="12963"/>
                </a:lnTo>
                <a:lnTo>
                  <a:pt x="29292" y="3850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ath-152">
            <a:extLst xmlns:a="http://schemas.openxmlformats.org/drawingml/2006/main">
              <a:ext uri="{FF2B5EF4-FFF2-40B4-BE49-F238E27FC236}">
                <a16:creationId xmlns:a16="http://schemas.microsoft.com/office/drawing/2014/main" id="{586DDC7B-722F-4CA2-9854-5CF2320A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3911" y="7619340"/>
            <a:ext cx="29289" cy="38480"/>
          </a:xfrm>
          <a:custGeom xmlns:a="http://schemas.openxmlformats.org/drawingml/2006/main">
            <a:pathLst>
              <a:path w="29289" h="38480">
                <a:moveTo>
                  <a:pt x="29289" y="38480"/>
                </a:moveTo>
                <a:lnTo>
                  <a:pt x="24016" y="0"/>
                </a:lnTo>
                <a:lnTo>
                  <a:pt x="18488" y="18466"/>
                </a:lnTo>
                <a:lnTo>
                  <a:pt x="0" y="12916"/>
                </a:lnTo>
                <a:lnTo>
                  <a:pt x="29289" y="3848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pic>
        <p:nvPic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555DF846-A32E-4A0A-B05A-08A7C9E715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7e478edbc4488a"/>
          <a:stretch xmlns:a="http://schemas.openxmlformats.org/drawingml/2006/main"/>
        </p:blipFill>
        <p:spPr>
          <a:xfrm xmlns:a="http://schemas.openxmlformats.org/drawingml/2006/main">
            <a:off x="8527210" y="6770862"/>
            <a:ext cx="1638300" cy="1562100"/>
          </a:xfrm>
          <a:prstGeom xmlns:a="http://schemas.openxmlformats.org/drawingml/2006/main" prst="rect">
            <a:avLst/>
          </a:prstGeom>
        </p:spPr>
      </p:pic>
      <p:sp>
        <p:nvSpPr>
          <p:cNvPr id="159" name="path-154">
            <a:extLst xmlns:a="http://schemas.openxmlformats.org/drawingml/2006/main">
              <a:ext uri="{FF2B5EF4-FFF2-40B4-BE49-F238E27FC236}">
                <a16:creationId xmlns:a16="http://schemas.microsoft.com/office/drawing/2014/main" id="{6EA3EB41-8CCF-4D33-A823-6A3EC620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678" y="6779261"/>
            <a:ext cx="1623445" cy="1546440"/>
          </a:xfrm>
          <a:custGeom xmlns:a="http://schemas.openxmlformats.org/drawingml/2006/main">
            <a:pathLst>
              <a:path w="1623445" h="1546440">
                <a:moveTo>
                  <a:pt x="0" y="0"/>
                </a:moveTo>
                <a:lnTo>
                  <a:pt x="0" y="1546440"/>
                </a:lnTo>
                <a:lnTo>
                  <a:pt x="1623445" y="1546440"/>
                </a:lnTo>
                <a:lnTo>
                  <a:pt x="162344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000000"/>
            </a:solidFill>
            <a:prstDash val="solid"/>
          </a:ln>
        </p:spPr>
      </p:sp>
      <p:pic>
        <p:nvPic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A19B83FF-A29E-4D85-8810-16D145CF7E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533fcfc70c4ab6"/>
          <a:stretch xmlns:a="http://schemas.openxmlformats.org/drawingml/2006/main"/>
        </p:blipFill>
        <p:spPr>
          <a:xfrm xmlns:a="http://schemas.openxmlformats.org/drawingml/2006/main">
            <a:off x="9594010" y="7494762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161" name="path-156">
            <a:extLst xmlns:a="http://schemas.openxmlformats.org/drawingml/2006/main">
              <a:ext uri="{FF2B5EF4-FFF2-40B4-BE49-F238E27FC236}">
                <a16:creationId xmlns:a16="http://schemas.microsoft.com/office/drawing/2014/main" id="{1FDE21FF-BF43-4C82-9C24-F0755816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8928" y="7507905"/>
            <a:ext cx="499546" cy="499591"/>
          </a:xfrm>
          <a:custGeom xmlns:a="http://schemas.openxmlformats.org/drawingml/2006/main">
            <a:pathLst>
              <a:path w="499546" h="499591">
                <a:moveTo>
                  <a:pt x="410679" y="88876"/>
                </a:moveTo>
                <a:cubicBezTo>
                  <a:pt x="499546" y="177751"/>
                  <a:pt x="499546" y="321843"/>
                  <a:pt x="410679" y="410719"/>
                </a:cubicBezTo>
                <a:cubicBezTo>
                  <a:pt x="321814" y="499591"/>
                  <a:pt x="177732" y="499591"/>
                  <a:pt x="88865" y="410719"/>
                </a:cubicBezTo>
                <a:cubicBezTo>
                  <a:pt x="0" y="321843"/>
                  <a:pt x="0" y="177751"/>
                  <a:pt x="88865" y="88876"/>
                </a:cubicBezTo>
                <a:cubicBezTo>
                  <a:pt x="177732" y="0"/>
                  <a:pt x="321814" y="0"/>
                  <a:pt x="410679" y="888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62" name="text-157 1">
            <a:extLst xmlns:a="http://schemas.openxmlformats.org/drawingml/2006/main">
              <a:ext uri="{FF2B5EF4-FFF2-40B4-BE49-F238E27FC236}">
                <a16:creationId xmlns:a16="http://schemas.microsoft.com/office/drawing/2014/main" id="{1BBEB293-9B13-48C3-9B55-23E27110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8234" y="7975880"/>
            <a:ext cx="107170" cy="203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pic>
        <p:nvPic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D34029D2-0B3D-4A71-937A-E96DBF7531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c8abe0567d4c50"/>
          <a:stretch xmlns:a="http://schemas.openxmlformats.org/drawingml/2006/main"/>
        </p:blipFill>
        <p:spPr>
          <a:xfrm xmlns:a="http://schemas.openxmlformats.org/drawingml/2006/main">
            <a:off x="8660560" y="7342362"/>
            <a:ext cx="533400" cy="542925"/>
          </a:xfrm>
          <a:prstGeom xmlns:a="http://schemas.openxmlformats.org/drawingml/2006/main" prst="rect">
            <a:avLst/>
          </a:prstGeom>
        </p:spPr>
      </p:pic>
      <p:sp>
        <p:nvSpPr>
          <p:cNvPr id="164" name="path-159">
            <a:extLst xmlns:a="http://schemas.openxmlformats.org/drawingml/2006/main">
              <a:ext uri="{FF2B5EF4-FFF2-40B4-BE49-F238E27FC236}">
                <a16:creationId xmlns:a16="http://schemas.microsoft.com/office/drawing/2014/main" id="{DDC8DFA6-8A87-4E87-A686-A9E7C537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5888" y="7366267"/>
            <a:ext cx="499546" cy="499594"/>
          </a:xfrm>
          <a:custGeom xmlns:a="http://schemas.openxmlformats.org/drawingml/2006/main">
            <a:pathLst>
              <a:path w="499546" h="499594">
                <a:moveTo>
                  <a:pt x="410680" y="88876"/>
                </a:moveTo>
                <a:cubicBezTo>
                  <a:pt x="499546" y="177751"/>
                  <a:pt x="499546" y="321843"/>
                  <a:pt x="410680" y="410719"/>
                </a:cubicBezTo>
                <a:cubicBezTo>
                  <a:pt x="321814" y="499594"/>
                  <a:pt x="177731" y="499594"/>
                  <a:pt x="88875" y="410719"/>
                </a:cubicBezTo>
                <a:cubicBezTo>
                  <a:pt x="0" y="321843"/>
                  <a:pt x="0" y="177751"/>
                  <a:pt x="88875" y="88876"/>
                </a:cubicBezTo>
                <a:cubicBezTo>
                  <a:pt x="177731" y="0"/>
                  <a:pt x="321814" y="0"/>
                  <a:pt x="410680" y="888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65" name="text-160 2">
            <a:extLst xmlns:a="http://schemas.openxmlformats.org/drawingml/2006/main">
              <a:ext uri="{FF2B5EF4-FFF2-40B4-BE49-F238E27FC236}">
                <a16:creationId xmlns:a16="http://schemas.microsoft.com/office/drawing/2014/main" id="{8EE83077-6570-4360-BEBC-FCC6127D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85194" y="7834064"/>
            <a:ext cx="107170" cy="203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91D71D33-44C8-469D-8AA0-FC3A56CE40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03515c93e424a"/>
          <a:stretch xmlns:a="http://schemas.openxmlformats.org/drawingml/2006/main"/>
        </p:blipFill>
        <p:spPr>
          <a:xfrm xmlns:a="http://schemas.openxmlformats.org/drawingml/2006/main">
            <a:off x="9422560" y="7028037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167" name="path-162">
            <a:extLst xmlns:a="http://schemas.openxmlformats.org/drawingml/2006/main">
              <a:ext uri="{FF2B5EF4-FFF2-40B4-BE49-F238E27FC236}">
                <a16:creationId xmlns:a16="http://schemas.microsoft.com/office/drawing/2014/main" id="{C6FF705C-7751-442B-A827-1FF6313D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0239" y="7044155"/>
            <a:ext cx="499537" cy="499591"/>
          </a:xfrm>
          <a:custGeom xmlns:a="http://schemas.openxmlformats.org/drawingml/2006/main">
            <a:pathLst>
              <a:path w="499537" h="499591">
                <a:moveTo>
                  <a:pt x="410671" y="88876"/>
                </a:moveTo>
                <a:cubicBezTo>
                  <a:pt x="499537" y="177751"/>
                  <a:pt x="499537" y="321843"/>
                  <a:pt x="410671" y="410716"/>
                </a:cubicBezTo>
                <a:cubicBezTo>
                  <a:pt x="321805" y="499591"/>
                  <a:pt x="177732" y="499591"/>
                  <a:pt x="88865" y="410716"/>
                </a:cubicBezTo>
                <a:cubicBezTo>
                  <a:pt x="0" y="321843"/>
                  <a:pt x="0" y="177751"/>
                  <a:pt x="88865" y="88876"/>
                </a:cubicBezTo>
                <a:cubicBezTo>
                  <a:pt x="177732" y="0"/>
                  <a:pt x="321805" y="0"/>
                  <a:pt x="410671" y="888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68" name="text-163 3">
            <a:extLst xmlns:a="http://schemas.openxmlformats.org/drawingml/2006/main">
              <a:ext uri="{FF2B5EF4-FFF2-40B4-BE49-F238E27FC236}">
                <a16:creationId xmlns:a16="http://schemas.microsoft.com/office/drawing/2014/main" id="{619C601B-04B0-4B28-B5E9-375CCADD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7480" y="7195928"/>
            <a:ext cx="107170" cy="203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9" name="path-164">
            <a:extLst xmlns:a="http://schemas.openxmlformats.org/drawingml/2006/main">
              <a:ext uri="{FF2B5EF4-FFF2-40B4-BE49-F238E27FC236}">
                <a16:creationId xmlns:a16="http://schemas.microsoft.com/office/drawing/2014/main" id="{880345B3-C4D8-46FF-9FD8-B245A68E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0225" y="7656180"/>
            <a:ext cx="443491" cy="67407"/>
          </a:xfrm>
          <a:custGeom xmlns:a="http://schemas.openxmlformats.org/drawingml/2006/main">
            <a:pathLst>
              <a:path w="443491" h="67407">
                <a:moveTo>
                  <a:pt x="443491" y="6740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dash"/>
          </a:ln>
        </p:spPr>
      </p:sp>
      <p:sp>
        <p:nvSpPr>
          <p:cNvPr id="170" name="path-165">
            <a:extLst xmlns:a="http://schemas.openxmlformats.org/drawingml/2006/main">
              <a:ext uri="{FF2B5EF4-FFF2-40B4-BE49-F238E27FC236}">
                <a16:creationId xmlns:a16="http://schemas.microsoft.com/office/drawing/2014/main" id="{C1FE6F02-BAE4-42DB-8261-167AB077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738" y="7644773"/>
            <a:ext cx="38014" cy="26981"/>
          </a:xfrm>
          <a:custGeom xmlns:a="http://schemas.openxmlformats.org/drawingml/2006/main">
            <a:pathLst>
              <a:path w="38014" h="26981">
                <a:moveTo>
                  <a:pt x="0" y="8032"/>
                </a:moveTo>
                <a:lnTo>
                  <a:pt x="33921" y="26981"/>
                </a:lnTo>
                <a:lnTo>
                  <a:pt x="22460" y="11444"/>
                </a:lnTo>
                <a:lnTo>
                  <a:pt x="38014" y="0"/>
                </a:lnTo>
                <a:lnTo>
                  <a:pt x="0" y="803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ath-166">
            <a:extLst xmlns:a="http://schemas.openxmlformats.org/drawingml/2006/main">
              <a:ext uri="{FF2B5EF4-FFF2-40B4-BE49-F238E27FC236}">
                <a16:creationId xmlns:a16="http://schemas.microsoft.com/office/drawing/2014/main" id="{9812B2F6-2C9E-4594-B656-18808E4A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737" y="7644810"/>
            <a:ext cx="38024" cy="26928"/>
          </a:xfrm>
          <a:custGeom xmlns:a="http://schemas.openxmlformats.org/drawingml/2006/main">
            <a:pathLst>
              <a:path w="38024" h="26928">
                <a:moveTo>
                  <a:pt x="0" y="8004"/>
                </a:moveTo>
                <a:lnTo>
                  <a:pt x="33931" y="26928"/>
                </a:lnTo>
                <a:lnTo>
                  <a:pt x="22488" y="11370"/>
                </a:lnTo>
                <a:lnTo>
                  <a:pt x="38024" y="0"/>
                </a:lnTo>
                <a:lnTo>
                  <a:pt x="0" y="8004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72" name="path-167">
            <a:extLst xmlns:a="http://schemas.openxmlformats.org/drawingml/2006/main">
              <a:ext uri="{FF2B5EF4-FFF2-40B4-BE49-F238E27FC236}">
                <a16:creationId xmlns:a16="http://schemas.microsoft.com/office/drawing/2014/main" id="{23807EEA-A71E-4F23-8747-5FE66882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416" y="7397924"/>
            <a:ext cx="307951" cy="129719"/>
          </a:xfrm>
          <a:custGeom xmlns:a="http://schemas.openxmlformats.org/drawingml/2006/main">
            <a:pathLst>
              <a:path w="307951" h="129719">
                <a:moveTo>
                  <a:pt x="0" y="129719"/>
                </a:moveTo>
                <a:lnTo>
                  <a:pt x="3079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dash"/>
          </a:ln>
        </p:spPr>
      </p:sp>
      <p:sp>
        <p:nvSpPr>
          <p:cNvPr id="173" name="path-168">
            <a:extLst xmlns:a="http://schemas.openxmlformats.org/drawingml/2006/main">
              <a:ext uri="{FF2B5EF4-FFF2-40B4-BE49-F238E27FC236}">
                <a16:creationId xmlns:a16="http://schemas.microsoft.com/office/drawing/2014/main" id="{66E8E58E-AB24-4A7D-86BA-3940577E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529" y="7389055"/>
            <a:ext cx="38843" cy="26708"/>
          </a:xfrm>
          <a:custGeom xmlns:a="http://schemas.openxmlformats.org/drawingml/2006/main">
            <a:pathLst>
              <a:path w="38843" h="26708">
                <a:moveTo>
                  <a:pt x="38843" y="0"/>
                </a:moveTo>
                <a:lnTo>
                  <a:pt x="0" y="1556"/>
                </a:lnTo>
                <a:lnTo>
                  <a:pt x="17830" y="8833"/>
                </a:lnTo>
                <a:lnTo>
                  <a:pt x="10552" y="26708"/>
                </a:lnTo>
                <a:lnTo>
                  <a:pt x="3884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path-169">
            <a:extLst xmlns:a="http://schemas.openxmlformats.org/drawingml/2006/main">
              <a:ext uri="{FF2B5EF4-FFF2-40B4-BE49-F238E27FC236}">
                <a16:creationId xmlns:a16="http://schemas.microsoft.com/office/drawing/2014/main" id="{71D66652-52C1-4596-9E57-35E14FC0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492" y="7389102"/>
            <a:ext cx="38834" cy="26655"/>
          </a:xfrm>
          <a:custGeom xmlns:a="http://schemas.openxmlformats.org/drawingml/2006/main">
            <a:pathLst>
              <a:path w="38834" h="26655">
                <a:moveTo>
                  <a:pt x="38834" y="0"/>
                </a:moveTo>
                <a:lnTo>
                  <a:pt x="0" y="1548"/>
                </a:lnTo>
                <a:lnTo>
                  <a:pt x="17875" y="8822"/>
                </a:lnTo>
                <a:lnTo>
                  <a:pt x="10598" y="26655"/>
                </a:lnTo>
                <a:lnTo>
                  <a:pt x="388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75" name="path-170">
            <a:extLst xmlns:a="http://schemas.openxmlformats.org/drawingml/2006/main">
              <a:ext uri="{FF2B5EF4-FFF2-40B4-BE49-F238E27FC236}">
                <a16:creationId xmlns:a16="http://schemas.microsoft.com/office/drawing/2014/main" id="{78805DED-D634-4FFA-8B95-56848BA3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7125" y="8370273"/>
            <a:ext cx="191" cy="93787"/>
          </a:xfrm>
          <a:custGeom xmlns:a="http://schemas.openxmlformats.org/drawingml/2006/main">
            <a:pathLst>
              <a:path w="191" h="93787">
                <a:moveTo>
                  <a:pt x="0" y="0"/>
                </a:moveTo>
                <a:lnTo>
                  <a:pt x="0" y="93787"/>
                </a:lnTo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000000"/>
            </a:solidFill>
            <a:prstDash val="solid"/>
          </a:ln>
        </p:spPr>
      </p:sp>
      <p:sp>
        <p:nvSpPr>
          <p:cNvPr id="176" name="path-171">
            <a:extLst xmlns:a="http://schemas.openxmlformats.org/drawingml/2006/main">
              <a:ext uri="{FF2B5EF4-FFF2-40B4-BE49-F238E27FC236}">
                <a16:creationId xmlns:a16="http://schemas.microsoft.com/office/drawing/2014/main" id="{82F4BD01-E66B-41F8-BDDF-0F74C755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110" y="8434013"/>
            <a:ext cx="60038" cy="80054"/>
          </a:xfrm>
          <a:custGeom xmlns:a="http://schemas.openxmlformats.org/drawingml/2006/main">
            <a:pathLst>
              <a:path w="60038" h="80054">
                <a:moveTo>
                  <a:pt x="30019" y="80054"/>
                </a:moveTo>
                <a:lnTo>
                  <a:pt x="60038" y="0"/>
                </a:lnTo>
                <a:lnTo>
                  <a:pt x="30019" y="30023"/>
                </a:lnTo>
                <a:lnTo>
                  <a:pt x="0" y="0"/>
                </a:lnTo>
                <a:lnTo>
                  <a:pt x="30019" y="8005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ath-172">
            <a:extLst xmlns:a="http://schemas.openxmlformats.org/drawingml/2006/main">
              <a:ext uri="{FF2B5EF4-FFF2-40B4-BE49-F238E27FC236}">
                <a16:creationId xmlns:a16="http://schemas.microsoft.com/office/drawing/2014/main" id="{265A574E-8E33-4334-A8C1-0CBE994C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106" y="8434042"/>
            <a:ext cx="60038" cy="80050"/>
          </a:xfrm>
          <a:custGeom xmlns:a="http://schemas.openxmlformats.org/drawingml/2006/main">
            <a:pathLst>
              <a:path w="60038" h="80050">
                <a:moveTo>
                  <a:pt x="30020" y="80050"/>
                </a:moveTo>
                <a:lnTo>
                  <a:pt x="60038" y="0"/>
                </a:lnTo>
                <a:lnTo>
                  <a:pt x="30020" y="30018"/>
                </a:lnTo>
                <a:lnTo>
                  <a:pt x="0" y="0"/>
                </a:lnTo>
                <a:lnTo>
                  <a:pt x="30020" y="80050"/>
                </a:lnTo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000000"/>
            </a:solidFill>
            <a:prstDash val="solid"/>
          </a:ln>
        </p:spPr>
      </p:sp>
      <p:sp>
        <p:nvSpPr>
          <p:cNvPr id="178" name="path-173">
            <a:extLst xmlns:a="http://schemas.openxmlformats.org/drawingml/2006/main">
              <a:ext uri="{FF2B5EF4-FFF2-40B4-BE49-F238E27FC236}">
                <a16:creationId xmlns:a16="http://schemas.microsoft.com/office/drawing/2014/main" id="{9711E656-3752-42EC-AD60-BB7826C9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984" y="8370273"/>
            <a:ext cx="191" cy="93787"/>
          </a:xfrm>
          <a:custGeom xmlns:a="http://schemas.openxmlformats.org/drawingml/2006/main">
            <a:pathLst>
              <a:path w="191" h="93787">
                <a:moveTo>
                  <a:pt x="0" y="0"/>
                </a:moveTo>
                <a:lnTo>
                  <a:pt x="0" y="93787"/>
                </a:lnTo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000000"/>
            </a:solidFill>
            <a:prstDash val="solid"/>
          </a:ln>
        </p:spPr>
      </p:sp>
      <p:sp>
        <p:nvSpPr>
          <p:cNvPr id="179" name="path-174">
            <a:extLst xmlns:a="http://schemas.openxmlformats.org/drawingml/2006/main">
              <a:ext uri="{FF2B5EF4-FFF2-40B4-BE49-F238E27FC236}">
                <a16:creationId xmlns:a16="http://schemas.microsoft.com/office/drawing/2014/main" id="{2F7C2A0D-6C6A-40E9-9510-135AD005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3964" y="8434013"/>
            <a:ext cx="60038" cy="80054"/>
          </a:xfrm>
          <a:custGeom xmlns:a="http://schemas.openxmlformats.org/drawingml/2006/main">
            <a:pathLst>
              <a:path w="60038" h="80054">
                <a:moveTo>
                  <a:pt x="30020" y="80054"/>
                </a:moveTo>
                <a:lnTo>
                  <a:pt x="60038" y="0"/>
                </a:lnTo>
                <a:lnTo>
                  <a:pt x="30020" y="30023"/>
                </a:lnTo>
                <a:lnTo>
                  <a:pt x="0" y="0"/>
                </a:lnTo>
                <a:lnTo>
                  <a:pt x="30020" y="8005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path-175">
            <a:extLst xmlns:a="http://schemas.openxmlformats.org/drawingml/2006/main">
              <a:ext uri="{FF2B5EF4-FFF2-40B4-BE49-F238E27FC236}">
                <a16:creationId xmlns:a16="http://schemas.microsoft.com/office/drawing/2014/main" id="{34997F31-2BE9-4597-8C7C-F2EC17D3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3964" y="8434042"/>
            <a:ext cx="60038" cy="80050"/>
          </a:xfrm>
          <a:custGeom xmlns:a="http://schemas.openxmlformats.org/drawingml/2006/main">
            <a:pathLst>
              <a:path w="60038" h="80050">
                <a:moveTo>
                  <a:pt x="30020" y="80050"/>
                </a:moveTo>
                <a:lnTo>
                  <a:pt x="60038" y="0"/>
                </a:lnTo>
                <a:lnTo>
                  <a:pt x="30020" y="30018"/>
                </a:lnTo>
                <a:lnTo>
                  <a:pt x="0" y="0"/>
                </a:lnTo>
                <a:lnTo>
                  <a:pt x="30020" y="80050"/>
                </a:lnTo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000000"/>
            </a:solidFill>
            <a:prstDash val="solid"/>
          </a:ln>
        </p:spPr>
      </p:sp>
      <p:sp>
        <p:nvSpPr>
          <p:cNvPr id="181" name="path-176">
            <a:extLst xmlns:a="http://schemas.openxmlformats.org/drawingml/2006/main">
              <a:ext uri="{FF2B5EF4-FFF2-40B4-BE49-F238E27FC236}">
                <a16:creationId xmlns:a16="http://schemas.microsoft.com/office/drawing/2014/main" id="{EBC322F3-9D0E-4B42-92CC-D8BB113D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0848" y="8370273"/>
            <a:ext cx="191" cy="93787"/>
          </a:xfrm>
          <a:custGeom xmlns:a="http://schemas.openxmlformats.org/drawingml/2006/main">
            <a:pathLst>
              <a:path w="191" h="93787">
                <a:moveTo>
                  <a:pt x="0" y="0"/>
                </a:moveTo>
                <a:lnTo>
                  <a:pt x="0" y="93787"/>
                </a:lnTo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000000"/>
            </a:solidFill>
            <a:prstDash val="solid"/>
          </a:ln>
        </p:spPr>
      </p:sp>
      <p:sp>
        <p:nvSpPr>
          <p:cNvPr id="182" name="path-177">
            <a:extLst xmlns:a="http://schemas.openxmlformats.org/drawingml/2006/main">
              <a:ext uri="{FF2B5EF4-FFF2-40B4-BE49-F238E27FC236}">
                <a16:creationId xmlns:a16="http://schemas.microsoft.com/office/drawing/2014/main" id="{32C14F8B-2387-436B-B9ED-6726C361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819" y="8434013"/>
            <a:ext cx="60039" cy="80054"/>
          </a:xfrm>
          <a:custGeom xmlns:a="http://schemas.openxmlformats.org/drawingml/2006/main">
            <a:pathLst>
              <a:path w="60039" h="80054">
                <a:moveTo>
                  <a:pt x="30020" y="80054"/>
                </a:moveTo>
                <a:lnTo>
                  <a:pt x="60039" y="0"/>
                </a:lnTo>
                <a:lnTo>
                  <a:pt x="30020" y="30023"/>
                </a:lnTo>
                <a:lnTo>
                  <a:pt x="0" y="0"/>
                </a:lnTo>
                <a:lnTo>
                  <a:pt x="30020" y="8005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path-178">
            <a:extLst xmlns:a="http://schemas.openxmlformats.org/drawingml/2006/main">
              <a:ext uri="{FF2B5EF4-FFF2-40B4-BE49-F238E27FC236}">
                <a16:creationId xmlns:a16="http://schemas.microsoft.com/office/drawing/2014/main" id="{54B099E8-1C33-490B-8BA6-0CE45A4F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829" y="8434042"/>
            <a:ext cx="60038" cy="80050"/>
          </a:xfrm>
          <a:custGeom xmlns:a="http://schemas.openxmlformats.org/drawingml/2006/main">
            <a:pathLst>
              <a:path w="60038" h="80050">
                <a:moveTo>
                  <a:pt x="30019" y="80050"/>
                </a:moveTo>
                <a:lnTo>
                  <a:pt x="60038" y="0"/>
                </a:lnTo>
                <a:lnTo>
                  <a:pt x="30019" y="30018"/>
                </a:lnTo>
                <a:lnTo>
                  <a:pt x="0" y="0"/>
                </a:lnTo>
                <a:lnTo>
                  <a:pt x="30019" y="80050"/>
                </a:lnTo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000000"/>
            </a:solidFill>
            <a:prstDash val="solid"/>
          </a:ln>
        </p:spPr>
      </p:sp>
      <p:sp>
        <p:nvSpPr>
          <p:cNvPr id="184" name="path-179">
            <a:extLst xmlns:a="http://schemas.openxmlformats.org/drawingml/2006/main">
              <a:ext uri="{FF2B5EF4-FFF2-40B4-BE49-F238E27FC236}">
                <a16:creationId xmlns:a16="http://schemas.microsoft.com/office/drawing/2014/main" id="{C22C5921-CE51-4FBD-BFAE-10304E2E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249" y="8563744"/>
            <a:ext cx="1740847" cy="278258"/>
          </a:xfrm>
          <a:custGeom xmlns:a="http://schemas.openxmlformats.org/drawingml/2006/main">
            <a:pathLst>
              <a:path w="1740847" h="278258">
                <a:moveTo>
                  <a:pt x="0" y="0"/>
                </a:moveTo>
                <a:lnTo>
                  <a:pt x="1740847" y="0"/>
                </a:lnTo>
                <a:lnTo>
                  <a:pt x="1740847" y="278258"/>
                </a:lnTo>
                <a:lnTo>
                  <a:pt x="0" y="278258"/>
                </a:lnTo>
                <a:close/>
              </a:path>
            </a:pathLst>
          </a:cu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text-180 “Downy">
            <a:extLst xmlns:a="http://schemas.openxmlformats.org/drawingml/2006/main">
              <a:ext uri="{FF2B5EF4-FFF2-40B4-BE49-F238E27FC236}">
                <a16:creationId xmlns:a16="http://schemas.microsoft.com/office/drawing/2014/main" id="{40E586C5-8464-4ADC-9984-BFC2BBCA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62992" y="8591014"/>
            <a:ext cx="584528" cy="2292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“Downy</a:t>
            </a:r>
          </a:p>
        </p:txBody>
      </p:sp>
      <p:sp>
        <p:nvSpPr>
          <p:cNvPr id="186" name="text-180 woodpecker.”">
            <a:extLst xmlns:a="http://schemas.openxmlformats.org/drawingml/2006/main">
              <a:ext uri="{FF2B5EF4-FFF2-40B4-BE49-F238E27FC236}">
                <a16:creationId xmlns:a16="http://schemas.microsoft.com/office/drawing/2014/main" id="{456DC587-A811-431F-A8EF-3593B13E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3528" y="8591016"/>
            <a:ext cx="1006374" cy="229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woodpecker.”</a:t>
            </a:r>
          </a:p>
        </p:txBody>
      </p:sp>
      <p:sp>
        <p:nvSpPr>
          <p:cNvPr id="187" name="path-181">
            <a:extLst xmlns:a="http://schemas.openxmlformats.org/drawingml/2006/main">
              <a:ext uri="{FF2B5EF4-FFF2-40B4-BE49-F238E27FC236}">
                <a16:creationId xmlns:a16="http://schemas.microsoft.com/office/drawing/2014/main" id="{7B294161-3263-4A9A-BF88-D68ED111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114" y="8563744"/>
            <a:ext cx="1740846" cy="278258"/>
          </a:xfrm>
          <a:custGeom xmlns:a="http://schemas.openxmlformats.org/drawingml/2006/main">
            <a:pathLst>
              <a:path w="1740846" h="278258">
                <a:moveTo>
                  <a:pt x="0" y="0"/>
                </a:moveTo>
                <a:lnTo>
                  <a:pt x="1740846" y="0"/>
                </a:lnTo>
                <a:lnTo>
                  <a:pt x="1740846" y="278258"/>
                </a:lnTo>
                <a:lnTo>
                  <a:pt x="0" y="278258"/>
                </a:lnTo>
                <a:close/>
              </a:path>
            </a:pathLst>
          </a:cu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text-182 “A">
            <a:extLst xmlns:a="http://schemas.openxmlformats.org/drawingml/2006/main">
              <a:ext uri="{FF2B5EF4-FFF2-40B4-BE49-F238E27FC236}">
                <a16:creationId xmlns:a16="http://schemas.microsoft.com/office/drawing/2014/main" id="{080529C2-7C03-4532-B6EA-F611B951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2600" y="8591046"/>
            <a:ext cx="193213" cy="229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“A</a:t>
            </a:r>
          </a:p>
        </p:txBody>
      </p:sp>
      <p:sp>
        <p:nvSpPr>
          <p:cNvPr id="189" name="text-182 man">
            <a:extLst xmlns:a="http://schemas.openxmlformats.org/drawingml/2006/main">
              <a:ext uri="{FF2B5EF4-FFF2-40B4-BE49-F238E27FC236}">
                <a16:creationId xmlns:a16="http://schemas.microsoft.com/office/drawing/2014/main" id="{B1F4923F-1DA6-40D6-A32A-EE2AE25F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5753" y="8591041"/>
            <a:ext cx="348008" cy="2292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man</a:t>
            </a:r>
          </a:p>
        </p:txBody>
      </p:sp>
      <p:sp>
        <p:nvSpPr>
          <p:cNvPr id="190" name="text-182 plays">
            <a:extLst xmlns:a="http://schemas.openxmlformats.org/drawingml/2006/main">
              <a:ext uri="{FF2B5EF4-FFF2-40B4-BE49-F238E27FC236}">
                <a16:creationId xmlns:a16="http://schemas.microsoft.com/office/drawing/2014/main" id="{6BBD59D5-5F6C-46CE-B229-7E0B6D04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9781" y="8590996"/>
            <a:ext cx="411752" cy="229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plays</a:t>
            </a:r>
          </a:p>
        </p:txBody>
      </p:sp>
      <p:sp>
        <p:nvSpPr>
          <p:cNvPr id="191" name="text-182 tennis.”">
            <a:extLst xmlns:a="http://schemas.openxmlformats.org/drawingml/2006/main">
              <a:ext uri="{FF2B5EF4-FFF2-40B4-BE49-F238E27FC236}">
                <a16:creationId xmlns:a16="http://schemas.microsoft.com/office/drawing/2014/main" id="{3C983972-122D-43FC-A001-028841FC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7538" y="8591006"/>
            <a:ext cx="566453" cy="2292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tennis.”</a:t>
            </a:r>
          </a:p>
        </p:txBody>
      </p:sp>
      <p:sp>
        <p:nvSpPr>
          <p:cNvPr id="192" name="path-183">
            <a:extLst xmlns:a="http://schemas.openxmlformats.org/drawingml/2006/main">
              <a:ext uri="{FF2B5EF4-FFF2-40B4-BE49-F238E27FC236}">
                <a16:creationId xmlns:a16="http://schemas.microsoft.com/office/drawing/2014/main" id="{9D4C803F-0AA4-4E78-9A28-15968FEC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4977" y="8563744"/>
            <a:ext cx="1740847" cy="278258"/>
          </a:xfrm>
          <a:custGeom xmlns:a="http://schemas.openxmlformats.org/drawingml/2006/main">
            <a:pathLst>
              <a:path w="1740847" h="278258">
                <a:moveTo>
                  <a:pt x="0" y="0"/>
                </a:moveTo>
                <a:lnTo>
                  <a:pt x="1740847" y="0"/>
                </a:lnTo>
                <a:lnTo>
                  <a:pt x="1740847" y="278258"/>
                </a:lnTo>
                <a:lnTo>
                  <a:pt x="0" y="278258"/>
                </a:lnTo>
                <a:close/>
              </a:path>
            </a:pathLst>
          </a:cu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text-184 “Pulmonary">
            <a:extLst xmlns:a="http://schemas.openxmlformats.org/drawingml/2006/main">
              <a:ext uri="{FF2B5EF4-FFF2-40B4-BE49-F238E27FC236}">
                <a16:creationId xmlns:a16="http://schemas.microsoft.com/office/drawing/2014/main" id="{864C591A-345A-4FB0-B55F-5AFAF209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4735" y="8591021"/>
            <a:ext cx="866685" cy="229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“Pulmonary</a:t>
            </a:r>
          </a:p>
        </p:txBody>
      </p:sp>
      <p:sp>
        <p:nvSpPr>
          <p:cNvPr id="194" name="text-184 fibrosis.”">
            <a:extLst xmlns:a="http://schemas.openxmlformats.org/drawingml/2006/main">
              <a:ext uri="{FF2B5EF4-FFF2-40B4-BE49-F238E27FC236}">
                <a16:creationId xmlns:a16="http://schemas.microsoft.com/office/drawing/2014/main" id="{F381126E-5EED-4971-A45D-7B9442B2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7429" y="8591017"/>
            <a:ext cx="648158" cy="229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fibrosis.”</a:t>
            </a:r>
          </a:p>
        </p:txBody>
      </p:sp>
      <p:pic>
        <p:nvPic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D4FD1535-7E1A-4012-AB7B-951740803B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84b90add54a2a"/>
          <a:stretch xmlns:a="http://schemas.openxmlformats.org/drawingml/2006/main"/>
        </p:blipFill>
        <p:spPr>
          <a:xfrm xmlns:a="http://schemas.openxmlformats.org/drawingml/2006/main">
            <a:off x="10365535" y="6770862"/>
            <a:ext cx="1562100" cy="1562100"/>
          </a:xfrm>
          <a:prstGeom xmlns:a="http://schemas.openxmlformats.org/drawingml/2006/main" prst="rect">
            <a:avLst/>
          </a:prstGeom>
        </p:spPr>
      </p:pic>
      <p:sp>
        <p:nvSpPr>
          <p:cNvPr id="196" name="path-186">
            <a:extLst xmlns:a="http://schemas.openxmlformats.org/drawingml/2006/main">
              <a:ext uri="{FF2B5EF4-FFF2-40B4-BE49-F238E27FC236}">
                <a16:creationId xmlns:a16="http://schemas.microsoft.com/office/drawing/2014/main" id="{1BE7FC3B-F435-4543-86BE-4D91B02E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5829" y="6779261"/>
            <a:ext cx="1552862" cy="1546440"/>
          </a:xfrm>
          <a:custGeom xmlns:a="http://schemas.openxmlformats.org/drawingml/2006/main">
            <a:pathLst>
              <a:path w="1552862" h="1546440">
                <a:moveTo>
                  <a:pt x="0" y="0"/>
                </a:moveTo>
                <a:lnTo>
                  <a:pt x="0" y="1546440"/>
                </a:lnTo>
                <a:lnTo>
                  <a:pt x="1552862" y="1546440"/>
                </a:lnTo>
                <a:lnTo>
                  <a:pt x="155286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000000"/>
            </a:solidFill>
            <a:prstDash val="solid"/>
          </a:ln>
        </p:spPr>
      </p:sp>
      <p:pic>
        <p:nvPic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C2BEF9B8-3AAF-4DB1-B63B-98D76637E5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9dd30163a344c4"/>
          <a:stretch xmlns:a="http://schemas.openxmlformats.org/drawingml/2006/main"/>
        </p:blipFill>
        <p:spPr>
          <a:xfrm xmlns:a="http://schemas.openxmlformats.org/drawingml/2006/main">
            <a:off x="10536985" y="6932787"/>
            <a:ext cx="542925" cy="533400"/>
          </a:xfrm>
          <a:prstGeom xmlns:a="http://schemas.openxmlformats.org/drawingml/2006/main" prst="rect">
            <a:avLst/>
          </a:prstGeom>
        </p:spPr>
      </p:pic>
      <p:sp>
        <p:nvSpPr>
          <p:cNvPr id="198" name="path-188">
            <a:extLst xmlns:a="http://schemas.openxmlformats.org/drawingml/2006/main">
              <a:ext uri="{FF2B5EF4-FFF2-40B4-BE49-F238E27FC236}">
                <a16:creationId xmlns:a16="http://schemas.microsoft.com/office/drawing/2014/main" id="{4408FF8A-F342-474B-A2CD-8D6BB63A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5413" y="6949823"/>
            <a:ext cx="499547" cy="499500"/>
          </a:xfrm>
          <a:custGeom xmlns:a="http://schemas.openxmlformats.org/drawingml/2006/main">
            <a:pathLst>
              <a:path w="499547" h="499500">
                <a:moveTo>
                  <a:pt x="410680" y="88873"/>
                </a:moveTo>
                <a:cubicBezTo>
                  <a:pt x="499547" y="177748"/>
                  <a:pt x="499547" y="321840"/>
                  <a:pt x="410680" y="410716"/>
                </a:cubicBezTo>
                <a:cubicBezTo>
                  <a:pt x="321815" y="499500"/>
                  <a:pt x="177732" y="499500"/>
                  <a:pt x="88866" y="410716"/>
                </a:cubicBezTo>
                <a:cubicBezTo>
                  <a:pt x="0" y="321840"/>
                  <a:pt x="0" y="177748"/>
                  <a:pt x="88866" y="88873"/>
                </a:cubicBezTo>
                <a:cubicBezTo>
                  <a:pt x="177732" y="0"/>
                  <a:pt x="321815" y="0"/>
                  <a:pt x="410680" y="88873"/>
                </a:cubicBez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99" name="text-189 1">
            <a:extLst xmlns:a="http://schemas.openxmlformats.org/drawingml/2006/main">
              <a:ext uri="{FF2B5EF4-FFF2-40B4-BE49-F238E27FC236}">
                <a16:creationId xmlns:a16="http://schemas.microsoft.com/office/drawing/2014/main" id="{D7347FBF-8F5A-4176-8C19-C3B8F7C9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63136" y="7101596"/>
            <a:ext cx="107170" cy="203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pic>
        <p:nvPic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4CDE3BBC-50FD-4774-8C27-6AA965E520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dc41a3f3c946a9"/>
          <a:stretch xmlns:a="http://schemas.openxmlformats.org/drawingml/2006/main"/>
        </p:blipFill>
        <p:spPr>
          <a:xfrm xmlns:a="http://schemas.openxmlformats.org/drawingml/2006/main">
            <a:off x="10765585" y="7370937"/>
            <a:ext cx="533400" cy="542925"/>
          </a:xfrm>
          <a:prstGeom xmlns:a="http://schemas.openxmlformats.org/drawingml/2006/main" prst="rect">
            <a:avLst/>
          </a:prstGeom>
        </p:spPr>
      </p:pic>
      <p:sp>
        <p:nvSpPr>
          <p:cNvPr id="201" name="path-191">
            <a:extLst xmlns:a="http://schemas.openxmlformats.org/drawingml/2006/main">
              <a:ext uri="{FF2B5EF4-FFF2-40B4-BE49-F238E27FC236}">
                <a16:creationId xmlns:a16="http://schemas.microsoft.com/office/drawing/2014/main" id="{92C57A49-9DD8-40B7-978A-D08F4431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4723" y="7388284"/>
            <a:ext cx="499547" cy="499500"/>
          </a:xfrm>
          <a:custGeom xmlns:a="http://schemas.openxmlformats.org/drawingml/2006/main">
            <a:pathLst>
              <a:path w="499547" h="499500">
                <a:moveTo>
                  <a:pt x="410681" y="88876"/>
                </a:moveTo>
                <a:cubicBezTo>
                  <a:pt x="499547" y="177751"/>
                  <a:pt x="499547" y="321840"/>
                  <a:pt x="410681" y="410625"/>
                </a:cubicBezTo>
                <a:cubicBezTo>
                  <a:pt x="321814" y="499500"/>
                  <a:pt x="177732" y="499500"/>
                  <a:pt x="88867" y="410625"/>
                </a:cubicBezTo>
                <a:cubicBezTo>
                  <a:pt x="0" y="321840"/>
                  <a:pt x="0" y="177751"/>
                  <a:pt x="88867" y="88876"/>
                </a:cubicBezTo>
                <a:cubicBezTo>
                  <a:pt x="177732" y="0"/>
                  <a:pt x="321814" y="0"/>
                  <a:pt x="410681" y="888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202" name="text-192 2">
            <a:extLst xmlns:a="http://schemas.openxmlformats.org/drawingml/2006/main">
              <a:ext uri="{FF2B5EF4-FFF2-40B4-BE49-F238E27FC236}">
                <a16:creationId xmlns:a16="http://schemas.microsoft.com/office/drawing/2014/main" id="{555C01FD-E751-4DA3-AAC9-4934287E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1791" y="7539967"/>
            <a:ext cx="107170" cy="203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3" name="path-193">
            <a:extLst xmlns:a="http://schemas.openxmlformats.org/drawingml/2006/main">
              <a:ext uri="{FF2B5EF4-FFF2-40B4-BE49-F238E27FC236}">
                <a16:creationId xmlns:a16="http://schemas.microsoft.com/office/drawing/2014/main" id="{9928AA8B-9A46-4742-83CB-78636A52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6332" y="7253378"/>
            <a:ext cx="89684" cy="132176"/>
          </a:xfrm>
          <a:custGeom xmlns:a="http://schemas.openxmlformats.org/drawingml/2006/main">
            <a:pathLst>
              <a:path w="89684" h="132176">
                <a:moveTo>
                  <a:pt x="0" y="0"/>
                </a:moveTo>
                <a:cubicBezTo>
                  <a:pt x="30164" y="17466"/>
                  <a:pt x="56254" y="40661"/>
                  <a:pt x="72328" y="71410"/>
                </a:cubicBezTo>
                <a:cubicBezTo>
                  <a:pt x="82288" y="90421"/>
                  <a:pt x="87683" y="110980"/>
                  <a:pt x="89684" y="132176"/>
                </a:cubicBez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dash"/>
          </a:ln>
        </p:spPr>
      </p:sp>
      <p:sp>
        <p:nvSpPr>
          <p:cNvPr id="204" name="path-194">
            <a:extLst xmlns:a="http://schemas.openxmlformats.org/drawingml/2006/main">
              <a:ext uri="{FF2B5EF4-FFF2-40B4-BE49-F238E27FC236}">
                <a16:creationId xmlns:a16="http://schemas.microsoft.com/office/drawing/2014/main" id="{53B2C83E-E345-4E0A-BA24-C91223E7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2326" y="7371862"/>
            <a:ext cx="27291" cy="36414"/>
          </a:xfrm>
          <a:custGeom xmlns:a="http://schemas.openxmlformats.org/drawingml/2006/main">
            <a:pathLst>
              <a:path w="27291" h="36414">
                <a:moveTo>
                  <a:pt x="13737" y="36414"/>
                </a:moveTo>
                <a:lnTo>
                  <a:pt x="27291" y="0"/>
                </a:lnTo>
                <a:lnTo>
                  <a:pt x="13737" y="13672"/>
                </a:lnTo>
                <a:lnTo>
                  <a:pt x="0" y="45"/>
                </a:lnTo>
                <a:lnTo>
                  <a:pt x="13737" y="3641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path-195">
            <a:extLst xmlns:a="http://schemas.openxmlformats.org/drawingml/2006/main">
              <a:ext uri="{FF2B5EF4-FFF2-40B4-BE49-F238E27FC236}">
                <a16:creationId xmlns:a16="http://schemas.microsoft.com/office/drawing/2014/main" id="{27206F53-5BC7-471B-9C3F-A349C870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2353" y="7371909"/>
            <a:ext cx="27291" cy="36386"/>
          </a:xfrm>
          <a:custGeom xmlns:a="http://schemas.openxmlformats.org/drawingml/2006/main">
            <a:pathLst>
              <a:path w="27291" h="36386">
                <a:moveTo>
                  <a:pt x="13709" y="36386"/>
                </a:moveTo>
                <a:lnTo>
                  <a:pt x="27291" y="0"/>
                </a:lnTo>
                <a:lnTo>
                  <a:pt x="13663" y="13646"/>
                </a:lnTo>
                <a:lnTo>
                  <a:pt x="0" y="0"/>
                </a:lnTo>
                <a:lnTo>
                  <a:pt x="13709" y="36386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206" name="path-196">
            <a:extLst xmlns:a="http://schemas.openxmlformats.org/drawingml/2006/main">
              <a:ext uri="{FF2B5EF4-FFF2-40B4-BE49-F238E27FC236}">
                <a16:creationId xmlns:a16="http://schemas.microsoft.com/office/drawing/2014/main" id="{F29F4FD8-BD06-4A36-825F-CC4E130A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796" y="8563744"/>
            <a:ext cx="1740846" cy="278258"/>
          </a:xfrm>
          <a:custGeom xmlns:a="http://schemas.openxmlformats.org/drawingml/2006/main">
            <a:pathLst>
              <a:path w="1740846" h="278258">
                <a:moveTo>
                  <a:pt x="0" y="0"/>
                </a:moveTo>
                <a:lnTo>
                  <a:pt x="1740846" y="0"/>
                </a:lnTo>
                <a:lnTo>
                  <a:pt x="1740846" y="278258"/>
                </a:lnTo>
                <a:lnTo>
                  <a:pt x="0" y="278258"/>
                </a:lnTo>
                <a:close/>
              </a:path>
            </a:pathLst>
          </a:custGeom>
          <a:solidFill xmlns:a="http://schemas.openxmlformats.org/drawingml/2006/main">
            <a:srgbClr val="D2D2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text-197 “Diabetic">
            <a:extLst xmlns:a="http://schemas.openxmlformats.org/drawingml/2006/main">
              <a:ext uri="{FF2B5EF4-FFF2-40B4-BE49-F238E27FC236}">
                <a16:creationId xmlns:a16="http://schemas.microsoft.com/office/drawing/2014/main" id="{8FA5CDF8-B70F-46DB-A7B0-FA65C8E9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7463" y="8591016"/>
            <a:ext cx="675600" cy="229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“Diabetic</a:t>
            </a:r>
          </a:p>
        </p:txBody>
      </p:sp>
      <p:sp>
        <p:nvSpPr>
          <p:cNvPr id="208" name="text-197 retinopathy.”">
            <a:extLst xmlns:a="http://schemas.openxmlformats.org/drawingml/2006/main">
              <a:ext uri="{FF2B5EF4-FFF2-40B4-BE49-F238E27FC236}">
                <a16:creationId xmlns:a16="http://schemas.microsoft.com/office/drawing/2014/main" id="{AB1A0255-D136-4410-8185-0ABDD9A3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39070" y="8591008"/>
            <a:ext cx="927536" cy="229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retinopathy.”</a:t>
            </a:r>
          </a:p>
        </p:txBody>
      </p:sp>
      <p:sp>
        <p:nvSpPr>
          <p:cNvPr id="209" name="path-198">
            <a:extLst xmlns:a="http://schemas.openxmlformats.org/drawingml/2006/main">
              <a:ext uri="{FF2B5EF4-FFF2-40B4-BE49-F238E27FC236}">
                <a16:creationId xmlns:a16="http://schemas.microsoft.com/office/drawing/2014/main" id="{B163C26A-81CD-4007-9D28-894F7D5D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7712" y="8370273"/>
            <a:ext cx="191" cy="93787"/>
          </a:xfrm>
          <a:custGeom xmlns:a="http://schemas.openxmlformats.org/drawingml/2006/main">
            <a:pathLst>
              <a:path w="191" h="93787">
                <a:moveTo>
                  <a:pt x="0" y="0"/>
                </a:moveTo>
                <a:lnTo>
                  <a:pt x="0" y="93787"/>
                </a:lnTo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000000"/>
            </a:solidFill>
            <a:prstDash val="solid"/>
          </a:ln>
        </p:spPr>
      </p:sp>
      <p:sp>
        <p:nvSpPr>
          <p:cNvPr id="210" name="path-199">
            <a:extLst xmlns:a="http://schemas.openxmlformats.org/drawingml/2006/main">
              <a:ext uri="{FF2B5EF4-FFF2-40B4-BE49-F238E27FC236}">
                <a16:creationId xmlns:a16="http://schemas.microsoft.com/office/drawing/2014/main" id="{BDC6E837-080B-435D-A8F5-5250445E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7693" y="8434013"/>
            <a:ext cx="60038" cy="80054"/>
          </a:xfrm>
          <a:custGeom xmlns:a="http://schemas.openxmlformats.org/drawingml/2006/main">
            <a:pathLst>
              <a:path w="60038" h="80054">
                <a:moveTo>
                  <a:pt x="30020" y="80054"/>
                </a:moveTo>
                <a:lnTo>
                  <a:pt x="60038" y="0"/>
                </a:lnTo>
                <a:lnTo>
                  <a:pt x="30020" y="30023"/>
                </a:lnTo>
                <a:lnTo>
                  <a:pt x="0" y="0"/>
                </a:lnTo>
                <a:lnTo>
                  <a:pt x="30020" y="8005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ath-200">
            <a:extLst xmlns:a="http://schemas.openxmlformats.org/drawingml/2006/main">
              <a:ext uri="{FF2B5EF4-FFF2-40B4-BE49-F238E27FC236}">
                <a16:creationId xmlns:a16="http://schemas.microsoft.com/office/drawing/2014/main" id="{D97D4EC6-B37C-4ECD-8C1A-6F3B26DF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7693" y="8434042"/>
            <a:ext cx="60038" cy="80050"/>
          </a:xfrm>
          <a:custGeom xmlns:a="http://schemas.openxmlformats.org/drawingml/2006/main">
            <a:pathLst>
              <a:path w="60038" h="80050">
                <a:moveTo>
                  <a:pt x="30020" y="80050"/>
                </a:moveTo>
                <a:lnTo>
                  <a:pt x="60038" y="0"/>
                </a:lnTo>
                <a:lnTo>
                  <a:pt x="30020" y="30018"/>
                </a:lnTo>
                <a:lnTo>
                  <a:pt x="0" y="0"/>
                </a:lnTo>
                <a:lnTo>
                  <a:pt x="30020" y="80050"/>
                </a:lnTo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000000"/>
            </a:solidFill>
            <a:prstDash val="solid"/>
          </a:ln>
        </p:spPr>
      </p:sp>
      <p:sp>
        <p:nvSpPr>
          <p:cNvPr id="212" name="text-201 Visual">
            <a:extLst xmlns:a="http://schemas.openxmlformats.org/drawingml/2006/main">
              <a:ext uri="{FF2B5EF4-FFF2-40B4-BE49-F238E27FC236}">
                <a16:creationId xmlns:a16="http://schemas.microsoft.com/office/drawing/2014/main" id="{6200F205-09F7-4D05-9DD6-BF532710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5227" y="8950945"/>
            <a:ext cx="420029" cy="203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213" name="text-202 Environments">
            <a:extLst xmlns:a="http://schemas.openxmlformats.org/drawingml/2006/main">
              <a:ext uri="{FF2B5EF4-FFF2-40B4-BE49-F238E27FC236}">
                <a16:creationId xmlns:a16="http://schemas.microsoft.com/office/drawing/2014/main" id="{C34354B0-E036-4C66-8226-4AA4DBFF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7197" y="9110322"/>
            <a:ext cx="916102" cy="203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Environments</a:t>
            </a:r>
          </a:p>
        </p:txBody>
      </p:sp>
      <p:sp>
        <p:nvSpPr>
          <p:cNvPr id="214" name="path-203">
            <a:extLst xmlns:a="http://schemas.openxmlformats.org/drawingml/2006/main">
              <a:ext uri="{FF2B5EF4-FFF2-40B4-BE49-F238E27FC236}">
                <a16:creationId xmlns:a16="http://schemas.microsoft.com/office/drawing/2014/main" id="{7D2E60C2-CE7C-4E62-92E3-D410DECA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690" y="9124118"/>
            <a:ext cx="153826" cy="3730"/>
          </a:xfrm>
          <a:custGeom xmlns:a="http://schemas.openxmlformats.org/drawingml/2006/main">
            <a:pathLst>
              <a:path w="153826" h="3730">
                <a:moveTo>
                  <a:pt x="0" y="0"/>
                </a:moveTo>
                <a:lnTo>
                  <a:pt x="153826" y="3730"/>
                </a:lnTo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000000"/>
            </a:solidFill>
            <a:prstDash val="solid"/>
          </a:ln>
        </p:spPr>
      </p:sp>
      <p:sp>
        <p:nvSpPr>
          <p:cNvPr id="215" name="path-204">
            <a:extLst xmlns:a="http://schemas.openxmlformats.org/drawingml/2006/main">
              <a:ext uri="{FF2B5EF4-FFF2-40B4-BE49-F238E27FC236}">
                <a16:creationId xmlns:a16="http://schemas.microsoft.com/office/drawing/2014/main" id="{4B66181B-A613-4051-8F6E-7CC240DC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004" y="9099423"/>
            <a:ext cx="81479" cy="59960"/>
          </a:xfrm>
          <a:custGeom xmlns:a="http://schemas.openxmlformats.org/drawingml/2006/main">
            <a:pathLst>
              <a:path w="81479" h="59960">
                <a:moveTo>
                  <a:pt x="81479" y="25893"/>
                </a:moveTo>
                <a:lnTo>
                  <a:pt x="0" y="0"/>
                </a:lnTo>
                <a:lnTo>
                  <a:pt x="31511" y="28447"/>
                </a:lnTo>
                <a:lnTo>
                  <a:pt x="3066" y="59960"/>
                </a:lnTo>
                <a:lnTo>
                  <a:pt x="81479" y="2589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path-205">
            <a:extLst xmlns:a="http://schemas.openxmlformats.org/drawingml/2006/main">
              <a:ext uri="{FF2B5EF4-FFF2-40B4-BE49-F238E27FC236}">
                <a16:creationId xmlns:a16="http://schemas.microsoft.com/office/drawing/2014/main" id="{5947CD84-F5A4-4E0C-BF4A-CD7F37AD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8004" y="9099465"/>
            <a:ext cx="81479" cy="59948"/>
          </a:xfrm>
          <a:custGeom xmlns:a="http://schemas.openxmlformats.org/drawingml/2006/main">
            <a:pathLst>
              <a:path w="81479" h="59948">
                <a:moveTo>
                  <a:pt x="81479" y="25834"/>
                </a:moveTo>
                <a:lnTo>
                  <a:pt x="0" y="0"/>
                </a:lnTo>
                <a:lnTo>
                  <a:pt x="31511" y="28382"/>
                </a:lnTo>
                <a:lnTo>
                  <a:pt x="3065" y="59948"/>
                </a:lnTo>
                <a:lnTo>
                  <a:pt x="81479" y="25834"/>
                </a:lnTo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000000"/>
            </a:solidFill>
            <a:prstDash val="solid"/>
          </a:ln>
        </p:spPr>
      </p:sp>
      <p:sp>
        <p:nvSpPr>
          <p:cNvPr id="217" name="text-206 Sequentially">
            <a:extLst xmlns:a="http://schemas.openxmlformats.org/drawingml/2006/main">
              <a:ext uri="{FF2B5EF4-FFF2-40B4-BE49-F238E27FC236}">
                <a16:creationId xmlns:a16="http://schemas.microsoft.com/office/drawing/2014/main" id="{E1D54212-D93D-4334-AB84-B36963F9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9041" y="8950947"/>
            <a:ext cx="819255" cy="203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Sequentially</a:t>
            </a:r>
          </a:p>
        </p:txBody>
      </p:sp>
      <p:sp>
        <p:nvSpPr>
          <p:cNvPr id="218" name="text-206 Fixating">
            <a:extLst xmlns:a="http://schemas.openxmlformats.org/drawingml/2006/main">
              <a:ext uri="{FF2B5EF4-FFF2-40B4-BE49-F238E27FC236}">
                <a16:creationId xmlns:a16="http://schemas.microsoft.com/office/drawing/2014/main" id="{98D3666A-7801-43AA-9995-E335BF34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2504" y="8950949"/>
            <a:ext cx="535867" cy="203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Fixating</a:t>
            </a:r>
          </a:p>
        </p:txBody>
      </p:sp>
      <p:sp>
        <p:nvSpPr>
          <p:cNvPr id="219" name="text-206 on">
            <a:extLst xmlns:a="http://schemas.openxmlformats.org/drawingml/2006/main">
              <a:ext uri="{FF2B5EF4-FFF2-40B4-BE49-F238E27FC236}">
                <a16:creationId xmlns:a16="http://schemas.microsoft.com/office/drawing/2014/main" id="{E6748CB2-81FD-4FBF-B101-A2FF2E26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2585" y="8950952"/>
            <a:ext cx="188125" cy="20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</a:t>
            </a:r>
          </a:p>
        </p:txBody>
      </p:sp>
      <p:sp>
        <p:nvSpPr>
          <p:cNvPr id="220" name="text-206 Regions">
            <a:extLst xmlns:a="http://schemas.openxmlformats.org/drawingml/2006/main">
              <a:ext uri="{FF2B5EF4-FFF2-40B4-BE49-F238E27FC236}">
                <a16:creationId xmlns:a16="http://schemas.microsoft.com/office/drawing/2014/main" id="{BC1743DB-4E54-49C6-BC37-43B25BEF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4925" y="8950951"/>
            <a:ext cx="560268" cy="20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Regions</a:t>
            </a:r>
          </a:p>
        </p:txBody>
      </p:sp>
      <p:sp>
        <p:nvSpPr>
          <p:cNvPr id="221" name="text-206 of">
            <a:extLst xmlns:a="http://schemas.openxmlformats.org/drawingml/2006/main">
              <a:ext uri="{FF2B5EF4-FFF2-40B4-BE49-F238E27FC236}">
                <a16:creationId xmlns:a16="http://schemas.microsoft.com/office/drawing/2014/main" id="{2C7D6B43-15A8-4A8B-8608-FA96C382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9401" y="8950935"/>
            <a:ext cx="147619" cy="203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222" name="text-206 Interest">
            <a:extLst xmlns:a="http://schemas.openxmlformats.org/drawingml/2006/main">
              <a:ext uri="{FF2B5EF4-FFF2-40B4-BE49-F238E27FC236}">
                <a16:creationId xmlns:a16="http://schemas.microsoft.com/office/drawing/2014/main" id="{A8C9EBAF-1415-4930-91DB-2272C7A5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1220" y="8950954"/>
            <a:ext cx="511630" cy="203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Interest</a:t>
            </a:r>
          </a:p>
        </p:txBody>
      </p:sp>
      <p:sp>
        <p:nvSpPr>
          <p:cNvPr id="223" name="text-207 through">
            <a:extLst xmlns:a="http://schemas.openxmlformats.org/drawingml/2006/main">
              <a:ext uri="{FF2B5EF4-FFF2-40B4-BE49-F238E27FC236}">
                <a16:creationId xmlns:a16="http://schemas.microsoft.com/office/drawing/2014/main" id="{AB6733DB-9DD0-42AA-A1DF-00840ED8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0385" y="9110308"/>
            <a:ext cx="519888" cy="203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through</a:t>
            </a:r>
          </a:p>
        </p:txBody>
      </p:sp>
      <p:sp>
        <p:nvSpPr>
          <p:cNvPr id="224" name="text-207 Eye">
            <a:extLst xmlns:a="http://schemas.openxmlformats.org/drawingml/2006/main">
              <a:ext uri="{FF2B5EF4-FFF2-40B4-BE49-F238E27FC236}">
                <a16:creationId xmlns:a16="http://schemas.microsoft.com/office/drawing/2014/main" id="{9620CCC9-EBD5-4AB3-B861-C802A05A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4486" y="9110301"/>
            <a:ext cx="277029" cy="204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Eye</a:t>
            </a:r>
          </a:p>
        </p:txBody>
      </p:sp>
      <p:sp>
        <p:nvSpPr>
          <p:cNvPr id="225" name="text-207 Movement">
            <a:extLst xmlns:a="http://schemas.openxmlformats.org/drawingml/2006/main">
              <a:ext uri="{FF2B5EF4-FFF2-40B4-BE49-F238E27FC236}">
                <a16:creationId xmlns:a16="http://schemas.microsoft.com/office/drawing/2014/main" id="{2C93286D-5660-4899-987C-74DC1F4E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5726" y="9110329"/>
            <a:ext cx="705731" cy="203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Movement</a:t>
            </a:r>
          </a:p>
        </p:txBody>
      </p:sp>
      <p:sp>
        <p:nvSpPr>
          <p:cNvPr id="226" name="path-208">
            <a:extLst xmlns:a="http://schemas.openxmlformats.org/drawingml/2006/main">
              <a:ext uri="{FF2B5EF4-FFF2-40B4-BE49-F238E27FC236}">
                <a16:creationId xmlns:a16="http://schemas.microsoft.com/office/drawing/2014/main" id="{1DD11350-C0CC-4987-A281-CB8AE08B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2466" y="9124118"/>
            <a:ext cx="153825" cy="3730"/>
          </a:xfrm>
          <a:custGeom xmlns:a="http://schemas.openxmlformats.org/drawingml/2006/main">
            <a:pathLst>
              <a:path w="153825" h="3730">
                <a:moveTo>
                  <a:pt x="0" y="0"/>
                </a:moveTo>
                <a:lnTo>
                  <a:pt x="153825" y="3730"/>
                </a:lnTo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000000"/>
            </a:solidFill>
            <a:prstDash val="solid"/>
          </a:ln>
        </p:spPr>
      </p:sp>
      <p:sp>
        <p:nvSpPr>
          <p:cNvPr id="227" name="path-209">
            <a:extLst xmlns:a="http://schemas.openxmlformats.org/drawingml/2006/main">
              <a:ext uri="{FF2B5EF4-FFF2-40B4-BE49-F238E27FC236}">
                <a16:creationId xmlns:a16="http://schemas.microsoft.com/office/drawing/2014/main" id="{8DFD7EA8-099C-4A85-B08C-A07A035C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780" y="9099423"/>
            <a:ext cx="81479" cy="59960"/>
          </a:xfrm>
          <a:custGeom xmlns:a="http://schemas.openxmlformats.org/drawingml/2006/main">
            <a:pathLst>
              <a:path w="81479" h="59960">
                <a:moveTo>
                  <a:pt x="81479" y="25893"/>
                </a:moveTo>
                <a:lnTo>
                  <a:pt x="0" y="0"/>
                </a:lnTo>
                <a:lnTo>
                  <a:pt x="31511" y="28447"/>
                </a:lnTo>
                <a:lnTo>
                  <a:pt x="3065" y="59960"/>
                </a:lnTo>
                <a:lnTo>
                  <a:pt x="81479" y="2589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path-210">
            <a:extLst xmlns:a="http://schemas.openxmlformats.org/drawingml/2006/main">
              <a:ext uri="{FF2B5EF4-FFF2-40B4-BE49-F238E27FC236}">
                <a16:creationId xmlns:a16="http://schemas.microsoft.com/office/drawing/2014/main" id="{879A3733-7885-43FF-A8D6-D166BD94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780" y="9099465"/>
            <a:ext cx="81479" cy="59948"/>
          </a:xfrm>
          <a:custGeom xmlns:a="http://schemas.openxmlformats.org/drawingml/2006/main">
            <a:pathLst>
              <a:path w="81479" h="59948">
                <a:moveTo>
                  <a:pt x="81479" y="25834"/>
                </a:moveTo>
                <a:lnTo>
                  <a:pt x="0" y="0"/>
                </a:lnTo>
                <a:lnTo>
                  <a:pt x="31511" y="28382"/>
                </a:lnTo>
                <a:lnTo>
                  <a:pt x="3065" y="59948"/>
                </a:lnTo>
                <a:lnTo>
                  <a:pt x="81479" y="25834"/>
                </a:lnTo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000000"/>
            </a:solidFill>
            <a:prstDash val="solid"/>
          </a:ln>
        </p:spPr>
      </p:sp>
      <p:sp>
        <p:nvSpPr>
          <p:cNvPr id="229" name="text-211 Conclusion">
            <a:extLst xmlns:a="http://schemas.openxmlformats.org/drawingml/2006/main">
              <a:ext uri="{FF2B5EF4-FFF2-40B4-BE49-F238E27FC236}">
                <a16:creationId xmlns:a16="http://schemas.microsoft.com/office/drawing/2014/main" id="{F1417A37-057E-49B2-9DB6-C3E28E97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9204" y="8950944"/>
            <a:ext cx="746330" cy="203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30" name="text-212 or">
            <a:extLst xmlns:a="http://schemas.openxmlformats.org/drawingml/2006/main">
              <a:ext uri="{FF2B5EF4-FFF2-40B4-BE49-F238E27FC236}">
                <a16:creationId xmlns:a16="http://schemas.microsoft.com/office/drawing/2014/main" id="{87E3E17B-5357-4F9B-B491-B923BDEE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5229" y="9110283"/>
            <a:ext cx="155653" cy="2040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or</a:t>
            </a:r>
          </a:p>
        </p:txBody>
      </p:sp>
      <p:sp>
        <p:nvSpPr>
          <p:cNvPr id="231" name="text-212 Decision">
            <a:extLst xmlns:a="http://schemas.openxmlformats.org/drawingml/2006/main">
              <a:ext uri="{FF2B5EF4-FFF2-40B4-BE49-F238E27FC236}">
                <a16:creationId xmlns:a16="http://schemas.microsoft.com/office/drawing/2014/main" id="{7B1BD31F-8E5D-4E9A-9E07-E6632A5E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5082" y="9110313"/>
            <a:ext cx="584423" cy="203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pic>
        <p:nvPic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A994E177-802A-48AE-B0D4-E178659390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e111037d154cbe"/>
          <a:stretch xmlns:a="http://schemas.openxmlformats.org/drawingml/2006/main"/>
        </p:blipFill>
        <p:spPr>
          <a:xfrm xmlns:a="http://schemas.openxmlformats.org/drawingml/2006/main">
            <a:off x="9336835" y="8923512"/>
            <a:ext cx="428625" cy="428625"/>
          </a:xfrm>
          <a:prstGeom xmlns:a="http://schemas.openxmlformats.org/drawingml/2006/main" prst="rect">
            <a:avLst/>
          </a:prstGeom>
        </p:spPr>
      </p:pic>
      <p:sp>
        <p:nvSpPr>
          <p:cNvPr id="233" name="path-214">
            <a:extLst xmlns:a="http://schemas.openxmlformats.org/drawingml/2006/main">
              <a:ext uri="{FF2B5EF4-FFF2-40B4-BE49-F238E27FC236}">
                <a16:creationId xmlns:a16="http://schemas.microsoft.com/office/drawing/2014/main" id="{8317EB14-7FBB-42F8-99FF-E63CD5AB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171" y="8934451"/>
            <a:ext cx="388375" cy="388429"/>
          </a:xfrm>
          <a:custGeom xmlns:a="http://schemas.openxmlformats.org/drawingml/2006/main">
            <a:pathLst>
              <a:path w="388375" h="388429">
                <a:moveTo>
                  <a:pt x="319286" y="69134"/>
                </a:moveTo>
                <a:cubicBezTo>
                  <a:pt x="388375" y="138178"/>
                  <a:pt x="388375" y="250252"/>
                  <a:pt x="319286" y="319295"/>
                </a:cubicBezTo>
                <a:cubicBezTo>
                  <a:pt x="250196" y="388429"/>
                  <a:pt x="138179" y="388429"/>
                  <a:pt x="69090" y="319295"/>
                </a:cubicBezTo>
                <a:cubicBezTo>
                  <a:pt x="0" y="250252"/>
                  <a:pt x="0" y="138178"/>
                  <a:pt x="69090" y="69134"/>
                </a:cubicBezTo>
                <a:cubicBezTo>
                  <a:pt x="138179" y="0"/>
                  <a:pt x="250196" y="0"/>
                  <a:pt x="319286" y="69134"/>
                </a:cubicBez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234" name="text-215 Visual">
            <a:extLst xmlns:a="http://schemas.openxmlformats.org/drawingml/2006/main">
              <a:ext uri="{FF2B5EF4-FFF2-40B4-BE49-F238E27FC236}">
                <a16:creationId xmlns:a16="http://schemas.microsoft.com/office/drawing/2014/main" id="{579C2229-76C7-40C9-ACFB-06FE068F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9329" y="8950945"/>
            <a:ext cx="420029" cy="203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235" name="text-216 Fixations">
            <a:extLst xmlns:a="http://schemas.openxmlformats.org/drawingml/2006/main">
              <a:ext uri="{FF2B5EF4-FFF2-40B4-BE49-F238E27FC236}">
                <a16:creationId xmlns:a16="http://schemas.microsoft.com/office/drawing/2014/main" id="{776BBFB8-89D3-4F59-A280-8B145DAC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5023" y="9110312"/>
            <a:ext cx="608650" cy="2039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Fixations</a:t>
            </a:r>
          </a:p>
        </p:txBody>
      </p:sp>
      <p:sp>
        <p:nvSpPr>
          <p:cNvPr id="236" name="text-217 b">
            <a:extLst xmlns:a="http://schemas.openxmlformats.org/drawingml/2006/main">
              <a:ext uri="{FF2B5EF4-FFF2-40B4-BE49-F238E27FC236}">
                <a16:creationId xmlns:a16="http://schemas.microsoft.com/office/drawing/2014/main" id="{6640C6CD-7C16-4B2E-8A31-E884621D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867" y="6650742"/>
            <a:ext cx="201446" cy="356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0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37" name="path-218">
            <a:extLst xmlns:a="http://schemas.openxmlformats.org/drawingml/2006/main">
              <a:ext uri="{FF2B5EF4-FFF2-40B4-BE49-F238E27FC236}">
                <a16:creationId xmlns:a16="http://schemas.microsoft.com/office/drawing/2014/main" id="{18FB5395-DE13-47CE-BB73-1B24979C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466" y="110277"/>
            <a:ext cx="10372697" cy="1957721"/>
          </a:xfrm>
          <a:custGeom xmlns:a="http://schemas.openxmlformats.org/drawingml/2006/main">
            <a:pathLst>
              <a:path w="10372697" h="1957721">
                <a:moveTo>
                  <a:pt x="136451" y="0"/>
                </a:moveTo>
                <a:lnTo>
                  <a:pt x="10236246" y="0"/>
                </a:lnTo>
                <a:cubicBezTo>
                  <a:pt x="10311658" y="0"/>
                  <a:pt x="10372697" y="61130"/>
                  <a:pt x="10372697" y="136451"/>
                </a:cubicBezTo>
                <a:lnTo>
                  <a:pt x="10372697" y="1821270"/>
                </a:lnTo>
                <a:cubicBezTo>
                  <a:pt x="10372697" y="1896627"/>
                  <a:pt x="10311658" y="1957721"/>
                  <a:pt x="10236246" y="1957721"/>
                </a:cubicBezTo>
                <a:lnTo>
                  <a:pt x="136451" y="1957721"/>
                </a:lnTo>
                <a:cubicBezTo>
                  <a:pt x="61084" y="1957721"/>
                  <a:pt x="0" y="1896627"/>
                  <a:pt x="0" y="1821270"/>
                </a:cubicBezTo>
                <a:lnTo>
                  <a:pt x="0" y="136451"/>
                </a:lnTo>
                <a:cubicBezTo>
                  <a:pt x="0" y="61130"/>
                  <a:pt x="61084" y="0"/>
                  <a:pt x="136451" y="0"/>
                </a:cubicBezTo>
              </a:path>
            </a:pathLst>
          </a:custGeom>
          <a:solidFill xmlns:a="http://schemas.openxmlformats.org/drawingml/2006/main">
            <a:srgbClr val="EEEFF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C77A7158-B512-454F-B898-B83BE7759F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27405030274b1b"/>
          <a:stretch xmlns:a="http://schemas.openxmlformats.org/drawingml/2006/main"/>
        </p:blipFill>
        <p:spPr>
          <a:xfrm xmlns:a="http://schemas.openxmlformats.org/drawingml/2006/main">
            <a:off x="2097835" y="255762"/>
            <a:ext cx="2752725" cy="1552575"/>
          </a:xfrm>
          <a:prstGeom xmlns:a="http://schemas.openxmlformats.org/drawingml/2006/main" prst="rect">
            <a:avLst/>
          </a:prstGeom>
        </p:spPr>
      </p:pic>
      <p:sp>
        <p:nvSpPr>
          <p:cNvPr id="239" name="path-220">
            <a:extLst xmlns:a="http://schemas.openxmlformats.org/drawingml/2006/main">
              <a:ext uri="{FF2B5EF4-FFF2-40B4-BE49-F238E27FC236}">
                <a16:creationId xmlns:a16="http://schemas.microsoft.com/office/drawing/2014/main" id="{25421B64-3C1A-4977-AD16-52B0BC44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8620" y="256190"/>
            <a:ext cx="2749235" cy="1546440"/>
          </a:xfrm>
          <a:custGeom xmlns:a="http://schemas.openxmlformats.org/drawingml/2006/main">
            <a:pathLst>
              <a:path w="2749235" h="1546440">
                <a:moveTo>
                  <a:pt x="0" y="0"/>
                </a:moveTo>
                <a:lnTo>
                  <a:pt x="0" y="1546440"/>
                </a:lnTo>
                <a:lnTo>
                  <a:pt x="2749235" y="1546440"/>
                </a:lnTo>
                <a:lnTo>
                  <a:pt x="274923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000000"/>
            </a:solidFill>
            <a:prstDash val="solid"/>
          </a:ln>
        </p:spPr>
      </p:sp>
      <p:sp>
        <p:nvSpPr>
          <p:cNvPr id="240" name="path-221">
            <a:extLst xmlns:a="http://schemas.openxmlformats.org/drawingml/2006/main">
              <a:ext uri="{FF2B5EF4-FFF2-40B4-BE49-F238E27FC236}">
                <a16:creationId xmlns:a16="http://schemas.microsoft.com/office/drawing/2014/main" id="{DEC6EC59-2F45-49CC-9F3C-0896977B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8738" y="378648"/>
            <a:ext cx="231208" cy="1445057"/>
          </a:xfrm>
          <a:custGeom xmlns:a="http://schemas.openxmlformats.org/drawingml/2006/main">
            <a:pathLst>
              <a:path w="231208" h="1445057">
                <a:moveTo>
                  <a:pt x="0" y="0"/>
                </a:moveTo>
                <a:lnTo>
                  <a:pt x="231208" y="0"/>
                </a:lnTo>
                <a:lnTo>
                  <a:pt x="231208" y="1445057"/>
                </a:lnTo>
                <a:lnTo>
                  <a:pt x="0" y="1445057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path-222">
            <a:extLst xmlns:a="http://schemas.openxmlformats.org/drawingml/2006/main">
              <a:ext uri="{FF2B5EF4-FFF2-40B4-BE49-F238E27FC236}">
                <a16:creationId xmlns:a16="http://schemas.microsoft.com/office/drawing/2014/main" id="{9F71513D-2936-438E-8718-035EFDF9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8741" y="378632"/>
            <a:ext cx="231209" cy="1445103"/>
          </a:xfrm>
          <a:custGeom xmlns:a="http://schemas.openxmlformats.org/drawingml/2006/main">
            <a:pathLst>
              <a:path w="231209" h="1445103">
                <a:moveTo>
                  <a:pt x="0" y="0"/>
                </a:moveTo>
                <a:lnTo>
                  <a:pt x="0" y="1445103"/>
                </a:lnTo>
                <a:lnTo>
                  <a:pt x="231209" y="1445103"/>
                </a:lnTo>
                <a:lnTo>
                  <a:pt x="23120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742">
            <a:solidFill>
              <a:srgbClr val="531B93"/>
            </a:solidFill>
            <a:prstDash val="solid"/>
          </a:ln>
        </p:spPr>
      </p:sp>
      <p:sp>
        <p:nvSpPr>
          <p:cNvPr id="242" name="path-223">
            <a:extLst xmlns:a="http://schemas.openxmlformats.org/drawingml/2006/main">
              <a:ext uri="{FF2B5EF4-FFF2-40B4-BE49-F238E27FC236}">
                <a16:creationId xmlns:a16="http://schemas.microsoft.com/office/drawing/2014/main" id="{7DCAAC56-8AAF-408D-A559-7C21A8E2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569" y="523150"/>
            <a:ext cx="231209" cy="1156046"/>
          </a:xfrm>
          <a:custGeom xmlns:a="http://schemas.openxmlformats.org/drawingml/2006/main">
            <a:pathLst>
              <a:path w="231209" h="1156046">
                <a:moveTo>
                  <a:pt x="0" y="0"/>
                </a:moveTo>
                <a:lnTo>
                  <a:pt x="231209" y="0"/>
                </a:lnTo>
                <a:lnTo>
                  <a:pt x="231209" y="1156046"/>
                </a:lnTo>
                <a:lnTo>
                  <a:pt x="0" y="1156046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path-224">
            <a:extLst xmlns:a="http://schemas.openxmlformats.org/drawingml/2006/main">
              <a:ext uri="{FF2B5EF4-FFF2-40B4-BE49-F238E27FC236}">
                <a16:creationId xmlns:a16="http://schemas.microsoft.com/office/drawing/2014/main" id="{E0EEFF9E-F64B-443F-A363-EEF4313F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566" y="523178"/>
            <a:ext cx="231209" cy="1156011"/>
          </a:xfrm>
          <a:custGeom xmlns:a="http://schemas.openxmlformats.org/drawingml/2006/main">
            <a:pathLst>
              <a:path w="231209" h="1156011">
                <a:moveTo>
                  <a:pt x="0" y="0"/>
                </a:moveTo>
                <a:lnTo>
                  <a:pt x="0" y="1156011"/>
                </a:lnTo>
                <a:lnTo>
                  <a:pt x="231209" y="1156011"/>
                </a:lnTo>
                <a:lnTo>
                  <a:pt x="23120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742">
            <a:solidFill>
              <a:srgbClr val="531B93"/>
            </a:solidFill>
            <a:prstDash val="solid"/>
          </a:ln>
        </p:spPr>
      </p:sp>
      <p:sp>
        <p:nvSpPr>
          <p:cNvPr id="244" name="path-225">
            <a:extLst xmlns:a="http://schemas.openxmlformats.org/drawingml/2006/main">
              <a:ext uri="{FF2B5EF4-FFF2-40B4-BE49-F238E27FC236}">
                <a16:creationId xmlns:a16="http://schemas.microsoft.com/office/drawing/2014/main" id="{055BAB58-51EC-4B5F-843F-05F216BC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391" y="667662"/>
            <a:ext cx="231208" cy="867033"/>
          </a:xfrm>
          <a:custGeom xmlns:a="http://schemas.openxmlformats.org/drawingml/2006/main">
            <a:pathLst>
              <a:path w="231208" h="867033">
                <a:moveTo>
                  <a:pt x="0" y="0"/>
                </a:moveTo>
                <a:lnTo>
                  <a:pt x="231208" y="0"/>
                </a:lnTo>
                <a:lnTo>
                  <a:pt x="231208" y="867033"/>
                </a:lnTo>
                <a:lnTo>
                  <a:pt x="0" y="867033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path-226">
            <a:extLst xmlns:a="http://schemas.openxmlformats.org/drawingml/2006/main">
              <a:ext uri="{FF2B5EF4-FFF2-40B4-BE49-F238E27FC236}">
                <a16:creationId xmlns:a16="http://schemas.microsoft.com/office/drawing/2014/main" id="{035FFFDB-9B73-4FFA-BE43-B4E57704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391" y="667634"/>
            <a:ext cx="231209" cy="867099"/>
          </a:xfrm>
          <a:custGeom xmlns:a="http://schemas.openxmlformats.org/drawingml/2006/main">
            <a:pathLst>
              <a:path w="231209" h="867099">
                <a:moveTo>
                  <a:pt x="0" y="0"/>
                </a:moveTo>
                <a:lnTo>
                  <a:pt x="0" y="867099"/>
                </a:lnTo>
                <a:lnTo>
                  <a:pt x="231209" y="867099"/>
                </a:lnTo>
                <a:lnTo>
                  <a:pt x="23120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742">
            <a:solidFill>
              <a:srgbClr val="531B93"/>
            </a:solidFill>
            <a:prstDash val="solid"/>
          </a:ln>
        </p:spPr>
      </p:sp>
      <p:sp>
        <p:nvSpPr>
          <p:cNvPr id="246" name="path-227">
            <a:extLst xmlns:a="http://schemas.openxmlformats.org/drawingml/2006/main">
              <a:ext uri="{FF2B5EF4-FFF2-40B4-BE49-F238E27FC236}">
                <a16:creationId xmlns:a16="http://schemas.microsoft.com/office/drawing/2014/main" id="{1104778E-9FC9-4F10-BD49-F5EC0803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6214" y="812161"/>
            <a:ext cx="231208" cy="578023"/>
          </a:xfrm>
          <a:custGeom xmlns:a="http://schemas.openxmlformats.org/drawingml/2006/main">
            <a:pathLst>
              <a:path w="231208" h="578023">
                <a:moveTo>
                  <a:pt x="0" y="0"/>
                </a:moveTo>
                <a:lnTo>
                  <a:pt x="231208" y="0"/>
                </a:lnTo>
                <a:lnTo>
                  <a:pt x="231208" y="578023"/>
                </a:lnTo>
                <a:lnTo>
                  <a:pt x="0" y="578023"/>
                </a:lnTo>
                <a:close/>
              </a:path>
            </a:pathLst>
          </a:custGeom>
          <a:solidFill xmlns:a="http://schemas.openxmlformats.org/drawingml/2006/main">
            <a:srgbClr val="D4C7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path-228">
            <a:extLst xmlns:a="http://schemas.openxmlformats.org/drawingml/2006/main">
              <a:ext uri="{FF2B5EF4-FFF2-40B4-BE49-F238E27FC236}">
                <a16:creationId xmlns:a16="http://schemas.microsoft.com/office/drawing/2014/main" id="{B2E80CF9-764D-45AF-9105-83D65C52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6217" y="812180"/>
            <a:ext cx="231209" cy="578004"/>
          </a:xfrm>
          <a:custGeom xmlns:a="http://schemas.openxmlformats.org/drawingml/2006/main">
            <a:pathLst>
              <a:path w="231209" h="578004">
                <a:moveTo>
                  <a:pt x="0" y="0"/>
                </a:moveTo>
                <a:lnTo>
                  <a:pt x="0" y="578004"/>
                </a:lnTo>
                <a:lnTo>
                  <a:pt x="231209" y="578004"/>
                </a:lnTo>
                <a:lnTo>
                  <a:pt x="23120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742">
            <a:solidFill>
              <a:srgbClr val="531B93"/>
            </a:solidFill>
            <a:prstDash val="solid"/>
          </a:ln>
        </p:spPr>
      </p:sp>
      <p:sp>
        <p:nvSpPr>
          <p:cNvPr id="248" name="path-229">
            <a:extLst xmlns:a="http://schemas.openxmlformats.org/drawingml/2006/main">
              <a:ext uri="{FF2B5EF4-FFF2-40B4-BE49-F238E27FC236}">
                <a16:creationId xmlns:a16="http://schemas.microsoft.com/office/drawing/2014/main" id="{AD94510D-A417-480C-9EB8-3659622E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3766" y="235085"/>
            <a:ext cx="307746" cy="192123"/>
          </a:xfrm>
          <a:custGeom xmlns:a="http://schemas.openxmlformats.org/drawingml/2006/main">
            <a:pathLst>
              <a:path w="307746" h="192123">
                <a:moveTo>
                  <a:pt x="578" y="132174"/>
                </a:moveTo>
                <a:lnTo>
                  <a:pt x="578" y="53398"/>
                </a:lnTo>
                <a:lnTo>
                  <a:pt x="0" y="53398"/>
                </a:lnTo>
                <a:lnTo>
                  <a:pt x="0" y="0"/>
                </a:lnTo>
                <a:lnTo>
                  <a:pt x="307746" y="0"/>
                </a:lnTo>
                <a:lnTo>
                  <a:pt x="306404" y="148913"/>
                </a:lnTo>
                <a:lnTo>
                  <a:pt x="306404" y="192123"/>
                </a:lnTo>
              </a:path>
            </a:pathLst>
          </a:custGeom>
          <a:noFill xmlns:a="http://schemas.openxmlformats.org/drawingml/2006/main"/>
          <a:ln xmlns:a="http://schemas.openxmlformats.org/drawingml/2006/main" w="18193">
            <a:solidFill>
              <a:srgbClr val="531B93"/>
            </a:solidFill>
            <a:prstDash val="solid"/>
          </a:ln>
        </p:spPr>
      </p:sp>
      <p:sp>
        <p:nvSpPr>
          <p:cNvPr id="249" name="path-230">
            <a:extLst xmlns:a="http://schemas.openxmlformats.org/drawingml/2006/main">
              <a:ext uri="{FF2B5EF4-FFF2-40B4-BE49-F238E27FC236}">
                <a16:creationId xmlns:a16="http://schemas.microsoft.com/office/drawing/2014/main" id="{CF6A0797-3AF6-48F4-AB9E-067BEBC7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422" y="394440"/>
            <a:ext cx="65496" cy="87329"/>
          </a:xfrm>
          <a:custGeom xmlns:a="http://schemas.openxmlformats.org/drawingml/2006/main">
            <a:pathLst>
              <a:path w="65496" h="87329">
                <a:moveTo>
                  <a:pt x="32748" y="87329"/>
                </a:moveTo>
                <a:lnTo>
                  <a:pt x="65496" y="0"/>
                </a:lnTo>
                <a:lnTo>
                  <a:pt x="32748" y="32749"/>
                </a:lnTo>
                <a:lnTo>
                  <a:pt x="0" y="0"/>
                </a:lnTo>
                <a:lnTo>
                  <a:pt x="32748" y="87329"/>
                </a:lnTo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path-231">
            <a:extLst xmlns:a="http://schemas.openxmlformats.org/drawingml/2006/main">
              <a:ext uri="{FF2B5EF4-FFF2-40B4-BE49-F238E27FC236}">
                <a16:creationId xmlns:a16="http://schemas.microsoft.com/office/drawing/2014/main" id="{7189BE82-ED16-4953-ADB5-793F962E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422" y="394460"/>
            <a:ext cx="65496" cy="87329"/>
          </a:xfrm>
          <a:custGeom xmlns:a="http://schemas.openxmlformats.org/drawingml/2006/main">
            <a:pathLst>
              <a:path w="65496" h="87329">
                <a:moveTo>
                  <a:pt x="32748" y="87329"/>
                </a:moveTo>
                <a:lnTo>
                  <a:pt x="65496" y="0"/>
                </a:lnTo>
                <a:lnTo>
                  <a:pt x="32748" y="32748"/>
                </a:lnTo>
                <a:lnTo>
                  <a:pt x="0" y="0"/>
                </a:lnTo>
                <a:lnTo>
                  <a:pt x="32748" y="87329"/>
                </a:lnTo>
              </a:path>
            </a:pathLst>
          </a:custGeom>
          <a:noFill xmlns:a="http://schemas.openxmlformats.org/drawingml/2006/main"/>
          <a:ln xmlns:a="http://schemas.openxmlformats.org/drawingml/2006/main" w="18193">
            <a:solidFill>
              <a:srgbClr val="531B93"/>
            </a:solidFill>
            <a:prstDash val="solid"/>
          </a:ln>
        </p:spPr>
      </p:sp>
      <p:sp>
        <p:nvSpPr>
          <p:cNvPr id="251" name="path-232">
            <a:extLst xmlns:a="http://schemas.openxmlformats.org/drawingml/2006/main">
              <a:ext uri="{FF2B5EF4-FFF2-40B4-BE49-F238E27FC236}">
                <a16:creationId xmlns:a16="http://schemas.microsoft.com/office/drawing/2014/main" id="{1C9F7119-2338-432C-B5A6-A4C5488C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552" y="341607"/>
            <a:ext cx="308689" cy="230056"/>
          </a:xfrm>
          <a:custGeom xmlns:a="http://schemas.openxmlformats.org/drawingml/2006/main">
            <a:pathLst>
              <a:path w="308689" h="230056">
                <a:moveTo>
                  <a:pt x="0" y="0"/>
                </a:moveTo>
                <a:lnTo>
                  <a:pt x="100064" y="0"/>
                </a:lnTo>
                <a:lnTo>
                  <a:pt x="308689" y="638"/>
                </a:lnTo>
                <a:lnTo>
                  <a:pt x="305444" y="186846"/>
                </a:lnTo>
                <a:lnTo>
                  <a:pt x="305444" y="230056"/>
                </a:lnTo>
              </a:path>
            </a:pathLst>
          </a:custGeom>
          <a:noFill xmlns:a="http://schemas.openxmlformats.org/drawingml/2006/main"/>
          <a:ln xmlns:a="http://schemas.openxmlformats.org/drawingml/2006/main" w="18193">
            <a:solidFill>
              <a:srgbClr val="531B93"/>
            </a:solidFill>
            <a:prstDash val="solid"/>
          </a:ln>
        </p:spPr>
      </p:sp>
      <p:sp>
        <p:nvSpPr>
          <p:cNvPr id="252" name="path-233">
            <a:extLst xmlns:a="http://schemas.openxmlformats.org/drawingml/2006/main">
              <a:ext uri="{FF2B5EF4-FFF2-40B4-BE49-F238E27FC236}">
                <a16:creationId xmlns:a16="http://schemas.microsoft.com/office/drawing/2014/main" id="{2FDC62B9-AB6E-4C80-9AD4-2AE82B89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3244" y="538941"/>
            <a:ext cx="65496" cy="87329"/>
          </a:xfrm>
          <a:custGeom xmlns:a="http://schemas.openxmlformats.org/drawingml/2006/main">
            <a:pathLst>
              <a:path w="65496" h="87329">
                <a:moveTo>
                  <a:pt x="32749" y="87329"/>
                </a:moveTo>
                <a:lnTo>
                  <a:pt x="65496" y="0"/>
                </a:lnTo>
                <a:lnTo>
                  <a:pt x="32749" y="32749"/>
                </a:lnTo>
                <a:lnTo>
                  <a:pt x="0" y="0"/>
                </a:lnTo>
                <a:lnTo>
                  <a:pt x="32749" y="87329"/>
                </a:lnTo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path-234">
            <a:extLst xmlns:a="http://schemas.openxmlformats.org/drawingml/2006/main">
              <a:ext uri="{FF2B5EF4-FFF2-40B4-BE49-F238E27FC236}">
                <a16:creationId xmlns:a16="http://schemas.microsoft.com/office/drawing/2014/main" id="{3940CCF4-26D1-4118-94EF-2C2894C7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3248" y="538917"/>
            <a:ext cx="65496" cy="87326"/>
          </a:xfrm>
          <a:custGeom xmlns:a="http://schemas.openxmlformats.org/drawingml/2006/main">
            <a:pathLst>
              <a:path w="65496" h="87326">
                <a:moveTo>
                  <a:pt x="32749" y="87326"/>
                </a:moveTo>
                <a:lnTo>
                  <a:pt x="65496" y="0"/>
                </a:lnTo>
                <a:lnTo>
                  <a:pt x="32749" y="32746"/>
                </a:lnTo>
                <a:lnTo>
                  <a:pt x="0" y="0"/>
                </a:lnTo>
                <a:lnTo>
                  <a:pt x="32749" y="87326"/>
                </a:lnTo>
              </a:path>
            </a:pathLst>
          </a:custGeom>
          <a:noFill xmlns:a="http://schemas.openxmlformats.org/drawingml/2006/main"/>
          <a:ln xmlns:a="http://schemas.openxmlformats.org/drawingml/2006/main" w="18193">
            <a:solidFill>
              <a:srgbClr val="531B93"/>
            </a:solidFill>
            <a:prstDash val="solid"/>
          </a:ln>
        </p:spPr>
      </p:sp>
      <p:sp>
        <p:nvSpPr>
          <p:cNvPr id="254" name="path-235">
            <a:extLst xmlns:a="http://schemas.openxmlformats.org/drawingml/2006/main">
              <a:ext uri="{FF2B5EF4-FFF2-40B4-BE49-F238E27FC236}">
                <a16:creationId xmlns:a16="http://schemas.microsoft.com/office/drawing/2014/main" id="{D1A0DACE-1227-44A2-9369-125B464A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6844" y="479514"/>
            <a:ext cx="304978" cy="236697"/>
          </a:xfrm>
          <a:custGeom xmlns:a="http://schemas.openxmlformats.org/drawingml/2006/main">
            <a:pathLst>
              <a:path w="304978" h="236697">
                <a:moveTo>
                  <a:pt x="0" y="362"/>
                </a:moveTo>
                <a:lnTo>
                  <a:pt x="100064" y="362"/>
                </a:lnTo>
                <a:lnTo>
                  <a:pt x="192418" y="0"/>
                </a:lnTo>
                <a:lnTo>
                  <a:pt x="304978" y="0"/>
                </a:lnTo>
                <a:lnTo>
                  <a:pt x="304978" y="236697"/>
                </a:lnTo>
              </a:path>
            </a:pathLst>
          </a:custGeom>
          <a:noFill xmlns:a="http://schemas.openxmlformats.org/drawingml/2006/main"/>
          <a:ln xmlns:a="http://schemas.openxmlformats.org/drawingml/2006/main" w="18193">
            <a:solidFill>
              <a:srgbClr val="531B93"/>
            </a:solidFill>
            <a:prstDash val="solid"/>
          </a:ln>
        </p:spPr>
      </p:sp>
      <p:sp>
        <p:nvSpPr>
          <p:cNvPr id="255" name="path-236">
            <a:extLst xmlns:a="http://schemas.openxmlformats.org/drawingml/2006/main">
              <a:ext uri="{FF2B5EF4-FFF2-40B4-BE49-F238E27FC236}">
                <a16:creationId xmlns:a16="http://schemas.microsoft.com/office/drawing/2014/main" id="{0BD5E799-B1AD-412B-952F-61F76398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075" y="683452"/>
            <a:ext cx="65496" cy="87328"/>
          </a:xfrm>
          <a:custGeom xmlns:a="http://schemas.openxmlformats.org/drawingml/2006/main">
            <a:pathLst>
              <a:path w="65496" h="87328">
                <a:moveTo>
                  <a:pt x="32749" y="87328"/>
                </a:moveTo>
                <a:lnTo>
                  <a:pt x="65496" y="0"/>
                </a:lnTo>
                <a:lnTo>
                  <a:pt x="32749" y="32749"/>
                </a:lnTo>
                <a:lnTo>
                  <a:pt x="0" y="0"/>
                </a:lnTo>
                <a:lnTo>
                  <a:pt x="32749" y="87328"/>
                </a:lnTo>
              </a:path>
            </a:pathLst>
          </a:custGeom>
          <a:solidFill xmlns:a="http://schemas.openxmlformats.org/drawingml/2006/main">
            <a:srgbClr val="531B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path-237">
            <a:extLst xmlns:a="http://schemas.openxmlformats.org/drawingml/2006/main">
              <a:ext uri="{FF2B5EF4-FFF2-40B4-BE49-F238E27FC236}">
                <a16:creationId xmlns:a16="http://schemas.microsoft.com/office/drawing/2014/main" id="{26CAC714-0522-4332-A379-A7A0772E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074" y="683463"/>
            <a:ext cx="65496" cy="87329"/>
          </a:xfrm>
          <a:custGeom xmlns:a="http://schemas.openxmlformats.org/drawingml/2006/main">
            <a:pathLst>
              <a:path w="65496" h="87329">
                <a:moveTo>
                  <a:pt x="32749" y="87329"/>
                </a:moveTo>
                <a:lnTo>
                  <a:pt x="65496" y="0"/>
                </a:lnTo>
                <a:lnTo>
                  <a:pt x="32749" y="32748"/>
                </a:lnTo>
                <a:lnTo>
                  <a:pt x="0" y="0"/>
                </a:lnTo>
                <a:lnTo>
                  <a:pt x="32749" y="87329"/>
                </a:lnTo>
              </a:path>
            </a:pathLst>
          </a:custGeom>
          <a:noFill xmlns:a="http://schemas.openxmlformats.org/drawingml/2006/main"/>
          <a:ln xmlns:a="http://schemas.openxmlformats.org/drawingml/2006/main" w="18193">
            <a:solidFill>
              <a:srgbClr val="531B93"/>
            </a:solidFill>
            <a:prstDash val="solid"/>
          </a:ln>
        </p:spPr>
      </p:sp>
      <p:sp>
        <p:nvSpPr>
          <p:cNvPr id="257" name="path-238">
            <a:extLst xmlns:a="http://schemas.openxmlformats.org/drawingml/2006/main">
              <a:ext uri="{FF2B5EF4-FFF2-40B4-BE49-F238E27FC236}">
                <a16:creationId xmlns:a16="http://schemas.microsoft.com/office/drawing/2014/main" id="{A89D3807-F84B-410F-B803-0874919C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067" y="796636"/>
            <a:ext cx="828041" cy="465549"/>
          </a:xfrm>
          <a:custGeom xmlns:a="http://schemas.openxmlformats.org/drawingml/2006/main">
            <a:pathLst>
              <a:path w="828041" h="465549">
                <a:moveTo>
                  <a:pt x="0" y="0"/>
                </a:moveTo>
                <a:lnTo>
                  <a:pt x="828041" y="0"/>
                </a:lnTo>
                <a:lnTo>
                  <a:pt x="828041" y="465549"/>
                </a:lnTo>
                <a:lnTo>
                  <a:pt x="0" y="465549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text-239 Neural">
            <a:extLst xmlns:a="http://schemas.openxmlformats.org/drawingml/2006/main">
              <a:ext uri="{FF2B5EF4-FFF2-40B4-BE49-F238E27FC236}">
                <a16:creationId xmlns:a16="http://schemas.microsoft.com/office/drawing/2014/main" id="{D763A47F-AD4F-422E-AE69-EF2E4AEC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8278" y="823848"/>
            <a:ext cx="539183" cy="229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Neural</a:t>
            </a:r>
          </a:p>
        </p:txBody>
      </p:sp>
      <p:sp>
        <p:nvSpPr>
          <p:cNvPr id="259" name="text-240 Networks">
            <a:extLst xmlns:a="http://schemas.openxmlformats.org/drawingml/2006/main">
              <a:ext uri="{FF2B5EF4-FFF2-40B4-BE49-F238E27FC236}">
                <a16:creationId xmlns:a16="http://schemas.microsoft.com/office/drawing/2014/main" id="{BD961C72-05E3-4377-B0AD-D60FE814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4546" y="1011187"/>
            <a:ext cx="766567" cy="229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Networks</a:t>
            </a:r>
          </a:p>
        </p:txBody>
      </p:sp>
      <p:sp>
        <p:nvSpPr>
          <p:cNvPr id="260" name="path-241">
            <a:extLst xmlns:a="http://schemas.openxmlformats.org/drawingml/2006/main">
              <a:ext uri="{FF2B5EF4-FFF2-40B4-BE49-F238E27FC236}">
                <a16:creationId xmlns:a16="http://schemas.microsoft.com/office/drawing/2014/main" id="{5D02C9EA-2A87-489F-9378-2E831AD8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3955" y="1024862"/>
            <a:ext cx="285000" cy="191"/>
          </a:xfrm>
          <a:custGeom xmlns:a="http://schemas.openxmlformats.org/drawingml/2006/main">
            <a:pathLst>
              <a:path w="285000" h="191">
                <a:moveTo>
                  <a:pt x="0" y="0"/>
                </a:moveTo>
                <a:lnTo>
                  <a:pt x="285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000000"/>
            </a:solidFill>
            <a:prstDash val="solid"/>
          </a:ln>
        </p:spPr>
      </p:sp>
      <p:sp>
        <p:nvSpPr>
          <p:cNvPr id="261" name="path-242">
            <a:extLst xmlns:a="http://schemas.openxmlformats.org/drawingml/2006/main">
              <a:ext uri="{FF2B5EF4-FFF2-40B4-BE49-F238E27FC236}">
                <a16:creationId xmlns:a16="http://schemas.microsoft.com/office/drawing/2014/main" id="{C340BC83-FC3A-4629-96BE-F8543C02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8936" y="994841"/>
            <a:ext cx="80051" cy="60038"/>
          </a:xfrm>
          <a:custGeom xmlns:a="http://schemas.openxmlformats.org/drawingml/2006/main">
            <a:pathLst>
              <a:path w="80051" h="60038">
                <a:moveTo>
                  <a:pt x="80051" y="30019"/>
                </a:moveTo>
                <a:lnTo>
                  <a:pt x="0" y="0"/>
                </a:lnTo>
                <a:lnTo>
                  <a:pt x="30019" y="30019"/>
                </a:lnTo>
                <a:lnTo>
                  <a:pt x="0" y="60038"/>
                </a:lnTo>
                <a:lnTo>
                  <a:pt x="80051" y="300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path-243">
            <a:extLst xmlns:a="http://schemas.openxmlformats.org/drawingml/2006/main">
              <a:ext uri="{FF2B5EF4-FFF2-40B4-BE49-F238E27FC236}">
                <a16:creationId xmlns:a16="http://schemas.microsoft.com/office/drawing/2014/main" id="{2D46D4D0-117D-43DD-97A2-7F5E03C3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8936" y="994841"/>
            <a:ext cx="80054" cy="60039"/>
          </a:xfrm>
          <a:custGeom xmlns:a="http://schemas.openxmlformats.org/drawingml/2006/main">
            <a:pathLst>
              <a:path w="80054" h="60039">
                <a:moveTo>
                  <a:pt x="80054" y="30021"/>
                </a:moveTo>
                <a:lnTo>
                  <a:pt x="0" y="0"/>
                </a:lnTo>
                <a:lnTo>
                  <a:pt x="30019" y="30021"/>
                </a:lnTo>
                <a:lnTo>
                  <a:pt x="0" y="60039"/>
                </a:lnTo>
                <a:lnTo>
                  <a:pt x="80054" y="30021"/>
                </a:lnTo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000000"/>
            </a:solidFill>
            <a:prstDash val="solid"/>
          </a:ln>
        </p:spPr>
      </p:sp>
      <p:sp>
        <p:nvSpPr>
          <p:cNvPr id="263" name="path-244">
            <a:extLst xmlns:a="http://schemas.openxmlformats.org/drawingml/2006/main">
              <a:ext uri="{FF2B5EF4-FFF2-40B4-BE49-F238E27FC236}">
                <a16:creationId xmlns:a16="http://schemas.microsoft.com/office/drawing/2014/main" id="{BA850BAF-1DFA-4D75-9E37-F4531041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525" y="1024862"/>
            <a:ext cx="285007" cy="191"/>
          </a:xfrm>
          <a:custGeom xmlns:a="http://schemas.openxmlformats.org/drawingml/2006/main">
            <a:pathLst>
              <a:path w="285007" h="191">
                <a:moveTo>
                  <a:pt x="0" y="0"/>
                </a:moveTo>
                <a:lnTo>
                  <a:pt x="2850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000000"/>
            </a:solidFill>
            <a:prstDash val="solid"/>
          </a:ln>
        </p:spPr>
      </p:sp>
      <p:sp>
        <p:nvSpPr>
          <p:cNvPr id="264" name="path-245">
            <a:extLst xmlns:a="http://schemas.openxmlformats.org/drawingml/2006/main">
              <a:ext uri="{FF2B5EF4-FFF2-40B4-BE49-F238E27FC236}">
                <a16:creationId xmlns:a16="http://schemas.microsoft.com/office/drawing/2014/main" id="{736CF6CD-57C0-490B-8747-E921205F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514" y="994841"/>
            <a:ext cx="80051" cy="60038"/>
          </a:xfrm>
          <a:custGeom xmlns:a="http://schemas.openxmlformats.org/drawingml/2006/main">
            <a:pathLst>
              <a:path w="80051" h="60038">
                <a:moveTo>
                  <a:pt x="80051" y="30019"/>
                </a:moveTo>
                <a:lnTo>
                  <a:pt x="0" y="0"/>
                </a:lnTo>
                <a:lnTo>
                  <a:pt x="30020" y="30019"/>
                </a:lnTo>
                <a:lnTo>
                  <a:pt x="0" y="60038"/>
                </a:lnTo>
                <a:lnTo>
                  <a:pt x="80051" y="300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path-246">
            <a:extLst xmlns:a="http://schemas.openxmlformats.org/drawingml/2006/main">
              <a:ext uri="{FF2B5EF4-FFF2-40B4-BE49-F238E27FC236}">
                <a16:creationId xmlns:a16="http://schemas.microsoft.com/office/drawing/2014/main" id="{BB7FFE77-12E2-4932-9D02-6F3EFA35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512" y="994841"/>
            <a:ext cx="80053" cy="60039"/>
          </a:xfrm>
          <a:custGeom xmlns:a="http://schemas.openxmlformats.org/drawingml/2006/main">
            <a:pathLst>
              <a:path w="80053" h="60039">
                <a:moveTo>
                  <a:pt x="80053" y="30021"/>
                </a:moveTo>
                <a:lnTo>
                  <a:pt x="0" y="0"/>
                </a:lnTo>
                <a:lnTo>
                  <a:pt x="30020" y="30021"/>
                </a:lnTo>
                <a:lnTo>
                  <a:pt x="0" y="60039"/>
                </a:lnTo>
                <a:lnTo>
                  <a:pt x="80053" y="30021"/>
                </a:lnTo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000000"/>
            </a:solidFill>
            <a:prstDash val="solid"/>
          </a:ln>
        </p:spPr>
      </p:sp>
      <p:sp>
        <p:nvSpPr>
          <p:cNvPr id="266" name="text-247 Visual">
            <a:extLst xmlns:a="http://schemas.openxmlformats.org/drawingml/2006/main">
              <a:ext uri="{FF2B5EF4-FFF2-40B4-BE49-F238E27FC236}">
                <a16:creationId xmlns:a16="http://schemas.microsoft.com/office/drawing/2014/main" id="{77DA196F-6C4D-46E7-9039-6074E72B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0420" y="1822520"/>
            <a:ext cx="508868" cy="229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267" name="text-247 Environment">
            <a:extLst xmlns:a="http://schemas.openxmlformats.org/drawingml/2006/main">
              <a:ext uri="{FF2B5EF4-FFF2-40B4-BE49-F238E27FC236}">
                <a16:creationId xmlns:a16="http://schemas.microsoft.com/office/drawing/2014/main" id="{5038A6EE-A26A-4A2A-B717-DFE33E83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5291" y="1822527"/>
            <a:ext cx="1030230" cy="229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268" name="path-248">
            <a:extLst xmlns:a="http://schemas.openxmlformats.org/drawingml/2006/main">
              <a:ext uri="{FF2B5EF4-FFF2-40B4-BE49-F238E27FC236}">
                <a16:creationId xmlns:a16="http://schemas.microsoft.com/office/drawing/2014/main" id="{DE218407-FA01-4A01-9723-08639FB4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103" y="1024862"/>
            <a:ext cx="285009" cy="191"/>
          </a:xfrm>
          <a:custGeom xmlns:a="http://schemas.openxmlformats.org/drawingml/2006/main">
            <a:pathLst>
              <a:path w="285009" h="191">
                <a:moveTo>
                  <a:pt x="0" y="0"/>
                </a:moveTo>
                <a:lnTo>
                  <a:pt x="2850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000000"/>
            </a:solidFill>
            <a:prstDash val="solid"/>
          </a:ln>
        </p:spPr>
      </p:sp>
      <p:sp>
        <p:nvSpPr>
          <p:cNvPr id="269" name="path-249">
            <a:extLst xmlns:a="http://schemas.openxmlformats.org/drawingml/2006/main">
              <a:ext uri="{FF2B5EF4-FFF2-40B4-BE49-F238E27FC236}">
                <a16:creationId xmlns:a16="http://schemas.microsoft.com/office/drawing/2014/main" id="{661E6F44-3F4C-43EB-B6C0-6DEE96E2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0138" y="994841"/>
            <a:ext cx="80051" cy="60038"/>
          </a:xfrm>
          <a:custGeom xmlns:a="http://schemas.openxmlformats.org/drawingml/2006/main">
            <a:pathLst>
              <a:path w="80051" h="60038">
                <a:moveTo>
                  <a:pt x="80051" y="30019"/>
                </a:moveTo>
                <a:lnTo>
                  <a:pt x="0" y="0"/>
                </a:lnTo>
                <a:lnTo>
                  <a:pt x="30019" y="30019"/>
                </a:lnTo>
                <a:lnTo>
                  <a:pt x="0" y="60038"/>
                </a:lnTo>
                <a:lnTo>
                  <a:pt x="80051" y="300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path-250">
            <a:extLst xmlns:a="http://schemas.openxmlformats.org/drawingml/2006/main">
              <a:ext uri="{FF2B5EF4-FFF2-40B4-BE49-F238E27FC236}">
                <a16:creationId xmlns:a16="http://schemas.microsoft.com/office/drawing/2014/main" id="{A227E396-2206-4EEE-9B8F-020C3977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0093" y="994841"/>
            <a:ext cx="80051" cy="60039"/>
          </a:xfrm>
          <a:custGeom xmlns:a="http://schemas.openxmlformats.org/drawingml/2006/main">
            <a:pathLst>
              <a:path w="80051" h="60039">
                <a:moveTo>
                  <a:pt x="80051" y="30021"/>
                </a:moveTo>
                <a:lnTo>
                  <a:pt x="0" y="0"/>
                </a:lnTo>
                <a:lnTo>
                  <a:pt x="30019" y="30021"/>
                </a:lnTo>
                <a:lnTo>
                  <a:pt x="0" y="60039"/>
                </a:lnTo>
                <a:lnTo>
                  <a:pt x="80051" y="30021"/>
                </a:lnTo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000000"/>
            </a:solidFill>
            <a:prstDash val="solid"/>
          </a:ln>
        </p:spPr>
      </p:sp>
      <p:pic>
        <p:nvPic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6C7BAB98-EFE2-4B4C-86E4-A1852D9917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53e96c4c8e4f7a"/>
          <a:stretch xmlns:a="http://schemas.openxmlformats.org/drawingml/2006/main"/>
        </p:blipFill>
        <p:spPr>
          <a:xfrm xmlns:a="http://schemas.openxmlformats.org/drawingml/2006/main">
            <a:off x="9498760" y="408162"/>
            <a:ext cx="2247900" cy="1238250"/>
          </a:xfrm>
          <a:prstGeom xmlns:a="http://schemas.openxmlformats.org/drawingml/2006/main" prst="rect">
            <a:avLst/>
          </a:prstGeom>
        </p:spPr>
      </p:pic>
      <p:sp>
        <p:nvSpPr>
          <p:cNvPr id="272" name="text-252 Specific">
            <a:extLst xmlns:a="http://schemas.openxmlformats.org/drawingml/2006/main">
              <a:ext uri="{FF2B5EF4-FFF2-40B4-BE49-F238E27FC236}">
                <a16:creationId xmlns:a16="http://schemas.microsoft.com/office/drawing/2014/main" id="{DD9E626D-EBBA-4768-8A50-D27D4579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5138" y="1671690"/>
            <a:ext cx="657418" cy="229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Specific</a:t>
            </a:r>
          </a:p>
        </p:txBody>
      </p:sp>
      <p:sp>
        <p:nvSpPr>
          <p:cNvPr id="273" name="text-252 Applications">
            <a:extLst xmlns:a="http://schemas.openxmlformats.org/drawingml/2006/main">
              <a:ext uri="{FF2B5EF4-FFF2-40B4-BE49-F238E27FC236}">
                <a16:creationId xmlns:a16="http://schemas.microsoft.com/office/drawing/2014/main" id="{E0019558-4E62-41FF-8837-F5E02DDD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62495" y="1671696"/>
            <a:ext cx="1011982" cy="229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Applications</a:t>
            </a:r>
          </a:p>
        </p:txBody>
      </p:sp>
      <p:sp>
        <p:nvSpPr>
          <p:cNvPr id="274" name="path-253">
            <a:extLst xmlns:a="http://schemas.openxmlformats.org/drawingml/2006/main">
              <a:ext uri="{FF2B5EF4-FFF2-40B4-BE49-F238E27FC236}">
                <a16:creationId xmlns:a16="http://schemas.microsoft.com/office/drawing/2014/main" id="{1350A113-66EF-49EB-9A1C-513240AB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316" y="41971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path-254">
            <a:extLst xmlns:a="http://schemas.openxmlformats.org/drawingml/2006/main">
              <a:ext uri="{FF2B5EF4-FFF2-40B4-BE49-F238E27FC236}">
                <a16:creationId xmlns:a16="http://schemas.microsoft.com/office/drawing/2014/main" id="{2CE347A6-A0B2-4A30-8523-302A0D44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316" y="419749"/>
            <a:ext cx="125780" cy="125717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276" name="path-255">
            <a:extLst xmlns:a="http://schemas.openxmlformats.org/drawingml/2006/main">
              <a:ext uri="{FF2B5EF4-FFF2-40B4-BE49-F238E27FC236}">
                <a16:creationId xmlns:a16="http://schemas.microsoft.com/office/drawing/2014/main" id="{CB559475-708C-4A9C-A2F8-7B85A2BA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4097" y="41971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path-256">
            <a:extLst xmlns:a="http://schemas.openxmlformats.org/drawingml/2006/main">
              <a:ext uri="{FF2B5EF4-FFF2-40B4-BE49-F238E27FC236}">
                <a16:creationId xmlns:a16="http://schemas.microsoft.com/office/drawing/2014/main" id="{47989A50-46F8-4EF8-BF22-5763A28A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4097" y="419749"/>
            <a:ext cx="125780" cy="125717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278" name="path-257">
            <a:extLst xmlns:a="http://schemas.openxmlformats.org/drawingml/2006/main">
              <a:ext uri="{FF2B5EF4-FFF2-40B4-BE49-F238E27FC236}">
                <a16:creationId xmlns:a16="http://schemas.microsoft.com/office/drawing/2014/main" id="{E23434A7-9C7F-4A81-A209-44E557B7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877" y="41971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path-258">
            <a:extLst xmlns:a="http://schemas.openxmlformats.org/drawingml/2006/main">
              <a:ext uri="{FF2B5EF4-FFF2-40B4-BE49-F238E27FC236}">
                <a16:creationId xmlns:a16="http://schemas.microsoft.com/office/drawing/2014/main" id="{3954CBDA-2383-468E-8843-D3EEA120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877" y="419749"/>
            <a:ext cx="125780" cy="125717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280" name="path-259">
            <a:extLst xmlns:a="http://schemas.openxmlformats.org/drawingml/2006/main">
              <a:ext uri="{FF2B5EF4-FFF2-40B4-BE49-F238E27FC236}">
                <a16:creationId xmlns:a16="http://schemas.microsoft.com/office/drawing/2014/main" id="{18D7BBF6-902D-4C8F-9E88-C142EC4B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316" y="54550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path-260">
            <a:extLst xmlns:a="http://schemas.openxmlformats.org/drawingml/2006/main">
              <a:ext uri="{FF2B5EF4-FFF2-40B4-BE49-F238E27FC236}">
                <a16:creationId xmlns:a16="http://schemas.microsoft.com/office/drawing/2014/main" id="{DFC5D096-0624-42B1-8940-AD1902AD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316" y="545466"/>
            <a:ext cx="125780" cy="125806"/>
          </a:xfrm>
          <a:custGeom xmlns:a="http://schemas.openxmlformats.org/drawingml/2006/main">
            <a:pathLst>
              <a:path w="125780" h="125806">
                <a:moveTo>
                  <a:pt x="0" y="0"/>
                </a:moveTo>
                <a:lnTo>
                  <a:pt x="0" y="125806"/>
                </a:lnTo>
                <a:lnTo>
                  <a:pt x="125780" y="125806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282" name="path-261">
            <a:extLst xmlns:a="http://schemas.openxmlformats.org/drawingml/2006/main">
              <a:ext uri="{FF2B5EF4-FFF2-40B4-BE49-F238E27FC236}">
                <a16:creationId xmlns:a16="http://schemas.microsoft.com/office/drawing/2014/main" id="{326C313E-D1FE-4444-A9C6-E496CC2B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4097" y="54550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path-262">
            <a:extLst xmlns:a="http://schemas.openxmlformats.org/drawingml/2006/main">
              <a:ext uri="{FF2B5EF4-FFF2-40B4-BE49-F238E27FC236}">
                <a16:creationId xmlns:a16="http://schemas.microsoft.com/office/drawing/2014/main" id="{075EA4F4-FC92-427B-9C7A-FD10EF56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4097" y="545466"/>
            <a:ext cx="125780" cy="125806"/>
          </a:xfrm>
          <a:custGeom xmlns:a="http://schemas.openxmlformats.org/drawingml/2006/main">
            <a:pathLst>
              <a:path w="125780" h="125806">
                <a:moveTo>
                  <a:pt x="0" y="0"/>
                </a:moveTo>
                <a:lnTo>
                  <a:pt x="0" y="125806"/>
                </a:lnTo>
                <a:lnTo>
                  <a:pt x="125780" y="125806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284" name="path-263">
            <a:extLst xmlns:a="http://schemas.openxmlformats.org/drawingml/2006/main">
              <a:ext uri="{FF2B5EF4-FFF2-40B4-BE49-F238E27FC236}">
                <a16:creationId xmlns:a16="http://schemas.microsoft.com/office/drawing/2014/main" id="{F4E5951E-36B0-4800-A49F-9B39DACD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877" y="54550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path-264">
            <a:extLst xmlns:a="http://schemas.openxmlformats.org/drawingml/2006/main">
              <a:ext uri="{FF2B5EF4-FFF2-40B4-BE49-F238E27FC236}">
                <a16:creationId xmlns:a16="http://schemas.microsoft.com/office/drawing/2014/main" id="{A108E883-E68E-473B-89D4-CAACD639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877" y="545466"/>
            <a:ext cx="125780" cy="125806"/>
          </a:xfrm>
          <a:custGeom xmlns:a="http://schemas.openxmlformats.org/drawingml/2006/main">
            <a:pathLst>
              <a:path w="125780" h="125806">
                <a:moveTo>
                  <a:pt x="0" y="0"/>
                </a:moveTo>
                <a:lnTo>
                  <a:pt x="0" y="125806"/>
                </a:lnTo>
                <a:lnTo>
                  <a:pt x="125780" y="125806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286" name="path-265">
            <a:extLst xmlns:a="http://schemas.openxmlformats.org/drawingml/2006/main">
              <a:ext uri="{FF2B5EF4-FFF2-40B4-BE49-F238E27FC236}">
                <a16:creationId xmlns:a16="http://schemas.microsoft.com/office/drawing/2014/main" id="{88A3E5DF-CCFA-45D9-8AF3-A9D49409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316" y="67127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path-266">
            <a:extLst xmlns:a="http://schemas.openxmlformats.org/drawingml/2006/main">
              <a:ext uri="{FF2B5EF4-FFF2-40B4-BE49-F238E27FC236}">
                <a16:creationId xmlns:a16="http://schemas.microsoft.com/office/drawing/2014/main" id="{2C75B63E-17AA-40BD-9B84-2EB8C9D9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316" y="671272"/>
            <a:ext cx="125780" cy="125809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288" name="path-267">
            <a:extLst xmlns:a="http://schemas.openxmlformats.org/drawingml/2006/main">
              <a:ext uri="{FF2B5EF4-FFF2-40B4-BE49-F238E27FC236}">
                <a16:creationId xmlns:a16="http://schemas.microsoft.com/office/drawing/2014/main" id="{0C6737A0-6FBD-446A-8DD5-1E475DA6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4097" y="67127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path-268">
            <a:extLst xmlns:a="http://schemas.openxmlformats.org/drawingml/2006/main">
              <a:ext uri="{FF2B5EF4-FFF2-40B4-BE49-F238E27FC236}">
                <a16:creationId xmlns:a16="http://schemas.microsoft.com/office/drawing/2014/main" id="{8C968DE1-CDE5-47DF-9436-5046B043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4097" y="671272"/>
            <a:ext cx="125780" cy="125809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290" name="path-269">
            <a:extLst xmlns:a="http://schemas.openxmlformats.org/drawingml/2006/main">
              <a:ext uri="{FF2B5EF4-FFF2-40B4-BE49-F238E27FC236}">
                <a16:creationId xmlns:a16="http://schemas.microsoft.com/office/drawing/2014/main" id="{F970BC0F-AE61-4123-870B-1996A7EE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877" y="67127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path-270">
            <a:extLst xmlns:a="http://schemas.openxmlformats.org/drawingml/2006/main">
              <a:ext uri="{FF2B5EF4-FFF2-40B4-BE49-F238E27FC236}">
                <a16:creationId xmlns:a16="http://schemas.microsoft.com/office/drawing/2014/main" id="{62F785ED-117C-4169-9725-4B249CDB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877" y="671272"/>
            <a:ext cx="125780" cy="125809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292" name="path-271">
            <a:extLst xmlns:a="http://schemas.openxmlformats.org/drawingml/2006/main">
              <a:ext uri="{FF2B5EF4-FFF2-40B4-BE49-F238E27FC236}">
                <a16:creationId xmlns:a16="http://schemas.microsoft.com/office/drawing/2014/main" id="{D3A92F48-516E-4A65-9C24-3699F339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657" y="41971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path-272">
            <a:extLst xmlns:a="http://schemas.openxmlformats.org/drawingml/2006/main">
              <a:ext uri="{FF2B5EF4-FFF2-40B4-BE49-F238E27FC236}">
                <a16:creationId xmlns:a16="http://schemas.microsoft.com/office/drawing/2014/main" id="{B78A3703-A22F-4497-ADA5-07F5BA6E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657" y="419749"/>
            <a:ext cx="125780" cy="125717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294" name="path-273">
            <a:extLst xmlns:a="http://schemas.openxmlformats.org/drawingml/2006/main">
              <a:ext uri="{FF2B5EF4-FFF2-40B4-BE49-F238E27FC236}">
                <a16:creationId xmlns:a16="http://schemas.microsoft.com/office/drawing/2014/main" id="{8FA7D7E0-8116-4A0D-AECC-13F4DDFE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657" y="54550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path-274">
            <a:extLst xmlns:a="http://schemas.openxmlformats.org/drawingml/2006/main">
              <a:ext uri="{FF2B5EF4-FFF2-40B4-BE49-F238E27FC236}">
                <a16:creationId xmlns:a16="http://schemas.microsoft.com/office/drawing/2014/main" id="{011FC3AD-D571-4EB6-BCC3-FF609CA0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657" y="545466"/>
            <a:ext cx="125780" cy="125806"/>
          </a:xfrm>
          <a:custGeom xmlns:a="http://schemas.openxmlformats.org/drawingml/2006/main">
            <a:pathLst>
              <a:path w="125780" h="125806">
                <a:moveTo>
                  <a:pt x="0" y="0"/>
                </a:moveTo>
                <a:lnTo>
                  <a:pt x="0" y="125806"/>
                </a:lnTo>
                <a:lnTo>
                  <a:pt x="125780" y="125806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296" name="path-275">
            <a:extLst xmlns:a="http://schemas.openxmlformats.org/drawingml/2006/main">
              <a:ext uri="{FF2B5EF4-FFF2-40B4-BE49-F238E27FC236}">
                <a16:creationId xmlns:a16="http://schemas.microsoft.com/office/drawing/2014/main" id="{62275C9B-C1F7-4F51-ADF2-7C54A838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657" y="67127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path-276">
            <a:extLst xmlns:a="http://schemas.openxmlformats.org/drawingml/2006/main">
              <a:ext uri="{FF2B5EF4-FFF2-40B4-BE49-F238E27FC236}">
                <a16:creationId xmlns:a16="http://schemas.microsoft.com/office/drawing/2014/main" id="{AD13BC20-5084-4500-89E6-3216AD46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657" y="671272"/>
            <a:ext cx="125780" cy="125809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298" name="path-277">
            <a:extLst xmlns:a="http://schemas.openxmlformats.org/drawingml/2006/main">
              <a:ext uri="{FF2B5EF4-FFF2-40B4-BE49-F238E27FC236}">
                <a16:creationId xmlns:a16="http://schemas.microsoft.com/office/drawing/2014/main" id="{62A8EC9F-A79B-424A-8B18-9E52F5E1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316" y="797068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path-278">
            <a:extLst xmlns:a="http://schemas.openxmlformats.org/drawingml/2006/main">
              <a:ext uri="{FF2B5EF4-FFF2-40B4-BE49-F238E27FC236}">
                <a16:creationId xmlns:a16="http://schemas.microsoft.com/office/drawing/2014/main" id="{F55E3AFD-0959-4CF7-8A37-591F89DE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316" y="797080"/>
            <a:ext cx="125780" cy="125809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00" name="path-279">
            <a:extLst xmlns:a="http://schemas.openxmlformats.org/drawingml/2006/main">
              <a:ext uri="{FF2B5EF4-FFF2-40B4-BE49-F238E27FC236}">
                <a16:creationId xmlns:a16="http://schemas.microsoft.com/office/drawing/2014/main" id="{09EDFD9C-C78A-4707-A693-EBB429FF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4097" y="797068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path-280">
            <a:extLst xmlns:a="http://schemas.openxmlformats.org/drawingml/2006/main">
              <a:ext uri="{FF2B5EF4-FFF2-40B4-BE49-F238E27FC236}">
                <a16:creationId xmlns:a16="http://schemas.microsoft.com/office/drawing/2014/main" id="{1EBD838C-38ED-4AF7-89DB-47BE3D2C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4097" y="797080"/>
            <a:ext cx="125780" cy="125809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02" name="path-281">
            <a:extLst xmlns:a="http://schemas.openxmlformats.org/drawingml/2006/main">
              <a:ext uri="{FF2B5EF4-FFF2-40B4-BE49-F238E27FC236}">
                <a16:creationId xmlns:a16="http://schemas.microsoft.com/office/drawing/2014/main" id="{A4B68EBB-C9DB-4F72-A691-B759DF8E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877" y="797068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path-282">
            <a:extLst xmlns:a="http://schemas.openxmlformats.org/drawingml/2006/main">
              <a:ext uri="{FF2B5EF4-FFF2-40B4-BE49-F238E27FC236}">
                <a16:creationId xmlns:a16="http://schemas.microsoft.com/office/drawing/2014/main" id="{62F70494-20C2-4830-B10A-0E424ABB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877" y="797080"/>
            <a:ext cx="125780" cy="125809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04" name="path-283">
            <a:extLst xmlns:a="http://schemas.openxmlformats.org/drawingml/2006/main">
              <a:ext uri="{FF2B5EF4-FFF2-40B4-BE49-F238E27FC236}">
                <a16:creationId xmlns:a16="http://schemas.microsoft.com/office/drawing/2014/main" id="{EFA5F44F-F0E8-41D8-83E8-B5D4C72B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657" y="797068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path-284">
            <a:extLst xmlns:a="http://schemas.openxmlformats.org/drawingml/2006/main">
              <a:ext uri="{FF2B5EF4-FFF2-40B4-BE49-F238E27FC236}">
                <a16:creationId xmlns:a16="http://schemas.microsoft.com/office/drawing/2014/main" id="{102DA916-0587-44EC-8EA2-A0C42E6D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657" y="797080"/>
            <a:ext cx="125780" cy="125809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06" name="path-285">
            <a:extLst xmlns:a="http://schemas.openxmlformats.org/drawingml/2006/main">
              <a:ext uri="{FF2B5EF4-FFF2-40B4-BE49-F238E27FC236}">
                <a16:creationId xmlns:a16="http://schemas.microsoft.com/office/drawing/2014/main" id="{A6548E73-BB3B-4ABA-80A4-21AA6E18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1437" y="41971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path-286">
            <a:extLst xmlns:a="http://schemas.openxmlformats.org/drawingml/2006/main">
              <a:ext uri="{FF2B5EF4-FFF2-40B4-BE49-F238E27FC236}">
                <a16:creationId xmlns:a16="http://schemas.microsoft.com/office/drawing/2014/main" id="{D3BB84FD-1B92-4EAE-A95D-1E1DA6C5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1437" y="419749"/>
            <a:ext cx="125780" cy="125717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08" name="path-287">
            <a:extLst xmlns:a="http://schemas.openxmlformats.org/drawingml/2006/main">
              <a:ext uri="{FF2B5EF4-FFF2-40B4-BE49-F238E27FC236}">
                <a16:creationId xmlns:a16="http://schemas.microsoft.com/office/drawing/2014/main" id="{2705866D-5754-4B75-B167-C205F071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1437" y="54550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" name="path-288">
            <a:extLst xmlns:a="http://schemas.openxmlformats.org/drawingml/2006/main">
              <a:ext uri="{FF2B5EF4-FFF2-40B4-BE49-F238E27FC236}">
                <a16:creationId xmlns:a16="http://schemas.microsoft.com/office/drawing/2014/main" id="{29705F79-6404-4D30-83F2-0F834BCC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1437" y="545466"/>
            <a:ext cx="125780" cy="125806"/>
          </a:xfrm>
          <a:custGeom xmlns:a="http://schemas.openxmlformats.org/drawingml/2006/main">
            <a:pathLst>
              <a:path w="125780" h="125806">
                <a:moveTo>
                  <a:pt x="0" y="0"/>
                </a:moveTo>
                <a:lnTo>
                  <a:pt x="0" y="125806"/>
                </a:lnTo>
                <a:lnTo>
                  <a:pt x="125780" y="125806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10" name="path-289">
            <a:extLst xmlns:a="http://schemas.openxmlformats.org/drawingml/2006/main">
              <a:ext uri="{FF2B5EF4-FFF2-40B4-BE49-F238E27FC236}">
                <a16:creationId xmlns:a16="http://schemas.microsoft.com/office/drawing/2014/main" id="{B92AAA9F-A6E6-4B48-A1A6-4EEBC21A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1437" y="67127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path-290">
            <a:extLst xmlns:a="http://schemas.openxmlformats.org/drawingml/2006/main">
              <a:ext uri="{FF2B5EF4-FFF2-40B4-BE49-F238E27FC236}">
                <a16:creationId xmlns:a16="http://schemas.microsoft.com/office/drawing/2014/main" id="{F442CDAF-C654-478A-8081-50C357F6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1437" y="671272"/>
            <a:ext cx="125780" cy="125809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12" name="path-291">
            <a:extLst xmlns:a="http://schemas.openxmlformats.org/drawingml/2006/main">
              <a:ext uri="{FF2B5EF4-FFF2-40B4-BE49-F238E27FC236}">
                <a16:creationId xmlns:a16="http://schemas.microsoft.com/office/drawing/2014/main" id="{EBAC6933-C2AB-402C-B0EF-3ECAA735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1437" y="797068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path-292">
            <a:extLst xmlns:a="http://schemas.openxmlformats.org/drawingml/2006/main">
              <a:ext uri="{FF2B5EF4-FFF2-40B4-BE49-F238E27FC236}">
                <a16:creationId xmlns:a16="http://schemas.microsoft.com/office/drawing/2014/main" id="{71CECB5F-B8AF-44F8-8F97-2D49D271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1437" y="797080"/>
            <a:ext cx="125780" cy="125809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14" name="path-293">
            <a:extLst xmlns:a="http://schemas.openxmlformats.org/drawingml/2006/main">
              <a:ext uri="{FF2B5EF4-FFF2-40B4-BE49-F238E27FC236}">
                <a16:creationId xmlns:a16="http://schemas.microsoft.com/office/drawing/2014/main" id="{AAB7B561-AF98-49AF-8EF7-F6861913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316" y="92284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path-294">
            <a:extLst xmlns:a="http://schemas.openxmlformats.org/drawingml/2006/main">
              <a:ext uri="{FF2B5EF4-FFF2-40B4-BE49-F238E27FC236}">
                <a16:creationId xmlns:a16="http://schemas.microsoft.com/office/drawing/2014/main" id="{313799BF-83D0-4B40-8B52-60B525AB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316" y="922889"/>
            <a:ext cx="125780" cy="125714"/>
          </a:xfrm>
          <a:custGeom xmlns:a="http://schemas.openxmlformats.org/drawingml/2006/main">
            <a:pathLst>
              <a:path w="125780" h="125714">
                <a:moveTo>
                  <a:pt x="0" y="0"/>
                </a:moveTo>
                <a:lnTo>
                  <a:pt x="0" y="125714"/>
                </a:lnTo>
                <a:lnTo>
                  <a:pt x="125780" y="12571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16" name="path-295">
            <a:extLst xmlns:a="http://schemas.openxmlformats.org/drawingml/2006/main">
              <a:ext uri="{FF2B5EF4-FFF2-40B4-BE49-F238E27FC236}">
                <a16:creationId xmlns:a16="http://schemas.microsoft.com/office/drawing/2014/main" id="{E3EE0334-C45F-47DE-BB14-2E8B37AD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4097" y="92284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path-296">
            <a:extLst xmlns:a="http://schemas.openxmlformats.org/drawingml/2006/main">
              <a:ext uri="{FF2B5EF4-FFF2-40B4-BE49-F238E27FC236}">
                <a16:creationId xmlns:a16="http://schemas.microsoft.com/office/drawing/2014/main" id="{F9906EF0-2BC6-4C1A-866E-ACE9172D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4097" y="922889"/>
            <a:ext cx="125780" cy="125714"/>
          </a:xfrm>
          <a:custGeom xmlns:a="http://schemas.openxmlformats.org/drawingml/2006/main">
            <a:pathLst>
              <a:path w="125780" h="125714">
                <a:moveTo>
                  <a:pt x="0" y="0"/>
                </a:moveTo>
                <a:lnTo>
                  <a:pt x="0" y="125714"/>
                </a:lnTo>
                <a:lnTo>
                  <a:pt x="125780" y="12571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18" name="path-297">
            <a:extLst xmlns:a="http://schemas.openxmlformats.org/drawingml/2006/main">
              <a:ext uri="{FF2B5EF4-FFF2-40B4-BE49-F238E27FC236}">
                <a16:creationId xmlns:a16="http://schemas.microsoft.com/office/drawing/2014/main" id="{E052CD6E-F6E5-48C0-A3B3-09CAF1EB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877" y="92284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path-298">
            <a:extLst xmlns:a="http://schemas.openxmlformats.org/drawingml/2006/main">
              <a:ext uri="{FF2B5EF4-FFF2-40B4-BE49-F238E27FC236}">
                <a16:creationId xmlns:a16="http://schemas.microsoft.com/office/drawing/2014/main" id="{E1BD7293-3F7B-4211-960D-D0B44507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877" y="922889"/>
            <a:ext cx="125780" cy="125714"/>
          </a:xfrm>
          <a:custGeom xmlns:a="http://schemas.openxmlformats.org/drawingml/2006/main">
            <a:pathLst>
              <a:path w="125780" h="125714">
                <a:moveTo>
                  <a:pt x="0" y="0"/>
                </a:moveTo>
                <a:lnTo>
                  <a:pt x="0" y="125714"/>
                </a:lnTo>
                <a:lnTo>
                  <a:pt x="125780" y="12571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20" name="path-299">
            <a:extLst xmlns:a="http://schemas.openxmlformats.org/drawingml/2006/main">
              <a:ext uri="{FF2B5EF4-FFF2-40B4-BE49-F238E27FC236}">
                <a16:creationId xmlns:a16="http://schemas.microsoft.com/office/drawing/2014/main" id="{7BFEB848-D8D0-4198-B556-C7A75746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657" y="92284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path-300">
            <a:extLst xmlns:a="http://schemas.openxmlformats.org/drawingml/2006/main">
              <a:ext uri="{FF2B5EF4-FFF2-40B4-BE49-F238E27FC236}">
                <a16:creationId xmlns:a16="http://schemas.microsoft.com/office/drawing/2014/main" id="{554E7B64-3253-4DB1-A976-B00B30D5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657" y="922889"/>
            <a:ext cx="125780" cy="125714"/>
          </a:xfrm>
          <a:custGeom xmlns:a="http://schemas.openxmlformats.org/drawingml/2006/main">
            <a:pathLst>
              <a:path w="125780" h="125714">
                <a:moveTo>
                  <a:pt x="0" y="0"/>
                </a:moveTo>
                <a:lnTo>
                  <a:pt x="0" y="125714"/>
                </a:lnTo>
                <a:lnTo>
                  <a:pt x="125780" y="12571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22" name="path-301">
            <a:extLst xmlns:a="http://schemas.openxmlformats.org/drawingml/2006/main">
              <a:ext uri="{FF2B5EF4-FFF2-40B4-BE49-F238E27FC236}">
                <a16:creationId xmlns:a16="http://schemas.microsoft.com/office/drawing/2014/main" id="{AE06A122-3E9D-4185-B95B-63FB69CE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1437" y="92284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path-302">
            <a:extLst xmlns:a="http://schemas.openxmlformats.org/drawingml/2006/main">
              <a:ext uri="{FF2B5EF4-FFF2-40B4-BE49-F238E27FC236}">
                <a16:creationId xmlns:a16="http://schemas.microsoft.com/office/drawing/2014/main" id="{CE3041CA-36CB-4BCD-B134-45F5F1B2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1437" y="922889"/>
            <a:ext cx="125780" cy="125714"/>
          </a:xfrm>
          <a:custGeom xmlns:a="http://schemas.openxmlformats.org/drawingml/2006/main">
            <a:pathLst>
              <a:path w="125780" h="125714">
                <a:moveTo>
                  <a:pt x="0" y="0"/>
                </a:moveTo>
                <a:lnTo>
                  <a:pt x="0" y="125714"/>
                </a:lnTo>
                <a:lnTo>
                  <a:pt x="125780" y="12571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24" name="path-303">
            <a:extLst xmlns:a="http://schemas.openxmlformats.org/drawingml/2006/main">
              <a:ext uri="{FF2B5EF4-FFF2-40B4-BE49-F238E27FC236}">
                <a16:creationId xmlns:a16="http://schemas.microsoft.com/office/drawing/2014/main" id="{4A4FC429-C95A-483E-B00B-04131A1C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217" y="41971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path-304">
            <a:extLst xmlns:a="http://schemas.openxmlformats.org/drawingml/2006/main">
              <a:ext uri="{FF2B5EF4-FFF2-40B4-BE49-F238E27FC236}">
                <a16:creationId xmlns:a16="http://schemas.microsoft.com/office/drawing/2014/main" id="{974D3A9A-1DB2-423C-B9D6-1E55585A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217" y="419749"/>
            <a:ext cx="125789" cy="125717"/>
          </a:xfrm>
          <a:custGeom xmlns:a="http://schemas.openxmlformats.org/drawingml/2006/main">
            <a:pathLst>
              <a:path w="125789" h="125717">
                <a:moveTo>
                  <a:pt x="0" y="0"/>
                </a:moveTo>
                <a:lnTo>
                  <a:pt x="0" y="125717"/>
                </a:lnTo>
                <a:lnTo>
                  <a:pt x="125789" y="125717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26" name="path-305">
            <a:extLst xmlns:a="http://schemas.openxmlformats.org/drawingml/2006/main">
              <a:ext uri="{FF2B5EF4-FFF2-40B4-BE49-F238E27FC236}">
                <a16:creationId xmlns:a16="http://schemas.microsoft.com/office/drawing/2014/main" id="{F3DAF6AE-BC0D-476B-A241-2FAD355A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07" y="41971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path-306">
            <a:extLst xmlns:a="http://schemas.openxmlformats.org/drawingml/2006/main">
              <a:ext uri="{FF2B5EF4-FFF2-40B4-BE49-F238E27FC236}">
                <a16:creationId xmlns:a16="http://schemas.microsoft.com/office/drawing/2014/main" id="{B54A9B15-23F1-4444-96E4-22956B7A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07" y="419749"/>
            <a:ext cx="125780" cy="125717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28" name="path-307">
            <a:extLst xmlns:a="http://schemas.openxmlformats.org/drawingml/2006/main">
              <a:ext uri="{FF2B5EF4-FFF2-40B4-BE49-F238E27FC236}">
                <a16:creationId xmlns:a16="http://schemas.microsoft.com/office/drawing/2014/main" id="{F2E354F7-9345-4813-83B6-B771C92D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787" y="41971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" name="path-308">
            <a:extLst xmlns:a="http://schemas.openxmlformats.org/drawingml/2006/main">
              <a:ext uri="{FF2B5EF4-FFF2-40B4-BE49-F238E27FC236}">
                <a16:creationId xmlns:a16="http://schemas.microsoft.com/office/drawing/2014/main" id="{F3672BD3-A4C0-4D7C-893B-2545054D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787" y="419749"/>
            <a:ext cx="125780" cy="125717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30" name="path-309">
            <a:extLst xmlns:a="http://schemas.openxmlformats.org/drawingml/2006/main">
              <a:ext uri="{FF2B5EF4-FFF2-40B4-BE49-F238E27FC236}">
                <a16:creationId xmlns:a16="http://schemas.microsoft.com/office/drawing/2014/main" id="{35272531-E097-442C-A016-F3FD4C0C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217" y="54550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" name="path-310">
            <a:extLst xmlns:a="http://schemas.openxmlformats.org/drawingml/2006/main">
              <a:ext uri="{FF2B5EF4-FFF2-40B4-BE49-F238E27FC236}">
                <a16:creationId xmlns:a16="http://schemas.microsoft.com/office/drawing/2014/main" id="{B4BA4BD5-B817-4798-9EF0-3078AA42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217" y="545466"/>
            <a:ext cx="125789" cy="125806"/>
          </a:xfrm>
          <a:custGeom xmlns:a="http://schemas.openxmlformats.org/drawingml/2006/main">
            <a:pathLst>
              <a:path w="125789" h="125806">
                <a:moveTo>
                  <a:pt x="0" y="0"/>
                </a:moveTo>
                <a:lnTo>
                  <a:pt x="0" y="125806"/>
                </a:lnTo>
                <a:lnTo>
                  <a:pt x="125789" y="125806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32" name="path-311">
            <a:extLst xmlns:a="http://schemas.openxmlformats.org/drawingml/2006/main">
              <a:ext uri="{FF2B5EF4-FFF2-40B4-BE49-F238E27FC236}">
                <a16:creationId xmlns:a16="http://schemas.microsoft.com/office/drawing/2014/main" id="{B29648A9-4AD9-4C75-9CA1-D5A04260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07" y="54550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path-312">
            <a:extLst xmlns:a="http://schemas.openxmlformats.org/drawingml/2006/main">
              <a:ext uri="{FF2B5EF4-FFF2-40B4-BE49-F238E27FC236}">
                <a16:creationId xmlns:a16="http://schemas.microsoft.com/office/drawing/2014/main" id="{2025BCF1-8D9F-456D-8FDB-EF140935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07" y="545466"/>
            <a:ext cx="125780" cy="125806"/>
          </a:xfrm>
          <a:custGeom xmlns:a="http://schemas.openxmlformats.org/drawingml/2006/main">
            <a:pathLst>
              <a:path w="125780" h="125806">
                <a:moveTo>
                  <a:pt x="0" y="0"/>
                </a:moveTo>
                <a:lnTo>
                  <a:pt x="0" y="125806"/>
                </a:lnTo>
                <a:lnTo>
                  <a:pt x="125780" y="125806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34" name="path-313">
            <a:extLst xmlns:a="http://schemas.openxmlformats.org/drawingml/2006/main">
              <a:ext uri="{FF2B5EF4-FFF2-40B4-BE49-F238E27FC236}">
                <a16:creationId xmlns:a16="http://schemas.microsoft.com/office/drawing/2014/main" id="{B7193262-3DC7-431D-96B7-547B18DA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787" y="54550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" name="path-314">
            <a:extLst xmlns:a="http://schemas.openxmlformats.org/drawingml/2006/main">
              <a:ext uri="{FF2B5EF4-FFF2-40B4-BE49-F238E27FC236}">
                <a16:creationId xmlns:a16="http://schemas.microsoft.com/office/drawing/2014/main" id="{44CD506C-120F-4BEF-9717-68191459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787" y="545466"/>
            <a:ext cx="125780" cy="125806"/>
          </a:xfrm>
          <a:custGeom xmlns:a="http://schemas.openxmlformats.org/drawingml/2006/main">
            <a:pathLst>
              <a:path w="125780" h="125806">
                <a:moveTo>
                  <a:pt x="0" y="0"/>
                </a:moveTo>
                <a:lnTo>
                  <a:pt x="0" y="125806"/>
                </a:lnTo>
                <a:lnTo>
                  <a:pt x="125780" y="125806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36" name="path-315">
            <a:extLst xmlns:a="http://schemas.openxmlformats.org/drawingml/2006/main">
              <a:ext uri="{FF2B5EF4-FFF2-40B4-BE49-F238E27FC236}">
                <a16:creationId xmlns:a16="http://schemas.microsoft.com/office/drawing/2014/main" id="{4A565D46-1EDC-4517-9333-D0725DBB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217" y="67127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path-316">
            <a:extLst xmlns:a="http://schemas.openxmlformats.org/drawingml/2006/main">
              <a:ext uri="{FF2B5EF4-FFF2-40B4-BE49-F238E27FC236}">
                <a16:creationId xmlns:a16="http://schemas.microsoft.com/office/drawing/2014/main" id="{CCF130A2-75E7-4956-8525-12E5164A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217" y="671272"/>
            <a:ext cx="125789" cy="125809"/>
          </a:xfrm>
          <a:custGeom xmlns:a="http://schemas.openxmlformats.org/drawingml/2006/main">
            <a:pathLst>
              <a:path w="125789" h="125809">
                <a:moveTo>
                  <a:pt x="0" y="0"/>
                </a:moveTo>
                <a:lnTo>
                  <a:pt x="0" y="125809"/>
                </a:lnTo>
                <a:lnTo>
                  <a:pt x="125789" y="125809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38" name="path-317">
            <a:extLst xmlns:a="http://schemas.openxmlformats.org/drawingml/2006/main">
              <a:ext uri="{FF2B5EF4-FFF2-40B4-BE49-F238E27FC236}">
                <a16:creationId xmlns:a16="http://schemas.microsoft.com/office/drawing/2014/main" id="{5592256C-7CF2-4533-94F6-CA775AB0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07" y="67127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" name="path-318">
            <a:extLst xmlns:a="http://schemas.openxmlformats.org/drawingml/2006/main">
              <a:ext uri="{FF2B5EF4-FFF2-40B4-BE49-F238E27FC236}">
                <a16:creationId xmlns:a16="http://schemas.microsoft.com/office/drawing/2014/main" id="{396C0804-DFFF-4368-80AD-16989010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07" y="671272"/>
            <a:ext cx="125780" cy="125809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40" name="path-319">
            <a:extLst xmlns:a="http://schemas.openxmlformats.org/drawingml/2006/main">
              <a:ext uri="{FF2B5EF4-FFF2-40B4-BE49-F238E27FC236}">
                <a16:creationId xmlns:a16="http://schemas.microsoft.com/office/drawing/2014/main" id="{E221E370-C337-4D1B-8837-4EC8B2B1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787" y="67127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" name="path-320">
            <a:extLst xmlns:a="http://schemas.openxmlformats.org/drawingml/2006/main">
              <a:ext uri="{FF2B5EF4-FFF2-40B4-BE49-F238E27FC236}">
                <a16:creationId xmlns:a16="http://schemas.microsoft.com/office/drawing/2014/main" id="{BC756E06-9803-45A4-A1A6-0B96E03E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787" y="671272"/>
            <a:ext cx="125780" cy="125809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42" name="path-321">
            <a:extLst xmlns:a="http://schemas.openxmlformats.org/drawingml/2006/main">
              <a:ext uri="{FF2B5EF4-FFF2-40B4-BE49-F238E27FC236}">
                <a16:creationId xmlns:a16="http://schemas.microsoft.com/office/drawing/2014/main" id="{5CB55759-2559-4CAF-8014-69F9077A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4567" y="41971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" name="path-322">
            <a:extLst xmlns:a="http://schemas.openxmlformats.org/drawingml/2006/main">
              <a:ext uri="{FF2B5EF4-FFF2-40B4-BE49-F238E27FC236}">
                <a16:creationId xmlns:a16="http://schemas.microsoft.com/office/drawing/2014/main" id="{599C31EC-F1A3-4509-9C52-8613B5F8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4567" y="419749"/>
            <a:ext cx="125780" cy="125717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44" name="path-323">
            <a:extLst xmlns:a="http://schemas.openxmlformats.org/drawingml/2006/main">
              <a:ext uri="{FF2B5EF4-FFF2-40B4-BE49-F238E27FC236}">
                <a16:creationId xmlns:a16="http://schemas.microsoft.com/office/drawing/2014/main" id="{44CF130E-6E87-492D-9802-8999442E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4567" y="54550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" name="path-324">
            <a:extLst xmlns:a="http://schemas.openxmlformats.org/drawingml/2006/main">
              <a:ext uri="{FF2B5EF4-FFF2-40B4-BE49-F238E27FC236}">
                <a16:creationId xmlns:a16="http://schemas.microsoft.com/office/drawing/2014/main" id="{6FE65A43-F5F6-48D7-86AF-6F2DB25D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4567" y="545466"/>
            <a:ext cx="125780" cy="125806"/>
          </a:xfrm>
          <a:custGeom xmlns:a="http://schemas.openxmlformats.org/drawingml/2006/main">
            <a:pathLst>
              <a:path w="125780" h="125806">
                <a:moveTo>
                  <a:pt x="0" y="0"/>
                </a:moveTo>
                <a:lnTo>
                  <a:pt x="0" y="125806"/>
                </a:lnTo>
                <a:lnTo>
                  <a:pt x="125780" y="125806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46" name="path-325">
            <a:extLst xmlns:a="http://schemas.openxmlformats.org/drawingml/2006/main">
              <a:ext uri="{FF2B5EF4-FFF2-40B4-BE49-F238E27FC236}">
                <a16:creationId xmlns:a16="http://schemas.microsoft.com/office/drawing/2014/main" id="{717CA76D-ACA0-4E86-A3DD-78355B51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4567" y="67127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" name="path-326">
            <a:extLst xmlns:a="http://schemas.openxmlformats.org/drawingml/2006/main">
              <a:ext uri="{FF2B5EF4-FFF2-40B4-BE49-F238E27FC236}">
                <a16:creationId xmlns:a16="http://schemas.microsoft.com/office/drawing/2014/main" id="{A6BBE100-2314-4118-9DFD-DE58BE7D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4567" y="671272"/>
            <a:ext cx="125780" cy="125809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48" name="path-327">
            <a:extLst xmlns:a="http://schemas.openxmlformats.org/drawingml/2006/main">
              <a:ext uri="{FF2B5EF4-FFF2-40B4-BE49-F238E27FC236}">
                <a16:creationId xmlns:a16="http://schemas.microsoft.com/office/drawing/2014/main" id="{2FD151F8-AB0B-44BE-983C-4CF1971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217" y="797068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path-328">
            <a:extLst xmlns:a="http://schemas.openxmlformats.org/drawingml/2006/main">
              <a:ext uri="{FF2B5EF4-FFF2-40B4-BE49-F238E27FC236}">
                <a16:creationId xmlns:a16="http://schemas.microsoft.com/office/drawing/2014/main" id="{1D50FCAC-5D06-4862-8B4B-7EADBDDB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217" y="797080"/>
            <a:ext cx="125789" cy="125809"/>
          </a:xfrm>
          <a:custGeom xmlns:a="http://schemas.openxmlformats.org/drawingml/2006/main">
            <a:pathLst>
              <a:path w="125789" h="125809">
                <a:moveTo>
                  <a:pt x="0" y="0"/>
                </a:moveTo>
                <a:lnTo>
                  <a:pt x="0" y="125809"/>
                </a:lnTo>
                <a:lnTo>
                  <a:pt x="125789" y="125809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50" name="path-329">
            <a:extLst xmlns:a="http://schemas.openxmlformats.org/drawingml/2006/main">
              <a:ext uri="{FF2B5EF4-FFF2-40B4-BE49-F238E27FC236}">
                <a16:creationId xmlns:a16="http://schemas.microsoft.com/office/drawing/2014/main" id="{237F3431-C933-469A-B7AF-31D0CADD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07" y="797068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" name="path-330">
            <a:extLst xmlns:a="http://schemas.openxmlformats.org/drawingml/2006/main">
              <a:ext uri="{FF2B5EF4-FFF2-40B4-BE49-F238E27FC236}">
                <a16:creationId xmlns:a16="http://schemas.microsoft.com/office/drawing/2014/main" id="{123DAAD0-97AF-4A0F-BF91-9962BF23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07" y="797080"/>
            <a:ext cx="125780" cy="125809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52" name="path-331">
            <a:extLst xmlns:a="http://schemas.openxmlformats.org/drawingml/2006/main">
              <a:ext uri="{FF2B5EF4-FFF2-40B4-BE49-F238E27FC236}">
                <a16:creationId xmlns:a16="http://schemas.microsoft.com/office/drawing/2014/main" id="{BA75915C-E299-4D45-A114-D6DF4578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787" y="797068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" name="path-332">
            <a:extLst xmlns:a="http://schemas.openxmlformats.org/drawingml/2006/main">
              <a:ext uri="{FF2B5EF4-FFF2-40B4-BE49-F238E27FC236}">
                <a16:creationId xmlns:a16="http://schemas.microsoft.com/office/drawing/2014/main" id="{5A06D4D7-7BA1-4E58-9BE6-32AC19A6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787" y="797080"/>
            <a:ext cx="125780" cy="125809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54" name="path-333">
            <a:extLst xmlns:a="http://schemas.openxmlformats.org/drawingml/2006/main">
              <a:ext uri="{FF2B5EF4-FFF2-40B4-BE49-F238E27FC236}">
                <a16:creationId xmlns:a16="http://schemas.microsoft.com/office/drawing/2014/main" id="{D8408995-025C-420C-8F8B-4FA7E78C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4567" y="797068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" name="path-334">
            <a:extLst xmlns:a="http://schemas.openxmlformats.org/drawingml/2006/main">
              <a:ext uri="{FF2B5EF4-FFF2-40B4-BE49-F238E27FC236}">
                <a16:creationId xmlns:a16="http://schemas.microsoft.com/office/drawing/2014/main" id="{C8D230CF-F2EE-44D3-AAB1-E491DC81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4567" y="797080"/>
            <a:ext cx="125780" cy="125809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56" name="path-335">
            <a:extLst xmlns:a="http://schemas.openxmlformats.org/drawingml/2006/main">
              <a:ext uri="{FF2B5EF4-FFF2-40B4-BE49-F238E27FC236}">
                <a16:creationId xmlns:a16="http://schemas.microsoft.com/office/drawing/2014/main" id="{E49964AC-6C86-42EB-84F0-37E80E6E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347" y="41971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" name="path-336">
            <a:extLst xmlns:a="http://schemas.openxmlformats.org/drawingml/2006/main">
              <a:ext uri="{FF2B5EF4-FFF2-40B4-BE49-F238E27FC236}">
                <a16:creationId xmlns:a16="http://schemas.microsoft.com/office/drawing/2014/main" id="{51B786B4-156C-49F2-9FDE-B47FCD20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347" y="419749"/>
            <a:ext cx="125780" cy="125717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58" name="path-337">
            <a:extLst xmlns:a="http://schemas.openxmlformats.org/drawingml/2006/main">
              <a:ext uri="{FF2B5EF4-FFF2-40B4-BE49-F238E27FC236}">
                <a16:creationId xmlns:a16="http://schemas.microsoft.com/office/drawing/2014/main" id="{D4BCBED4-8D82-4D75-A208-D9FE0039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347" y="54550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" name="path-338">
            <a:extLst xmlns:a="http://schemas.openxmlformats.org/drawingml/2006/main">
              <a:ext uri="{FF2B5EF4-FFF2-40B4-BE49-F238E27FC236}">
                <a16:creationId xmlns:a16="http://schemas.microsoft.com/office/drawing/2014/main" id="{CB29AF85-6AFE-4AAC-8702-AF8FD9F5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347" y="545466"/>
            <a:ext cx="125780" cy="125806"/>
          </a:xfrm>
          <a:custGeom xmlns:a="http://schemas.openxmlformats.org/drawingml/2006/main">
            <a:pathLst>
              <a:path w="125780" h="125806">
                <a:moveTo>
                  <a:pt x="0" y="0"/>
                </a:moveTo>
                <a:lnTo>
                  <a:pt x="0" y="125806"/>
                </a:lnTo>
                <a:lnTo>
                  <a:pt x="125780" y="125806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60" name="path-339">
            <a:extLst xmlns:a="http://schemas.openxmlformats.org/drawingml/2006/main">
              <a:ext uri="{FF2B5EF4-FFF2-40B4-BE49-F238E27FC236}">
                <a16:creationId xmlns:a16="http://schemas.microsoft.com/office/drawing/2014/main" id="{439DA3A3-4ACE-4D56-A396-1B741602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347" y="67127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" name="path-340">
            <a:extLst xmlns:a="http://schemas.openxmlformats.org/drawingml/2006/main">
              <a:ext uri="{FF2B5EF4-FFF2-40B4-BE49-F238E27FC236}">
                <a16:creationId xmlns:a16="http://schemas.microsoft.com/office/drawing/2014/main" id="{CFFDDB80-9E50-465B-870D-DBB78B20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347" y="671272"/>
            <a:ext cx="125780" cy="125809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62" name="path-341">
            <a:extLst xmlns:a="http://schemas.openxmlformats.org/drawingml/2006/main">
              <a:ext uri="{FF2B5EF4-FFF2-40B4-BE49-F238E27FC236}">
                <a16:creationId xmlns:a16="http://schemas.microsoft.com/office/drawing/2014/main" id="{FE40C09C-0174-454B-9296-94360251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347" y="797068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" name="path-342">
            <a:extLst xmlns:a="http://schemas.openxmlformats.org/drawingml/2006/main">
              <a:ext uri="{FF2B5EF4-FFF2-40B4-BE49-F238E27FC236}">
                <a16:creationId xmlns:a16="http://schemas.microsoft.com/office/drawing/2014/main" id="{149E7E44-5DE6-4276-AD34-C21A0C37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347" y="797080"/>
            <a:ext cx="125780" cy="125809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64" name="path-343">
            <a:extLst xmlns:a="http://schemas.openxmlformats.org/drawingml/2006/main">
              <a:ext uri="{FF2B5EF4-FFF2-40B4-BE49-F238E27FC236}">
                <a16:creationId xmlns:a16="http://schemas.microsoft.com/office/drawing/2014/main" id="{8DC2353C-A87E-48FB-9FC8-7B48D6AB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217" y="92284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" name="path-344">
            <a:extLst xmlns:a="http://schemas.openxmlformats.org/drawingml/2006/main">
              <a:ext uri="{FF2B5EF4-FFF2-40B4-BE49-F238E27FC236}">
                <a16:creationId xmlns:a16="http://schemas.microsoft.com/office/drawing/2014/main" id="{E530F97C-685F-4834-839E-4AB3D58C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217" y="922889"/>
            <a:ext cx="125789" cy="125714"/>
          </a:xfrm>
          <a:custGeom xmlns:a="http://schemas.openxmlformats.org/drawingml/2006/main">
            <a:pathLst>
              <a:path w="125789" h="125714">
                <a:moveTo>
                  <a:pt x="0" y="0"/>
                </a:moveTo>
                <a:lnTo>
                  <a:pt x="0" y="125714"/>
                </a:lnTo>
                <a:lnTo>
                  <a:pt x="125789" y="125714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66" name="path-345">
            <a:extLst xmlns:a="http://schemas.openxmlformats.org/drawingml/2006/main">
              <a:ext uri="{FF2B5EF4-FFF2-40B4-BE49-F238E27FC236}">
                <a16:creationId xmlns:a16="http://schemas.microsoft.com/office/drawing/2014/main" id="{E6A75CF4-EBA0-45EC-ACB0-4E4F5E31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07" y="92284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" name="path-346">
            <a:extLst xmlns:a="http://schemas.openxmlformats.org/drawingml/2006/main">
              <a:ext uri="{FF2B5EF4-FFF2-40B4-BE49-F238E27FC236}">
                <a16:creationId xmlns:a16="http://schemas.microsoft.com/office/drawing/2014/main" id="{25DE0878-4F5A-4B9E-8A54-6221ABCF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07" y="922889"/>
            <a:ext cx="125780" cy="125714"/>
          </a:xfrm>
          <a:custGeom xmlns:a="http://schemas.openxmlformats.org/drawingml/2006/main">
            <a:pathLst>
              <a:path w="125780" h="125714">
                <a:moveTo>
                  <a:pt x="0" y="0"/>
                </a:moveTo>
                <a:lnTo>
                  <a:pt x="0" y="125714"/>
                </a:lnTo>
                <a:lnTo>
                  <a:pt x="125780" y="12571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68" name="path-347">
            <a:extLst xmlns:a="http://schemas.openxmlformats.org/drawingml/2006/main">
              <a:ext uri="{FF2B5EF4-FFF2-40B4-BE49-F238E27FC236}">
                <a16:creationId xmlns:a16="http://schemas.microsoft.com/office/drawing/2014/main" id="{BF185DC9-0856-43AD-ADFB-656AF4BD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787" y="92284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" name="path-348">
            <a:extLst xmlns:a="http://schemas.openxmlformats.org/drawingml/2006/main">
              <a:ext uri="{FF2B5EF4-FFF2-40B4-BE49-F238E27FC236}">
                <a16:creationId xmlns:a16="http://schemas.microsoft.com/office/drawing/2014/main" id="{AB4C2A9A-C2F9-4CB0-8710-B2306EFD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787" y="922889"/>
            <a:ext cx="125780" cy="125714"/>
          </a:xfrm>
          <a:custGeom xmlns:a="http://schemas.openxmlformats.org/drawingml/2006/main">
            <a:pathLst>
              <a:path w="125780" h="125714">
                <a:moveTo>
                  <a:pt x="0" y="0"/>
                </a:moveTo>
                <a:lnTo>
                  <a:pt x="0" y="125714"/>
                </a:lnTo>
                <a:lnTo>
                  <a:pt x="125780" y="12571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70" name="path-349">
            <a:extLst xmlns:a="http://schemas.openxmlformats.org/drawingml/2006/main">
              <a:ext uri="{FF2B5EF4-FFF2-40B4-BE49-F238E27FC236}">
                <a16:creationId xmlns:a16="http://schemas.microsoft.com/office/drawing/2014/main" id="{A733B809-AC28-48DF-8760-596291B0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4567" y="92284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" name="path-350">
            <a:extLst xmlns:a="http://schemas.openxmlformats.org/drawingml/2006/main">
              <a:ext uri="{FF2B5EF4-FFF2-40B4-BE49-F238E27FC236}">
                <a16:creationId xmlns:a16="http://schemas.microsoft.com/office/drawing/2014/main" id="{4418D8FC-BF8F-45B5-888E-E587C153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4567" y="922889"/>
            <a:ext cx="125780" cy="125714"/>
          </a:xfrm>
          <a:custGeom xmlns:a="http://schemas.openxmlformats.org/drawingml/2006/main">
            <a:pathLst>
              <a:path w="125780" h="125714">
                <a:moveTo>
                  <a:pt x="0" y="0"/>
                </a:moveTo>
                <a:lnTo>
                  <a:pt x="0" y="125714"/>
                </a:lnTo>
                <a:lnTo>
                  <a:pt x="125780" y="12571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72" name="path-351">
            <a:extLst xmlns:a="http://schemas.openxmlformats.org/drawingml/2006/main">
              <a:ext uri="{FF2B5EF4-FFF2-40B4-BE49-F238E27FC236}">
                <a16:creationId xmlns:a16="http://schemas.microsoft.com/office/drawing/2014/main" id="{F1E42718-AC14-4AAD-B5D2-896EA752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347" y="92284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" name="path-352">
            <a:extLst xmlns:a="http://schemas.openxmlformats.org/drawingml/2006/main">
              <a:ext uri="{FF2B5EF4-FFF2-40B4-BE49-F238E27FC236}">
                <a16:creationId xmlns:a16="http://schemas.microsoft.com/office/drawing/2014/main" id="{F284B71F-A351-463B-9EF0-52E4358E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347" y="922889"/>
            <a:ext cx="125780" cy="125714"/>
          </a:xfrm>
          <a:custGeom xmlns:a="http://schemas.openxmlformats.org/drawingml/2006/main">
            <a:pathLst>
              <a:path w="125780" h="125714">
                <a:moveTo>
                  <a:pt x="0" y="0"/>
                </a:moveTo>
                <a:lnTo>
                  <a:pt x="0" y="125714"/>
                </a:lnTo>
                <a:lnTo>
                  <a:pt x="125780" y="12571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74" name="path-353">
            <a:extLst xmlns:a="http://schemas.openxmlformats.org/drawingml/2006/main">
              <a:ext uri="{FF2B5EF4-FFF2-40B4-BE49-F238E27FC236}">
                <a16:creationId xmlns:a16="http://schemas.microsoft.com/office/drawing/2014/main" id="{B17648EC-760A-48A1-942D-9BFB1DA9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316" y="104862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" name="path-354">
            <a:extLst xmlns:a="http://schemas.openxmlformats.org/drawingml/2006/main">
              <a:ext uri="{FF2B5EF4-FFF2-40B4-BE49-F238E27FC236}">
                <a16:creationId xmlns:a16="http://schemas.microsoft.com/office/drawing/2014/main" id="{BA8EB07A-FCBA-4EF9-A53D-A7A7EBB3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316" y="1048603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76" name="path-355">
            <a:extLst xmlns:a="http://schemas.openxmlformats.org/drawingml/2006/main">
              <a:ext uri="{FF2B5EF4-FFF2-40B4-BE49-F238E27FC236}">
                <a16:creationId xmlns:a16="http://schemas.microsoft.com/office/drawing/2014/main" id="{2F483100-BA30-4069-BD87-C6214E05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4097" y="104862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" name="path-356">
            <a:extLst xmlns:a="http://schemas.openxmlformats.org/drawingml/2006/main">
              <a:ext uri="{FF2B5EF4-FFF2-40B4-BE49-F238E27FC236}">
                <a16:creationId xmlns:a16="http://schemas.microsoft.com/office/drawing/2014/main" id="{899AC6D4-A429-442C-8232-661FE912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4097" y="1048603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78" name="path-357">
            <a:extLst xmlns:a="http://schemas.openxmlformats.org/drawingml/2006/main">
              <a:ext uri="{FF2B5EF4-FFF2-40B4-BE49-F238E27FC236}">
                <a16:creationId xmlns:a16="http://schemas.microsoft.com/office/drawing/2014/main" id="{F8FD05ED-9BAE-4776-9BF5-E0434BB9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877" y="104862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" name="path-358">
            <a:extLst xmlns:a="http://schemas.openxmlformats.org/drawingml/2006/main">
              <a:ext uri="{FF2B5EF4-FFF2-40B4-BE49-F238E27FC236}">
                <a16:creationId xmlns:a16="http://schemas.microsoft.com/office/drawing/2014/main" id="{D5A995AE-E7F1-42AF-B21B-A7F9CEF5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877" y="1048603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80" name="path-359">
            <a:extLst xmlns:a="http://schemas.openxmlformats.org/drawingml/2006/main">
              <a:ext uri="{FF2B5EF4-FFF2-40B4-BE49-F238E27FC236}">
                <a16:creationId xmlns:a16="http://schemas.microsoft.com/office/drawing/2014/main" id="{722A743F-3975-47BE-BB1B-FE5FBB62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316" y="117441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" name="path-360">
            <a:extLst xmlns:a="http://schemas.openxmlformats.org/drawingml/2006/main">
              <a:ext uri="{FF2B5EF4-FFF2-40B4-BE49-F238E27FC236}">
                <a16:creationId xmlns:a16="http://schemas.microsoft.com/office/drawing/2014/main" id="{20C94E3E-DEBB-4D60-8300-D75D1A40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316" y="1174410"/>
            <a:ext cx="125780" cy="125810"/>
          </a:xfrm>
          <a:custGeom xmlns:a="http://schemas.openxmlformats.org/drawingml/2006/main">
            <a:pathLst>
              <a:path w="125780" h="125810">
                <a:moveTo>
                  <a:pt x="0" y="0"/>
                </a:moveTo>
                <a:lnTo>
                  <a:pt x="0" y="125810"/>
                </a:lnTo>
                <a:lnTo>
                  <a:pt x="125780" y="12581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82" name="path-361">
            <a:extLst xmlns:a="http://schemas.openxmlformats.org/drawingml/2006/main">
              <a:ext uri="{FF2B5EF4-FFF2-40B4-BE49-F238E27FC236}">
                <a16:creationId xmlns:a16="http://schemas.microsoft.com/office/drawing/2014/main" id="{ADB90D5B-C718-4012-BB78-ACE236BC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4097" y="117441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" name="path-362">
            <a:extLst xmlns:a="http://schemas.openxmlformats.org/drawingml/2006/main">
              <a:ext uri="{FF2B5EF4-FFF2-40B4-BE49-F238E27FC236}">
                <a16:creationId xmlns:a16="http://schemas.microsoft.com/office/drawing/2014/main" id="{C77C988D-CF2E-4D88-A56C-7475E33A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4097" y="1174410"/>
            <a:ext cx="125780" cy="125810"/>
          </a:xfrm>
          <a:custGeom xmlns:a="http://schemas.openxmlformats.org/drawingml/2006/main">
            <a:pathLst>
              <a:path w="125780" h="125810">
                <a:moveTo>
                  <a:pt x="0" y="0"/>
                </a:moveTo>
                <a:lnTo>
                  <a:pt x="0" y="125810"/>
                </a:lnTo>
                <a:lnTo>
                  <a:pt x="125780" y="12581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84" name="path-363">
            <a:extLst xmlns:a="http://schemas.openxmlformats.org/drawingml/2006/main">
              <a:ext uri="{FF2B5EF4-FFF2-40B4-BE49-F238E27FC236}">
                <a16:creationId xmlns:a16="http://schemas.microsoft.com/office/drawing/2014/main" id="{31B2FBA4-4396-4E4A-BD60-DBEEB606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877" y="117441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" name="path-364">
            <a:extLst xmlns:a="http://schemas.openxmlformats.org/drawingml/2006/main">
              <a:ext uri="{FF2B5EF4-FFF2-40B4-BE49-F238E27FC236}">
                <a16:creationId xmlns:a16="http://schemas.microsoft.com/office/drawing/2014/main" id="{8C0ADCD3-3425-45A6-882C-402FE959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877" y="1174410"/>
            <a:ext cx="125780" cy="125810"/>
          </a:xfrm>
          <a:custGeom xmlns:a="http://schemas.openxmlformats.org/drawingml/2006/main">
            <a:pathLst>
              <a:path w="125780" h="125810">
                <a:moveTo>
                  <a:pt x="0" y="0"/>
                </a:moveTo>
                <a:lnTo>
                  <a:pt x="0" y="125810"/>
                </a:lnTo>
                <a:lnTo>
                  <a:pt x="125780" y="12581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86" name="path-365">
            <a:extLst xmlns:a="http://schemas.openxmlformats.org/drawingml/2006/main">
              <a:ext uri="{FF2B5EF4-FFF2-40B4-BE49-F238E27FC236}">
                <a16:creationId xmlns:a16="http://schemas.microsoft.com/office/drawing/2014/main" id="{97ECB4B0-5172-4C27-9A69-1A6F053F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657" y="104862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" name="path-366">
            <a:extLst xmlns:a="http://schemas.openxmlformats.org/drawingml/2006/main">
              <a:ext uri="{FF2B5EF4-FFF2-40B4-BE49-F238E27FC236}">
                <a16:creationId xmlns:a16="http://schemas.microsoft.com/office/drawing/2014/main" id="{F2D159F2-7C64-4A1E-94DD-AF561A8D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657" y="1048603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88" name="path-367">
            <a:extLst xmlns:a="http://schemas.openxmlformats.org/drawingml/2006/main">
              <a:ext uri="{FF2B5EF4-FFF2-40B4-BE49-F238E27FC236}">
                <a16:creationId xmlns:a16="http://schemas.microsoft.com/office/drawing/2014/main" id="{11CB744B-DDDE-401D-9E48-79812F55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657" y="117441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" name="path-368">
            <a:extLst xmlns:a="http://schemas.openxmlformats.org/drawingml/2006/main">
              <a:ext uri="{FF2B5EF4-FFF2-40B4-BE49-F238E27FC236}">
                <a16:creationId xmlns:a16="http://schemas.microsoft.com/office/drawing/2014/main" id="{C7908931-55E9-403E-8FA2-1C690DC9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657" y="1174410"/>
            <a:ext cx="125780" cy="125810"/>
          </a:xfrm>
          <a:custGeom xmlns:a="http://schemas.openxmlformats.org/drawingml/2006/main">
            <a:pathLst>
              <a:path w="125780" h="125810">
                <a:moveTo>
                  <a:pt x="0" y="0"/>
                </a:moveTo>
                <a:lnTo>
                  <a:pt x="0" y="125810"/>
                </a:lnTo>
                <a:lnTo>
                  <a:pt x="125780" y="12581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90" name="path-369">
            <a:extLst xmlns:a="http://schemas.openxmlformats.org/drawingml/2006/main">
              <a:ext uri="{FF2B5EF4-FFF2-40B4-BE49-F238E27FC236}">
                <a16:creationId xmlns:a16="http://schemas.microsoft.com/office/drawing/2014/main" id="{ACF28B0A-6585-4E3B-B850-1E5BB559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1437" y="104862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" name="path-370">
            <a:extLst xmlns:a="http://schemas.openxmlformats.org/drawingml/2006/main">
              <a:ext uri="{FF2B5EF4-FFF2-40B4-BE49-F238E27FC236}">
                <a16:creationId xmlns:a16="http://schemas.microsoft.com/office/drawing/2014/main" id="{186DA5A7-3829-481C-AC44-04C64264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1437" y="1048603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92" name="path-371">
            <a:extLst xmlns:a="http://schemas.openxmlformats.org/drawingml/2006/main">
              <a:ext uri="{FF2B5EF4-FFF2-40B4-BE49-F238E27FC236}">
                <a16:creationId xmlns:a16="http://schemas.microsoft.com/office/drawing/2014/main" id="{A7394D96-0F75-48A7-8273-F9A92011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1437" y="117441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" name="path-372">
            <a:extLst xmlns:a="http://schemas.openxmlformats.org/drawingml/2006/main">
              <a:ext uri="{FF2B5EF4-FFF2-40B4-BE49-F238E27FC236}">
                <a16:creationId xmlns:a16="http://schemas.microsoft.com/office/drawing/2014/main" id="{B99D94E6-8B5D-4534-8B80-95434A80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1437" y="1174410"/>
            <a:ext cx="125780" cy="125810"/>
          </a:xfrm>
          <a:custGeom xmlns:a="http://schemas.openxmlformats.org/drawingml/2006/main">
            <a:pathLst>
              <a:path w="125780" h="125810">
                <a:moveTo>
                  <a:pt x="0" y="0"/>
                </a:moveTo>
                <a:lnTo>
                  <a:pt x="0" y="125810"/>
                </a:lnTo>
                <a:lnTo>
                  <a:pt x="125780" y="12581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94" name="path-373">
            <a:extLst xmlns:a="http://schemas.openxmlformats.org/drawingml/2006/main">
              <a:ext uri="{FF2B5EF4-FFF2-40B4-BE49-F238E27FC236}">
                <a16:creationId xmlns:a16="http://schemas.microsoft.com/office/drawing/2014/main" id="{02D1EE77-9A35-4FAD-8285-F90B38A1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217" y="104862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" name="path-374">
            <a:extLst xmlns:a="http://schemas.openxmlformats.org/drawingml/2006/main">
              <a:ext uri="{FF2B5EF4-FFF2-40B4-BE49-F238E27FC236}">
                <a16:creationId xmlns:a16="http://schemas.microsoft.com/office/drawing/2014/main" id="{89ECC600-38B8-407C-86AF-D12A383F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217" y="1048603"/>
            <a:ext cx="125789" cy="125807"/>
          </a:xfrm>
          <a:custGeom xmlns:a="http://schemas.openxmlformats.org/drawingml/2006/main">
            <a:pathLst>
              <a:path w="125789" h="125807">
                <a:moveTo>
                  <a:pt x="0" y="0"/>
                </a:moveTo>
                <a:lnTo>
                  <a:pt x="0" y="125807"/>
                </a:lnTo>
                <a:lnTo>
                  <a:pt x="125789" y="125807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96" name="path-375">
            <a:extLst xmlns:a="http://schemas.openxmlformats.org/drawingml/2006/main">
              <a:ext uri="{FF2B5EF4-FFF2-40B4-BE49-F238E27FC236}">
                <a16:creationId xmlns:a16="http://schemas.microsoft.com/office/drawing/2014/main" id="{4BB8CE10-63B9-4F25-BF01-C73290C2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07" y="104862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" name="path-376">
            <a:extLst xmlns:a="http://schemas.openxmlformats.org/drawingml/2006/main">
              <a:ext uri="{FF2B5EF4-FFF2-40B4-BE49-F238E27FC236}">
                <a16:creationId xmlns:a16="http://schemas.microsoft.com/office/drawing/2014/main" id="{A6E4BE2C-EE31-4FAB-9B34-A935AC99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07" y="1048603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398" name="path-377">
            <a:extLst xmlns:a="http://schemas.openxmlformats.org/drawingml/2006/main">
              <a:ext uri="{FF2B5EF4-FFF2-40B4-BE49-F238E27FC236}">
                <a16:creationId xmlns:a16="http://schemas.microsoft.com/office/drawing/2014/main" id="{92444DC0-4125-4117-AEE6-B8FB3AA8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787" y="104862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" name="path-378">
            <a:extLst xmlns:a="http://schemas.openxmlformats.org/drawingml/2006/main">
              <a:ext uri="{FF2B5EF4-FFF2-40B4-BE49-F238E27FC236}">
                <a16:creationId xmlns:a16="http://schemas.microsoft.com/office/drawing/2014/main" id="{1CE38BD0-298D-4E27-B516-B71FE5EA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787" y="1048603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00" name="path-379">
            <a:extLst xmlns:a="http://schemas.openxmlformats.org/drawingml/2006/main">
              <a:ext uri="{FF2B5EF4-FFF2-40B4-BE49-F238E27FC236}">
                <a16:creationId xmlns:a16="http://schemas.microsoft.com/office/drawing/2014/main" id="{F8F1E878-9DB8-4BD6-B3B3-40C70D72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217" y="117441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" name="path-380">
            <a:extLst xmlns:a="http://schemas.openxmlformats.org/drawingml/2006/main">
              <a:ext uri="{FF2B5EF4-FFF2-40B4-BE49-F238E27FC236}">
                <a16:creationId xmlns:a16="http://schemas.microsoft.com/office/drawing/2014/main" id="{ECE6D4FB-FCA2-44D7-B7B5-6A10CD95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217" y="1174410"/>
            <a:ext cx="125789" cy="125810"/>
          </a:xfrm>
          <a:custGeom xmlns:a="http://schemas.openxmlformats.org/drawingml/2006/main">
            <a:pathLst>
              <a:path w="125789" h="125810">
                <a:moveTo>
                  <a:pt x="0" y="0"/>
                </a:moveTo>
                <a:lnTo>
                  <a:pt x="0" y="125810"/>
                </a:lnTo>
                <a:lnTo>
                  <a:pt x="125789" y="125810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02" name="path-381">
            <a:extLst xmlns:a="http://schemas.openxmlformats.org/drawingml/2006/main">
              <a:ext uri="{FF2B5EF4-FFF2-40B4-BE49-F238E27FC236}">
                <a16:creationId xmlns:a16="http://schemas.microsoft.com/office/drawing/2014/main" id="{E1D5B30C-67DF-46BC-9595-F45D6AB1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07" y="117441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" name="path-382">
            <a:extLst xmlns:a="http://schemas.openxmlformats.org/drawingml/2006/main">
              <a:ext uri="{FF2B5EF4-FFF2-40B4-BE49-F238E27FC236}">
                <a16:creationId xmlns:a16="http://schemas.microsoft.com/office/drawing/2014/main" id="{6A064A9E-5EC8-483C-9F43-5F0573E9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3007" y="1174410"/>
            <a:ext cx="125780" cy="125810"/>
          </a:xfrm>
          <a:custGeom xmlns:a="http://schemas.openxmlformats.org/drawingml/2006/main">
            <a:pathLst>
              <a:path w="125780" h="125810">
                <a:moveTo>
                  <a:pt x="0" y="0"/>
                </a:moveTo>
                <a:lnTo>
                  <a:pt x="0" y="125810"/>
                </a:lnTo>
                <a:lnTo>
                  <a:pt x="125780" y="12581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04" name="path-383">
            <a:extLst xmlns:a="http://schemas.openxmlformats.org/drawingml/2006/main">
              <a:ext uri="{FF2B5EF4-FFF2-40B4-BE49-F238E27FC236}">
                <a16:creationId xmlns:a16="http://schemas.microsoft.com/office/drawing/2014/main" id="{99BEFF61-F953-4BDC-B945-3F4AA86B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787" y="117441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" name="path-384">
            <a:extLst xmlns:a="http://schemas.openxmlformats.org/drawingml/2006/main">
              <a:ext uri="{FF2B5EF4-FFF2-40B4-BE49-F238E27FC236}">
                <a16:creationId xmlns:a16="http://schemas.microsoft.com/office/drawing/2014/main" id="{68B37BC0-337A-4FEE-BBCB-14286995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787" y="1174410"/>
            <a:ext cx="125780" cy="125810"/>
          </a:xfrm>
          <a:custGeom xmlns:a="http://schemas.openxmlformats.org/drawingml/2006/main">
            <a:pathLst>
              <a:path w="125780" h="125810">
                <a:moveTo>
                  <a:pt x="0" y="0"/>
                </a:moveTo>
                <a:lnTo>
                  <a:pt x="0" y="125810"/>
                </a:lnTo>
                <a:lnTo>
                  <a:pt x="125780" y="12581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06" name="path-385">
            <a:extLst xmlns:a="http://schemas.openxmlformats.org/drawingml/2006/main">
              <a:ext uri="{FF2B5EF4-FFF2-40B4-BE49-F238E27FC236}">
                <a16:creationId xmlns:a16="http://schemas.microsoft.com/office/drawing/2014/main" id="{4A15C6DD-2B79-4A55-AEF2-83C1D7D8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4567" y="104862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path-386">
            <a:extLst xmlns:a="http://schemas.openxmlformats.org/drawingml/2006/main">
              <a:ext uri="{FF2B5EF4-FFF2-40B4-BE49-F238E27FC236}">
                <a16:creationId xmlns:a16="http://schemas.microsoft.com/office/drawing/2014/main" id="{C02D30F2-E292-48E6-B41F-B183912D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4567" y="1048603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08" name="path-387">
            <a:extLst xmlns:a="http://schemas.openxmlformats.org/drawingml/2006/main">
              <a:ext uri="{FF2B5EF4-FFF2-40B4-BE49-F238E27FC236}">
                <a16:creationId xmlns:a16="http://schemas.microsoft.com/office/drawing/2014/main" id="{D0EF2585-2440-4BA5-8A1C-44A1505E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4567" y="117441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" name="path-388">
            <a:extLst xmlns:a="http://schemas.openxmlformats.org/drawingml/2006/main">
              <a:ext uri="{FF2B5EF4-FFF2-40B4-BE49-F238E27FC236}">
                <a16:creationId xmlns:a16="http://schemas.microsoft.com/office/drawing/2014/main" id="{C325379E-4397-4BA9-9BA8-717C455B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4567" y="1174410"/>
            <a:ext cx="125780" cy="125810"/>
          </a:xfrm>
          <a:custGeom xmlns:a="http://schemas.openxmlformats.org/drawingml/2006/main">
            <a:pathLst>
              <a:path w="125780" h="125810">
                <a:moveTo>
                  <a:pt x="0" y="0"/>
                </a:moveTo>
                <a:lnTo>
                  <a:pt x="0" y="125810"/>
                </a:lnTo>
                <a:lnTo>
                  <a:pt x="125780" y="12581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10" name="path-389">
            <a:extLst xmlns:a="http://schemas.openxmlformats.org/drawingml/2006/main">
              <a:ext uri="{FF2B5EF4-FFF2-40B4-BE49-F238E27FC236}">
                <a16:creationId xmlns:a16="http://schemas.microsoft.com/office/drawing/2014/main" id="{899D6B82-8B0B-42B9-8D2C-093F493C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347" y="104862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" name="path-390">
            <a:extLst xmlns:a="http://schemas.openxmlformats.org/drawingml/2006/main">
              <a:ext uri="{FF2B5EF4-FFF2-40B4-BE49-F238E27FC236}">
                <a16:creationId xmlns:a16="http://schemas.microsoft.com/office/drawing/2014/main" id="{B24D57EF-2635-436D-AE31-E6171D32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347" y="1048603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12" name="path-391">
            <a:extLst xmlns:a="http://schemas.openxmlformats.org/drawingml/2006/main">
              <a:ext uri="{FF2B5EF4-FFF2-40B4-BE49-F238E27FC236}">
                <a16:creationId xmlns:a16="http://schemas.microsoft.com/office/drawing/2014/main" id="{C660DDD6-D0DE-4921-8127-4DA5AF2A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347" y="117441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3" name="path-392">
            <a:extLst xmlns:a="http://schemas.openxmlformats.org/drawingml/2006/main">
              <a:ext uri="{FF2B5EF4-FFF2-40B4-BE49-F238E27FC236}">
                <a16:creationId xmlns:a16="http://schemas.microsoft.com/office/drawing/2014/main" id="{8DDCA855-2E44-451A-ACBF-22A641A9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347" y="1174410"/>
            <a:ext cx="125780" cy="125810"/>
          </a:xfrm>
          <a:custGeom xmlns:a="http://schemas.openxmlformats.org/drawingml/2006/main">
            <a:pathLst>
              <a:path w="125780" h="125810">
                <a:moveTo>
                  <a:pt x="0" y="0"/>
                </a:moveTo>
                <a:lnTo>
                  <a:pt x="0" y="125810"/>
                </a:lnTo>
                <a:lnTo>
                  <a:pt x="125780" y="12581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14" name="path-393">
            <a:extLst xmlns:a="http://schemas.openxmlformats.org/drawingml/2006/main">
              <a:ext uri="{FF2B5EF4-FFF2-40B4-BE49-F238E27FC236}">
                <a16:creationId xmlns:a16="http://schemas.microsoft.com/office/drawing/2014/main" id="{C44A2C7C-F6CF-4800-AA78-7D45C779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316" y="419749"/>
            <a:ext cx="191" cy="880442"/>
          </a:xfrm>
          <a:custGeom xmlns:a="http://schemas.openxmlformats.org/drawingml/2006/main">
            <a:pathLst>
              <a:path w="191" h="880442">
                <a:moveTo>
                  <a:pt x="0" y="0"/>
                </a:moveTo>
                <a:lnTo>
                  <a:pt x="0" y="880442"/>
                </a:lnTo>
              </a:path>
            </a:pathLst>
          </a:custGeom>
          <a:noFill xmlns:a="http://schemas.openxmlformats.org/drawingml/2006/main"/>
          <a:ln xmlns:a="http://schemas.openxmlformats.org/drawingml/2006/main" w="27290">
            <a:solidFill>
              <a:srgbClr val="000000"/>
            </a:solidFill>
            <a:prstDash val="solid"/>
          </a:ln>
        </p:spPr>
      </p:sp>
      <p:sp>
        <p:nvSpPr>
          <p:cNvPr id="415" name="path-394">
            <a:extLst xmlns:a="http://schemas.openxmlformats.org/drawingml/2006/main">
              <a:ext uri="{FF2B5EF4-FFF2-40B4-BE49-F238E27FC236}">
                <a16:creationId xmlns:a16="http://schemas.microsoft.com/office/drawing/2014/main" id="{361C2004-560D-468F-AC44-91451F26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316" y="1300191"/>
            <a:ext cx="1257811" cy="191"/>
          </a:xfrm>
          <a:custGeom xmlns:a="http://schemas.openxmlformats.org/drawingml/2006/main">
            <a:pathLst>
              <a:path w="1257811" h="191">
                <a:moveTo>
                  <a:pt x="0" y="0"/>
                </a:moveTo>
                <a:lnTo>
                  <a:pt x="0" y="30"/>
                </a:lnTo>
                <a:lnTo>
                  <a:pt x="1257811" y="30"/>
                </a:lnTo>
                <a:lnTo>
                  <a:pt x="1257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290">
            <a:solidFill>
              <a:srgbClr val="000000"/>
            </a:solidFill>
            <a:prstDash val="solid"/>
          </a:ln>
        </p:spPr>
      </p:sp>
      <p:sp>
        <p:nvSpPr>
          <p:cNvPr id="416" name="path-395">
            <a:extLst xmlns:a="http://schemas.openxmlformats.org/drawingml/2006/main">
              <a:ext uri="{FF2B5EF4-FFF2-40B4-BE49-F238E27FC236}">
                <a16:creationId xmlns:a16="http://schemas.microsoft.com/office/drawing/2014/main" id="{17A21105-944C-4181-A2E1-6E1FAF3A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6127" y="419749"/>
            <a:ext cx="191" cy="880442"/>
          </a:xfrm>
          <a:custGeom xmlns:a="http://schemas.openxmlformats.org/drawingml/2006/main">
            <a:pathLst>
              <a:path w="191" h="880442">
                <a:moveTo>
                  <a:pt x="0" y="88044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290">
            <a:solidFill>
              <a:srgbClr val="000000"/>
            </a:solidFill>
            <a:prstDash val="solid"/>
          </a:ln>
        </p:spPr>
      </p:sp>
      <p:sp>
        <p:nvSpPr>
          <p:cNvPr id="417" name="path-396">
            <a:extLst xmlns:a="http://schemas.openxmlformats.org/drawingml/2006/main">
              <a:ext uri="{FF2B5EF4-FFF2-40B4-BE49-F238E27FC236}">
                <a16:creationId xmlns:a16="http://schemas.microsoft.com/office/drawing/2014/main" id="{BE5663F5-C05D-4163-B43D-6988ADD8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2909" y="48885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" name="path-397">
            <a:extLst xmlns:a="http://schemas.openxmlformats.org/drawingml/2006/main">
              <a:ext uri="{FF2B5EF4-FFF2-40B4-BE49-F238E27FC236}">
                <a16:creationId xmlns:a16="http://schemas.microsoft.com/office/drawing/2014/main" id="{BAC9C789-4398-4BEA-8EB6-F881020C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2909" y="488885"/>
            <a:ext cx="125780" cy="125715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19" name="path-398">
            <a:extLst xmlns:a="http://schemas.openxmlformats.org/drawingml/2006/main">
              <a:ext uri="{FF2B5EF4-FFF2-40B4-BE49-F238E27FC236}">
                <a16:creationId xmlns:a16="http://schemas.microsoft.com/office/drawing/2014/main" id="{7AC0BD3E-33CA-4668-815A-580E16FC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8689" y="488854"/>
            <a:ext cx="125782" cy="125781"/>
          </a:xfrm>
          <a:custGeom xmlns:a="http://schemas.openxmlformats.org/drawingml/2006/main">
            <a:pathLst>
              <a:path w="125782" h="125781">
                <a:moveTo>
                  <a:pt x="0" y="0"/>
                </a:moveTo>
                <a:lnTo>
                  <a:pt x="125782" y="0"/>
                </a:lnTo>
                <a:lnTo>
                  <a:pt x="125782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" name="path-399">
            <a:extLst xmlns:a="http://schemas.openxmlformats.org/drawingml/2006/main">
              <a:ext uri="{FF2B5EF4-FFF2-40B4-BE49-F238E27FC236}">
                <a16:creationId xmlns:a16="http://schemas.microsoft.com/office/drawing/2014/main" id="{960C787D-3074-44B5-A058-A9EF6501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8690" y="488885"/>
            <a:ext cx="125780" cy="125715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21" name="path-400">
            <a:extLst xmlns:a="http://schemas.openxmlformats.org/drawingml/2006/main">
              <a:ext uri="{FF2B5EF4-FFF2-40B4-BE49-F238E27FC236}">
                <a16:creationId xmlns:a16="http://schemas.microsoft.com/office/drawing/2014/main" id="{D4577802-B8D3-4DA8-8095-B74CCEFA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470" y="48885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" name="path-401">
            <a:extLst xmlns:a="http://schemas.openxmlformats.org/drawingml/2006/main">
              <a:ext uri="{FF2B5EF4-FFF2-40B4-BE49-F238E27FC236}">
                <a16:creationId xmlns:a16="http://schemas.microsoft.com/office/drawing/2014/main" id="{2768DB66-6AE7-4E78-B33B-4565DEEE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470" y="488885"/>
            <a:ext cx="125780" cy="125715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23" name="path-402">
            <a:extLst xmlns:a="http://schemas.openxmlformats.org/drawingml/2006/main">
              <a:ext uri="{FF2B5EF4-FFF2-40B4-BE49-F238E27FC236}">
                <a16:creationId xmlns:a16="http://schemas.microsoft.com/office/drawing/2014/main" id="{104FF698-BE1D-4F79-B511-29FA6AA1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2909" y="61463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" name="path-403">
            <a:extLst xmlns:a="http://schemas.openxmlformats.org/drawingml/2006/main">
              <a:ext uri="{FF2B5EF4-FFF2-40B4-BE49-F238E27FC236}">
                <a16:creationId xmlns:a16="http://schemas.microsoft.com/office/drawing/2014/main" id="{30FFC741-D5F0-4711-94D3-7B184BAF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2909" y="614600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25" name="path-404">
            <a:extLst xmlns:a="http://schemas.openxmlformats.org/drawingml/2006/main">
              <a:ext uri="{FF2B5EF4-FFF2-40B4-BE49-F238E27FC236}">
                <a16:creationId xmlns:a16="http://schemas.microsoft.com/office/drawing/2014/main" id="{1FE3DA68-1971-41C0-8625-6E929008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8689" y="614634"/>
            <a:ext cx="125782" cy="125781"/>
          </a:xfrm>
          <a:custGeom xmlns:a="http://schemas.openxmlformats.org/drawingml/2006/main">
            <a:pathLst>
              <a:path w="125782" h="125781">
                <a:moveTo>
                  <a:pt x="0" y="0"/>
                </a:moveTo>
                <a:lnTo>
                  <a:pt x="125782" y="0"/>
                </a:lnTo>
                <a:lnTo>
                  <a:pt x="125782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" name="path-405">
            <a:extLst xmlns:a="http://schemas.openxmlformats.org/drawingml/2006/main">
              <a:ext uri="{FF2B5EF4-FFF2-40B4-BE49-F238E27FC236}">
                <a16:creationId xmlns:a16="http://schemas.microsoft.com/office/drawing/2014/main" id="{36C7A641-D6F1-4623-A3DE-35733C17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8690" y="614600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27" name="path-406">
            <a:extLst xmlns:a="http://schemas.openxmlformats.org/drawingml/2006/main">
              <a:ext uri="{FF2B5EF4-FFF2-40B4-BE49-F238E27FC236}">
                <a16:creationId xmlns:a16="http://schemas.microsoft.com/office/drawing/2014/main" id="{D7DCB844-3220-4095-8919-A53F1B0F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470" y="61463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" name="path-407">
            <a:extLst xmlns:a="http://schemas.openxmlformats.org/drawingml/2006/main">
              <a:ext uri="{FF2B5EF4-FFF2-40B4-BE49-F238E27FC236}">
                <a16:creationId xmlns:a16="http://schemas.microsoft.com/office/drawing/2014/main" id="{79F449A6-3E0F-44F3-AF04-97D4DC85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470" y="614600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29" name="path-408">
            <a:extLst xmlns:a="http://schemas.openxmlformats.org/drawingml/2006/main">
              <a:ext uri="{FF2B5EF4-FFF2-40B4-BE49-F238E27FC236}">
                <a16:creationId xmlns:a16="http://schemas.microsoft.com/office/drawing/2014/main" id="{9201D63B-03B1-4801-A37E-DD9CBA34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2909" y="74041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" name="path-409">
            <a:extLst xmlns:a="http://schemas.openxmlformats.org/drawingml/2006/main">
              <a:ext uri="{FF2B5EF4-FFF2-40B4-BE49-F238E27FC236}">
                <a16:creationId xmlns:a16="http://schemas.microsoft.com/office/drawing/2014/main" id="{9C66D17A-BAB1-4E66-8A0B-AC7F3B80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2909" y="740407"/>
            <a:ext cx="125780" cy="125809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31" name="path-410">
            <a:extLst xmlns:a="http://schemas.openxmlformats.org/drawingml/2006/main">
              <a:ext uri="{FF2B5EF4-FFF2-40B4-BE49-F238E27FC236}">
                <a16:creationId xmlns:a16="http://schemas.microsoft.com/office/drawing/2014/main" id="{20DF9F5A-8FE3-412C-97EC-4652D897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8689" y="740415"/>
            <a:ext cx="125782" cy="125781"/>
          </a:xfrm>
          <a:custGeom xmlns:a="http://schemas.openxmlformats.org/drawingml/2006/main">
            <a:pathLst>
              <a:path w="125782" h="125781">
                <a:moveTo>
                  <a:pt x="0" y="0"/>
                </a:moveTo>
                <a:lnTo>
                  <a:pt x="125782" y="0"/>
                </a:lnTo>
                <a:lnTo>
                  <a:pt x="125782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" name="path-411">
            <a:extLst xmlns:a="http://schemas.openxmlformats.org/drawingml/2006/main">
              <a:ext uri="{FF2B5EF4-FFF2-40B4-BE49-F238E27FC236}">
                <a16:creationId xmlns:a16="http://schemas.microsoft.com/office/drawing/2014/main" id="{9E58C55D-FE80-424F-9125-2B3127D3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8690" y="740407"/>
            <a:ext cx="125780" cy="125809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33" name="path-412">
            <a:extLst xmlns:a="http://schemas.openxmlformats.org/drawingml/2006/main">
              <a:ext uri="{FF2B5EF4-FFF2-40B4-BE49-F238E27FC236}">
                <a16:creationId xmlns:a16="http://schemas.microsoft.com/office/drawing/2014/main" id="{B05047C0-5E7D-46F6-BED7-B42FDEB3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470" y="74041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" name="path-413">
            <a:extLst xmlns:a="http://schemas.openxmlformats.org/drawingml/2006/main">
              <a:ext uri="{FF2B5EF4-FFF2-40B4-BE49-F238E27FC236}">
                <a16:creationId xmlns:a16="http://schemas.microsoft.com/office/drawing/2014/main" id="{701813D1-7C4B-4763-BC59-B819C87D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470" y="740407"/>
            <a:ext cx="125780" cy="125809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35" name="path-414">
            <a:extLst xmlns:a="http://schemas.openxmlformats.org/drawingml/2006/main">
              <a:ext uri="{FF2B5EF4-FFF2-40B4-BE49-F238E27FC236}">
                <a16:creationId xmlns:a16="http://schemas.microsoft.com/office/drawing/2014/main" id="{23AF724D-5148-4768-8EDC-65C97622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250" y="48885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" name="path-415">
            <a:extLst xmlns:a="http://schemas.openxmlformats.org/drawingml/2006/main">
              <a:ext uri="{FF2B5EF4-FFF2-40B4-BE49-F238E27FC236}">
                <a16:creationId xmlns:a16="http://schemas.microsoft.com/office/drawing/2014/main" id="{D987664D-83EE-4558-AB5C-E958032A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250" y="488885"/>
            <a:ext cx="125780" cy="125715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37" name="path-416">
            <a:extLst xmlns:a="http://schemas.openxmlformats.org/drawingml/2006/main">
              <a:ext uri="{FF2B5EF4-FFF2-40B4-BE49-F238E27FC236}">
                <a16:creationId xmlns:a16="http://schemas.microsoft.com/office/drawing/2014/main" id="{070703E2-E840-4C89-B41F-F71702BC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250" y="61463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8" name="path-417">
            <a:extLst xmlns:a="http://schemas.openxmlformats.org/drawingml/2006/main">
              <a:ext uri="{FF2B5EF4-FFF2-40B4-BE49-F238E27FC236}">
                <a16:creationId xmlns:a16="http://schemas.microsoft.com/office/drawing/2014/main" id="{8156CDBB-9A2A-4AE3-A028-06A63901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250" y="614600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39" name="path-418">
            <a:extLst xmlns:a="http://schemas.openxmlformats.org/drawingml/2006/main">
              <a:ext uri="{FF2B5EF4-FFF2-40B4-BE49-F238E27FC236}">
                <a16:creationId xmlns:a16="http://schemas.microsoft.com/office/drawing/2014/main" id="{5E171CCA-F0C5-4A56-A820-5609124C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250" y="74041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" name="path-419">
            <a:extLst xmlns:a="http://schemas.openxmlformats.org/drawingml/2006/main">
              <a:ext uri="{FF2B5EF4-FFF2-40B4-BE49-F238E27FC236}">
                <a16:creationId xmlns:a16="http://schemas.microsoft.com/office/drawing/2014/main" id="{7E5629A1-5276-4D0C-9633-65571F21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250" y="740407"/>
            <a:ext cx="125780" cy="125809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41" name="path-420">
            <a:extLst xmlns:a="http://schemas.openxmlformats.org/drawingml/2006/main">
              <a:ext uri="{FF2B5EF4-FFF2-40B4-BE49-F238E27FC236}">
                <a16:creationId xmlns:a16="http://schemas.microsoft.com/office/drawing/2014/main" id="{6815F3EF-4F02-46CD-910C-51C3128F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2909" y="86620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" name="path-421">
            <a:extLst xmlns:a="http://schemas.openxmlformats.org/drawingml/2006/main">
              <a:ext uri="{FF2B5EF4-FFF2-40B4-BE49-F238E27FC236}">
                <a16:creationId xmlns:a16="http://schemas.microsoft.com/office/drawing/2014/main" id="{E66445AF-93E7-4B21-8094-93E3DCDA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2909" y="866216"/>
            <a:ext cx="125780" cy="125804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43" name="path-422">
            <a:extLst xmlns:a="http://schemas.openxmlformats.org/drawingml/2006/main">
              <a:ext uri="{FF2B5EF4-FFF2-40B4-BE49-F238E27FC236}">
                <a16:creationId xmlns:a16="http://schemas.microsoft.com/office/drawing/2014/main" id="{41C68969-C14E-4039-A4B0-1377E460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8689" y="866204"/>
            <a:ext cx="125782" cy="125781"/>
          </a:xfrm>
          <a:custGeom xmlns:a="http://schemas.openxmlformats.org/drawingml/2006/main">
            <a:pathLst>
              <a:path w="125782" h="125781">
                <a:moveTo>
                  <a:pt x="0" y="0"/>
                </a:moveTo>
                <a:lnTo>
                  <a:pt x="125782" y="0"/>
                </a:lnTo>
                <a:lnTo>
                  <a:pt x="125782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" name="path-423">
            <a:extLst xmlns:a="http://schemas.openxmlformats.org/drawingml/2006/main">
              <a:ext uri="{FF2B5EF4-FFF2-40B4-BE49-F238E27FC236}">
                <a16:creationId xmlns:a16="http://schemas.microsoft.com/office/drawing/2014/main" id="{FC1B4BF2-9228-4A2E-BA0B-8266E173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8690" y="866216"/>
            <a:ext cx="125780" cy="125804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45" name="path-424">
            <a:extLst xmlns:a="http://schemas.openxmlformats.org/drawingml/2006/main">
              <a:ext uri="{FF2B5EF4-FFF2-40B4-BE49-F238E27FC236}">
                <a16:creationId xmlns:a16="http://schemas.microsoft.com/office/drawing/2014/main" id="{12FCD44C-7C02-4BC0-AB8D-19F7B336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470" y="86620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" name="path-425">
            <a:extLst xmlns:a="http://schemas.openxmlformats.org/drawingml/2006/main">
              <a:ext uri="{FF2B5EF4-FFF2-40B4-BE49-F238E27FC236}">
                <a16:creationId xmlns:a16="http://schemas.microsoft.com/office/drawing/2014/main" id="{204AD96D-EE0F-44B1-93B4-6E2068DC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470" y="866216"/>
            <a:ext cx="125780" cy="125804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47" name="path-426">
            <a:extLst xmlns:a="http://schemas.openxmlformats.org/drawingml/2006/main">
              <a:ext uri="{FF2B5EF4-FFF2-40B4-BE49-F238E27FC236}">
                <a16:creationId xmlns:a16="http://schemas.microsoft.com/office/drawing/2014/main" id="{1A06C510-2308-4BB7-9B70-FDE36734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250" y="86620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" name="path-427">
            <a:extLst xmlns:a="http://schemas.openxmlformats.org/drawingml/2006/main">
              <a:ext uri="{FF2B5EF4-FFF2-40B4-BE49-F238E27FC236}">
                <a16:creationId xmlns:a16="http://schemas.microsoft.com/office/drawing/2014/main" id="{FF304A07-712B-40AC-B00D-C3C5A673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250" y="866216"/>
            <a:ext cx="125780" cy="125804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49" name="path-428">
            <a:extLst xmlns:a="http://schemas.openxmlformats.org/drawingml/2006/main">
              <a:ext uri="{FF2B5EF4-FFF2-40B4-BE49-F238E27FC236}">
                <a16:creationId xmlns:a16="http://schemas.microsoft.com/office/drawing/2014/main" id="{28A1E73C-B993-401F-8FBF-F3530827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030" y="48885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" name="path-429">
            <a:extLst xmlns:a="http://schemas.openxmlformats.org/drawingml/2006/main">
              <a:ext uri="{FF2B5EF4-FFF2-40B4-BE49-F238E27FC236}">
                <a16:creationId xmlns:a16="http://schemas.microsoft.com/office/drawing/2014/main" id="{F0A9C8E8-D390-45A4-96E2-F67DEAA5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030" y="488885"/>
            <a:ext cx="125780" cy="125715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51" name="path-430">
            <a:extLst xmlns:a="http://schemas.openxmlformats.org/drawingml/2006/main">
              <a:ext uri="{FF2B5EF4-FFF2-40B4-BE49-F238E27FC236}">
                <a16:creationId xmlns:a16="http://schemas.microsoft.com/office/drawing/2014/main" id="{4D4D8B3A-485B-4280-B2C7-E8CB1D86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030" y="61463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" name="path-431">
            <a:extLst xmlns:a="http://schemas.openxmlformats.org/drawingml/2006/main">
              <a:ext uri="{FF2B5EF4-FFF2-40B4-BE49-F238E27FC236}">
                <a16:creationId xmlns:a16="http://schemas.microsoft.com/office/drawing/2014/main" id="{8F2D670B-4C47-4709-8A75-BB97B76F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030" y="614600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53" name="path-432">
            <a:extLst xmlns:a="http://schemas.openxmlformats.org/drawingml/2006/main">
              <a:ext uri="{FF2B5EF4-FFF2-40B4-BE49-F238E27FC236}">
                <a16:creationId xmlns:a16="http://schemas.microsoft.com/office/drawing/2014/main" id="{47284F0D-957F-4D09-A181-6A9AEA12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030" y="74041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" name="path-433">
            <a:extLst xmlns:a="http://schemas.openxmlformats.org/drawingml/2006/main">
              <a:ext uri="{FF2B5EF4-FFF2-40B4-BE49-F238E27FC236}">
                <a16:creationId xmlns:a16="http://schemas.microsoft.com/office/drawing/2014/main" id="{0BC4B029-1860-4B46-BFD2-3031C3D6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030" y="740407"/>
            <a:ext cx="125780" cy="125809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55" name="path-434">
            <a:extLst xmlns:a="http://schemas.openxmlformats.org/drawingml/2006/main">
              <a:ext uri="{FF2B5EF4-FFF2-40B4-BE49-F238E27FC236}">
                <a16:creationId xmlns:a16="http://schemas.microsoft.com/office/drawing/2014/main" id="{3E808A28-178D-433F-94C9-B9BAE833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030" y="86620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" name="path-435">
            <a:extLst xmlns:a="http://schemas.openxmlformats.org/drawingml/2006/main">
              <a:ext uri="{FF2B5EF4-FFF2-40B4-BE49-F238E27FC236}">
                <a16:creationId xmlns:a16="http://schemas.microsoft.com/office/drawing/2014/main" id="{7BD32F2E-CD19-414F-9842-EA501B59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030" y="866216"/>
            <a:ext cx="125780" cy="125804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57" name="path-436">
            <a:extLst xmlns:a="http://schemas.openxmlformats.org/drawingml/2006/main">
              <a:ext uri="{FF2B5EF4-FFF2-40B4-BE49-F238E27FC236}">
                <a16:creationId xmlns:a16="http://schemas.microsoft.com/office/drawing/2014/main" id="{386F7247-3363-47DB-B225-AF1246C0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2909" y="99198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" name="path-437">
            <a:extLst xmlns:a="http://schemas.openxmlformats.org/drawingml/2006/main">
              <a:ext uri="{FF2B5EF4-FFF2-40B4-BE49-F238E27FC236}">
                <a16:creationId xmlns:a16="http://schemas.microsoft.com/office/drawing/2014/main" id="{79E55408-474D-4C34-88BB-A418CAF6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2909" y="992021"/>
            <a:ext cx="125780" cy="125720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59" name="path-438">
            <a:extLst xmlns:a="http://schemas.openxmlformats.org/drawingml/2006/main">
              <a:ext uri="{FF2B5EF4-FFF2-40B4-BE49-F238E27FC236}">
                <a16:creationId xmlns:a16="http://schemas.microsoft.com/office/drawing/2014/main" id="{FB0A214F-483E-4BDA-B0C4-6AEAC30E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8689" y="991984"/>
            <a:ext cx="125782" cy="125781"/>
          </a:xfrm>
          <a:custGeom xmlns:a="http://schemas.openxmlformats.org/drawingml/2006/main">
            <a:pathLst>
              <a:path w="125782" h="125781">
                <a:moveTo>
                  <a:pt x="0" y="0"/>
                </a:moveTo>
                <a:lnTo>
                  <a:pt x="125782" y="0"/>
                </a:lnTo>
                <a:lnTo>
                  <a:pt x="125782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0" name="path-439">
            <a:extLst xmlns:a="http://schemas.openxmlformats.org/drawingml/2006/main">
              <a:ext uri="{FF2B5EF4-FFF2-40B4-BE49-F238E27FC236}">
                <a16:creationId xmlns:a16="http://schemas.microsoft.com/office/drawing/2014/main" id="{5712E0C8-936F-4B1E-9984-EDA9A5AC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8690" y="992021"/>
            <a:ext cx="125780" cy="125720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61" name="path-440">
            <a:extLst xmlns:a="http://schemas.openxmlformats.org/drawingml/2006/main">
              <a:ext uri="{FF2B5EF4-FFF2-40B4-BE49-F238E27FC236}">
                <a16:creationId xmlns:a16="http://schemas.microsoft.com/office/drawing/2014/main" id="{293A36C3-EAF1-4379-A925-0D333F83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470" y="99198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" name="path-441">
            <a:extLst xmlns:a="http://schemas.openxmlformats.org/drawingml/2006/main">
              <a:ext uri="{FF2B5EF4-FFF2-40B4-BE49-F238E27FC236}">
                <a16:creationId xmlns:a16="http://schemas.microsoft.com/office/drawing/2014/main" id="{E1866774-8266-4A11-B3F4-31929FF0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470" y="992021"/>
            <a:ext cx="125780" cy="125720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63" name="path-442">
            <a:extLst xmlns:a="http://schemas.openxmlformats.org/drawingml/2006/main">
              <a:ext uri="{FF2B5EF4-FFF2-40B4-BE49-F238E27FC236}">
                <a16:creationId xmlns:a16="http://schemas.microsoft.com/office/drawing/2014/main" id="{E7134E12-6CEB-44FB-B308-324D2EB4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250" y="99198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" name="path-443">
            <a:extLst xmlns:a="http://schemas.openxmlformats.org/drawingml/2006/main">
              <a:ext uri="{FF2B5EF4-FFF2-40B4-BE49-F238E27FC236}">
                <a16:creationId xmlns:a16="http://schemas.microsoft.com/office/drawing/2014/main" id="{C6890536-272A-4659-A6C7-DA249AC9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250" y="992021"/>
            <a:ext cx="125780" cy="125720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65" name="path-444">
            <a:extLst xmlns:a="http://schemas.openxmlformats.org/drawingml/2006/main">
              <a:ext uri="{FF2B5EF4-FFF2-40B4-BE49-F238E27FC236}">
                <a16:creationId xmlns:a16="http://schemas.microsoft.com/office/drawing/2014/main" id="{3F7FCA6B-4D1D-4827-A721-E1525DB1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030" y="99198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6" name="path-445">
            <a:extLst xmlns:a="http://schemas.openxmlformats.org/drawingml/2006/main">
              <a:ext uri="{FF2B5EF4-FFF2-40B4-BE49-F238E27FC236}">
                <a16:creationId xmlns:a16="http://schemas.microsoft.com/office/drawing/2014/main" id="{46E99DBB-ADAF-4570-BE43-F2AB9D21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030" y="992021"/>
            <a:ext cx="125780" cy="125720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67" name="path-446">
            <a:extLst xmlns:a="http://schemas.openxmlformats.org/drawingml/2006/main">
              <a:ext uri="{FF2B5EF4-FFF2-40B4-BE49-F238E27FC236}">
                <a16:creationId xmlns:a16="http://schemas.microsoft.com/office/drawing/2014/main" id="{5065B1DC-8CF0-4E6D-8731-18C87364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810" y="48885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8" name="path-447">
            <a:extLst xmlns:a="http://schemas.openxmlformats.org/drawingml/2006/main">
              <a:ext uri="{FF2B5EF4-FFF2-40B4-BE49-F238E27FC236}">
                <a16:creationId xmlns:a16="http://schemas.microsoft.com/office/drawing/2014/main" id="{F51FD996-0C70-4628-8625-DFEB03E3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810" y="488885"/>
            <a:ext cx="125789" cy="125715"/>
          </a:xfrm>
          <a:custGeom xmlns:a="http://schemas.openxmlformats.org/drawingml/2006/main">
            <a:pathLst>
              <a:path w="125789" h="125715">
                <a:moveTo>
                  <a:pt x="0" y="0"/>
                </a:moveTo>
                <a:lnTo>
                  <a:pt x="0" y="125715"/>
                </a:lnTo>
                <a:lnTo>
                  <a:pt x="125789" y="125715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69" name="path-448">
            <a:extLst xmlns:a="http://schemas.openxmlformats.org/drawingml/2006/main">
              <a:ext uri="{FF2B5EF4-FFF2-40B4-BE49-F238E27FC236}">
                <a16:creationId xmlns:a16="http://schemas.microsoft.com/office/drawing/2014/main" id="{A313288B-87F9-4F38-A63A-76DC2EE5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600" y="48885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0" name="path-449">
            <a:extLst xmlns:a="http://schemas.openxmlformats.org/drawingml/2006/main">
              <a:ext uri="{FF2B5EF4-FFF2-40B4-BE49-F238E27FC236}">
                <a16:creationId xmlns:a16="http://schemas.microsoft.com/office/drawing/2014/main" id="{65F85F36-5F66-4273-8005-842E1760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600" y="488885"/>
            <a:ext cx="125780" cy="125715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71" name="path-450">
            <a:extLst xmlns:a="http://schemas.openxmlformats.org/drawingml/2006/main">
              <a:ext uri="{FF2B5EF4-FFF2-40B4-BE49-F238E27FC236}">
                <a16:creationId xmlns:a16="http://schemas.microsoft.com/office/drawing/2014/main" id="{3AB6067E-B6D5-4E70-AD59-8FCA9302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380" y="48885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2" name="path-451">
            <a:extLst xmlns:a="http://schemas.openxmlformats.org/drawingml/2006/main">
              <a:ext uri="{FF2B5EF4-FFF2-40B4-BE49-F238E27FC236}">
                <a16:creationId xmlns:a16="http://schemas.microsoft.com/office/drawing/2014/main" id="{2E90D6B4-CAC3-4D08-8DCE-77672636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380" y="488885"/>
            <a:ext cx="125780" cy="125715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73" name="path-452">
            <a:extLst xmlns:a="http://schemas.openxmlformats.org/drawingml/2006/main">
              <a:ext uri="{FF2B5EF4-FFF2-40B4-BE49-F238E27FC236}">
                <a16:creationId xmlns:a16="http://schemas.microsoft.com/office/drawing/2014/main" id="{1033E665-96D9-4179-B35B-85F1EBDC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810" y="61463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4" name="path-453">
            <a:extLst xmlns:a="http://schemas.openxmlformats.org/drawingml/2006/main">
              <a:ext uri="{FF2B5EF4-FFF2-40B4-BE49-F238E27FC236}">
                <a16:creationId xmlns:a16="http://schemas.microsoft.com/office/drawing/2014/main" id="{5F1BBEF6-3D02-495C-9565-29F849EC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810" y="614600"/>
            <a:ext cx="125789" cy="125807"/>
          </a:xfrm>
          <a:custGeom xmlns:a="http://schemas.openxmlformats.org/drawingml/2006/main">
            <a:pathLst>
              <a:path w="125789" h="125807">
                <a:moveTo>
                  <a:pt x="0" y="0"/>
                </a:moveTo>
                <a:lnTo>
                  <a:pt x="0" y="125807"/>
                </a:lnTo>
                <a:lnTo>
                  <a:pt x="125789" y="125807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75" name="path-454">
            <a:extLst xmlns:a="http://schemas.openxmlformats.org/drawingml/2006/main">
              <a:ext uri="{FF2B5EF4-FFF2-40B4-BE49-F238E27FC236}">
                <a16:creationId xmlns:a16="http://schemas.microsoft.com/office/drawing/2014/main" id="{9614C6B7-2E7A-4A68-AABE-FF427BCB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600" y="61463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6" name="path-455">
            <a:extLst xmlns:a="http://schemas.openxmlformats.org/drawingml/2006/main">
              <a:ext uri="{FF2B5EF4-FFF2-40B4-BE49-F238E27FC236}">
                <a16:creationId xmlns:a16="http://schemas.microsoft.com/office/drawing/2014/main" id="{0D5BDA92-A5C2-4217-A3E4-29B66D56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600" y="614600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77" name="path-456">
            <a:extLst xmlns:a="http://schemas.openxmlformats.org/drawingml/2006/main">
              <a:ext uri="{FF2B5EF4-FFF2-40B4-BE49-F238E27FC236}">
                <a16:creationId xmlns:a16="http://schemas.microsoft.com/office/drawing/2014/main" id="{4BA0EB55-D52C-4AA6-892E-BDE4DD20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380" y="61463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8" name="path-457">
            <a:extLst xmlns:a="http://schemas.openxmlformats.org/drawingml/2006/main">
              <a:ext uri="{FF2B5EF4-FFF2-40B4-BE49-F238E27FC236}">
                <a16:creationId xmlns:a16="http://schemas.microsoft.com/office/drawing/2014/main" id="{EC852E1D-2B6B-4895-9973-E2DADAED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380" y="614600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79" name="path-458">
            <a:extLst xmlns:a="http://schemas.openxmlformats.org/drawingml/2006/main">
              <a:ext uri="{FF2B5EF4-FFF2-40B4-BE49-F238E27FC236}">
                <a16:creationId xmlns:a16="http://schemas.microsoft.com/office/drawing/2014/main" id="{D728BDBB-0DFC-430F-8999-2367A379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810" y="74041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0" name="path-459">
            <a:extLst xmlns:a="http://schemas.openxmlformats.org/drawingml/2006/main">
              <a:ext uri="{FF2B5EF4-FFF2-40B4-BE49-F238E27FC236}">
                <a16:creationId xmlns:a16="http://schemas.microsoft.com/office/drawing/2014/main" id="{249F99C4-DCDA-4269-9B2A-982ACAC3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810" y="740407"/>
            <a:ext cx="125789" cy="125809"/>
          </a:xfrm>
          <a:custGeom xmlns:a="http://schemas.openxmlformats.org/drawingml/2006/main">
            <a:pathLst>
              <a:path w="125789" h="125809">
                <a:moveTo>
                  <a:pt x="0" y="0"/>
                </a:moveTo>
                <a:lnTo>
                  <a:pt x="0" y="125809"/>
                </a:lnTo>
                <a:lnTo>
                  <a:pt x="125789" y="125809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81" name="path-460">
            <a:extLst xmlns:a="http://schemas.openxmlformats.org/drawingml/2006/main">
              <a:ext uri="{FF2B5EF4-FFF2-40B4-BE49-F238E27FC236}">
                <a16:creationId xmlns:a16="http://schemas.microsoft.com/office/drawing/2014/main" id="{4FDDCB89-FADF-4C22-8117-D8E3D4C0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600" y="74041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" name="path-461">
            <a:extLst xmlns:a="http://schemas.openxmlformats.org/drawingml/2006/main">
              <a:ext uri="{FF2B5EF4-FFF2-40B4-BE49-F238E27FC236}">
                <a16:creationId xmlns:a16="http://schemas.microsoft.com/office/drawing/2014/main" id="{3EA63751-367E-4072-9572-6C26E197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600" y="740407"/>
            <a:ext cx="125780" cy="125809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83" name="path-462">
            <a:extLst xmlns:a="http://schemas.openxmlformats.org/drawingml/2006/main">
              <a:ext uri="{FF2B5EF4-FFF2-40B4-BE49-F238E27FC236}">
                <a16:creationId xmlns:a16="http://schemas.microsoft.com/office/drawing/2014/main" id="{419222F8-7D5B-4258-977D-3C1E27FD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380" y="74041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4" name="path-463">
            <a:extLst xmlns:a="http://schemas.openxmlformats.org/drawingml/2006/main">
              <a:ext uri="{FF2B5EF4-FFF2-40B4-BE49-F238E27FC236}">
                <a16:creationId xmlns:a16="http://schemas.microsoft.com/office/drawing/2014/main" id="{79961361-B7EB-42EA-A4B1-1A6AF505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380" y="740407"/>
            <a:ext cx="125780" cy="125809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85" name="path-464">
            <a:extLst xmlns:a="http://schemas.openxmlformats.org/drawingml/2006/main">
              <a:ext uri="{FF2B5EF4-FFF2-40B4-BE49-F238E27FC236}">
                <a16:creationId xmlns:a16="http://schemas.microsoft.com/office/drawing/2014/main" id="{CD8E2463-7585-4F72-AE86-226F0260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9160" y="48885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" name="path-465">
            <a:extLst xmlns:a="http://schemas.openxmlformats.org/drawingml/2006/main">
              <a:ext uri="{FF2B5EF4-FFF2-40B4-BE49-F238E27FC236}">
                <a16:creationId xmlns:a16="http://schemas.microsoft.com/office/drawing/2014/main" id="{461688A5-C71C-48DE-BBAA-37C271CA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9160" y="488885"/>
            <a:ext cx="125780" cy="125715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87" name="path-466">
            <a:extLst xmlns:a="http://schemas.openxmlformats.org/drawingml/2006/main">
              <a:ext uri="{FF2B5EF4-FFF2-40B4-BE49-F238E27FC236}">
                <a16:creationId xmlns:a16="http://schemas.microsoft.com/office/drawing/2014/main" id="{86B551E3-AA57-42D0-AD10-48744DA2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9160" y="61463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" name="path-467">
            <a:extLst xmlns:a="http://schemas.openxmlformats.org/drawingml/2006/main">
              <a:ext uri="{FF2B5EF4-FFF2-40B4-BE49-F238E27FC236}">
                <a16:creationId xmlns:a16="http://schemas.microsoft.com/office/drawing/2014/main" id="{05895640-A641-4E6F-A780-9087726D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9160" y="614600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89" name="path-468">
            <a:extLst xmlns:a="http://schemas.openxmlformats.org/drawingml/2006/main">
              <a:ext uri="{FF2B5EF4-FFF2-40B4-BE49-F238E27FC236}">
                <a16:creationId xmlns:a16="http://schemas.microsoft.com/office/drawing/2014/main" id="{32E7063F-332F-48BF-B2A5-D1EDD15D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9160" y="74041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0" name="path-469">
            <a:extLst xmlns:a="http://schemas.openxmlformats.org/drawingml/2006/main">
              <a:ext uri="{FF2B5EF4-FFF2-40B4-BE49-F238E27FC236}">
                <a16:creationId xmlns:a16="http://schemas.microsoft.com/office/drawing/2014/main" id="{4773990D-509D-46A5-8A89-909D7016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9160" y="740407"/>
            <a:ext cx="125780" cy="125809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91" name="path-470">
            <a:extLst xmlns:a="http://schemas.openxmlformats.org/drawingml/2006/main">
              <a:ext uri="{FF2B5EF4-FFF2-40B4-BE49-F238E27FC236}">
                <a16:creationId xmlns:a16="http://schemas.microsoft.com/office/drawing/2014/main" id="{FD1B5677-B758-4194-867C-FB7CCCD9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810" y="86620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2" name="path-471">
            <a:extLst xmlns:a="http://schemas.openxmlformats.org/drawingml/2006/main">
              <a:ext uri="{FF2B5EF4-FFF2-40B4-BE49-F238E27FC236}">
                <a16:creationId xmlns:a16="http://schemas.microsoft.com/office/drawing/2014/main" id="{86450A82-E773-41D8-808E-0069C7C7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810" y="866216"/>
            <a:ext cx="125789" cy="125804"/>
          </a:xfrm>
          <a:custGeom xmlns:a="http://schemas.openxmlformats.org/drawingml/2006/main">
            <a:pathLst>
              <a:path w="125789" h="125804">
                <a:moveTo>
                  <a:pt x="0" y="0"/>
                </a:moveTo>
                <a:lnTo>
                  <a:pt x="0" y="125804"/>
                </a:lnTo>
                <a:lnTo>
                  <a:pt x="125789" y="125804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93" name="path-472">
            <a:extLst xmlns:a="http://schemas.openxmlformats.org/drawingml/2006/main">
              <a:ext uri="{FF2B5EF4-FFF2-40B4-BE49-F238E27FC236}">
                <a16:creationId xmlns:a16="http://schemas.microsoft.com/office/drawing/2014/main" id="{FE7891ED-22E0-4B8C-B496-88DFF86F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600" y="86620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4" name="path-473">
            <a:extLst xmlns:a="http://schemas.openxmlformats.org/drawingml/2006/main">
              <a:ext uri="{FF2B5EF4-FFF2-40B4-BE49-F238E27FC236}">
                <a16:creationId xmlns:a16="http://schemas.microsoft.com/office/drawing/2014/main" id="{4B263B71-2742-48F9-BB96-C24B6A5A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600" y="866216"/>
            <a:ext cx="125780" cy="125804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95" name="path-474">
            <a:extLst xmlns:a="http://schemas.openxmlformats.org/drawingml/2006/main">
              <a:ext uri="{FF2B5EF4-FFF2-40B4-BE49-F238E27FC236}">
                <a16:creationId xmlns:a16="http://schemas.microsoft.com/office/drawing/2014/main" id="{ED03B4DA-4B43-41FF-9643-B8D6B6BE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380" y="86620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6" name="path-475">
            <a:extLst xmlns:a="http://schemas.openxmlformats.org/drawingml/2006/main">
              <a:ext uri="{FF2B5EF4-FFF2-40B4-BE49-F238E27FC236}">
                <a16:creationId xmlns:a16="http://schemas.microsoft.com/office/drawing/2014/main" id="{28388E8F-90DB-4FFF-82FA-F1B4EA1E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380" y="866216"/>
            <a:ext cx="125780" cy="125804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97" name="path-476">
            <a:extLst xmlns:a="http://schemas.openxmlformats.org/drawingml/2006/main">
              <a:ext uri="{FF2B5EF4-FFF2-40B4-BE49-F238E27FC236}">
                <a16:creationId xmlns:a16="http://schemas.microsoft.com/office/drawing/2014/main" id="{84D7D0B6-3B5C-4120-BDF3-08815EB1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9160" y="86620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8" name="path-477">
            <a:extLst xmlns:a="http://schemas.openxmlformats.org/drawingml/2006/main">
              <a:ext uri="{FF2B5EF4-FFF2-40B4-BE49-F238E27FC236}">
                <a16:creationId xmlns:a16="http://schemas.microsoft.com/office/drawing/2014/main" id="{51FD6D76-B584-425F-80F6-A27DDBE8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9160" y="866216"/>
            <a:ext cx="125780" cy="125804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499" name="path-478">
            <a:extLst xmlns:a="http://schemas.openxmlformats.org/drawingml/2006/main">
              <a:ext uri="{FF2B5EF4-FFF2-40B4-BE49-F238E27FC236}">
                <a16:creationId xmlns:a16="http://schemas.microsoft.com/office/drawing/2014/main" id="{F46926C4-B415-4C14-8605-FDDA21CA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940" y="48885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" name="path-479">
            <a:extLst xmlns:a="http://schemas.openxmlformats.org/drawingml/2006/main">
              <a:ext uri="{FF2B5EF4-FFF2-40B4-BE49-F238E27FC236}">
                <a16:creationId xmlns:a16="http://schemas.microsoft.com/office/drawing/2014/main" id="{A226D439-9B80-4288-B61A-671CF403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940" y="488885"/>
            <a:ext cx="125780" cy="125715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01" name="path-480">
            <a:extLst xmlns:a="http://schemas.openxmlformats.org/drawingml/2006/main">
              <a:ext uri="{FF2B5EF4-FFF2-40B4-BE49-F238E27FC236}">
                <a16:creationId xmlns:a16="http://schemas.microsoft.com/office/drawing/2014/main" id="{8D1728E8-BBEF-4B61-8E87-350B8878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940" y="61463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" name="path-481">
            <a:extLst xmlns:a="http://schemas.openxmlformats.org/drawingml/2006/main">
              <a:ext uri="{FF2B5EF4-FFF2-40B4-BE49-F238E27FC236}">
                <a16:creationId xmlns:a16="http://schemas.microsoft.com/office/drawing/2014/main" id="{F7247D41-06B9-4B9E-B9D1-ACBB6946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940" y="614600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03" name="path-482">
            <a:extLst xmlns:a="http://schemas.openxmlformats.org/drawingml/2006/main">
              <a:ext uri="{FF2B5EF4-FFF2-40B4-BE49-F238E27FC236}">
                <a16:creationId xmlns:a16="http://schemas.microsoft.com/office/drawing/2014/main" id="{624BAC0D-BF8E-4C7A-A2A5-A55A7768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940" y="74041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4" name="path-483">
            <a:extLst xmlns:a="http://schemas.openxmlformats.org/drawingml/2006/main">
              <a:ext uri="{FF2B5EF4-FFF2-40B4-BE49-F238E27FC236}">
                <a16:creationId xmlns:a16="http://schemas.microsoft.com/office/drawing/2014/main" id="{5DE68E80-ED48-4C11-B992-52884DAF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940" y="740407"/>
            <a:ext cx="125780" cy="125809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05" name="path-484">
            <a:extLst xmlns:a="http://schemas.openxmlformats.org/drawingml/2006/main">
              <a:ext uri="{FF2B5EF4-FFF2-40B4-BE49-F238E27FC236}">
                <a16:creationId xmlns:a16="http://schemas.microsoft.com/office/drawing/2014/main" id="{65726A2D-5392-4D79-ABF7-F2771BA9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940" y="86620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6" name="path-485">
            <a:extLst xmlns:a="http://schemas.openxmlformats.org/drawingml/2006/main">
              <a:ext uri="{FF2B5EF4-FFF2-40B4-BE49-F238E27FC236}">
                <a16:creationId xmlns:a16="http://schemas.microsoft.com/office/drawing/2014/main" id="{8B31C49F-B94F-42E8-9A12-43F85C9C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940" y="866216"/>
            <a:ext cx="125780" cy="125804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07" name="path-486">
            <a:extLst xmlns:a="http://schemas.openxmlformats.org/drawingml/2006/main">
              <a:ext uri="{FF2B5EF4-FFF2-40B4-BE49-F238E27FC236}">
                <a16:creationId xmlns:a16="http://schemas.microsoft.com/office/drawing/2014/main" id="{5CF1F218-6E9D-4CAB-919B-85272BB1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810" y="99198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8" name="path-487">
            <a:extLst xmlns:a="http://schemas.openxmlformats.org/drawingml/2006/main">
              <a:ext uri="{FF2B5EF4-FFF2-40B4-BE49-F238E27FC236}">
                <a16:creationId xmlns:a16="http://schemas.microsoft.com/office/drawing/2014/main" id="{B1886449-9C07-4995-A584-11229A70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810" y="992021"/>
            <a:ext cx="125789" cy="125720"/>
          </a:xfrm>
          <a:custGeom xmlns:a="http://schemas.openxmlformats.org/drawingml/2006/main">
            <a:pathLst>
              <a:path w="125789" h="125720">
                <a:moveTo>
                  <a:pt x="0" y="0"/>
                </a:moveTo>
                <a:lnTo>
                  <a:pt x="0" y="125720"/>
                </a:lnTo>
                <a:lnTo>
                  <a:pt x="125789" y="125720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09" name="path-488">
            <a:extLst xmlns:a="http://schemas.openxmlformats.org/drawingml/2006/main">
              <a:ext uri="{FF2B5EF4-FFF2-40B4-BE49-F238E27FC236}">
                <a16:creationId xmlns:a16="http://schemas.microsoft.com/office/drawing/2014/main" id="{6F4006E5-9347-4539-AE99-2057A060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600" y="99198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0" name="path-489">
            <a:extLst xmlns:a="http://schemas.openxmlformats.org/drawingml/2006/main">
              <a:ext uri="{FF2B5EF4-FFF2-40B4-BE49-F238E27FC236}">
                <a16:creationId xmlns:a16="http://schemas.microsoft.com/office/drawing/2014/main" id="{FEFBD1E3-B45E-4DF2-85AA-892BEBA1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600" y="992021"/>
            <a:ext cx="125780" cy="125720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11" name="path-490">
            <a:extLst xmlns:a="http://schemas.openxmlformats.org/drawingml/2006/main">
              <a:ext uri="{FF2B5EF4-FFF2-40B4-BE49-F238E27FC236}">
                <a16:creationId xmlns:a16="http://schemas.microsoft.com/office/drawing/2014/main" id="{421B33E3-493E-4D3B-B623-32CF3D33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380" y="99198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2" name="path-491">
            <a:extLst xmlns:a="http://schemas.openxmlformats.org/drawingml/2006/main">
              <a:ext uri="{FF2B5EF4-FFF2-40B4-BE49-F238E27FC236}">
                <a16:creationId xmlns:a16="http://schemas.microsoft.com/office/drawing/2014/main" id="{82442CFF-3C0B-4BF4-B02D-5B61577C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380" y="992021"/>
            <a:ext cx="125780" cy="125720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13" name="path-492">
            <a:extLst xmlns:a="http://schemas.openxmlformats.org/drawingml/2006/main">
              <a:ext uri="{FF2B5EF4-FFF2-40B4-BE49-F238E27FC236}">
                <a16:creationId xmlns:a16="http://schemas.microsoft.com/office/drawing/2014/main" id="{B05DF200-6638-4903-B603-F2C5CAE1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9160" y="99198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4" name="path-493">
            <a:extLst xmlns:a="http://schemas.openxmlformats.org/drawingml/2006/main">
              <a:ext uri="{FF2B5EF4-FFF2-40B4-BE49-F238E27FC236}">
                <a16:creationId xmlns:a16="http://schemas.microsoft.com/office/drawing/2014/main" id="{7B6116AC-2F5A-40C1-8F1D-45B41EBF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9160" y="992021"/>
            <a:ext cx="125780" cy="125720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15" name="path-494">
            <a:extLst xmlns:a="http://schemas.openxmlformats.org/drawingml/2006/main">
              <a:ext uri="{FF2B5EF4-FFF2-40B4-BE49-F238E27FC236}">
                <a16:creationId xmlns:a16="http://schemas.microsoft.com/office/drawing/2014/main" id="{AB615CA4-AB1D-48E8-92E0-D60CAEB9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940" y="99198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6" name="path-495">
            <a:extLst xmlns:a="http://schemas.openxmlformats.org/drawingml/2006/main">
              <a:ext uri="{FF2B5EF4-FFF2-40B4-BE49-F238E27FC236}">
                <a16:creationId xmlns:a16="http://schemas.microsoft.com/office/drawing/2014/main" id="{BCDADEA5-6F3D-4685-A3D1-E89AE650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940" y="992021"/>
            <a:ext cx="125780" cy="125720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17" name="path-496">
            <a:extLst xmlns:a="http://schemas.openxmlformats.org/drawingml/2006/main">
              <a:ext uri="{FF2B5EF4-FFF2-40B4-BE49-F238E27FC236}">
                <a16:creationId xmlns:a16="http://schemas.microsoft.com/office/drawing/2014/main" id="{88E26356-DD16-4FFE-BC1F-E9F120A3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2909" y="111776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8" name="path-497">
            <a:extLst xmlns:a="http://schemas.openxmlformats.org/drawingml/2006/main">
              <a:ext uri="{FF2B5EF4-FFF2-40B4-BE49-F238E27FC236}">
                <a16:creationId xmlns:a16="http://schemas.microsoft.com/office/drawing/2014/main" id="{7361EDE5-E224-4BFE-9EAF-74FCC409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2909" y="1117740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19" name="path-498">
            <a:extLst xmlns:a="http://schemas.openxmlformats.org/drawingml/2006/main">
              <a:ext uri="{FF2B5EF4-FFF2-40B4-BE49-F238E27FC236}">
                <a16:creationId xmlns:a16="http://schemas.microsoft.com/office/drawing/2014/main" id="{65774E66-E509-47C2-95F8-3C91C890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8689" y="1117765"/>
            <a:ext cx="125782" cy="125781"/>
          </a:xfrm>
          <a:custGeom xmlns:a="http://schemas.openxmlformats.org/drawingml/2006/main">
            <a:pathLst>
              <a:path w="125782" h="125781">
                <a:moveTo>
                  <a:pt x="0" y="0"/>
                </a:moveTo>
                <a:lnTo>
                  <a:pt x="125782" y="0"/>
                </a:lnTo>
                <a:lnTo>
                  <a:pt x="125782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0" name="path-499">
            <a:extLst xmlns:a="http://schemas.openxmlformats.org/drawingml/2006/main">
              <a:ext uri="{FF2B5EF4-FFF2-40B4-BE49-F238E27FC236}">
                <a16:creationId xmlns:a16="http://schemas.microsoft.com/office/drawing/2014/main" id="{C49DCFBB-2682-4CCC-86AD-05908281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8690" y="1117740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21" name="path-500">
            <a:extLst xmlns:a="http://schemas.openxmlformats.org/drawingml/2006/main">
              <a:ext uri="{FF2B5EF4-FFF2-40B4-BE49-F238E27FC236}">
                <a16:creationId xmlns:a16="http://schemas.microsoft.com/office/drawing/2014/main" id="{15A48F81-875E-4162-8525-AB123AB7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470" y="111776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2" name="path-501">
            <a:extLst xmlns:a="http://schemas.openxmlformats.org/drawingml/2006/main">
              <a:ext uri="{FF2B5EF4-FFF2-40B4-BE49-F238E27FC236}">
                <a16:creationId xmlns:a16="http://schemas.microsoft.com/office/drawing/2014/main" id="{42A1C893-6227-4E4B-AB77-BF647515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470" y="1117740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23" name="path-502">
            <a:extLst xmlns:a="http://schemas.openxmlformats.org/drawingml/2006/main">
              <a:ext uri="{FF2B5EF4-FFF2-40B4-BE49-F238E27FC236}">
                <a16:creationId xmlns:a16="http://schemas.microsoft.com/office/drawing/2014/main" id="{91D138B1-EC4D-4A75-863E-DF3346E3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2909" y="124354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4" name="path-503">
            <a:extLst xmlns:a="http://schemas.openxmlformats.org/drawingml/2006/main">
              <a:ext uri="{FF2B5EF4-FFF2-40B4-BE49-F238E27FC236}">
                <a16:creationId xmlns:a16="http://schemas.microsoft.com/office/drawing/2014/main" id="{E4DD1FC7-EBC6-432F-B036-AE44779F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2909" y="1243548"/>
            <a:ext cx="125780" cy="125804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25" name="path-504">
            <a:extLst xmlns:a="http://schemas.openxmlformats.org/drawingml/2006/main">
              <a:ext uri="{FF2B5EF4-FFF2-40B4-BE49-F238E27FC236}">
                <a16:creationId xmlns:a16="http://schemas.microsoft.com/office/drawing/2014/main" id="{6715CB66-B896-4AFA-9156-F623AE12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8689" y="1243544"/>
            <a:ext cx="125782" cy="125781"/>
          </a:xfrm>
          <a:custGeom xmlns:a="http://schemas.openxmlformats.org/drawingml/2006/main">
            <a:pathLst>
              <a:path w="125782" h="125781">
                <a:moveTo>
                  <a:pt x="0" y="0"/>
                </a:moveTo>
                <a:lnTo>
                  <a:pt x="125782" y="0"/>
                </a:lnTo>
                <a:lnTo>
                  <a:pt x="125782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6" name="path-505">
            <a:extLst xmlns:a="http://schemas.openxmlformats.org/drawingml/2006/main">
              <a:ext uri="{FF2B5EF4-FFF2-40B4-BE49-F238E27FC236}">
                <a16:creationId xmlns:a16="http://schemas.microsoft.com/office/drawing/2014/main" id="{89E02FDB-7704-4217-B1B4-E19F98B5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8690" y="1243548"/>
            <a:ext cx="125780" cy="125804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27" name="path-506">
            <a:extLst xmlns:a="http://schemas.openxmlformats.org/drawingml/2006/main">
              <a:ext uri="{FF2B5EF4-FFF2-40B4-BE49-F238E27FC236}">
                <a16:creationId xmlns:a16="http://schemas.microsoft.com/office/drawing/2014/main" id="{E604EE4F-8124-4864-A992-02E71D4A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470" y="124354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8" name="path-507">
            <a:extLst xmlns:a="http://schemas.openxmlformats.org/drawingml/2006/main">
              <a:ext uri="{FF2B5EF4-FFF2-40B4-BE49-F238E27FC236}">
                <a16:creationId xmlns:a16="http://schemas.microsoft.com/office/drawing/2014/main" id="{9F56E886-840C-476A-9CE1-894B92D8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470" y="1243548"/>
            <a:ext cx="125780" cy="125804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29" name="path-508">
            <a:extLst xmlns:a="http://schemas.openxmlformats.org/drawingml/2006/main">
              <a:ext uri="{FF2B5EF4-FFF2-40B4-BE49-F238E27FC236}">
                <a16:creationId xmlns:a16="http://schemas.microsoft.com/office/drawing/2014/main" id="{9565232E-F3EA-4262-B900-D3FCE9BD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250" y="111776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0" name="path-509">
            <a:extLst xmlns:a="http://schemas.openxmlformats.org/drawingml/2006/main">
              <a:ext uri="{FF2B5EF4-FFF2-40B4-BE49-F238E27FC236}">
                <a16:creationId xmlns:a16="http://schemas.microsoft.com/office/drawing/2014/main" id="{13F12ECB-FDBC-40C7-B4B3-B1A2DBAB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250" y="1117740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31" name="path-510">
            <a:extLst xmlns:a="http://schemas.openxmlformats.org/drawingml/2006/main">
              <a:ext uri="{FF2B5EF4-FFF2-40B4-BE49-F238E27FC236}">
                <a16:creationId xmlns:a16="http://schemas.microsoft.com/office/drawing/2014/main" id="{964798BA-EA64-4420-BCC7-935789FC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250" y="124354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2" name="path-511">
            <a:extLst xmlns:a="http://schemas.openxmlformats.org/drawingml/2006/main">
              <a:ext uri="{FF2B5EF4-FFF2-40B4-BE49-F238E27FC236}">
                <a16:creationId xmlns:a16="http://schemas.microsoft.com/office/drawing/2014/main" id="{B14CCE0A-E855-438F-A411-D02EECE0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250" y="1243548"/>
            <a:ext cx="125780" cy="125804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33" name="path-512">
            <a:extLst xmlns:a="http://schemas.openxmlformats.org/drawingml/2006/main">
              <a:ext uri="{FF2B5EF4-FFF2-40B4-BE49-F238E27FC236}">
                <a16:creationId xmlns:a16="http://schemas.microsoft.com/office/drawing/2014/main" id="{B9E773B5-200B-4560-9EC1-8A990C8B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030" y="111776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4" name="path-513">
            <a:extLst xmlns:a="http://schemas.openxmlformats.org/drawingml/2006/main">
              <a:ext uri="{FF2B5EF4-FFF2-40B4-BE49-F238E27FC236}">
                <a16:creationId xmlns:a16="http://schemas.microsoft.com/office/drawing/2014/main" id="{5D585A9C-1175-4325-A187-32D84DC2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030" y="1117740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35" name="path-514">
            <a:extLst xmlns:a="http://schemas.openxmlformats.org/drawingml/2006/main">
              <a:ext uri="{FF2B5EF4-FFF2-40B4-BE49-F238E27FC236}">
                <a16:creationId xmlns:a16="http://schemas.microsoft.com/office/drawing/2014/main" id="{806510CA-FB70-45D5-A808-A821F5E9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030" y="124354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6" name="path-515">
            <a:extLst xmlns:a="http://schemas.openxmlformats.org/drawingml/2006/main">
              <a:ext uri="{FF2B5EF4-FFF2-40B4-BE49-F238E27FC236}">
                <a16:creationId xmlns:a16="http://schemas.microsoft.com/office/drawing/2014/main" id="{4DBDD6CE-AB8C-4F10-B40B-0F0BBCAF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030" y="1243548"/>
            <a:ext cx="125780" cy="125804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37" name="path-516">
            <a:extLst xmlns:a="http://schemas.openxmlformats.org/drawingml/2006/main">
              <a:ext uri="{FF2B5EF4-FFF2-40B4-BE49-F238E27FC236}">
                <a16:creationId xmlns:a16="http://schemas.microsoft.com/office/drawing/2014/main" id="{D9BAAD46-0B03-4488-982C-11BDA160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810" y="111776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8" name="path-517">
            <a:extLst xmlns:a="http://schemas.openxmlformats.org/drawingml/2006/main">
              <a:ext uri="{FF2B5EF4-FFF2-40B4-BE49-F238E27FC236}">
                <a16:creationId xmlns:a16="http://schemas.microsoft.com/office/drawing/2014/main" id="{06A4C0A3-007A-4F36-8603-23454078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810" y="1117740"/>
            <a:ext cx="125789" cy="125807"/>
          </a:xfrm>
          <a:custGeom xmlns:a="http://schemas.openxmlformats.org/drawingml/2006/main">
            <a:pathLst>
              <a:path w="125789" h="125807">
                <a:moveTo>
                  <a:pt x="0" y="0"/>
                </a:moveTo>
                <a:lnTo>
                  <a:pt x="0" y="125807"/>
                </a:lnTo>
                <a:lnTo>
                  <a:pt x="125789" y="125807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39" name="path-518">
            <a:extLst xmlns:a="http://schemas.openxmlformats.org/drawingml/2006/main">
              <a:ext uri="{FF2B5EF4-FFF2-40B4-BE49-F238E27FC236}">
                <a16:creationId xmlns:a16="http://schemas.microsoft.com/office/drawing/2014/main" id="{6AB43BD7-8A73-4EA6-A149-F756D1DE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600" y="111776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0" name="path-519">
            <a:extLst xmlns:a="http://schemas.openxmlformats.org/drawingml/2006/main">
              <a:ext uri="{FF2B5EF4-FFF2-40B4-BE49-F238E27FC236}">
                <a16:creationId xmlns:a16="http://schemas.microsoft.com/office/drawing/2014/main" id="{CFF74DC6-27F2-456F-A771-9E4BC348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600" y="1117740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41" name="path-520">
            <a:extLst xmlns:a="http://schemas.openxmlformats.org/drawingml/2006/main">
              <a:ext uri="{FF2B5EF4-FFF2-40B4-BE49-F238E27FC236}">
                <a16:creationId xmlns:a16="http://schemas.microsoft.com/office/drawing/2014/main" id="{BDF12AF0-9171-4DE1-87A0-750CC331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380" y="111776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2" name="path-521">
            <a:extLst xmlns:a="http://schemas.openxmlformats.org/drawingml/2006/main">
              <a:ext uri="{FF2B5EF4-FFF2-40B4-BE49-F238E27FC236}">
                <a16:creationId xmlns:a16="http://schemas.microsoft.com/office/drawing/2014/main" id="{DD5B7782-E352-4D54-9236-E51D8354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380" y="1117740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43" name="path-522">
            <a:extLst xmlns:a="http://schemas.openxmlformats.org/drawingml/2006/main">
              <a:ext uri="{FF2B5EF4-FFF2-40B4-BE49-F238E27FC236}">
                <a16:creationId xmlns:a16="http://schemas.microsoft.com/office/drawing/2014/main" id="{5A617D87-8D22-4B16-8DAD-EAB36B03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810" y="124354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" name="path-523">
            <a:extLst xmlns:a="http://schemas.openxmlformats.org/drawingml/2006/main">
              <a:ext uri="{FF2B5EF4-FFF2-40B4-BE49-F238E27FC236}">
                <a16:creationId xmlns:a16="http://schemas.microsoft.com/office/drawing/2014/main" id="{3E7E69FC-4F53-465C-B1EC-11D1EE75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810" y="1243548"/>
            <a:ext cx="125789" cy="125804"/>
          </a:xfrm>
          <a:custGeom xmlns:a="http://schemas.openxmlformats.org/drawingml/2006/main">
            <a:pathLst>
              <a:path w="125789" h="125804">
                <a:moveTo>
                  <a:pt x="0" y="0"/>
                </a:moveTo>
                <a:lnTo>
                  <a:pt x="0" y="125804"/>
                </a:lnTo>
                <a:lnTo>
                  <a:pt x="125789" y="125804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45" name="path-524">
            <a:extLst xmlns:a="http://schemas.openxmlformats.org/drawingml/2006/main">
              <a:ext uri="{FF2B5EF4-FFF2-40B4-BE49-F238E27FC236}">
                <a16:creationId xmlns:a16="http://schemas.microsoft.com/office/drawing/2014/main" id="{28F0198C-28FE-4DF3-8AEC-6A07BDE9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600" y="124354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6" name="path-525">
            <a:extLst xmlns:a="http://schemas.openxmlformats.org/drawingml/2006/main">
              <a:ext uri="{FF2B5EF4-FFF2-40B4-BE49-F238E27FC236}">
                <a16:creationId xmlns:a16="http://schemas.microsoft.com/office/drawing/2014/main" id="{FD5F6F38-935C-4F02-A60E-78ED11B9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7600" y="1243548"/>
            <a:ext cx="125780" cy="125804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47" name="path-526">
            <a:extLst xmlns:a="http://schemas.openxmlformats.org/drawingml/2006/main">
              <a:ext uri="{FF2B5EF4-FFF2-40B4-BE49-F238E27FC236}">
                <a16:creationId xmlns:a16="http://schemas.microsoft.com/office/drawing/2014/main" id="{AD7D779F-C7CF-4E18-A5AD-8FEC1DCF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380" y="124354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8" name="path-527">
            <a:extLst xmlns:a="http://schemas.openxmlformats.org/drawingml/2006/main">
              <a:ext uri="{FF2B5EF4-FFF2-40B4-BE49-F238E27FC236}">
                <a16:creationId xmlns:a16="http://schemas.microsoft.com/office/drawing/2014/main" id="{8F103D6E-4F59-4428-9422-A1371795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380" y="1243548"/>
            <a:ext cx="125780" cy="125804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49" name="path-528">
            <a:extLst xmlns:a="http://schemas.openxmlformats.org/drawingml/2006/main">
              <a:ext uri="{FF2B5EF4-FFF2-40B4-BE49-F238E27FC236}">
                <a16:creationId xmlns:a16="http://schemas.microsoft.com/office/drawing/2014/main" id="{B6059555-7D04-4395-9F0C-F22FA565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9160" y="111776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" name="path-529">
            <a:extLst xmlns:a="http://schemas.openxmlformats.org/drawingml/2006/main">
              <a:ext uri="{FF2B5EF4-FFF2-40B4-BE49-F238E27FC236}">
                <a16:creationId xmlns:a16="http://schemas.microsoft.com/office/drawing/2014/main" id="{B5EA8C81-8AB1-4283-BDD6-70E299E6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9160" y="1117740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51" name="path-530">
            <a:extLst xmlns:a="http://schemas.openxmlformats.org/drawingml/2006/main">
              <a:ext uri="{FF2B5EF4-FFF2-40B4-BE49-F238E27FC236}">
                <a16:creationId xmlns:a16="http://schemas.microsoft.com/office/drawing/2014/main" id="{EE20C4DC-B046-4E65-8152-7BCD2B96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9160" y="124354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2" name="path-531">
            <a:extLst xmlns:a="http://schemas.openxmlformats.org/drawingml/2006/main">
              <a:ext uri="{FF2B5EF4-FFF2-40B4-BE49-F238E27FC236}">
                <a16:creationId xmlns:a16="http://schemas.microsoft.com/office/drawing/2014/main" id="{0ED779AE-F803-4038-865B-A08DD693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9160" y="1243548"/>
            <a:ext cx="125780" cy="125804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53" name="path-532">
            <a:extLst xmlns:a="http://schemas.openxmlformats.org/drawingml/2006/main">
              <a:ext uri="{FF2B5EF4-FFF2-40B4-BE49-F238E27FC236}">
                <a16:creationId xmlns:a16="http://schemas.microsoft.com/office/drawing/2014/main" id="{2618D3E6-2598-454B-AFC3-CC6AE0B0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940" y="111776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4" name="path-533">
            <a:extLst xmlns:a="http://schemas.openxmlformats.org/drawingml/2006/main">
              <a:ext uri="{FF2B5EF4-FFF2-40B4-BE49-F238E27FC236}">
                <a16:creationId xmlns:a16="http://schemas.microsoft.com/office/drawing/2014/main" id="{00D4EEEA-1BCA-4328-8B64-85E2BCF2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940" y="1117740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55" name="path-534">
            <a:extLst xmlns:a="http://schemas.openxmlformats.org/drawingml/2006/main">
              <a:ext uri="{FF2B5EF4-FFF2-40B4-BE49-F238E27FC236}">
                <a16:creationId xmlns:a16="http://schemas.microsoft.com/office/drawing/2014/main" id="{2D817139-779E-4C0D-B998-8C5F44ED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940" y="1243544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" name="path-535">
            <a:extLst xmlns:a="http://schemas.openxmlformats.org/drawingml/2006/main">
              <a:ext uri="{FF2B5EF4-FFF2-40B4-BE49-F238E27FC236}">
                <a16:creationId xmlns:a16="http://schemas.microsoft.com/office/drawing/2014/main" id="{33A5880C-3F15-41A7-83D6-619357ED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940" y="1243548"/>
            <a:ext cx="125780" cy="125804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57" name="path-536">
            <a:extLst xmlns:a="http://schemas.openxmlformats.org/drawingml/2006/main">
              <a:ext uri="{FF2B5EF4-FFF2-40B4-BE49-F238E27FC236}">
                <a16:creationId xmlns:a16="http://schemas.microsoft.com/office/drawing/2014/main" id="{D59C28FA-CA39-42D2-98BB-DCDD026F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2909" y="488885"/>
            <a:ext cx="191" cy="880440"/>
          </a:xfrm>
          <a:custGeom xmlns:a="http://schemas.openxmlformats.org/drawingml/2006/main">
            <a:pathLst>
              <a:path w="191" h="880440">
                <a:moveTo>
                  <a:pt x="0" y="0"/>
                </a:moveTo>
                <a:lnTo>
                  <a:pt x="0" y="880440"/>
                </a:lnTo>
              </a:path>
            </a:pathLst>
          </a:custGeom>
          <a:noFill xmlns:a="http://schemas.openxmlformats.org/drawingml/2006/main"/>
          <a:ln xmlns:a="http://schemas.openxmlformats.org/drawingml/2006/main" w="27290">
            <a:solidFill>
              <a:srgbClr val="000000"/>
            </a:solidFill>
            <a:prstDash val="solid"/>
          </a:ln>
        </p:spPr>
      </p:sp>
      <p:sp>
        <p:nvSpPr>
          <p:cNvPr id="558" name="path-537">
            <a:extLst xmlns:a="http://schemas.openxmlformats.org/drawingml/2006/main">
              <a:ext uri="{FF2B5EF4-FFF2-40B4-BE49-F238E27FC236}">
                <a16:creationId xmlns:a16="http://schemas.microsoft.com/office/drawing/2014/main" id="{74FA5FCE-3B8C-46C6-9978-9AFFF2C4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2909" y="1369325"/>
            <a:ext cx="1257811" cy="191"/>
          </a:xfrm>
          <a:custGeom xmlns:a="http://schemas.openxmlformats.org/drawingml/2006/main">
            <a:pathLst>
              <a:path w="1257811" h="191">
                <a:moveTo>
                  <a:pt x="0" y="0"/>
                </a:moveTo>
                <a:lnTo>
                  <a:pt x="0" y="27"/>
                </a:lnTo>
                <a:lnTo>
                  <a:pt x="1257811" y="27"/>
                </a:lnTo>
                <a:lnTo>
                  <a:pt x="1257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290">
            <a:solidFill>
              <a:srgbClr val="000000"/>
            </a:solidFill>
            <a:prstDash val="solid"/>
          </a:ln>
        </p:spPr>
      </p:sp>
      <p:sp>
        <p:nvSpPr>
          <p:cNvPr id="559" name="path-538">
            <a:extLst xmlns:a="http://schemas.openxmlformats.org/drawingml/2006/main">
              <a:ext uri="{FF2B5EF4-FFF2-40B4-BE49-F238E27FC236}">
                <a16:creationId xmlns:a16="http://schemas.microsoft.com/office/drawing/2014/main" id="{3FFC2425-C56B-4135-8022-0FB66549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0720" y="488885"/>
            <a:ext cx="191" cy="880440"/>
          </a:xfrm>
          <a:custGeom xmlns:a="http://schemas.openxmlformats.org/drawingml/2006/main">
            <a:pathLst>
              <a:path w="191" h="880440">
                <a:moveTo>
                  <a:pt x="0" y="8804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290">
            <a:solidFill>
              <a:srgbClr val="000000"/>
            </a:solidFill>
            <a:prstDash val="solid"/>
          </a:ln>
        </p:spPr>
      </p:sp>
      <p:sp>
        <p:nvSpPr>
          <p:cNvPr id="560" name="path-539">
            <a:extLst xmlns:a="http://schemas.openxmlformats.org/drawingml/2006/main">
              <a:ext uri="{FF2B5EF4-FFF2-40B4-BE49-F238E27FC236}">
                <a16:creationId xmlns:a16="http://schemas.microsoft.com/office/drawing/2014/main" id="{81100DB2-4E69-4D36-B3BD-5BCA65B7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780" y="55641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" name="path-540">
            <a:extLst xmlns:a="http://schemas.openxmlformats.org/drawingml/2006/main">
              <a:ext uri="{FF2B5EF4-FFF2-40B4-BE49-F238E27FC236}">
                <a16:creationId xmlns:a16="http://schemas.microsoft.com/office/drawing/2014/main" id="{D9FE78F2-EF40-4DEF-B560-877D9FA1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780" y="556382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62" name="path-541">
            <a:extLst xmlns:a="http://schemas.openxmlformats.org/drawingml/2006/main">
              <a:ext uri="{FF2B5EF4-FFF2-40B4-BE49-F238E27FC236}">
                <a16:creationId xmlns:a16="http://schemas.microsoft.com/office/drawing/2014/main" id="{4D144BBB-DE4A-4DBB-A64B-D865C004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560" y="55641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3" name="path-542">
            <a:extLst xmlns:a="http://schemas.openxmlformats.org/drawingml/2006/main">
              <a:ext uri="{FF2B5EF4-FFF2-40B4-BE49-F238E27FC236}">
                <a16:creationId xmlns:a16="http://schemas.microsoft.com/office/drawing/2014/main" id="{18D81688-741D-4FC0-88AA-E10A34EE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560" y="556382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64" name="path-543">
            <a:extLst xmlns:a="http://schemas.openxmlformats.org/drawingml/2006/main">
              <a:ext uri="{FF2B5EF4-FFF2-40B4-BE49-F238E27FC236}">
                <a16:creationId xmlns:a16="http://schemas.microsoft.com/office/drawing/2014/main" id="{A4D25620-3D13-4EFF-8133-3FC4238F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340" y="55641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" name="path-544">
            <a:extLst xmlns:a="http://schemas.openxmlformats.org/drawingml/2006/main">
              <a:ext uri="{FF2B5EF4-FFF2-40B4-BE49-F238E27FC236}">
                <a16:creationId xmlns:a16="http://schemas.microsoft.com/office/drawing/2014/main" id="{93E11A9D-501E-468B-BC9C-A107DE76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340" y="556382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66" name="path-545">
            <a:extLst xmlns:a="http://schemas.openxmlformats.org/drawingml/2006/main">
              <a:ext uri="{FF2B5EF4-FFF2-40B4-BE49-F238E27FC236}">
                <a16:creationId xmlns:a16="http://schemas.microsoft.com/office/drawing/2014/main" id="{B36ECCB7-2F23-424A-BE23-A7557F0D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780" y="682196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" name="path-546">
            <a:extLst xmlns:a="http://schemas.openxmlformats.org/drawingml/2006/main">
              <a:ext uri="{FF2B5EF4-FFF2-40B4-BE49-F238E27FC236}">
                <a16:creationId xmlns:a16="http://schemas.microsoft.com/office/drawing/2014/main" id="{75BCE631-2B28-445A-99B6-4D2F970C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780" y="682189"/>
            <a:ext cx="125780" cy="125806"/>
          </a:xfrm>
          <a:custGeom xmlns:a="http://schemas.openxmlformats.org/drawingml/2006/main">
            <a:pathLst>
              <a:path w="125780" h="125806">
                <a:moveTo>
                  <a:pt x="0" y="0"/>
                </a:moveTo>
                <a:lnTo>
                  <a:pt x="0" y="125806"/>
                </a:lnTo>
                <a:lnTo>
                  <a:pt x="125780" y="125806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68" name="path-547">
            <a:extLst xmlns:a="http://schemas.openxmlformats.org/drawingml/2006/main">
              <a:ext uri="{FF2B5EF4-FFF2-40B4-BE49-F238E27FC236}">
                <a16:creationId xmlns:a16="http://schemas.microsoft.com/office/drawing/2014/main" id="{D7B6096A-28C5-42BE-8D54-03173D23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560" y="682196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9" name="path-548">
            <a:extLst xmlns:a="http://schemas.openxmlformats.org/drawingml/2006/main">
              <a:ext uri="{FF2B5EF4-FFF2-40B4-BE49-F238E27FC236}">
                <a16:creationId xmlns:a16="http://schemas.microsoft.com/office/drawing/2014/main" id="{DB9C9B00-CDC1-411D-8085-F2002202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560" y="682189"/>
            <a:ext cx="125780" cy="125806"/>
          </a:xfrm>
          <a:custGeom xmlns:a="http://schemas.openxmlformats.org/drawingml/2006/main">
            <a:pathLst>
              <a:path w="125780" h="125806">
                <a:moveTo>
                  <a:pt x="0" y="0"/>
                </a:moveTo>
                <a:lnTo>
                  <a:pt x="0" y="125806"/>
                </a:lnTo>
                <a:lnTo>
                  <a:pt x="125780" y="125806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70" name="path-549">
            <a:extLst xmlns:a="http://schemas.openxmlformats.org/drawingml/2006/main">
              <a:ext uri="{FF2B5EF4-FFF2-40B4-BE49-F238E27FC236}">
                <a16:creationId xmlns:a16="http://schemas.microsoft.com/office/drawing/2014/main" id="{9FCF2B81-37C0-4F0E-9EA1-C2F51426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340" y="682196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1" name="path-550">
            <a:extLst xmlns:a="http://schemas.openxmlformats.org/drawingml/2006/main">
              <a:ext uri="{FF2B5EF4-FFF2-40B4-BE49-F238E27FC236}">
                <a16:creationId xmlns:a16="http://schemas.microsoft.com/office/drawing/2014/main" id="{83E19A67-D191-43E1-89CB-0716286F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340" y="682189"/>
            <a:ext cx="125780" cy="125806"/>
          </a:xfrm>
          <a:custGeom xmlns:a="http://schemas.openxmlformats.org/drawingml/2006/main">
            <a:pathLst>
              <a:path w="125780" h="125806">
                <a:moveTo>
                  <a:pt x="0" y="0"/>
                </a:moveTo>
                <a:lnTo>
                  <a:pt x="0" y="125806"/>
                </a:lnTo>
                <a:lnTo>
                  <a:pt x="125780" y="125806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72" name="path-551">
            <a:extLst xmlns:a="http://schemas.openxmlformats.org/drawingml/2006/main">
              <a:ext uri="{FF2B5EF4-FFF2-40B4-BE49-F238E27FC236}">
                <a16:creationId xmlns:a16="http://schemas.microsoft.com/office/drawing/2014/main" id="{ECA45A8F-0FD0-408F-8DC6-6F8C226F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780" y="80798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" name="path-552">
            <a:extLst xmlns:a="http://schemas.openxmlformats.org/drawingml/2006/main">
              <a:ext uri="{FF2B5EF4-FFF2-40B4-BE49-F238E27FC236}">
                <a16:creationId xmlns:a16="http://schemas.microsoft.com/office/drawing/2014/main" id="{BA47D62D-80AF-4634-BE6D-160FB54F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780" y="807995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74" name="path-553">
            <a:extLst xmlns:a="http://schemas.openxmlformats.org/drawingml/2006/main">
              <a:ext uri="{FF2B5EF4-FFF2-40B4-BE49-F238E27FC236}">
                <a16:creationId xmlns:a16="http://schemas.microsoft.com/office/drawing/2014/main" id="{1B8F347A-6868-49B5-A97E-ABDE9D85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560" y="80798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5" name="path-554">
            <a:extLst xmlns:a="http://schemas.openxmlformats.org/drawingml/2006/main">
              <a:ext uri="{FF2B5EF4-FFF2-40B4-BE49-F238E27FC236}">
                <a16:creationId xmlns:a16="http://schemas.microsoft.com/office/drawing/2014/main" id="{43C79974-1244-4291-9D34-99C3DE29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560" y="807995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76" name="path-555">
            <a:extLst xmlns:a="http://schemas.openxmlformats.org/drawingml/2006/main">
              <a:ext uri="{FF2B5EF4-FFF2-40B4-BE49-F238E27FC236}">
                <a16:creationId xmlns:a16="http://schemas.microsoft.com/office/drawing/2014/main" id="{96BE09D3-157A-4DAF-BF75-5C17DC02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340" y="80798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7" name="path-556">
            <a:extLst xmlns:a="http://schemas.openxmlformats.org/drawingml/2006/main">
              <a:ext uri="{FF2B5EF4-FFF2-40B4-BE49-F238E27FC236}">
                <a16:creationId xmlns:a16="http://schemas.microsoft.com/office/drawing/2014/main" id="{5E1E6DD1-C3B1-460D-BD7D-200C0570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340" y="807995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78" name="path-557">
            <a:extLst xmlns:a="http://schemas.openxmlformats.org/drawingml/2006/main">
              <a:ext uri="{FF2B5EF4-FFF2-40B4-BE49-F238E27FC236}">
                <a16:creationId xmlns:a16="http://schemas.microsoft.com/office/drawing/2014/main" id="{BF6B8488-3FEE-40E3-85AD-4B85F19E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120" y="55641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" name="path-558">
            <a:extLst xmlns:a="http://schemas.openxmlformats.org/drawingml/2006/main">
              <a:ext uri="{FF2B5EF4-FFF2-40B4-BE49-F238E27FC236}">
                <a16:creationId xmlns:a16="http://schemas.microsoft.com/office/drawing/2014/main" id="{F1C614E2-4619-4E4C-9B03-3D49DC5D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120" y="556382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80" name="path-559">
            <a:extLst xmlns:a="http://schemas.openxmlformats.org/drawingml/2006/main">
              <a:ext uri="{FF2B5EF4-FFF2-40B4-BE49-F238E27FC236}">
                <a16:creationId xmlns:a16="http://schemas.microsoft.com/office/drawing/2014/main" id="{5EDC3903-F33E-4F9C-9661-CA1E8B21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120" y="682196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1" name="path-560">
            <a:extLst xmlns:a="http://schemas.openxmlformats.org/drawingml/2006/main">
              <a:ext uri="{FF2B5EF4-FFF2-40B4-BE49-F238E27FC236}">
                <a16:creationId xmlns:a16="http://schemas.microsoft.com/office/drawing/2014/main" id="{AD331B63-0F78-4AE5-93E4-EA30C444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120" y="682189"/>
            <a:ext cx="125780" cy="125806"/>
          </a:xfrm>
          <a:custGeom xmlns:a="http://schemas.openxmlformats.org/drawingml/2006/main">
            <a:pathLst>
              <a:path w="125780" h="125806">
                <a:moveTo>
                  <a:pt x="0" y="0"/>
                </a:moveTo>
                <a:lnTo>
                  <a:pt x="0" y="125806"/>
                </a:lnTo>
                <a:lnTo>
                  <a:pt x="125780" y="125806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82" name="path-561">
            <a:extLst xmlns:a="http://schemas.openxmlformats.org/drawingml/2006/main">
              <a:ext uri="{FF2B5EF4-FFF2-40B4-BE49-F238E27FC236}">
                <a16:creationId xmlns:a16="http://schemas.microsoft.com/office/drawing/2014/main" id="{26D88E6B-A1B4-41EC-A782-BB626972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120" y="80798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3" name="path-562">
            <a:extLst xmlns:a="http://schemas.openxmlformats.org/drawingml/2006/main">
              <a:ext uri="{FF2B5EF4-FFF2-40B4-BE49-F238E27FC236}">
                <a16:creationId xmlns:a16="http://schemas.microsoft.com/office/drawing/2014/main" id="{B33C8C53-EAC4-4955-9C7C-97201075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120" y="807995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84" name="path-563">
            <a:extLst xmlns:a="http://schemas.openxmlformats.org/drawingml/2006/main">
              <a:ext uri="{FF2B5EF4-FFF2-40B4-BE49-F238E27FC236}">
                <a16:creationId xmlns:a16="http://schemas.microsoft.com/office/drawing/2014/main" id="{69B35D51-D666-48D6-A2C1-97EA8F1F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780" y="93376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5" name="path-564">
            <a:extLst xmlns:a="http://schemas.openxmlformats.org/drawingml/2006/main">
              <a:ext uri="{FF2B5EF4-FFF2-40B4-BE49-F238E27FC236}">
                <a16:creationId xmlns:a16="http://schemas.microsoft.com/office/drawing/2014/main" id="{14307A16-950F-4779-9878-D12636F2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780" y="933802"/>
            <a:ext cx="125780" cy="125720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86" name="path-565">
            <a:extLst xmlns:a="http://schemas.openxmlformats.org/drawingml/2006/main">
              <a:ext uri="{FF2B5EF4-FFF2-40B4-BE49-F238E27FC236}">
                <a16:creationId xmlns:a16="http://schemas.microsoft.com/office/drawing/2014/main" id="{9891AED0-9B36-430E-84BE-15DC41F3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560" y="93376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7" name="path-566">
            <a:extLst xmlns:a="http://schemas.openxmlformats.org/drawingml/2006/main">
              <a:ext uri="{FF2B5EF4-FFF2-40B4-BE49-F238E27FC236}">
                <a16:creationId xmlns:a16="http://schemas.microsoft.com/office/drawing/2014/main" id="{A3AFA11C-1DCB-441D-9C52-945B85F2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560" y="933802"/>
            <a:ext cx="125780" cy="125720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88" name="path-567">
            <a:extLst xmlns:a="http://schemas.openxmlformats.org/drawingml/2006/main">
              <a:ext uri="{FF2B5EF4-FFF2-40B4-BE49-F238E27FC236}">
                <a16:creationId xmlns:a16="http://schemas.microsoft.com/office/drawing/2014/main" id="{C5E92521-FE59-4ECA-8875-945449C9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340" y="93376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9" name="path-568">
            <a:extLst xmlns:a="http://schemas.openxmlformats.org/drawingml/2006/main">
              <a:ext uri="{FF2B5EF4-FFF2-40B4-BE49-F238E27FC236}">
                <a16:creationId xmlns:a16="http://schemas.microsoft.com/office/drawing/2014/main" id="{C5CFD56E-8E6F-4E2B-AD57-805AAF70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340" y="933802"/>
            <a:ext cx="125780" cy="125720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90" name="path-569">
            <a:extLst xmlns:a="http://schemas.openxmlformats.org/drawingml/2006/main">
              <a:ext uri="{FF2B5EF4-FFF2-40B4-BE49-F238E27FC236}">
                <a16:creationId xmlns:a16="http://schemas.microsoft.com/office/drawing/2014/main" id="{3D715E9B-2901-4DB1-87BC-B2D77BAA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120" y="93376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1" name="path-570">
            <a:extLst xmlns:a="http://schemas.openxmlformats.org/drawingml/2006/main">
              <a:ext uri="{FF2B5EF4-FFF2-40B4-BE49-F238E27FC236}">
                <a16:creationId xmlns:a16="http://schemas.microsoft.com/office/drawing/2014/main" id="{F47DDDD1-4BDC-4391-BD32-8B4CBB73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120" y="933802"/>
            <a:ext cx="125780" cy="125720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92" name="path-571">
            <a:extLst xmlns:a="http://schemas.openxmlformats.org/drawingml/2006/main">
              <a:ext uri="{FF2B5EF4-FFF2-40B4-BE49-F238E27FC236}">
                <a16:creationId xmlns:a16="http://schemas.microsoft.com/office/drawing/2014/main" id="{0E151BB1-E6F2-40C2-B916-55FE91E8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900" y="55641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3" name="path-572">
            <a:extLst xmlns:a="http://schemas.openxmlformats.org/drawingml/2006/main">
              <a:ext uri="{FF2B5EF4-FFF2-40B4-BE49-F238E27FC236}">
                <a16:creationId xmlns:a16="http://schemas.microsoft.com/office/drawing/2014/main" id="{97657A81-BA4F-44E2-99CB-3370F799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900" y="556382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94" name="path-573">
            <a:extLst xmlns:a="http://schemas.openxmlformats.org/drawingml/2006/main">
              <a:ext uri="{FF2B5EF4-FFF2-40B4-BE49-F238E27FC236}">
                <a16:creationId xmlns:a16="http://schemas.microsoft.com/office/drawing/2014/main" id="{4AD7F92F-C38C-46F1-8F0B-65061364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900" y="682196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5" name="path-574">
            <a:extLst xmlns:a="http://schemas.openxmlformats.org/drawingml/2006/main">
              <a:ext uri="{FF2B5EF4-FFF2-40B4-BE49-F238E27FC236}">
                <a16:creationId xmlns:a16="http://schemas.microsoft.com/office/drawing/2014/main" id="{73D59123-D39F-4DF6-B9BA-A6EF91D2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900" y="682189"/>
            <a:ext cx="125780" cy="125806"/>
          </a:xfrm>
          <a:custGeom xmlns:a="http://schemas.openxmlformats.org/drawingml/2006/main">
            <a:pathLst>
              <a:path w="125780" h="125806">
                <a:moveTo>
                  <a:pt x="0" y="0"/>
                </a:moveTo>
                <a:lnTo>
                  <a:pt x="0" y="125806"/>
                </a:lnTo>
                <a:lnTo>
                  <a:pt x="125780" y="125806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96" name="path-575">
            <a:extLst xmlns:a="http://schemas.openxmlformats.org/drawingml/2006/main">
              <a:ext uri="{FF2B5EF4-FFF2-40B4-BE49-F238E27FC236}">
                <a16:creationId xmlns:a16="http://schemas.microsoft.com/office/drawing/2014/main" id="{04F4589B-F39E-4FB9-B9E5-8CD26FCE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900" y="80798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7" name="path-576">
            <a:extLst xmlns:a="http://schemas.openxmlformats.org/drawingml/2006/main">
              <a:ext uri="{FF2B5EF4-FFF2-40B4-BE49-F238E27FC236}">
                <a16:creationId xmlns:a16="http://schemas.microsoft.com/office/drawing/2014/main" id="{61ACB71C-C94A-46C5-8310-2BE9383C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900" y="807995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598" name="path-577">
            <a:extLst xmlns:a="http://schemas.openxmlformats.org/drawingml/2006/main">
              <a:ext uri="{FF2B5EF4-FFF2-40B4-BE49-F238E27FC236}">
                <a16:creationId xmlns:a16="http://schemas.microsoft.com/office/drawing/2014/main" id="{26CBA224-02E2-4FC3-B806-35183F39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900" y="93376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9" name="path-578">
            <a:extLst xmlns:a="http://schemas.openxmlformats.org/drawingml/2006/main">
              <a:ext uri="{FF2B5EF4-FFF2-40B4-BE49-F238E27FC236}">
                <a16:creationId xmlns:a16="http://schemas.microsoft.com/office/drawing/2014/main" id="{12EB978B-FCDF-4417-B5FB-DE318A25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900" y="933802"/>
            <a:ext cx="125780" cy="125720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00" name="path-579">
            <a:extLst xmlns:a="http://schemas.openxmlformats.org/drawingml/2006/main">
              <a:ext uri="{FF2B5EF4-FFF2-40B4-BE49-F238E27FC236}">
                <a16:creationId xmlns:a16="http://schemas.microsoft.com/office/drawing/2014/main" id="{6B69C706-C95C-41AE-AF1C-E1C30730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780" y="105954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1" name="path-580">
            <a:extLst xmlns:a="http://schemas.openxmlformats.org/drawingml/2006/main">
              <a:ext uri="{FF2B5EF4-FFF2-40B4-BE49-F238E27FC236}">
                <a16:creationId xmlns:a16="http://schemas.microsoft.com/office/drawing/2014/main" id="{9899519C-FF2B-4F4C-8A6E-F699704F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780" y="1059522"/>
            <a:ext cx="125780" cy="125804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02" name="path-581">
            <a:extLst xmlns:a="http://schemas.openxmlformats.org/drawingml/2006/main">
              <a:ext uri="{FF2B5EF4-FFF2-40B4-BE49-F238E27FC236}">
                <a16:creationId xmlns:a16="http://schemas.microsoft.com/office/drawing/2014/main" id="{91C809E5-1143-4C93-AF6D-80BD2CAD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560" y="105954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3" name="path-582">
            <a:extLst xmlns:a="http://schemas.openxmlformats.org/drawingml/2006/main">
              <a:ext uri="{FF2B5EF4-FFF2-40B4-BE49-F238E27FC236}">
                <a16:creationId xmlns:a16="http://schemas.microsoft.com/office/drawing/2014/main" id="{B4060622-0A2E-4CC6-9E37-1359674D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560" y="1059522"/>
            <a:ext cx="125780" cy="125804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04" name="path-583">
            <a:extLst xmlns:a="http://schemas.openxmlformats.org/drawingml/2006/main">
              <a:ext uri="{FF2B5EF4-FFF2-40B4-BE49-F238E27FC236}">
                <a16:creationId xmlns:a16="http://schemas.microsoft.com/office/drawing/2014/main" id="{5B18FF84-9DA2-470F-BAB0-B98299D5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340" y="105954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5" name="path-584">
            <a:extLst xmlns:a="http://schemas.openxmlformats.org/drawingml/2006/main">
              <a:ext uri="{FF2B5EF4-FFF2-40B4-BE49-F238E27FC236}">
                <a16:creationId xmlns:a16="http://schemas.microsoft.com/office/drawing/2014/main" id="{92CB4C3A-BA64-40AD-AE44-4998DF2D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340" y="1059522"/>
            <a:ext cx="125780" cy="125804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06" name="path-585">
            <a:extLst xmlns:a="http://schemas.openxmlformats.org/drawingml/2006/main">
              <a:ext uri="{FF2B5EF4-FFF2-40B4-BE49-F238E27FC236}">
                <a16:creationId xmlns:a16="http://schemas.microsoft.com/office/drawing/2014/main" id="{3AB91B73-AEDB-4B83-8767-0101A2CD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120" y="105954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7" name="path-586">
            <a:extLst xmlns:a="http://schemas.openxmlformats.org/drawingml/2006/main">
              <a:ext uri="{FF2B5EF4-FFF2-40B4-BE49-F238E27FC236}">
                <a16:creationId xmlns:a16="http://schemas.microsoft.com/office/drawing/2014/main" id="{2ED5EF81-3FE2-41EC-976E-FFD17070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120" y="1059522"/>
            <a:ext cx="125780" cy="125804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08" name="path-587">
            <a:extLst xmlns:a="http://schemas.openxmlformats.org/drawingml/2006/main">
              <a:ext uri="{FF2B5EF4-FFF2-40B4-BE49-F238E27FC236}">
                <a16:creationId xmlns:a16="http://schemas.microsoft.com/office/drawing/2014/main" id="{83E1EE4B-25F7-4343-A906-F6E6E2CE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900" y="105954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9" name="path-588">
            <a:extLst xmlns:a="http://schemas.openxmlformats.org/drawingml/2006/main">
              <a:ext uri="{FF2B5EF4-FFF2-40B4-BE49-F238E27FC236}">
                <a16:creationId xmlns:a16="http://schemas.microsoft.com/office/drawing/2014/main" id="{883C54CF-6566-4ECD-8A1B-35C304EC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900" y="1059522"/>
            <a:ext cx="125780" cy="125804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10" name="path-589">
            <a:extLst xmlns:a="http://schemas.openxmlformats.org/drawingml/2006/main">
              <a:ext uri="{FF2B5EF4-FFF2-40B4-BE49-F238E27FC236}">
                <a16:creationId xmlns:a16="http://schemas.microsoft.com/office/drawing/2014/main" id="{0EF301F6-FF4F-4625-B612-BBC01AF9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3681" y="55641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1" name="path-590">
            <a:extLst xmlns:a="http://schemas.openxmlformats.org/drawingml/2006/main">
              <a:ext uri="{FF2B5EF4-FFF2-40B4-BE49-F238E27FC236}">
                <a16:creationId xmlns:a16="http://schemas.microsoft.com/office/drawing/2014/main" id="{9C0793B6-F819-45E1-BD83-76265A9A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3681" y="556382"/>
            <a:ext cx="125789" cy="125807"/>
          </a:xfrm>
          <a:custGeom xmlns:a="http://schemas.openxmlformats.org/drawingml/2006/main">
            <a:pathLst>
              <a:path w="125789" h="125807">
                <a:moveTo>
                  <a:pt x="0" y="0"/>
                </a:moveTo>
                <a:lnTo>
                  <a:pt x="0" y="125807"/>
                </a:lnTo>
                <a:lnTo>
                  <a:pt x="125789" y="125807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12" name="path-591">
            <a:extLst xmlns:a="http://schemas.openxmlformats.org/drawingml/2006/main">
              <a:ext uri="{FF2B5EF4-FFF2-40B4-BE49-F238E27FC236}">
                <a16:creationId xmlns:a16="http://schemas.microsoft.com/office/drawing/2014/main" id="{37A39265-E2B9-4E0F-A037-181542E5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470" y="55641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3" name="path-592">
            <a:extLst xmlns:a="http://schemas.openxmlformats.org/drawingml/2006/main">
              <a:ext uri="{FF2B5EF4-FFF2-40B4-BE49-F238E27FC236}">
                <a16:creationId xmlns:a16="http://schemas.microsoft.com/office/drawing/2014/main" id="{C03D8762-1A11-4EA9-9A26-55432407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470" y="556382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14" name="path-593">
            <a:extLst xmlns:a="http://schemas.openxmlformats.org/drawingml/2006/main">
              <a:ext uri="{FF2B5EF4-FFF2-40B4-BE49-F238E27FC236}">
                <a16:creationId xmlns:a16="http://schemas.microsoft.com/office/drawing/2014/main" id="{C8031C90-6A4F-4099-B8FD-262BC3AE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250" y="55641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5" name="path-594">
            <a:extLst xmlns:a="http://schemas.openxmlformats.org/drawingml/2006/main">
              <a:ext uri="{FF2B5EF4-FFF2-40B4-BE49-F238E27FC236}">
                <a16:creationId xmlns:a16="http://schemas.microsoft.com/office/drawing/2014/main" id="{428C6151-8C9A-4CA5-9B6E-D8875C00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250" y="556382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16" name="path-595">
            <a:extLst xmlns:a="http://schemas.openxmlformats.org/drawingml/2006/main">
              <a:ext uri="{FF2B5EF4-FFF2-40B4-BE49-F238E27FC236}">
                <a16:creationId xmlns:a16="http://schemas.microsoft.com/office/drawing/2014/main" id="{D081647F-84CA-442D-8DEB-3A1ADBBA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3681" y="682196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7" name="path-596">
            <a:extLst xmlns:a="http://schemas.openxmlformats.org/drawingml/2006/main">
              <a:ext uri="{FF2B5EF4-FFF2-40B4-BE49-F238E27FC236}">
                <a16:creationId xmlns:a16="http://schemas.microsoft.com/office/drawing/2014/main" id="{9DACD062-EC69-407B-ADF2-8D65D1AD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3681" y="682189"/>
            <a:ext cx="125789" cy="125806"/>
          </a:xfrm>
          <a:custGeom xmlns:a="http://schemas.openxmlformats.org/drawingml/2006/main">
            <a:pathLst>
              <a:path w="125789" h="125806">
                <a:moveTo>
                  <a:pt x="0" y="0"/>
                </a:moveTo>
                <a:lnTo>
                  <a:pt x="0" y="125806"/>
                </a:lnTo>
                <a:lnTo>
                  <a:pt x="125789" y="125806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18" name="path-597">
            <a:extLst xmlns:a="http://schemas.openxmlformats.org/drawingml/2006/main">
              <a:ext uri="{FF2B5EF4-FFF2-40B4-BE49-F238E27FC236}">
                <a16:creationId xmlns:a16="http://schemas.microsoft.com/office/drawing/2014/main" id="{9D54C4EC-7812-4283-A93D-EB7C7486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470" y="682196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9" name="path-598">
            <a:extLst xmlns:a="http://schemas.openxmlformats.org/drawingml/2006/main">
              <a:ext uri="{FF2B5EF4-FFF2-40B4-BE49-F238E27FC236}">
                <a16:creationId xmlns:a16="http://schemas.microsoft.com/office/drawing/2014/main" id="{ED7D562C-7203-4620-A684-88BB64EE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470" y="682189"/>
            <a:ext cx="125780" cy="125806"/>
          </a:xfrm>
          <a:custGeom xmlns:a="http://schemas.openxmlformats.org/drawingml/2006/main">
            <a:pathLst>
              <a:path w="125780" h="125806">
                <a:moveTo>
                  <a:pt x="0" y="0"/>
                </a:moveTo>
                <a:lnTo>
                  <a:pt x="0" y="125806"/>
                </a:lnTo>
                <a:lnTo>
                  <a:pt x="125780" y="125806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20" name="path-599">
            <a:extLst xmlns:a="http://schemas.openxmlformats.org/drawingml/2006/main">
              <a:ext uri="{FF2B5EF4-FFF2-40B4-BE49-F238E27FC236}">
                <a16:creationId xmlns:a16="http://schemas.microsoft.com/office/drawing/2014/main" id="{AFF68E0C-0E03-4656-A3AE-E6D2A276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250" y="682196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1" name="path-600">
            <a:extLst xmlns:a="http://schemas.openxmlformats.org/drawingml/2006/main">
              <a:ext uri="{FF2B5EF4-FFF2-40B4-BE49-F238E27FC236}">
                <a16:creationId xmlns:a16="http://schemas.microsoft.com/office/drawing/2014/main" id="{324B8039-19F0-4EDE-AC07-61CD95B0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250" y="682189"/>
            <a:ext cx="125780" cy="125806"/>
          </a:xfrm>
          <a:custGeom xmlns:a="http://schemas.openxmlformats.org/drawingml/2006/main">
            <a:pathLst>
              <a:path w="125780" h="125806">
                <a:moveTo>
                  <a:pt x="0" y="0"/>
                </a:moveTo>
                <a:lnTo>
                  <a:pt x="0" y="125806"/>
                </a:lnTo>
                <a:lnTo>
                  <a:pt x="125780" y="125806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22" name="path-601">
            <a:extLst xmlns:a="http://schemas.openxmlformats.org/drawingml/2006/main">
              <a:ext uri="{FF2B5EF4-FFF2-40B4-BE49-F238E27FC236}">
                <a16:creationId xmlns:a16="http://schemas.microsoft.com/office/drawing/2014/main" id="{221C0B1C-088E-4E79-AB49-4B6862A4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3681" y="80798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3" name="path-602">
            <a:extLst xmlns:a="http://schemas.openxmlformats.org/drawingml/2006/main">
              <a:ext uri="{FF2B5EF4-FFF2-40B4-BE49-F238E27FC236}">
                <a16:creationId xmlns:a16="http://schemas.microsoft.com/office/drawing/2014/main" id="{AEB47DC2-16C8-46EA-B6DF-57D0903F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3681" y="807995"/>
            <a:ext cx="125789" cy="125807"/>
          </a:xfrm>
          <a:custGeom xmlns:a="http://schemas.openxmlformats.org/drawingml/2006/main">
            <a:pathLst>
              <a:path w="125789" h="125807">
                <a:moveTo>
                  <a:pt x="0" y="0"/>
                </a:moveTo>
                <a:lnTo>
                  <a:pt x="0" y="125807"/>
                </a:lnTo>
                <a:lnTo>
                  <a:pt x="125789" y="125807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24" name="path-603">
            <a:extLst xmlns:a="http://schemas.openxmlformats.org/drawingml/2006/main">
              <a:ext uri="{FF2B5EF4-FFF2-40B4-BE49-F238E27FC236}">
                <a16:creationId xmlns:a16="http://schemas.microsoft.com/office/drawing/2014/main" id="{B91C7F05-FB8A-4ED0-8FAE-FFCB593F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470" y="80798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5" name="path-604">
            <a:extLst xmlns:a="http://schemas.openxmlformats.org/drawingml/2006/main">
              <a:ext uri="{FF2B5EF4-FFF2-40B4-BE49-F238E27FC236}">
                <a16:creationId xmlns:a16="http://schemas.microsoft.com/office/drawing/2014/main" id="{133E8A18-A5A9-4DFB-AEFB-37ED374F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470" y="807995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26" name="path-605">
            <a:extLst xmlns:a="http://schemas.openxmlformats.org/drawingml/2006/main">
              <a:ext uri="{FF2B5EF4-FFF2-40B4-BE49-F238E27FC236}">
                <a16:creationId xmlns:a16="http://schemas.microsoft.com/office/drawing/2014/main" id="{22084019-ABA0-4147-BAB4-53BBD330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250" y="80798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7" name="path-606">
            <a:extLst xmlns:a="http://schemas.openxmlformats.org/drawingml/2006/main">
              <a:ext uri="{FF2B5EF4-FFF2-40B4-BE49-F238E27FC236}">
                <a16:creationId xmlns:a16="http://schemas.microsoft.com/office/drawing/2014/main" id="{C510FDC4-F380-4D70-871D-57ED5A4B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250" y="807995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28" name="path-607">
            <a:extLst xmlns:a="http://schemas.openxmlformats.org/drawingml/2006/main">
              <a:ext uri="{FF2B5EF4-FFF2-40B4-BE49-F238E27FC236}">
                <a16:creationId xmlns:a16="http://schemas.microsoft.com/office/drawing/2014/main" id="{07F079BF-35DC-4A85-A0D7-F2C81798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30" y="55641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9" name="path-608">
            <a:extLst xmlns:a="http://schemas.openxmlformats.org/drawingml/2006/main">
              <a:ext uri="{FF2B5EF4-FFF2-40B4-BE49-F238E27FC236}">
                <a16:creationId xmlns:a16="http://schemas.microsoft.com/office/drawing/2014/main" id="{38E632E4-3A3B-4714-AB70-84D6FCE0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30" y="556382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30" name="path-609">
            <a:extLst xmlns:a="http://schemas.openxmlformats.org/drawingml/2006/main">
              <a:ext uri="{FF2B5EF4-FFF2-40B4-BE49-F238E27FC236}">
                <a16:creationId xmlns:a16="http://schemas.microsoft.com/office/drawing/2014/main" id="{B0FD23B0-A460-4D6D-9B08-27A2CF9B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30" y="682196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1" name="path-610">
            <a:extLst xmlns:a="http://schemas.openxmlformats.org/drawingml/2006/main">
              <a:ext uri="{FF2B5EF4-FFF2-40B4-BE49-F238E27FC236}">
                <a16:creationId xmlns:a16="http://schemas.microsoft.com/office/drawing/2014/main" id="{02571D45-13B2-429C-A6FC-3608CF74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30" y="682189"/>
            <a:ext cx="125780" cy="125806"/>
          </a:xfrm>
          <a:custGeom xmlns:a="http://schemas.openxmlformats.org/drawingml/2006/main">
            <a:pathLst>
              <a:path w="125780" h="125806">
                <a:moveTo>
                  <a:pt x="0" y="0"/>
                </a:moveTo>
                <a:lnTo>
                  <a:pt x="0" y="125806"/>
                </a:lnTo>
                <a:lnTo>
                  <a:pt x="125780" y="125806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32" name="path-611">
            <a:extLst xmlns:a="http://schemas.openxmlformats.org/drawingml/2006/main">
              <a:ext uri="{FF2B5EF4-FFF2-40B4-BE49-F238E27FC236}">
                <a16:creationId xmlns:a16="http://schemas.microsoft.com/office/drawing/2014/main" id="{11675443-AEFA-4044-AEB9-D99DF22E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30" y="80798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3" name="path-612">
            <a:extLst xmlns:a="http://schemas.openxmlformats.org/drawingml/2006/main">
              <a:ext uri="{FF2B5EF4-FFF2-40B4-BE49-F238E27FC236}">
                <a16:creationId xmlns:a16="http://schemas.microsoft.com/office/drawing/2014/main" id="{DE7496B7-C1A5-4BD0-A925-FCCA6604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30" y="807995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34" name="path-613">
            <a:extLst xmlns:a="http://schemas.openxmlformats.org/drawingml/2006/main">
              <a:ext uri="{FF2B5EF4-FFF2-40B4-BE49-F238E27FC236}">
                <a16:creationId xmlns:a16="http://schemas.microsoft.com/office/drawing/2014/main" id="{7143AE01-39CD-416C-ABE5-41157AC0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3681" y="93376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5" name="path-614">
            <a:extLst xmlns:a="http://schemas.openxmlformats.org/drawingml/2006/main">
              <a:ext uri="{FF2B5EF4-FFF2-40B4-BE49-F238E27FC236}">
                <a16:creationId xmlns:a16="http://schemas.microsoft.com/office/drawing/2014/main" id="{29729497-19F4-418C-A125-50E709B5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3681" y="933802"/>
            <a:ext cx="125789" cy="125720"/>
          </a:xfrm>
          <a:custGeom xmlns:a="http://schemas.openxmlformats.org/drawingml/2006/main">
            <a:pathLst>
              <a:path w="125789" h="125720">
                <a:moveTo>
                  <a:pt x="0" y="0"/>
                </a:moveTo>
                <a:lnTo>
                  <a:pt x="0" y="125720"/>
                </a:lnTo>
                <a:lnTo>
                  <a:pt x="125789" y="125720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36" name="path-615">
            <a:extLst xmlns:a="http://schemas.openxmlformats.org/drawingml/2006/main">
              <a:ext uri="{FF2B5EF4-FFF2-40B4-BE49-F238E27FC236}">
                <a16:creationId xmlns:a16="http://schemas.microsoft.com/office/drawing/2014/main" id="{0E18EAC5-389E-4C46-9488-BB0D599C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470" y="93376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7" name="path-616">
            <a:extLst xmlns:a="http://schemas.openxmlformats.org/drawingml/2006/main">
              <a:ext uri="{FF2B5EF4-FFF2-40B4-BE49-F238E27FC236}">
                <a16:creationId xmlns:a16="http://schemas.microsoft.com/office/drawing/2014/main" id="{ADB249A7-7E35-44DE-9510-752CBEC5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470" y="933802"/>
            <a:ext cx="125780" cy="125720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38" name="path-617">
            <a:extLst xmlns:a="http://schemas.openxmlformats.org/drawingml/2006/main">
              <a:ext uri="{FF2B5EF4-FFF2-40B4-BE49-F238E27FC236}">
                <a16:creationId xmlns:a16="http://schemas.microsoft.com/office/drawing/2014/main" id="{B594F871-32C7-4101-8809-949C72F7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250" y="93376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9" name="path-618">
            <a:extLst xmlns:a="http://schemas.openxmlformats.org/drawingml/2006/main">
              <a:ext uri="{FF2B5EF4-FFF2-40B4-BE49-F238E27FC236}">
                <a16:creationId xmlns:a16="http://schemas.microsoft.com/office/drawing/2014/main" id="{BF0C19AC-EACF-49A3-8D1A-87809813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250" y="933802"/>
            <a:ext cx="125780" cy="125720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40" name="path-619">
            <a:extLst xmlns:a="http://schemas.openxmlformats.org/drawingml/2006/main">
              <a:ext uri="{FF2B5EF4-FFF2-40B4-BE49-F238E27FC236}">
                <a16:creationId xmlns:a16="http://schemas.microsoft.com/office/drawing/2014/main" id="{7BAD4736-3B67-45AE-8A32-68AABBB5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30" y="93376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1" name="path-620">
            <a:extLst xmlns:a="http://schemas.openxmlformats.org/drawingml/2006/main">
              <a:ext uri="{FF2B5EF4-FFF2-40B4-BE49-F238E27FC236}">
                <a16:creationId xmlns:a16="http://schemas.microsoft.com/office/drawing/2014/main" id="{B5A13577-EBB3-4A76-AAA9-83D78A5C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30" y="933802"/>
            <a:ext cx="125780" cy="125720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42" name="path-621">
            <a:extLst xmlns:a="http://schemas.openxmlformats.org/drawingml/2006/main">
              <a:ext uri="{FF2B5EF4-FFF2-40B4-BE49-F238E27FC236}">
                <a16:creationId xmlns:a16="http://schemas.microsoft.com/office/drawing/2014/main" id="{A2B4B427-8926-42E6-B4E0-5B7F493B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810" y="55641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3" name="path-622">
            <a:extLst xmlns:a="http://schemas.openxmlformats.org/drawingml/2006/main">
              <a:ext uri="{FF2B5EF4-FFF2-40B4-BE49-F238E27FC236}">
                <a16:creationId xmlns:a16="http://schemas.microsoft.com/office/drawing/2014/main" id="{469CDAD5-AD03-4BFB-AB3E-DE461914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810" y="556382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44" name="path-623">
            <a:extLst xmlns:a="http://schemas.openxmlformats.org/drawingml/2006/main">
              <a:ext uri="{FF2B5EF4-FFF2-40B4-BE49-F238E27FC236}">
                <a16:creationId xmlns:a16="http://schemas.microsoft.com/office/drawing/2014/main" id="{AF4CDAF5-81AF-4CC9-8127-F1E44174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810" y="682196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5" name="path-624">
            <a:extLst xmlns:a="http://schemas.openxmlformats.org/drawingml/2006/main">
              <a:ext uri="{FF2B5EF4-FFF2-40B4-BE49-F238E27FC236}">
                <a16:creationId xmlns:a16="http://schemas.microsoft.com/office/drawing/2014/main" id="{17D4DEAF-513D-4C28-89C2-84893CE8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810" y="682189"/>
            <a:ext cx="125780" cy="125806"/>
          </a:xfrm>
          <a:custGeom xmlns:a="http://schemas.openxmlformats.org/drawingml/2006/main">
            <a:pathLst>
              <a:path w="125780" h="125806">
                <a:moveTo>
                  <a:pt x="0" y="0"/>
                </a:moveTo>
                <a:lnTo>
                  <a:pt x="0" y="125806"/>
                </a:lnTo>
                <a:lnTo>
                  <a:pt x="125780" y="125806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46" name="path-625">
            <a:extLst xmlns:a="http://schemas.openxmlformats.org/drawingml/2006/main">
              <a:ext uri="{FF2B5EF4-FFF2-40B4-BE49-F238E27FC236}">
                <a16:creationId xmlns:a16="http://schemas.microsoft.com/office/drawing/2014/main" id="{C6F1BFD8-4B90-4E13-A5D7-27BF47FE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810" y="80798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7" name="path-626">
            <a:extLst xmlns:a="http://schemas.openxmlformats.org/drawingml/2006/main">
              <a:ext uri="{FF2B5EF4-FFF2-40B4-BE49-F238E27FC236}">
                <a16:creationId xmlns:a16="http://schemas.microsoft.com/office/drawing/2014/main" id="{369D45DA-1260-4DED-AC63-63CEB9E6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810" y="807995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48" name="path-627">
            <a:extLst xmlns:a="http://schemas.openxmlformats.org/drawingml/2006/main">
              <a:ext uri="{FF2B5EF4-FFF2-40B4-BE49-F238E27FC236}">
                <a16:creationId xmlns:a16="http://schemas.microsoft.com/office/drawing/2014/main" id="{7FBB2BE0-E1BF-4E1A-ADAE-297CE8C3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810" y="93376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9" name="path-628">
            <a:extLst xmlns:a="http://schemas.openxmlformats.org/drawingml/2006/main">
              <a:ext uri="{FF2B5EF4-FFF2-40B4-BE49-F238E27FC236}">
                <a16:creationId xmlns:a16="http://schemas.microsoft.com/office/drawing/2014/main" id="{2655FE10-D2C8-4F02-AC03-E128A681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810" y="933802"/>
            <a:ext cx="125780" cy="125720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50" name="path-629">
            <a:extLst xmlns:a="http://schemas.openxmlformats.org/drawingml/2006/main">
              <a:ext uri="{FF2B5EF4-FFF2-40B4-BE49-F238E27FC236}">
                <a16:creationId xmlns:a16="http://schemas.microsoft.com/office/drawing/2014/main" id="{11EB8CF6-2F00-40F6-8726-863FCA20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3681" y="105954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1" name="path-630">
            <a:extLst xmlns:a="http://schemas.openxmlformats.org/drawingml/2006/main">
              <a:ext uri="{FF2B5EF4-FFF2-40B4-BE49-F238E27FC236}">
                <a16:creationId xmlns:a16="http://schemas.microsoft.com/office/drawing/2014/main" id="{12EA4892-D10F-4330-9590-6F114AEE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3681" y="1059522"/>
            <a:ext cx="125789" cy="125804"/>
          </a:xfrm>
          <a:custGeom xmlns:a="http://schemas.openxmlformats.org/drawingml/2006/main">
            <a:pathLst>
              <a:path w="125789" h="125804">
                <a:moveTo>
                  <a:pt x="0" y="0"/>
                </a:moveTo>
                <a:lnTo>
                  <a:pt x="0" y="125804"/>
                </a:lnTo>
                <a:lnTo>
                  <a:pt x="125789" y="125804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52" name="path-631">
            <a:extLst xmlns:a="http://schemas.openxmlformats.org/drawingml/2006/main">
              <a:ext uri="{FF2B5EF4-FFF2-40B4-BE49-F238E27FC236}">
                <a16:creationId xmlns:a16="http://schemas.microsoft.com/office/drawing/2014/main" id="{722BD1B7-A6D1-47E5-B484-D2078897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470" y="105954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3" name="path-632">
            <a:extLst xmlns:a="http://schemas.openxmlformats.org/drawingml/2006/main">
              <a:ext uri="{FF2B5EF4-FFF2-40B4-BE49-F238E27FC236}">
                <a16:creationId xmlns:a16="http://schemas.microsoft.com/office/drawing/2014/main" id="{A2754201-CA53-4274-9E54-C0C02947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470" y="1059522"/>
            <a:ext cx="125780" cy="125804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54" name="path-633">
            <a:extLst xmlns:a="http://schemas.openxmlformats.org/drawingml/2006/main">
              <a:ext uri="{FF2B5EF4-FFF2-40B4-BE49-F238E27FC236}">
                <a16:creationId xmlns:a16="http://schemas.microsoft.com/office/drawing/2014/main" id="{ABFCD916-21D8-47D5-9B12-E83E9504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250" y="105954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5" name="path-634">
            <a:extLst xmlns:a="http://schemas.openxmlformats.org/drawingml/2006/main">
              <a:ext uri="{FF2B5EF4-FFF2-40B4-BE49-F238E27FC236}">
                <a16:creationId xmlns:a16="http://schemas.microsoft.com/office/drawing/2014/main" id="{776ADA92-CE46-4EEA-A3B1-2BD363D7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250" y="1059522"/>
            <a:ext cx="125780" cy="125804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56" name="path-635">
            <a:extLst xmlns:a="http://schemas.openxmlformats.org/drawingml/2006/main">
              <a:ext uri="{FF2B5EF4-FFF2-40B4-BE49-F238E27FC236}">
                <a16:creationId xmlns:a16="http://schemas.microsoft.com/office/drawing/2014/main" id="{B636CDCA-ABB8-4638-8E44-2CF77B32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30" y="105954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7" name="path-636">
            <a:extLst xmlns:a="http://schemas.openxmlformats.org/drawingml/2006/main">
              <a:ext uri="{FF2B5EF4-FFF2-40B4-BE49-F238E27FC236}">
                <a16:creationId xmlns:a16="http://schemas.microsoft.com/office/drawing/2014/main" id="{826747F5-4276-42CD-B8DE-B22AE1E3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30" y="1059522"/>
            <a:ext cx="125780" cy="125804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58" name="path-637">
            <a:extLst xmlns:a="http://schemas.openxmlformats.org/drawingml/2006/main">
              <a:ext uri="{FF2B5EF4-FFF2-40B4-BE49-F238E27FC236}">
                <a16:creationId xmlns:a16="http://schemas.microsoft.com/office/drawing/2014/main" id="{6054D64B-08E9-4BC4-9A23-4E776B3C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810" y="1059545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9" name="path-638">
            <a:extLst xmlns:a="http://schemas.openxmlformats.org/drawingml/2006/main">
              <a:ext uri="{FF2B5EF4-FFF2-40B4-BE49-F238E27FC236}">
                <a16:creationId xmlns:a16="http://schemas.microsoft.com/office/drawing/2014/main" id="{C8E08226-E61E-42F8-A9EC-F0EEF68F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810" y="1059522"/>
            <a:ext cx="125780" cy="125804"/>
          </a:xfrm>
          <a:custGeom xmlns:a="http://schemas.openxmlformats.org/drawingml/2006/main">
            <a:pathLst>
              <a:path w="125780" h="125804">
                <a:moveTo>
                  <a:pt x="0" y="0"/>
                </a:moveTo>
                <a:lnTo>
                  <a:pt x="0" y="125804"/>
                </a:lnTo>
                <a:lnTo>
                  <a:pt x="125780" y="125804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60" name="path-639">
            <a:extLst xmlns:a="http://schemas.openxmlformats.org/drawingml/2006/main">
              <a:ext uri="{FF2B5EF4-FFF2-40B4-BE49-F238E27FC236}">
                <a16:creationId xmlns:a16="http://schemas.microsoft.com/office/drawing/2014/main" id="{8C2AB416-395F-45A1-9055-76240C3F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780" y="1185326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1" name="path-640">
            <a:extLst xmlns:a="http://schemas.openxmlformats.org/drawingml/2006/main">
              <a:ext uri="{FF2B5EF4-FFF2-40B4-BE49-F238E27FC236}">
                <a16:creationId xmlns:a16="http://schemas.microsoft.com/office/drawing/2014/main" id="{7AED1865-F3D5-489E-BDD9-D56A1926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780" y="1185326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62" name="path-641">
            <a:extLst xmlns:a="http://schemas.openxmlformats.org/drawingml/2006/main">
              <a:ext uri="{FF2B5EF4-FFF2-40B4-BE49-F238E27FC236}">
                <a16:creationId xmlns:a16="http://schemas.microsoft.com/office/drawing/2014/main" id="{C0DD4629-A074-4D9C-BF60-D9AAF48F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560" y="1185326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3" name="path-642">
            <a:extLst xmlns:a="http://schemas.openxmlformats.org/drawingml/2006/main">
              <a:ext uri="{FF2B5EF4-FFF2-40B4-BE49-F238E27FC236}">
                <a16:creationId xmlns:a16="http://schemas.microsoft.com/office/drawing/2014/main" id="{38ACDFA8-BBBD-4506-BBC1-584F8526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560" y="1185326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64" name="path-643">
            <a:extLst xmlns:a="http://schemas.openxmlformats.org/drawingml/2006/main">
              <a:ext uri="{FF2B5EF4-FFF2-40B4-BE49-F238E27FC236}">
                <a16:creationId xmlns:a16="http://schemas.microsoft.com/office/drawing/2014/main" id="{EFC8D43F-C66F-478A-9C33-99ADFAF6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340" y="1185326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5" name="path-644">
            <a:extLst xmlns:a="http://schemas.openxmlformats.org/drawingml/2006/main">
              <a:ext uri="{FF2B5EF4-FFF2-40B4-BE49-F238E27FC236}">
                <a16:creationId xmlns:a16="http://schemas.microsoft.com/office/drawing/2014/main" id="{111127AD-23A1-4093-B2E6-5A0B08B3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340" y="1185326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66" name="path-645">
            <a:extLst xmlns:a="http://schemas.openxmlformats.org/drawingml/2006/main">
              <a:ext uri="{FF2B5EF4-FFF2-40B4-BE49-F238E27FC236}">
                <a16:creationId xmlns:a16="http://schemas.microsoft.com/office/drawing/2014/main" id="{77B8F248-0A7E-4419-BD13-40CA8433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780" y="1311106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" name="path-646">
            <a:extLst xmlns:a="http://schemas.openxmlformats.org/drawingml/2006/main">
              <a:ext uri="{FF2B5EF4-FFF2-40B4-BE49-F238E27FC236}">
                <a16:creationId xmlns:a16="http://schemas.microsoft.com/office/drawing/2014/main" id="{4F7E6B98-7EAD-49CD-83D7-A86221E6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780" y="1311134"/>
            <a:ext cx="125780" cy="125720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68" name="path-647">
            <a:extLst xmlns:a="http://schemas.openxmlformats.org/drawingml/2006/main">
              <a:ext uri="{FF2B5EF4-FFF2-40B4-BE49-F238E27FC236}">
                <a16:creationId xmlns:a16="http://schemas.microsoft.com/office/drawing/2014/main" id="{B679F9FD-CB1F-4B9E-A3CB-4CAEEFD1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560" y="1311106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9" name="path-648">
            <a:extLst xmlns:a="http://schemas.openxmlformats.org/drawingml/2006/main">
              <a:ext uri="{FF2B5EF4-FFF2-40B4-BE49-F238E27FC236}">
                <a16:creationId xmlns:a16="http://schemas.microsoft.com/office/drawing/2014/main" id="{8608A2C6-1876-4004-8C44-356455BF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560" y="1311134"/>
            <a:ext cx="125780" cy="125720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70" name="path-649">
            <a:extLst xmlns:a="http://schemas.openxmlformats.org/drawingml/2006/main">
              <a:ext uri="{FF2B5EF4-FFF2-40B4-BE49-F238E27FC236}">
                <a16:creationId xmlns:a16="http://schemas.microsoft.com/office/drawing/2014/main" id="{DC88BD75-E41D-4AF6-8DA0-DAE091F9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340" y="1311106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1" name="path-650">
            <a:extLst xmlns:a="http://schemas.openxmlformats.org/drawingml/2006/main">
              <a:ext uri="{FF2B5EF4-FFF2-40B4-BE49-F238E27FC236}">
                <a16:creationId xmlns:a16="http://schemas.microsoft.com/office/drawing/2014/main" id="{AF743BD0-AE02-41D3-9D11-BFFCA05D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6340" y="1311134"/>
            <a:ext cx="125780" cy="125720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72" name="path-651">
            <a:extLst xmlns:a="http://schemas.openxmlformats.org/drawingml/2006/main">
              <a:ext uri="{FF2B5EF4-FFF2-40B4-BE49-F238E27FC236}">
                <a16:creationId xmlns:a16="http://schemas.microsoft.com/office/drawing/2014/main" id="{D76128E3-1165-4F8B-BCD2-EDA35E42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120" y="1185326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3" name="path-652">
            <a:extLst xmlns:a="http://schemas.openxmlformats.org/drawingml/2006/main">
              <a:ext uri="{FF2B5EF4-FFF2-40B4-BE49-F238E27FC236}">
                <a16:creationId xmlns:a16="http://schemas.microsoft.com/office/drawing/2014/main" id="{AA5DBA7B-3A38-411C-B44B-F6828E9E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120" y="1185326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74" name="path-653">
            <a:extLst xmlns:a="http://schemas.openxmlformats.org/drawingml/2006/main">
              <a:ext uri="{FF2B5EF4-FFF2-40B4-BE49-F238E27FC236}">
                <a16:creationId xmlns:a16="http://schemas.microsoft.com/office/drawing/2014/main" id="{BA214C72-24EA-4F9B-AFE6-882BD03D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120" y="1311106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5" name="path-654">
            <a:extLst xmlns:a="http://schemas.openxmlformats.org/drawingml/2006/main">
              <a:ext uri="{FF2B5EF4-FFF2-40B4-BE49-F238E27FC236}">
                <a16:creationId xmlns:a16="http://schemas.microsoft.com/office/drawing/2014/main" id="{A757D4A7-2CFB-41DC-9003-36143BA1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120" y="1311134"/>
            <a:ext cx="125780" cy="125720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76" name="path-655">
            <a:extLst xmlns:a="http://schemas.openxmlformats.org/drawingml/2006/main">
              <a:ext uri="{FF2B5EF4-FFF2-40B4-BE49-F238E27FC236}">
                <a16:creationId xmlns:a16="http://schemas.microsoft.com/office/drawing/2014/main" id="{39058168-54F3-4286-B025-93473FB2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900" y="1185326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7" name="path-656">
            <a:extLst xmlns:a="http://schemas.openxmlformats.org/drawingml/2006/main">
              <a:ext uri="{FF2B5EF4-FFF2-40B4-BE49-F238E27FC236}">
                <a16:creationId xmlns:a16="http://schemas.microsoft.com/office/drawing/2014/main" id="{99B92DEC-9931-4C26-AF3E-2C0F1A34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900" y="1185326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78" name="path-657">
            <a:extLst xmlns:a="http://schemas.openxmlformats.org/drawingml/2006/main">
              <a:ext uri="{FF2B5EF4-FFF2-40B4-BE49-F238E27FC236}">
                <a16:creationId xmlns:a16="http://schemas.microsoft.com/office/drawing/2014/main" id="{1B3D9C81-5301-48F6-A60B-F7E64172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900" y="1311106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9" name="path-658">
            <a:extLst xmlns:a="http://schemas.openxmlformats.org/drawingml/2006/main">
              <a:ext uri="{FF2B5EF4-FFF2-40B4-BE49-F238E27FC236}">
                <a16:creationId xmlns:a16="http://schemas.microsoft.com/office/drawing/2014/main" id="{4B19A3FE-E558-4615-AC72-FBBDF6BF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900" y="1311134"/>
            <a:ext cx="125780" cy="125720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80" name="path-659">
            <a:extLst xmlns:a="http://schemas.openxmlformats.org/drawingml/2006/main">
              <a:ext uri="{FF2B5EF4-FFF2-40B4-BE49-F238E27FC236}">
                <a16:creationId xmlns:a16="http://schemas.microsoft.com/office/drawing/2014/main" id="{7E1243DE-E946-477C-9FB0-D853E752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3681" y="1185326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1" name="path-660">
            <a:extLst xmlns:a="http://schemas.openxmlformats.org/drawingml/2006/main">
              <a:ext uri="{FF2B5EF4-FFF2-40B4-BE49-F238E27FC236}">
                <a16:creationId xmlns:a16="http://schemas.microsoft.com/office/drawing/2014/main" id="{0E877F13-269E-4C80-810F-069256AF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3681" y="1185326"/>
            <a:ext cx="125789" cy="125807"/>
          </a:xfrm>
          <a:custGeom xmlns:a="http://schemas.openxmlformats.org/drawingml/2006/main">
            <a:pathLst>
              <a:path w="125789" h="125807">
                <a:moveTo>
                  <a:pt x="0" y="0"/>
                </a:moveTo>
                <a:lnTo>
                  <a:pt x="0" y="125807"/>
                </a:lnTo>
                <a:lnTo>
                  <a:pt x="125789" y="125807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82" name="path-661">
            <a:extLst xmlns:a="http://schemas.openxmlformats.org/drawingml/2006/main">
              <a:ext uri="{FF2B5EF4-FFF2-40B4-BE49-F238E27FC236}">
                <a16:creationId xmlns:a16="http://schemas.microsoft.com/office/drawing/2014/main" id="{5A8FB0AF-9D5D-43E4-AD3F-4E868336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470" y="1185326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3" name="path-662">
            <a:extLst xmlns:a="http://schemas.openxmlformats.org/drawingml/2006/main">
              <a:ext uri="{FF2B5EF4-FFF2-40B4-BE49-F238E27FC236}">
                <a16:creationId xmlns:a16="http://schemas.microsoft.com/office/drawing/2014/main" id="{7C0EF859-A292-4EEC-8337-FFCA4229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470" y="1185326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84" name="path-663">
            <a:extLst xmlns:a="http://schemas.openxmlformats.org/drawingml/2006/main">
              <a:ext uri="{FF2B5EF4-FFF2-40B4-BE49-F238E27FC236}">
                <a16:creationId xmlns:a16="http://schemas.microsoft.com/office/drawing/2014/main" id="{BFE188D9-980A-476E-BD3A-6B549556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250" y="1185326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5" name="path-664">
            <a:extLst xmlns:a="http://schemas.openxmlformats.org/drawingml/2006/main">
              <a:ext uri="{FF2B5EF4-FFF2-40B4-BE49-F238E27FC236}">
                <a16:creationId xmlns:a16="http://schemas.microsoft.com/office/drawing/2014/main" id="{2732F48C-DC0C-409C-8B42-D1F8FC7C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250" y="1185326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86" name="path-665">
            <a:extLst xmlns:a="http://schemas.openxmlformats.org/drawingml/2006/main">
              <a:ext uri="{FF2B5EF4-FFF2-40B4-BE49-F238E27FC236}">
                <a16:creationId xmlns:a16="http://schemas.microsoft.com/office/drawing/2014/main" id="{275E1182-E4AA-4370-91FB-42C06B3B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3681" y="1311106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7" name="path-666">
            <a:extLst xmlns:a="http://schemas.openxmlformats.org/drawingml/2006/main">
              <a:ext uri="{FF2B5EF4-FFF2-40B4-BE49-F238E27FC236}">
                <a16:creationId xmlns:a16="http://schemas.microsoft.com/office/drawing/2014/main" id="{6C5A3CE5-F204-439F-9E40-5C941D78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3681" y="1311134"/>
            <a:ext cx="125789" cy="125720"/>
          </a:xfrm>
          <a:custGeom xmlns:a="http://schemas.openxmlformats.org/drawingml/2006/main">
            <a:pathLst>
              <a:path w="125789" h="125720">
                <a:moveTo>
                  <a:pt x="0" y="0"/>
                </a:moveTo>
                <a:lnTo>
                  <a:pt x="0" y="125720"/>
                </a:lnTo>
                <a:lnTo>
                  <a:pt x="125789" y="125720"/>
                </a:lnTo>
                <a:lnTo>
                  <a:pt x="12578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88" name="path-667">
            <a:extLst xmlns:a="http://schemas.openxmlformats.org/drawingml/2006/main">
              <a:ext uri="{FF2B5EF4-FFF2-40B4-BE49-F238E27FC236}">
                <a16:creationId xmlns:a16="http://schemas.microsoft.com/office/drawing/2014/main" id="{93FDB235-8BDD-4B1D-A791-425011C7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470" y="1311106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9" name="path-668">
            <a:extLst xmlns:a="http://schemas.openxmlformats.org/drawingml/2006/main">
              <a:ext uri="{FF2B5EF4-FFF2-40B4-BE49-F238E27FC236}">
                <a16:creationId xmlns:a16="http://schemas.microsoft.com/office/drawing/2014/main" id="{2A680BB9-7096-4A78-A1F4-A69BA7BE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470" y="1311134"/>
            <a:ext cx="125780" cy="125720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90" name="path-669">
            <a:extLst xmlns:a="http://schemas.openxmlformats.org/drawingml/2006/main">
              <a:ext uri="{FF2B5EF4-FFF2-40B4-BE49-F238E27FC236}">
                <a16:creationId xmlns:a16="http://schemas.microsoft.com/office/drawing/2014/main" id="{BF368590-9848-4B05-8439-D50E0F23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250" y="1311106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1" name="path-670">
            <a:extLst xmlns:a="http://schemas.openxmlformats.org/drawingml/2006/main">
              <a:ext uri="{FF2B5EF4-FFF2-40B4-BE49-F238E27FC236}">
                <a16:creationId xmlns:a16="http://schemas.microsoft.com/office/drawing/2014/main" id="{0C1E2372-5337-4C78-A95A-890497BE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250" y="1311134"/>
            <a:ext cx="125780" cy="125720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92" name="path-671">
            <a:extLst xmlns:a="http://schemas.openxmlformats.org/drawingml/2006/main">
              <a:ext uri="{FF2B5EF4-FFF2-40B4-BE49-F238E27FC236}">
                <a16:creationId xmlns:a16="http://schemas.microsoft.com/office/drawing/2014/main" id="{F7E500A3-03D3-44FE-9397-E392FB66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30" y="1185326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3" name="path-672">
            <a:extLst xmlns:a="http://schemas.openxmlformats.org/drawingml/2006/main">
              <a:ext uri="{FF2B5EF4-FFF2-40B4-BE49-F238E27FC236}">
                <a16:creationId xmlns:a16="http://schemas.microsoft.com/office/drawing/2014/main" id="{47F5E20E-A502-48FB-877E-51D078ED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30" y="1185326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94" name="path-673">
            <a:extLst xmlns:a="http://schemas.openxmlformats.org/drawingml/2006/main">
              <a:ext uri="{FF2B5EF4-FFF2-40B4-BE49-F238E27FC236}">
                <a16:creationId xmlns:a16="http://schemas.microsoft.com/office/drawing/2014/main" id="{B524626F-24FE-4C2D-8C20-AB0BD35E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30" y="1311106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5" name="path-674">
            <a:extLst xmlns:a="http://schemas.openxmlformats.org/drawingml/2006/main">
              <a:ext uri="{FF2B5EF4-FFF2-40B4-BE49-F238E27FC236}">
                <a16:creationId xmlns:a16="http://schemas.microsoft.com/office/drawing/2014/main" id="{15BB6342-2E47-441E-A02B-B1B0EC7B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30" y="1311134"/>
            <a:ext cx="125780" cy="125720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96" name="path-675">
            <a:extLst xmlns:a="http://schemas.openxmlformats.org/drawingml/2006/main">
              <a:ext uri="{FF2B5EF4-FFF2-40B4-BE49-F238E27FC236}">
                <a16:creationId xmlns:a16="http://schemas.microsoft.com/office/drawing/2014/main" id="{51382BA5-4F69-4C9D-830E-5A76C857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810" y="1185326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7" name="path-676">
            <a:extLst xmlns:a="http://schemas.openxmlformats.org/drawingml/2006/main">
              <a:ext uri="{FF2B5EF4-FFF2-40B4-BE49-F238E27FC236}">
                <a16:creationId xmlns:a16="http://schemas.microsoft.com/office/drawing/2014/main" id="{96E3A186-4B0E-4542-9DD3-2DC66229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810" y="1185326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698" name="path-677">
            <a:extLst xmlns:a="http://schemas.openxmlformats.org/drawingml/2006/main">
              <a:ext uri="{FF2B5EF4-FFF2-40B4-BE49-F238E27FC236}">
                <a16:creationId xmlns:a16="http://schemas.microsoft.com/office/drawing/2014/main" id="{045CF500-37D8-472B-8205-AA15E485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810" y="1311106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9" name="path-678">
            <a:extLst xmlns:a="http://schemas.openxmlformats.org/drawingml/2006/main">
              <a:ext uri="{FF2B5EF4-FFF2-40B4-BE49-F238E27FC236}">
                <a16:creationId xmlns:a16="http://schemas.microsoft.com/office/drawing/2014/main" id="{ECD359F1-BBB8-404F-86AC-92751B73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810" y="1311134"/>
            <a:ext cx="125780" cy="125720"/>
          </a:xfrm>
          <a:custGeom xmlns:a="http://schemas.openxmlformats.org/drawingml/2006/main">
            <a:pathLst>
              <a:path w="125780" h="125720">
                <a:moveTo>
                  <a:pt x="0" y="0"/>
                </a:moveTo>
                <a:lnTo>
                  <a:pt x="0" y="125720"/>
                </a:lnTo>
                <a:lnTo>
                  <a:pt x="125780" y="125720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00" name="path-679">
            <a:extLst xmlns:a="http://schemas.openxmlformats.org/drawingml/2006/main">
              <a:ext uri="{FF2B5EF4-FFF2-40B4-BE49-F238E27FC236}">
                <a16:creationId xmlns:a16="http://schemas.microsoft.com/office/drawing/2014/main" id="{FF205B6D-9936-4CDD-9E23-1F46D23C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780" y="556382"/>
            <a:ext cx="191" cy="191"/>
          </a:xfrm>
          <a:custGeom xmlns:a="http://schemas.openxmlformats.org/drawingml/2006/main">
            <a:pathLst>
              <a:path w="191" h="191">
                <a:moveTo>
                  <a:pt x="0" y="0"/>
                </a:moveTo>
                <a:lnTo>
                  <a:pt x="0" y="35"/>
                </a:lnTo>
              </a:path>
            </a:pathLst>
          </a:custGeom>
          <a:noFill xmlns:a="http://schemas.openxmlformats.org/drawingml/2006/main"/>
          <a:ln xmlns:a="http://schemas.openxmlformats.org/drawingml/2006/main" w="27290">
            <a:solidFill>
              <a:srgbClr val="000000"/>
            </a:solidFill>
            <a:prstDash val="solid"/>
          </a:ln>
        </p:spPr>
      </p:sp>
      <p:sp>
        <p:nvSpPr>
          <p:cNvPr id="701" name="path-680">
            <a:extLst xmlns:a="http://schemas.openxmlformats.org/drawingml/2006/main">
              <a:ext uri="{FF2B5EF4-FFF2-40B4-BE49-F238E27FC236}">
                <a16:creationId xmlns:a16="http://schemas.microsoft.com/office/drawing/2014/main" id="{1BE09505-93DB-4E4E-B1B2-74B04798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780" y="556416"/>
            <a:ext cx="191" cy="880437"/>
          </a:xfrm>
          <a:custGeom xmlns:a="http://schemas.openxmlformats.org/drawingml/2006/main">
            <a:pathLst>
              <a:path w="191" h="880437">
                <a:moveTo>
                  <a:pt x="0" y="0"/>
                </a:moveTo>
                <a:lnTo>
                  <a:pt x="0" y="880437"/>
                </a:lnTo>
              </a:path>
            </a:pathLst>
          </a:custGeom>
          <a:noFill xmlns:a="http://schemas.openxmlformats.org/drawingml/2006/main"/>
          <a:ln xmlns:a="http://schemas.openxmlformats.org/drawingml/2006/main" w="27290">
            <a:solidFill>
              <a:srgbClr val="000000"/>
            </a:solidFill>
            <a:prstDash val="solid"/>
          </a:ln>
        </p:spPr>
      </p:sp>
      <p:sp>
        <p:nvSpPr>
          <p:cNvPr id="702" name="path-681">
            <a:extLst xmlns:a="http://schemas.openxmlformats.org/drawingml/2006/main">
              <a:ext uri="{FF2B5EF4-FFF2-40B4-BE49-F238E27FC236}">
                <a16:creationId xmlns:a16="http://schemas.microsoft.com/office/drawing/2014/main" id="{69ABBF8A-215D-4C5D-B1A9-F0DDD205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2591" y="556416"/>
            <a:ext cx="191" cy="880437"/>
          </a:xfrm>
          <a:custGeom xmlns:a="http://schemas.openxmlformats.org/drawingml/2006/main">
            <a:pathLst>
              <a:path w="191" h="880437">
                <a:moveTo>
                  <a:pt x="0" y="8804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290">
            <a:solidFill>
              <a:srgbClr val="000000"/>
            </a:solidFill>
            <a:prstDash val="solid"/>
          </a:ln>
        </p:spPr>
      </p:sp>
      <p:sp>
        <p:nvSpPr>
          <p:cNvPr id="703" name="path-682">
            <a:extLst xmlns:a="http://schemas.openxmlformats.org/drawingml/2006/main">
              <a:ext uri="{FF2B5EF4-FFF2-40B4-BE49-F238E27FC236}">
                <a16:creationId xmlns:a16="http://schemas.microsoft.com/office/drawing/2014/main" id="{2ECF025C-6331-4A4F-9E80-E8E841E8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4780" y="556382"/>
            <a:ext cx="1257811" cy="191"/>
          </a:xfrm>
          <a:custGeom xmlns:a="http://schemas.openxmlformats.org/drawingml/2006/main">
            <a:pathLst>
              <a:path w="1257811" h="191">
                <a:moveTo>
                  <a:pt x="1257811" y="35"/>
                </a:moveTo>
                <a:lnTo>
                  <a:pt x="1257811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290">
            <a:solidFill>
              <a:srgbClr val="000000"/>
            </a:solidFill>
            <a:prstDash val="solid"/>
          </a:ln>
        </p:spPr>
      </p:sp>
      <p:sp>
        <p:nvSpPr>
          <p:cNvPr id="704" name="path-683">
            <a:extLst xmlns:a="http://schemas.openxmlformats.org/drawingml/2006/main">
              <a:ext uri="{FF2B5EF4-FFF2-40B4-BE49-F238E27FC236}">
                <a16:creationId xmlns:a16="http://schemas.microsoft.com/office/drawing/2014/main" id="{64F8C2EB-D69B-40E1-B367-E16502AC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192" y="61166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5" name="path-684">
            <a:extLst xmlns:a="http://schemas.openxmlformats.org/drawingml/2006/main">
              <a:ext uri="{FF2B5EF4-FFF2-40B4-BE49-F238E27FC236}">
                <a16:creationId xmlns:a16="http://schemas.microsoft.com/office/drawing/2014/main" id="{D99BD49D-D63B-4D6E-AF84-83D52766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192" y="611690"/>
            <a:ext cx="125780" cy="125715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06" name="path-685">
            <a:extLst xmlns:a="http://schemas.openxmlformats.org/drawingml/2006/main">
              <a:ext uri="{FF2B5EF4-FFF2-40B4-BE49-F238E27FC236}">
                <a16:creationId xmlns:a16="http://schemas.microsoft.com/office/drawing/2014/main" id="{1B6DEC60-84CE-4981-B0AE-0E20D4E8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972" y="61166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7" name="path-686">
            <a:extLst xmlns:a="http://schemas.openxmlformats.org/drawingml/2006/main">
              <a:ext uri="{FF2B5EF4-FFF2-40B4-BE49-F238E27FC236}">
                <a16:creationId xmlns:a16="http://schemas.microsoft.com/office/drawing/2014/main" id="{22220BFF-8262-4976-B8DA-86E36DB7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972" y="611690"/>
            <a:ext cx="125780" cy="125715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08" name="path-687">
            <a:extLst xmlns:a="http://schemas.openxmlformats.org/drawingml/2006/main">
              <a:ext uri="{FF2B5EF4-FFF2-40B4-BE49-F238E27FC236}">
                <a16:creationId xmlns:a16="http://schemas.microsoft.com/office/drawing/2014/main" id="{792CF2F3-FA65-416D-949F-C607F34E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752" y="61166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9" name="path-688">
            <a:extLst xmlns:a="http://schemas.openxmlformats.org/drawingml/2006/main">
              <a:ext uri="{FF2B5EF4-FFF2-40B4-BE49-F238E27FC236}">
                <a16:creationId xmlns:a16="http://schemas.microsoft.com/office/drawing/2014/main" id="{DE10A85F-7443-4AA3-9E20-FA0442A8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752" y="611690"/>
            <a:ext cx="125780" cy="125715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10" name="path-689">
            <a:extLst xmlns:a="http://schemas.openxmlformats.org/drawingml/2006/main">
              <a:ext uri="{FF2B5EF4-FFF2-40B4-BE49-F238E27FC236}">
                <a16:creationId xmlns:a16="http://schemas.microsoft.com/office/drawing/2014/main" id="{DC5EB209-C482-4959-A241-3075FD0C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192" y="73744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1" name="path-690">
            <a:extLst xmlns:a="http://schemas.openxmlformats.org/drawingml/2006/main">
              <a:ext uri="{FF2B5EF4-FFF2-40B4-BE49-F238E27FC236}">
                <a16:creationId xmlns:a16="http://schemas.microsoft.com/office/drawing/2014/main" id="{8B0E25D4-E3E3-4B2F-9FD1-089692F3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192" y="737405"/>
            <a:ext cx="125780" cy="125809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12" name="path-691">
            <a:extLst xmlns:a="http://schemas.openxmlformats.org/drawingml/2006/main">
              <a:ext uri="{FF2B5EF4-FFF2-40B4-BE49-F238E27FC236}">
                <a16:creationId xmlns:a16="http://schemas.microsoft.com/office/drawing/2014/main" id="{CCC052B3-89B8-404D-B51A-4F7A40A9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972" y="73744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3" name="path-692">
            <a:extLst xmlns:a="http://schemas.openxmlformats.org/drawingml/2006/main">
              <a:ext uri="{FF2B5EF4-FFF2-40B4-BE49-F238E27FC236}">
                <a16:creationId xmlns:a16="http://schemas.microsoft.com/office/drawing/2014/main" id="{BC1DD241-8758-4357-8B30-B07689F9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972" y="737405"/>
            <a:ext cx="125780" cy="125809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14" name="path-693">
            <a:extLst xmlns:a="http://schemas.openxmlformats.org/drawingml/2006/main">
              <a:ext uri="{FF2B5EF4-FFF2-40B4-BE49-F238E27FC236}">
                <a16:creationId xmlns:a16="http://schemas.microsoft.com/office/drawing/2014/main" id="{38F5B60B-B2B1-4DFE-B58A-473D7774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752" y="73744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5" name="path-694">
            <a:extLst xmlns:a="http://schemas.openxmlformats.org/drawingml/2006/main">
              <a:ext uri="{FF2B5EF4-FFF2-40B4-BE49-F238E27FC236}">
                <a16:creationId xmlns:a16="http://schemas.microsoft.com/office/drawing/2014/main" id="{B7C344B5-3FDE-4BB2-8413-4E8214AB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752" y="737405"/>
            <a:ext cx="125780" cy="125809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16" name="path-695">
            <a:extLst xmlns:a="http://schemas.openxmlformats.org/drawingml/2006/main">
              <a:ext uri="{FF2B5EF4-FFF2-40B4-BE49-F238E27FC236}">
                <a16:creationId xmlns:a16="http://schemas.microsoft.com/office/drawing/2014/main" id="{2ED25F0F-CA71-41FA-8FE0-537CC80C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192" y="863220"/>
            <a:ext cx="125781" cy="125782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7" name="path-696">
            <a:extLst xmlns:a="http://schemas.openxmlformats.org/drawingml/2006/main">
              <a:ext uri="{FF2B5EF4-FFF2-40B4-BE49-F238E27FC236}">
                <a16:creationId xmlns:a16="http://schemas.microsoft.com/office/drawing/2014/main" id="{9DC5A823-1F6E-4B90-8785-2FBDC7AD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192" y="863214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18" name="path-697">
            <a:extLst xmlns:a="http://schemas.openxmlformats.org/drawingml/2006/main">
              <a:ext uri="{FF2B5EF4-FFF2-40B4-BE49-F238E27FC236}">
                <a16:creationId xmlns:a16="http://schemas.microsoft.com/office/drawing/2014/main" id="{A07DDA75-6B1D-46B3-9DEB-A8E61549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972" y="863220"/>
            <a:ext cx="125781" cy="125782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9" name="path-698">
            <a:extLst xmlns:a="http://schemas.openxmlformats.org/drawingml/2006/main">
              <a:ext uri="{FF2B5EF4-FFF2-40B4-BE49-F238E27FC236}">
                <a16:creationId xmlns:a16="http://schemas.microsoft.com/office/drawing/2014/main" id="{96285B1F-3D7A-4A3B-A5B0-1CB79ACF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972" y="863214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20" name="path-699">
            <a:extLst xmlns:a="http://schemas.openxmlformats.org/drawingml/2006/main">
              <a:ext uri="{FF2B5EF4-FFF2-40B4-BE49-F238E27FC236}">
                <a16:creationId xmlns:a16="http://schemas.microsoft.com/office/drawing/2014/main" id="{046CF6EF-2E02-4E90-BE20-AEB1E73B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752" y="863220"/>
            <a:ext cx="125781" cy="125782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1" name="path-700">
            <a:extLst xmlns:a="http://schemas.openxmlformats.org/drawingml/2006/main">
              <a:ext uri="{FF2B5EF4-FFF2-40B4-BE49-F238E27FC236}">
                <a16:creationId xmlns:a16="http://schemas.microsoft.com/office/drawing/2014/main" id="{0D24786F-E1C8-4A18-83AB-EC3AD6CF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752" y="863214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22" name="path-701">
            <a:extLst xmlns:a="http://schemas.openxmlformats.org/drawingml/2006/main">
              <a:ext uri="{FF2B5EF4-FFF2-40B4-BE49-F238E27FC236}">
                <a16:creationId xmlns:a16="http://schemas.microsoft.com/office/drawing/2014/main" id="{F118542A-0CA6-4112-90CC-2493A325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533" y="61166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3" name="path-702">
            <a:extLst xmlns:a="http://schemas.openxmlformats.org/drawingml/2006/main">
              <a:ext uri="{FF2B5EF4-FFF2-40B4-BE49-F238E27FC236}">
                <a16:creationId xmlns:a16="http://schemas.microsoft.com/office/drawing/2014/main" id="{B40EC0E4-6FDD-4498-95E5-5FAD1B60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533" y="611690"/>
            <a:ext cx="125780" cy="125715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24" name="path-703">
            <a:extLst xmlns:a="http://schemas.openxmlformats.org/drawingml/2006/main">
              <a:ext uri="{FF2B5EF4-FFF2-40B4-BE49-F238E27FC236}">
                <a16:creationId xmlns:a16="http://schemas.microsoft.com/office/drawing/2014/main" id="{E0D33CEC-2D4B-44DF-9E8E-C2F53354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533" y="73744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5" name="path-704">
            <a:extLst xmlns:a="http://schemas.openxmlformats.org/drawingml/2006/main">
              <a:ext uri="{FF2B5EF4-FFF2-40B4-BE49-F238E27FC236}">
                <a16:creationId xmlns:a16="http://schemas.microsoft.com/office/drawing/2014/main" id="{8F64384A-F46A-457E-AA5C-379622E9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533" y="737405"/>
            <a:ext cx="125780" cy="125809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26" name="path-705">
            <a:extLst xmlns:a="http://schemas.openxmlformats.org/drawingml/2006/main">
              <a:ext uri="{FF2B5EF4-FFF2-40B4-BE49-F238E27FC236}">
                <a16:creationId xmlns:a16="http://schemas.microsoft.com/office/drawing/2014/main" id="{BA688D4F-7447-400B-999D-60E436F7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533" y="863220"/>
            <a:ext cx="125781" cy="125782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7" name="path-706">
            <a:extLst xmlns:a="http://schemas.openxmlformats.org/drawingml/2006/main">
              <a:ext uri="{FF2B5EF4-FFF2-40B4-BE49-F238E27FC236}">
                <a16:creationId xmlns:a16="http://schemas.microsoft.com/office/drawing/2014/main" id="{79C9A5F5-814C-4FA1-BE62-751B0EFE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533" y="863214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28" name="path-707">
            <a:extLst xmlns:a="http://schemas.openxmlformats.org/drawingml/2006/main">
              <a:ext uri="{FF2B5EF4-FFF2-40B4-BE49-F238E27FC236}">
                <a16:creationId xmlns:a16="http://schemas.microsoft.com/office/drawing/2014/main" id="{8FFF8808-5417-4552-AB4A-ABE78035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192" y="98901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9" name="path-708">
            <a:extLst xmlns:a="http://schemas.openxmlformats.org/drawingml/2006/main">
              <a:ext uri="{FF2B5EF4-FFF2-40B4-BE49-F238E27FC236}">
                <a16:creationId xmlns:a16="http://schemas.microsoft.com/office/drawing/2014/main" id="{A0A84A82-74E7-4A1C-8B62-CE7F2D8F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192" y="989021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30" name="path-709">
            <a:extLst xmlns:a="http://schemas.openxmlformats.org/drawingml/2006/main">
              <a:ext uri="{FF2B5EF4-FFF2-40B4-BE49-F238E27FC236}">
                <a16:creationId xmlns:a16="http://schemas.microsoft.com/office/drawing/2014/main" id="{3AA377D6-39EE-452A-AF10-2EE0108B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972" y="98901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1" name="path-710">
            <a:extLst xmlns:a="http://schemas.openxmlformats.org/drawingml/2006/main">
              <a:ext uri="{FF2B5EF4-FFF2-40B4-BE49-F238E27FC236}">
                <a16:creationId xmlns:a16="http://schemas.microsoft.com/office/drawing/2014/main" id="{78D0D72D-B8AF-4DA5-87C8-B3CC0AA1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972" y="989021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32" name="path-711">
            <a:extLst xmlns:a="http://schemas.openxmlformats.org/drawingml/2006/main">
              <a:ext uri="{FF2B5EF4-FFF2-40B4-BE49-F238E27FC236}">
                <a16:creationId xmlns:a16="http://schemas.microsoft.com/office/drawing/2014/main" id="{EDB7F3F3-1386-4749-8429-2DF14F2F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752" y="98901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3" name="path-712">
            <a:extLst xmlns:a="http://schemas.openxmlformats.org/drawingml/2006/main">
              <a:ext uri="{FF2B5EF4-FFF2-40B4-BE49-F238E27FC236}">
                <a16:creationId xmlns:a16="http://schemas.microsoft.com/office/drawing/2014/main" id="{7CDD9C51-8B56-48E3-9ED0-3D7AD045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752" y="989021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34" name="path-713">
            <a:extLst xmlns:a="http://schemas.openxmlformats.org/drawingml/2006/main">
              <a:ext uri="{FF2B5EF4-FFF2-40B4-BE49-F238E27FC236}">
                <a16:creationId xmlns:a16="http://schemas.microsoft.com/office/drawing/2014/main" id="{A889EF41-98AD-4CCD-A7B8-E68C9CBF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533" y="98901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5" name="path-714">
            <a:extLst xmlns:a="http://schemas.openxmlformats.org/drawingml/2006/main">
              <a:ext uri="{FF2B5EF4-FFF2-40B4-BE49-F238E27FC236}">
                <a16:creationId xmlns:a16="http://schemas.microsoft.com/office/drawing/2014/main" id="{F5537E22-F0D7-44E3-A5BC-AFBF16A6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533" y="989021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36" name="path-715">
            <a:extLst xmlns:a="http://schemas.openxmlformats.org/drawingml/2006/main">
              <a:ext uri="{FF2B5EF4-FFF2-40B4-BE49-F238E27FC236}">
                <a16:creationId xmlns:a16="http://schemas.microsoft.com/office/drawing/2014/main" id="{976CE569-8271-4550-9C3E-6673E457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313" y="61166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7" name="path-716">
            <a:extLst xmlns:a="http://schemas.openxmlformats.org/drawingml/2006/main">
              <a:ext uri="{FF2B5EF4-FFF2-40B4-BE49-F238E27FC236}">
                <a16:creationId xmlns:a16="http://schemas.microsoft.com/office/drawing/2014/main" id="{5966C5A9-DB5F-499E-BDFF-7E1B278F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313" y="611690"/>
            <a:ext cx="125780" cy="125715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38" name="path-717">
            <a:extLst xmlns:a="http://schemas.openxmlformats.org/drawingml/2006/main">
              <a:ext uri="{FF2B5EF4-FFF2-40B4-BE49-F238E27FC236}">
                <a16:creationId xmlns:a16="http://schemas.microsoft.com/office/drawing/2014/main" id="{BC383583-411C-437B-9347-5AAAF05F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313" y="73744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9" name="path-718">
            <a:extLst xmlns:a="http://schemas.openxmlformats.org/drawingml/2006/main">
              <a:ext uri="{FF2B5EF4-FFF2-40B4-BE49-F238E27FC236}">
                <a16:creationId xmlns:a16="http://schemas.microsoft.com/office/drawing/2014/main" id="{6E1455FD-4578-4F81-B9C7-D49F6700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313" y="737405"/>
            <a:ext cx="125780" cy="125809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40" name="path-719">
            <a:extLst xmlns:a="http://schemas.openxmlformats.org/drawingml/2006/main">
              <a:ext uri="{FF2B5EF4-FFF2-40B4-BE49-F238E27FC236}">
                <a16:creationId xmlns:a16="http://schemas.microsoft.com/office/drawing/2014/main" id="{76E47E0B-B13D-4BBF-BBB9-577D2783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313" y="863220"/>
            <a:ext cx="125781" cy="125782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1" name="path-720">
            <a:extLst xmlns:a="http://schemas.openxmlformats.org/drawingml/2006/main">
              <a:ext uri="{FF2B5EF4-FFF2-40B4-BE49-F238E27FC236}">
                <a16:creationId xmlns:a16="http://schemas.microsoft.com/office/drawing/2014/main" id="{D809F21D-2F49-4BBD-A5B3-A57A3D5E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313" y="863214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42" name="path-721">
            <a:extLst xmlns:a="http://schemas.openxmlformats.org/drawingml/2006/main">
              <a:ext uri="{FF2B5EF4-FFF2-40B4-BE49-F238E27FC236}">
                <a16:creationId xmlns:a16="http://schemas.microsoft.com/office/drawing/2014/main" id="{3054DDF8-E698-4C37-904E-E04AC704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313" y="98901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3" name="path-722">
            <a:extLst xmlns:a="http://schemas.openxmlformats.org/drawingml/2006/main">
              <a:ext uri="{FF2B5EF4-FFF2-40B4-BE49-F238E27FC236}">
                <a16:creationId xmlns:a16="http://schemas.microsoft.com/office/drawing/2014/main" id="{DF74EF03-7117-46C9-9A3C-748535AE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313" y="989021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44" name="path-723">
            <a:extLst xmlns:a="http://schemas.openxmlformats.org/drawingml/2006/main">
              <a:ext uri="{FF2B5EF4-FFF2-40B4-BE49-F238E27FC236}">
                <a16:creationId xmlns:a16="http://schemas.microsoft.com/office/drawing/2014/main" id="{5511AAA3-287E-4B90-BACC-28BE3E84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192" y="111478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5" name="path-724">
            <a:extLst xmlns:a="http://schemas.openxmlformats.org/drawingml/2006/main">
              <a:ext uri="{FF2B5EF4-FFF2-40B4-BE49-F238E27FC236}">
                <a16:creationId xmlns:a16="http://schemas.microsoft.com/office/drawing/2014/main" id="{F837845E-214A-459F-ACD6-B06C1F86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192" y="1114829"/>
            <a:ext cx="125780" cy="125717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46" name="path-725">
            <a:extLst xmlns:a="http://schemas.openxmlformats.org/drawingml/2006/main">
              <a:ext uri="{FF2B5EF4-FFF2-40B4-BE49-F238E27FC236}">
                <a16:creationId xmlns:a16="http://schemas.microsoft.com/office/drawing/2014/main" id="{94F85F25-C40C-4DD8-AC87-0883CD08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972" y="111478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7" name="path-726">
            <a:extLst xmlns:a="http://schemas.openxmlformats.org/drawingml/2006/main">
              <a:ext uri="{FF2B5EF4-FFF2-40B4-BE49-F238E27FC236}">
                <a16:creationId xmlns:a16="http://schemas.microsoft.com/office/drawing/2014/main" id="{37BFA431-0FC8-4046-850F-36D223386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972" y="1114829"/>
            <a:ext cx="125780" cy="125717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48" name="path-727">
            <a:extLst xmlns:a="http://schemas.openxmlformats.org/drawingml/2006/main">
              <a:ext uri="{FF2B5EF4-FFF2-40B4-BE49-F238E27FC236}">
                <a16:creationId xmlns:a16="http://schemas.microsoft.com/office/drawing/2014/main" id="{F4CAE2EB-C82B-4519-B271-792AC47C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752" y="111478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9" name="path-728">
            <a:extLst xmlns:a="http://schemas.openxmlformats.org/drawingml/2006/main">
              <a:ext uri="{FF2B5EF4-FFF2-40B4-BE49-F238E27FC236}">
                <a16:creationId xmlns:a16="http://schemas.microsoft.com/office/drawing/2014/main" id="{25092D6D-A3FA-4370-BDD2-36D00FBB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752" y="1114829"/>
            <a:ext cx="125780" cy="125717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50" name="path-729">
            <a:extLst xmlns:a="http://schemas.openxmlformats.org/drawingml/2006/main">
              <a:ext uri="{FF2B5EF4-FFF2-40B4-BE49-F238E27FC236}">
                <a16:creationId xmlns:a16="http://schemas.microsoft.com/office/drawing/2014/main" id="{C9830D65-687E-4260-9BFE-D62A405E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533" y="111478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1" name="path-730">
            <a:extLst xmlns:a="http://schemas.openxmlformats.org/drawingml/2006/main">
              <a:ext uri="{FF2B5EF4-FFF2-40B4-BE49-F238E27FC236}">
                <a16:creationId xmlns:a16="http://schemas.microsoft.com/office/drawing/2014/main" id="{C8DD9293-52B5-4EED-A873-D93B0206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533" y="1114829"/>
            <a:ext cx="125780" cy="125717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52" name="path-731">
            <a:extLst xmlns:a="http://schemas.openxmlformats.org/drawingml/2006/main">
              <a:ext uri="{FF2B5EF4-FFF2-40B4-BE49-F238E27FC236}">
                <a16:creationId xmlns:a16="http://schemas.microsoft.com/office/drawing/2014/main" id="{9FCB5EBA-E8B2-4943-8DD5-18025585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313" y="111478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3" name="path-732">
            <a:extLst xmlns:a="http://schemas.openxmlformats.org/drawingml/2006/main">
              <a:ext uri="{FF2B5EF4-FFF2-40B4-BE49-F238E27FC236}">
                <a16:creationId xmlns:a16="http://schemas.microsoft.com/office/drawing/2014/main" id="{E376ED32-9D9E-4F1E-BFD8-B611055A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313" y="1114829"/>
            <a:ext cx="125780" cy="125717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54" name="path-733">
            <a:extLst xmlns:a="http://schemas.openxmlformats.org/drawingml/2006/main">
              <a:ext uri="{FF2B5EF4-FFF2-40B4-BE49-F238E27FC236}">
                <a16:creationId xmlns:a16="http://schemas.microsoft.com/office/drawing/2014/main" id="{17DAFEF9-BBD6-47B6-B8F7-9D380CDB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0102" y="61166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5" name="path-734">
            <a:extLst xmlns:a="http://schemas.openxmlformats.org/drawingml/2006/main">
              <a:ext uri="{FF2B5EF4-FFF2-40B4-BE49-F238E27FC236}">
                <a16:creationId xmlns:a16="http://schemas.microsoft.com/office/drawing/2014/main" id="{26852923-68B1-460C-877F-09BDE212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0102" y="611690"/>
            <a:ext cx="125780" cy="125715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56" name="path-735">
            <a:extLst xmlns:a="http://schemas.openxmlformats.org/drawingml/2006/main">
              <a:ext uri="{FF2B5EF4-FFF2-40B4-BE49-F238E27FC236}">
                <a16:creationId xmlns:a16="http://schemas.microsoft.com/office/drawing/2014/main" id="{142B8725-F634-44D9-A1A8-F9417431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5882" y="61166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7" name="path-736">
            <a:extLst xmlns:a="http://schemas.openxmlformats.org/drawingml/2006/main">
              <a:ext uri="{FF2B5EF4-FFF2-40B4-BE49-F238E27FC236}">
                <a16:creationId xmlns:a16="http://schemas.microsoft.com/office/drawing/2014/main" id="{99C0F0FC-F37B-4BC1-9C6D-5A6DE992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5882" y="611690"/>
            <a:ext cx="125780" cy="125715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58" name="path-737">
            <a:extLst xmlns:a="http://schemas.openxmlformats.org/drawingml/2006/main">
              <a:ext uri="{FF2B5EF4-FFF2-40B4-BE49-F238E27FC236}">
                <a16:creationId xmlns:a16="http://schemas.microsoft.com/office/drawing/2014/main" id="{329CF724-60C7-49EB-AC1E-F1DDE497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662" y="61166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9" name="path-738">
            <a:extLst xmlns:a="http://schemas.openxmlformats.org/drawingml/2006/main">
              <a:ext uri="{FF2B5EF4-FFF2-40B4-BE49-F238E27FC236}">
                <a16:creationId xmlns:a16="http://schemas.microsoft.com/office/drawing/2014/main" id="{96E29185-7F54-4208-8D65-CB502771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662" y="611690"/>
            <a:ext cx="125780" cy="125715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60" name="path-739">
            <a:extLst xmlns:a="http://schemas.openxmlformats.org/drawingml/2006/main">
              <a:ext uri="{FF2B5EF4-FFF2-40B4-BE49-F238E27FC236}">
                <a16:creationId xmlns:a16="http://schemas.microsoft.com/office/drawing/2014/main" id="{006ED561-D9FF-4DF8-8F43-85B04FF6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0102" y="73744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1" name="path-740">
            <a:extLst xmlns:a="http://schemas.openxmlformats.org/drawingml/2006/main">
              <a:ext uri="{FF2B5EF4-FFF2-40B4-BE49-F238E27FC236}">
                <a16:creationId xmlns:a16="http://schemas.microsoft.com/office/drawing/2014/main" id="{FD743E86-F6C2-46F1-9382-E57B98C4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0102" y="737405"/>
            <a:ext cx="125780" cy="125809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62" name="path-741">
            <a:extLst xmlns:a="http://schemas.openxmlformats.org/drawingml/2006/main">
              <a:ext uri="{FF2B5EF4-FFF2-40B4-BE49-F238E27FC236}">
                <a16:creationId xmlns:a16="http://schemas.microsoft.com/office/drawing/2014/main" id="{69B4F026-13A7-4E4D-89AB-769E32ED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5882" y="73744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3" name="path-742">
            <a:extLst xmlns:a="http://schemas.openxmlformats.org/drawingml/2006/main">
              <a:ext uri="{FF2B5EF4-FFF2-40B4-BE49-F238E27FC236}">
                <a16:creationId xmlns:a16="http://schemas.microsoft.com/office/drawing/2014/main" id="{0E9AB945-D134-46B2-9391-ABACCC69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5882" y="737405"/>
            <a:ext cx="125780" cy="125809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64" name="path-743">
            <a:extLst xmlns:a="http://schemas.openxmlformats.org/drawingml/2006/main">
              <a:ext uri="{FF2B5EF4-FFF2-40B4-BE49-F238E27FC236}">
                <a16:creationId xmlns:a16="http://schemas.microsoft.com/office/drawing/2014/main" id="{65D10642-763D-4D05-B18B-A47DBA60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662" y="73744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5" name="path-744">
            <a:extLst xmlns:a="http://schemas.openxmlformats.org/drawingml/2006/main">
              <a:ext uri="{FF2B5EF4-FFF2-40B4-BE49-F238E27FC236}">
                <a16:creationId xmlns:a16="http://schemas.microsoft.com/office/drawing/2014/main" id="{86AAED32-939A-43F6-8AC0-3B255D90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662" y="737405"/>
            <a:ext cx="125780" cy="125809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66" name="path-745">
            <a:extLst xmlns:a="http://schemas.openxmlformats.org/drawingml/2006/main">
              <a:ext uri="{FF2B5EF4-FFF2-40B4-BE49-F238E27FC236}">
                <a16:creationId xmlns:a16="http://schemas.microsoft.com/office/drawing/2014/main" id="{DE183898-6318-4110-A2FC-B81FFBFC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0102" y="863220"/>
            <a:ext cx="125781" cy="125782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7" name="path-746">
            <a:extLst xmlns:a="http://schemas.openxmlformats.org/drawingml/2006/main">
              <a:ext uri="{FF2B5EF4-FFF2-40B4-BE49-F238E27FC236}">
                <a16:creationId xmlns:a16="http://schemas.microsoft.com/office/drawing/2014/main" id="{F16A0AC5-03D4-46A6-A8C0-E756A37F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0102" y="863214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68" name="path-747">
            <a:extLst xmlns:a="http://schemas.openxmlformats.org/drawingml/2006/main">
              <a:ext uri="{FF2B5EF4-FFF2-40B4-BE49-F238E27FC236}">
                <a16:creationId xmlns:a16="http://schemas.microsoft.com/office/drawing/2014/main" id="{A4BA078E-8CD8-49ED-95A7-58BC623A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5882" y="863220"/>
            <a:ext cx="125781" cy="125782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9" name="path-748">
            <a:extLst xmlns:a="http://schemas.openxmlformats.org/drawingml/2006/main">
              <a:ext uri="{FF2B5EF4-FFF2-40B4-BE49-F238E27FC236}">
                <a16:creationId xmlns:a16="http://schemas.microsoft.com/office/drawing/2014/main" id="{04FD56A0-CB5F-47DF-BFA8-4DAC711B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5882" y="863214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70" name="path-749">
            <a:extLst xmlns:a="http://schemas.openxmlformats.org/drawingml/2006/main">
              <a:ext uri="{FF2B5EF4-FFF2-40B4-BE49-F238E27FC236}">
                <a16:creationId xmlns:a16="http://schemas.microsoft.com/office/drawing/2014/main" id="{7C5B8D85-0E38-4336-A8F6-1CD78DC1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662" y="863220"/>
            <a:ext cx="125781" cy="125782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1" name="path-750">
            <a:extLst xmlns:a="http://schemas.openxmlformats.org/drawingml/2006/main">
              <a:ext uri="{FF2B5EF4-FFF2-40B4-BE49-F238E27FC236}">
                <a16:creationId xmlns:a16="http://schemas.microsoft.com/office/drawing/2014/main" id="{97806047-CEE4-409F-BBF5-F6408C50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662" y="863214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72" name="path-751">
            <a:extLst xmlns:a="http://schemas.openxmlformats.org/drawingml/2006/main">
              <a:ext uri="{FF2B5EF4-FFF2-40B4-BE49-F238E27FC236}">
                <a16:creationId xmlns:a16="http://schemas.microsoft.com/office/drawing/2014/main" id="{6A912524-52EF-47D7-8F4E-E486D5AD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443" y="61166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3" name="path-752">
            <a:extLst xmlns:a="http://schemas.openxmlformats.org/drawingml/2006/main">
              <a:ext uri="{FF2B5EF4-FFF2-40B4-BE49-F238E27FC236}">
                <a16:creationId xmlns:a16="http://schemas.microsoft.com/office/drawing/2014/main" id="{3DDDF526-CBAD-4B67-B54C-E9BC8AEA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443" y="611690"/>
            <a:ext cx="125780" cy="125715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74" name="path-753">
            <a:extLst xmlns:a="http://schemas.openxmlformats.org/drawingml/2006/main">
              <a:ext uri="{FF2B5EF4-FFF2-40B4-BE49-F238E27FC236}">
                <a16:creationId xmlns:a16="http://schemas.microsoft.com/office/drawing/2014/main" id="{5CB1CE01-9C33-4B5A-ABDF-483B91C4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443" y="73744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5" name="path-754">
            <a:extLst xmlns:a="http://schemas.openxmlformats.org/drawingml/2006/main">
              <a:ext uri="{FF2B5EF4-FFF2-40B4-BE49-F238E27FC236}">
                <a16:creationId xmlns:a16="http://schemas.microsoft.com/office/drawing/2014/main" id="{1E529353-078B-4B92-8FB1-E5D4EABD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443" y="737405"/>
            <a:ext cx="125780" cy="125809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76" name="path-755">
            <a:extLst xmlns:a="http://schemas.openxmlformats.org/drawingml/2006/main">
              <a:ext uri="{FF2B5EF4-FFF2-40B4-BE49-F238E27FC236}">
                <a16:creationId xmlns:a16="http://schemas.microsoft.com/office/drawing/2014/main" id="{AFFA23DD-B153-40AC-AB50-1E2A3B19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443" y="863220"/>
            <a:ext cx="125781" cy="125782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7" name="path-756">
            <a:extLst xmlns:a="http://schemas.openxmlformats.org/drawingml/2006/main">
              <a:ext uri="{FF2B5EF4-FFF2-40B4-BE49-F238E27FC236}">
                <a16:creationId xmlns:a16="http://schemas.microsoft.com/office/drawing/2014/main" id="{9CD847AD-FBCE-496A-AF47-BB6C146A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443" y="863214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78" name="path-757">
            <a:extLst xmlns:a="http://schemas.openxmlformats.org/drawingml/2006/main">
              <a:ext uri="{FF2B5EF4-FFF2-40B4-BE49-F238E27FC236}">
                <a16:creationId xmlns:a16="http://schemas.microsoft.com/office/drawing/2014/main" id="{9051A950-56F2-4701-874E-AE2F3803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0102" y="98901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9" name="path-758">
            <a:extLst xmlns:a="http://schemas.openxmlformats.org/drawingml/2006/main">
              <a:ext uri="{FF2B5EF4-FFF2-40B4-BE49-F238E27FC236}">
                <a16:creationId xmlns:a16="http://schemas.microsoft.com/office/drawing/2014/main" id="{7DB8D4CD-1693-48BC-AA93-4FD91D41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0102" y="989021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80" name="path-759">
            <a:extLst xmlns:a="http://schemas.openxmlformats.org/drawingml/2006/main">
              <a:ext uri="{FF2B5EF4-FFF2-40B4-BE49-F238E27FC236}">
                <a16:creationId xmlns:a16="http://schemas.microsoft.com/office/drawing/2014/main" id="{FE1CAD50-8E64-4753-AB77-B8798C10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5882" y="98901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1" name="path-760">
            <a:extLst xmlns:a="http://schemas.openxmlformats.org/drawingml/2006/main">
              <a:ext uri="{FF2B5EF4-FFF2-40B4-BE49-F238E27FC236}">
                <a16:creationId xmlns:a16="http://schemas.microsoft.com/office/drawing/2014/main" id="{CE4F3D11-8895-417A-B177-540EAFF4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5882" y="989021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82" name="path-761">
            <a:extLst xmlns:a="http://schemas.openxmlformats.org/drawingml/2006/main">
              <a:ext uri="{FF2B5EF4-FFF2-40B4-BE49-F238E27FC236}">
                <a16:creationId xmlns:a16="http://schemas.microsoft.com/office/drawing/2014/main" id="{9FAAA2E4-FCE4-4F00-8900-4A039FE5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662" y="98901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3" name="path-762">
            <a:extLst xmlns:a="http://schemas.openxmlformats.org/drawingml/2006/main">
              <a:ext uri="{FF2B5EF4-FFF2-40B4-BE49-F238E27FC236}">
                <a16:creationId xmlns:a16="http://schemas.microsoft.com/office/drawing/2014/main" id="{54196887-33DD-4357-BE39-FA148722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662" y="989021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84" name="path-763">
            <a:extLst xmlns:a="http://schemas.openxmlformats.org/drawingml/2006/main">
              <a:ext uri="{FF2B5EF4-FFF2-40B4-BE49-F238E27FC236}">
                <a16:creationId xmlns:a16="http://schemas.microsoft.com/office/drawing/2014/main" id="{4ABF291F-B07C-4339-9084-2F631836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443" y="98901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5" name="path-764">
            <a:extLst xmlns:a="http://schemas.openxmlformats.org/drawingml/2006/main">
              <a:ext uri="{FF2B5EF4-FFF2-40B4-BE49-F238E27FC236}">
                <a16:creationId xmlns:a16="http://schemas.microsoft.com/office/drawing/2014/main" id="{4DBB2E97-19DA-42FD-9655-A425CB26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443" y="989021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86" name="path-765">
            <a:extLst xmlns:a="http://schemas.openxmlformats.org/drawingml/2006/main">
              <a:ext uri="{FF2B5EF4-FFF2-40B4-BE49-F238E27FC236}">
                <a16:creationId xmlns:a16="http://schemas.microsoft.com/office/drawing/2014/main" id="{98AB8FBE-3447-4C88-A862-800C1D15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3223" y="61166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7" name="path-766">
            <a:extLst xmlns:a="http://schemas.openxmlformats.org/drawingml/2006/main">
              <a:ext uri="{FF2B5EF4-FFF2-40B4-BE49-F238E27FC236}">
                <a16:creationId xmlns:a16="http://schemas.microsoft.com/office/drawing/2014/main" id="{9AF8FBEF-A921-4751-85D7-7997D208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3223" y="611690"/>
            <a:ext cx="125780" cy="125715"/>
          </a:xfrm>
          <a:custGeom xmlns:a="http://schemas.openxmlformats.org/drawingml/2006/main">
            <a:pathLst>
              <a:path w="125780" h="125715">
                <a:moveTo>
                  <a:pt x="0" y="0"/>
                </a:moveTo>
                <a:lnTo>
                  <a:pt x="0" y="125715"/>
                </a:lnTo>
                <a:lnTo>
                  <a:pt x="125780" y="125715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88" name="path-767">
            <a:extLst xmlns:a="http://schemas.openxmlformats.org/drawingml/2006/main">
              <a:ext uri="{FF2B5EF4-FFF2-40B4-BE49-F238E27FC236}">
                <a16:creationId xmlns:a16="http://schemas.microsoft.com/office/drawing/2014/main" id="{D4CB29BD-78F2-404A-8BCB-23DDC4B3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3223" y="73744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9" name="path-768">
            <a:extLst xmlns:a="http://schemas.openxmlformats.org/drawingml/2006/main">
              <a:ext uri="{FF2B5EF4-FFF2-40B4-BE49-F238E27FC236}">
                <a16:creationId xmlns:a16="http://schemas.microsoft.com/office/drawing/2014/main" id="{F8FDF9BC-AB84-42C2-999D-15096813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3223" y="737405"/>
            <a:ext cx="125780" cy="125809"/>
          </a:xfrm>
          <a:custGeom xmlns:a="http://schemas.openxmlformats.org/drawingml/2006/main">
            <a:pathLst>
              <a:path w="125780" h="125809">
                <a:moveTo>
                  <a:pt x="0" y="0"/>
                </a:moveTo>
                <a:lnTo>
                  <a:pt x="0" y="125809"/>
                </a:lnTo>
                <a:lnTo>
                  <a:pt x="125780" y="125809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90" name="path-769">
            <a:extLst xmlns:a="http://schemas.openxmlformats.org/drawingml/2006/main">
              <a:ext uri="{FF2B5EF4-FFF2-40B4-BE49-F238E27FC236}">
                <a16:creationId xmlns:a16="http://schemas.microsoft.com/office/drawing/2014/main" id="{04048EFB-C21A-4E15-AA9A-C50F3B0B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3223" y="863220"/>
            <a:ext cx="125781" cy="125782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1" name="path-770">
            <a:extLst xmlns:a="http://schemas.openxmlformats.org/drawingml/2006/main">
              <a:ext uri="{FF2B5EF4-FFF2-40B4-BE49-F238E27FC236}">
                <a16:creationId xmlns:a16="http://schemas.microsoft.com/office/drawing/2014/main" id="{818C85A0-0748-415E-84B1-A4CFE55D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3223" y="863214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92" name="path-771">
            <a:extLst xmlns:a="http://schemas.openxmlformats.org/drawingml/2006/main">
              <a:ext uri="{FF2B5EF4-FFF2-40B4-BE49-F238E27FC236}">
                <a16:creationId xmlns:a16="http://schemas.microsoft.com/office/drawing/2014/main" id="{F8B8F8C5-D628-45BB-9987-51993703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3223" y="98901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3" name="path-772">
            <a:extLst xmlns:a="http://schemas.openxmlformats.org/drawingml/2006/main">
              <a:ext uri="{FF2B5EF4-FFF2-40B4-BE49-F238E27FC236}">
                <a16:creationId xmlns:a16="http://schemas.microsoft.com/office/drawing/2014/main" id="{DF02866B-DD74-4F1C-A1F4-58039FDB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3223" y="989021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94" name="path-773">
            <a:extLst xmlns:a="http://schemas.openxmlformats.org/drawingml/2006/main">
              <a:ext uri="{FF2B5EF4-FFF2-40B4-BE49-F238E27FC236}">
                <a16:creationId xmlns:a16="http://schemas.microsoft.com/office/drawing/2014/main" id="{E90A5B6E-9D08-4071-9B0A-7E3BFE3A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0102" y="111478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5" name="path-774">
            <a:extLst xmlns:a="http://schemas.openxmlformats.org/drawingml/2006/main">
              <a:ext uri="{FF2B5EF4-FFF2-40B4-BE49-F238E27FC236}">
                <a16:creationId xmlns:a16="http://schemas.microsoft.com/office/drawing/2014/main" id="{BF6CEFF5-184E-4C28-B1C5-6F144C2A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0102" y="1114829"/>
            <a:ext cx="125780" cy="125717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96" name="path-775">
            <a:extLst xmlns:a="http://schemas.openxmlformats.org/drawingml/2006/main">
              <a:ext uri="{FF2B5EF4-FFF2-40B4-BE49-F238E27FC236}">
                <a16:creationId xmlns:a16="http://schemas.microsoft.com/office/drawing/2014/main" id="{4E68E8B7-7A0D-478F-B910-3487B661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5882" y="111478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7" name="path-776">
            <a:extLst xmlns:a="http://schemas.openxmlformats.org/drawingml/2006/main">
              <a:ext uri="{FF2B5EF4-FFF2-40B4-BE49-F238E27FC236}">
                <a16:creationId xmlns:a16="http://schemas.microsoft.com/office/drawing/2014/main" id="{A0FF49D0-8E92-4495-8B82-48DA23FC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5882" y="1114829"/>
            <a:ext cx="125780" cy="125717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798" name="path-777">
            <a:extLst xmlns:a="http://schemas.openxmlformats.org/drawingml/2006/main">
              <a:ext uri="{FF2B5EF4-FFF2-40B4-BE49-F238E27FC236}">
                <a16:creationId xmlns:a16="http://schemas.microsoft.com/office/drawing/2014/main" id="{C3A0B5CE-A000-47C4-9184-88B8B962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662" y="111478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9" name="path-778">
            <a:extLst xmlns:a="http://schemas.openxmlformats.org/drawingml/2006/main">
              <a:ext uri="{FF2B5EF4-FFF2-40B4-BE49-F238E27FC236}">
                <a16:creationId xmlns:a16="http://schemas.microsoft.com/office/drawing/2014/main" id="{57596956-6D86-4F06-8A8F-0E144718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662" y="1114829"/>
            <a:ext cx="125780" cy="125717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800" name="path-779">
            <a:extLst xmlns:a="http://schemas.openxmlformats.org/drawingml/2006/main">
              <a:ext uri="{FF2B5EF4-FFF2-40B4-BE49-F238E27FC236}">
                <a16:creationId xmlns:a16="http://schemas.microsoft.com/office/drawing/2014/main" id="{F1D9ED46-DDCA-4169-9291-2135DD3A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443" y="111478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1" name="path-780">
            <a:extLst xmlns:a="http://schemas.openxmlformats.org/drawingml/2006/main">
              <a:ext uri="{FF2B5EF4-FFF2-40B4-BE49-F238E27FC236}">
                <a16:creationId xmlns:a16="http://schemas.microsoft.com/office/drawing/2014/main" id="{7AA96C00-512A-48F2-99B3-18EA5070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443" y="1114829"/>
            <a:ext cx="125780" cy="125717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802" name="path-781">
            <a:extLst xmlns:a="http://schemas.openxmlformats.org/drawingml/2006/main">
              <a:ext uri="{FF2B5EF4-FFF2-40B4-BE49-F238E27FC236}">
                <a16:creationId xmlns:a16="http://schemas.microsoft.com/office/drawing/2014/main" id="{69E69B39-D6A5-41CD-A54C-0E205CFF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3223" y="1114789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3" name="path-782">
            <a:extLst xmlns:a="http://schemas.openxmlformats.org/drawingml/2006/main">
              <a:ext uri="{FF2B5EF4-FFF2-40B4-BE49-F238E27FC236}">
                <a16:creationId xmlns:a16="http://schemas.microsoft.com/office/drawing/2014/main" id="{FF65C3B1-54B3-4F9D-A6D4-AF031CD8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3223" y="1114829"/>
            <a:ext cx="125780" cy="125717"/>
          </a:xfrm>
          <a:custGeom xmlns:a="http://schemas.openxmlformats.org/drawingml/2006/main">
            <a:pathLst>
              <a:path w="125780" h="125717">
                <a:moveTo>
                  <a:pt x="0" y="0"/>
                </a:moveTo>
                <a:lnTo>
                  <a:pt x="0" y="125717"/>
                </a:lnTo>
                <a:lnTo>
                  <a:pt x="125780" y="12571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804" name="path-783">
            <a:extLst xmlns:a="http://schemas.openxmlformats.org/drawingml/2006/main">
              <a:ext uri="{FF2B5EF4-FFF2-40B4-BE49-F238E27FC236}">
                <a16:creationId xmlns:a16="http://schemas.microsoft.com/office/drawing/2014/main" id="{9FF14F60-3710-445D-B165-622D12FA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192" y="1240570"/>
            <a:ext cx="125781" cy="125782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5" name="path-784">
            <a:extLst xmlns:a="http://schemas.openxmlformats.org/drawingml/2006/main">
              <a:ext uri="{FF2B5EF4-FFF2-40B4-BE49-F238E27FC236}">
                <a16:creationId xmlns:a16="http://schemas.microsoft.com/office/drawing/2014/main" id="{56BD5522-FA3D-4CF8-9749-648974C6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192" y="1240545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806" name="path-785">
            <a:extLst xmlns:a="http://schemas.openxmlformats.org/drawingml/2006/main">
              <a:ext uri="{FF2B5EF4-FFF2-40B4-BE49-F238E27FC236}">
                <a16:creationId xmlns:a16="http://schemas.microsoft.com/office/drawing/2014/main" id="{C03755BC-6A6F-42DE-B4FE-11645B85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972" y="1240570"/>
            <a:ext cx="125781" cy="125782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7" name="path-786">
            <a:extLst xmlns:a="http://schemas.openxmlformats.org/drawingml/2006/main">
              <a:ext uri="{FF2B5EF4-FFF2-40B4-BE49-F238E27FC236}">
                <a16:creationId xmlns:a16="http://schemas.microsoft.com/office/drawing/2014/main" id="{8FF5E59B-4C98-4846-A71A-28C18B8E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972" y="1240545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808" name="path-787">
            <a:extLst xmlns:a="http://schemas.openxmlformats.org/drawingml/2006/main">
              <a:ext uri="{FF2B5EF4-FFF2-40B4-BE49-F238E27FC236}">
                <a16:creationId xmlns:a16="http://schemas.microsoft.com/office/drawing/2014/main" id="{D4D7DEB1-AEFB-4DFB-AC67-22D45883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752" y="1240570"/>
            <a:ext cx="125781" cy="125782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9" name="path-788">
            <a:extLst xmlns:a="http://schemas.openxmlformats.org/drawingml/2006/main">
              <a:ext uri="{FF2B5EF4-FFF2-40B4-BE49-F238E27FC236}">
                <a16:creationId xmlns:a16="http://schemas.microsoft.com/office/drawing/2014/main" id="{9DB78AC0-BDE3-4601-B2BC-594371DD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752" y="1240545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810" name="path-789">
            <a:extLst xmlns:a="http://schemas.openxmlformats.org/drawingml/2006/main">
              <a:ext uri="{FF2B5EF4-FFF2-40B4-BE49-F238E27FC236}">
                <a16:creationId xmlns:a16="http://schemas.microsoft.com/office/drawing/2014/main" id="{E51B76CA-5A39-40EE-9FE5-8D7CA167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192" y="136635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1" name="path-790">
            <a:extLst xmlns:a="http://schemas.openxmlformats.org/drawingml/2006/main">
              <a:ext uri="{FF2B5EF4-FFF2-40B4-BE49-F238E27FC236}">
                <a16:creationId xmlns:a16="http://schemas.microsoft.com/office/drawing/2014/main" id="{864A8D2C-D61B-46EA-9217-5B4CACD4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192" y="1366353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812" name="path-791">
            <a:extLst xmlns:a="http://schemas.openxmlformats.org/drawingml/2006/main">
              <a:ext uri="{FF2B5EF4-FFF2-40B4-BE49-F238E27FC236}">
                <a16:creationId xmlns:a16="http://schemas.microsoft.com/office/drawing/2014/main" id="{CEF36E71-8352-4EC2-AF65-7E660650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972" y="136635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3" name="path-792">
            <a:extLst xmlns:a="http://schemas.openxmlformats.org/drawingml/2006/main">
              <a:ext uri="{FF2B5EF4-FFF2-40B4-BE49-F238E27FC236}">
                <a16:creationId xmlns:a16="http://schemas.microsoft.com/office/drawing/2014/main" id="{1BC5543B-0B5F-47D5-8CF8-9D3993F8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972" y="1366353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814" name="path-793">
            <a:extLst xmlns:a="http://schemas.openxmlformats.org/drawingml/2006/main">
              <a:ext uri="{FF2B5EF4-FFF2-40B4-BE49-F238E27FC236}">
                <a16:creationId xmlns:a16="http://schemas.microsoft.com/office/drawing/2014/main" id="{721B2F7E-38CF-4FC4-9A45-8C421376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752" y="136635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5" name="path-794">
            <a:extLst xmlns:a="http://schemas.openxmlformats.org/drawingml/2006/main">
              <a:ext uri="{FF2B5EF4-FFF2-40B4-BE49-F238E27FC236}">
                <a16:creationId xmlns:a16="http://schemas.microsoft.com/office/drawing/2014/main" id="{CABDA03C-D165-436D-A48C-C26FABFF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2752" y="1366353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816" name="path-795">
            <a:extLst xmlns:a="http://schemas.openxmlformats.org/drawingml/2006/main">
              <a:ext uri="{FF2B5EF4-FFF2-40B4-BE49-F238E27FC236}">
                <a16:creationId xmlns:a16="http://schemas.microsoft.com/office/drawing/2014/main" id="{4126E44B-561F-4E66-BA89-17FFC461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533" y="1240570"/>
            <a:ext cx="125781" cy="125782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7" name="path-796">
            <a:extLst xmlns:a="http://schemas.openxmlformats.org/drawingml/2006/main">
              <a:ext uri="{FF2B5EF4-FFF2-40B4-BE49-F238E27FC236}">
                <a16:creationId xmlns:a16="http://schemas.microsoft.com/office/drawing/2014/main" id="{E2D12229-A47B-4CFE-92E2-B2B381F1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533" y="1240545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818" name="path-797">
            <a:extLst xmlns:a="http://schemas.openxmlformats.org/drawingml/2006/main">
              <a:ext uri="{FF2B5EF4-FFF2-40B4-BE49-F238E27FC236}">
                <a16:creationId xmlns:a16="http://schemas.microsoft.com/office/drawing/2014/main" id="{367C31A6-F7E0-4106-B837-9DE33BDF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533" y="136635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9" name="path-798">
            <a:extLst xmlns:a="http://schemas.openxmlformats.org/drawingml/2006/main">
              <a:ext uri="{FF2B5EF4-FFF2-40B4-BE49-F238E27FC236}">
                <a16:creationId xmlns:a16="http://schemas.microsoft.com/office/drawing/2014/main" id="{C7E31D89-465E-4235-B8BE-C23864BB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533" y="1366353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820" name="path-799">
            <a:extLst xmlns:a="http://schemas.openxmlformats.org/drawingml/2006/main">
              <a:ext uri="{FF2B5EF4-FFF2-40B4-BE49-F238E27FC236}">
                <a16:creationId xmlns:a16="http://schemas.microsoft.com/office/drawing/2014/main" id="{44618F45-12D2-4CB5-8E22-42DC5A09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313" y="1240570"/>
            <a:ext cx="125781" cy="125782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1" name="path-800">
            <a:extLst xmlns:a="http://schemas.openxmlformats.org/drawingml/2006/main">
              <a:ext uri="{FF2B5EF4-FFF2-40B4-BE49-F238E27FC236}">
                <a16:creationId xmlns:a16="http://schemas.microsoft.com/office/drawing/2014/main" id="{43028EB7-53E5-4462-A362-F02A98E5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313" y="1240545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822" name="path-801">
            <a:extLst xmlns:a="http://schemas.openxmlformats.org/drawingml/2006/main">
              <a:ext uri="{FF2B5EF4-FFF2-40B4-BE49-F238E27FC236}">
                <a16:creationId xmlns:a16="http://schemas.microsoft.com/office/drawing/2014/main" id="{195E3431-363A-4C58-B68A-339F97DF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313" y="136635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3" name="path-802">
            <a:extLst xmlns:a="http://schemas.openxmlformats.org/drawingml/2006/main">
              <a:ext uri="{FF2B5EF4-FFF2-40B4-BE49-F238E27FC236}">
                <a16:creationId xmlns:a16="http://schemas.microsoft.com/office/drawing/2014/main" id="{E25AD264-954D-4B00-B175-8752BB16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313" y="1366353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824" name="path-803">
            <a:extLst xmlns:a="http://schemas.openxmlformats.org/drawingml/2006/main">
              <a:ext uri="{FF2B5EF4-FFF2-40B4-BE49-F238E27FC236}">
                <a16:creationId xmlns:a16="http://schemas.microsoft.com/office/drawing/2014/main" id="{F92A69DC-F60C-4A9C-BC14-25CA7D8A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0102" y="1240570"/>
            <a:ext cx="125781" cy="125782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5" name="path-804">
            <a:extLst xmlns:a="http://schemas.openxmlformats.org/drawingml/2006/main">
              <a:ext uri="{FF2B5EF4-FFF2-40B4-BE49-F238E27FC236}">
                <a16:creationId xmlns:a16="http://schemas.microsoft.com/office/drawing/2014/main" id="{A9BABD68-C581-4E46-BC01-78A086AE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0102" y="1240545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826" name="path-805">
            <a:extLst xmlns:a="http://schemas.openxmlformats.org/drawingml/2006/main">
              <a:ext uri="{FF2B5EF4-FFF2-40B4-BE49-F238E27FC236}">
                <a16:creationId xmlns:a16="http://schemas.microsoft.com/office/drawing/2014/main" id="{DCB3054B-755F-4F10-BB81-AF2C265C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5882" y="1240570"/>
            <a:ext cx="125781" cy="125782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7" name="path-806">
            <a:extLst xmlns:a="http://schemas.openxmlformats.org/drawingml/2006/main">
              <a:ext uri="{FF2B5EF4-FFF2-40B4-BE49-F238E27FC236}">
                <a16:creationId xmlns:a16="http://schemas.microsoft.com/office/drawing/2014/main" id="{ECB29476-2097-4C0C-B4D6-62F302CD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5882" y="1240545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828" name="path-807">
            <a:extLst xmlns:a="http://schemas.openxmlformats.org/drawingml/2006/main">
              <a:ext uri="{FF2B5EF4-FFF2-40B4-BE49-F238E27FC236}">
                <a16:creationId xmlns:a16="http://schemas.microsoft.com/office/drawing/2014/main" id="{057550C7-FFDB-4832-BF55-02E39FED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662" y="1240570"/>
            <a:ext cx="125781" cy="125782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9" name="path-808">
            <a:extLst xmlns:a="http://schemas.openxmlformats.org/drawingml/2006/main">
              <a:ext uri="{FF2B5EF4-FFF2-40B4-BE49-F238E27FC236}">
                <a16:creationId xmlns:a16="http://schemas.microsoft.com/office/drawing/2014/main" id="{886BDFC4-80A6-4235-AA61-17D6C7D8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662" y="1240545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830" name="path-809">
            <a:extLst xmlns:a="http://schemas.openxmlformats.org/drawingml/2006/main">
              <a:ext uri="{FF2B5EF4-FFF2-40B4-BE49-F238E27FC236}">
                <a16:creationId xmlns:a16="http://schemas.microsoft.com/office/drawing/2014/main" id="{EE7C3FDB-0453-457B-858B-6E853815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0102" y="136635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1" name="path-810">
            <a:extLst xmlns:a="http://schemas.openxmlformats.org/drawingml/2006/main">
              <a:ext uri="{FF2B5EF4-FFF2-40B4-BE49-F238E27FC236}">
                <a16:creationId xmlns:a16="http://schemas.microsoft.com/office/drawing/2014/main" id="{DB01F59E-904F-4273-8DD4-CF56D107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0102" y="1366353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832" name="path-811">
            <a:extLst xmlns:a="http://schemas.openxmlformats.org/drawingml/2006/main">
              <a:ext uri="{FF2B5EF4-FFF2-40B4-BE49-F238E27FC236}">
                <a16:creationId xmlns:a16="http://schemas.microsoft.com/office/drawing/2014/main" id="{3FE60DD5-90A6-427C-9FD1-F923DB1A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5882" y="136635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3" name="path-812">
            <a:extLst xmlns:a="http://schemas.openxmlformats.org/drawingml/2006/main">
              <a:ext uri="{FF2B5EF4-FFF2-40B4-BE49-F238E27FC236}">
                <a16:creationId xmlns:a16="http://schemas.microsoft.com/office/drawing/2014/main" id="{D7F11F8B-BA46-4907-B633-7E0E5B74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5882" y="1366353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834" name="path-813">
            <a:extLst xmlns:a="http://schemas.openxmlformats.org/drawingml/2006/main">
              <a:ext uri="{FF2B5EF4-FFF2-40B4-BE49-F238E27FC236}">
                <a16:creationId xmlns:a16="http://schemas.microsoft.com/office/drawing/2014/main" id="{566B22C2-4DFE-4794-81F7-C5AB0C66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662" y="136635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5" name="path-814">
            <a:extLst xmlns:a="http://schemas.openxmlformats.org/drawingml/2006/main">
              <a:ext uri="{FF2B5EF4-FFF2-40B4-BE49-F238E27FC236}">
                <a16:creationId xmlns:a16="http://schemas.microsoft.com/office/drawing/2014/main" id="{43A25D55-B7DA-42DA-A496-04698D3B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662" y="1366353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836" name="path-815">
            <a:extLst xmlns:a="http://schemas.openxmlformats.org/drawingml/2006/main">
              <a:ext uri="{FF2B5EF4-FFF2-40B4-BE49-F238E27FC236}">
                <a16:creationId xmlns:a16="http://schemas.microsoft.com/office/drawing/2014/main" id="{83E8220A-C368-4B10-9F2A-3D529C42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443" y="1240570"/>
            <a:ext cx="125781" cy="125782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7" name="path-816">
            <a:extLst xmlns:a="http://schemas.openxmlformats.org/drawingml/2006/main">
              <a:ext uri="{FF2B5EF4-FFF2-40B4-BE49-F238E27FC236}">
                <a16:creationId xmlns:a16="http://schemas.microsoft.com/office/drawing/2014/main" id="{9662AEEB-3718-4686-B2BA-2FA8A5A0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443" y="1240545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838" name="path-817">
            <a:extLst xmlns:a="http://schemas.openxmlformats.org/drawingml/2006/main">
              <a:ext uri="{FF2B5EF4-FFF2-40B4-BE49-F238E27FC236}">
                <a16:creationId xmlns:a16="http://schemas.microsoft.com/office/drawing/2014/main" id="{A599CE79-166B-4B8D-AE54-C588F494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443" y="136635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9" name="path-818">
            <a:extLst xmlns:a="http://schemas.openxmlformats.org/drawingml/2006/main">
              <a:ext uri="{FF2B5EF4-FFF2-40B4-BE49-F238E27FC236}">
                <a16:creationId xmlns:a16="http://schemas.microsoft.com/office/drawing/2014/main" id="{017A1A00-5C58-4B96-B4F7-6AE9C424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443" y="1366353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840" name="path-819">
            <a:extLst xmlns:a="http://schemas.openxmlformats.org/drawingml/2006/main">
              <a:ext uri="{FF2B5EF4-FFF2-40B4-BE49-F238E27FC236}">
                <a16:creationId xmlns:a16="http://schemas.microsoft.com/office/drawing/2014/main" id="{3CB6C3E8-3D86-48E9-9DE0-0750F350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3223" y="1240570"/>
            <a:ext cx="125781" cy="125782"/>
          </a:xfrm>
          <a:custGeom xmlns:a="http://schemas.openxmlformats.org/drawingml/2006/main">
            <a:pathLst>
              <a:path w="125781" h="125782">
                <a:moveTo>
                  <a:pt x="0" y="0"/>
                </a:moveTo>
                <a:lnTo>
                  <a:pt x="125781" y="0"/>
                </a:lnTo>
                <a:lnTo>
                  <a:pt x="125781" y="125782"/>
                </a:lnTo>
                <a:lnTo>
                  <a:pt x="0" y="125782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1" name="path-820">
            <a:extLst xmlns:a="http://schemas.openxmlformats.org/drawingml/2006/main">
              <a:ext uri="{FF2B5EF4-FFF2-40B4-BE49-F238E27FC236}">
                <a16:creationId xmlns:a16="http://schemas.microsoft.com/office/drawing/2014/main" id="{22812E4A-FEFB-4934-B21B-2ACB25D4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3223" y="1240545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842" name="path-821">
            <a:extLst xmlns:a="http://schemas.openxmlformats.org/drawingml/2006/main">
              <a:ext uri="{FF2B5EF4-FFF2-40B4-BE49-F238E27FC236}">
                <a16:creationId xmlns:a16="http://schemas.microsoft.com/office/drawing/2014/main" id="{5E7C81F2-6F1F-43C6-858F-C93B8532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3223" y="1366350"/>
            <a:ext cx="125781" cy="125781"/>
          </a:xfrm>
          <a:custGeom xmlns:a="http://schemas.openxmlformats.org/drawingml/2006/main">
            <a:pathLst>
              <a:path w="125781" h="125781">
                <a:moveTo>
                  <a:pt x="0" y="0"/>
                </a:moveTo>
                <a:lnTo>
                  <a:pt x="125781" y="0"/>
                </a:lnTo>
                <a:lnTo>
                  <a:pt x="125781" y="125781"/>
                </a:lnTo>
                <a:lnTo>
                  <a:pt x="0" y="125781"/>
                </a:lnTo>
                <a:close/>
              </a:path>
            </a:pathLst>
          </a:custGeom>
          <a:solidFill xmlns:a="http://schemas.openxmlformats.org/drawingml/2006/main">
            <a:srgbClr val="F7C4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3" name="path-822">
            <a:extLst xmlns:a="http://schemas.openxmlformats.org/drawingml/2006/main">
              <a:ext uri="{FF2B5EF4-FFF2-40B4-BE49-F238E27FC236}">
                <a16:creationId xmlns:a16="http://schemas.microsoft.com/office/drawing/2014/main" id="{24B1026D-861F-4192-833D-05556433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3223" y="1366353"/>
            <a:ext cx="125780" cy="125807"/>
          </a:xfrm>
          <a:custGeom xmlns:a="http://schemas.openxmlformats.org/drawingml/2006/main">
            <a:pathLst>
              <a:path w="125780" h="125807">
                <a:moveTo>
                  <a:pt x="0" y="0"/>
                </a:moveTo>
                <a:lnTo>
                  <a:pt x="0" y="125807"/>
                </a:lnTo>
                <a:lnTo>
                  <a:pt x="125780" y="125807"/>
                </a:lnTo>
                <a:lnTo>
                  <a:pt x="1257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732">
            <a:solidFill>
              <a:srgbClr val="000000"/>
            </a:solidFill>
            <a:prstDash val="solid"/>
          </a:ln>
        </p:spPr>
      </p:sp>
      <p:sp>
        <p:nvSpPr>
          <p:cNvPr id="844" name="path-823">
            <a:extLst xmlns:a="http://schemas.openxmlformats.org/drawingml/2006/main">
              <a:ext uri="{FF2B5EF4-FFF2-40B4-BE49-F238E27FC236}">
                <a16:creationId xmlns:a16="http://schemas.microsoft.com/office/drawing/2014/main" id="{9FC4F89C-8B41-425E-A432-FCA0F77F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192" y="611690"/>
            <a:ext cx="191" cy="880441"/>
          </a:xfrm>
          <a:custGeom xmlns:a="http://schemas.openxmlformats.org/drawingml/2006/main">
            <a:pathLst>
              <a:path w="191" h="880441">
                <a:moveTo>
                  <a:pt x="0" y="0"/>
                </a:moveTo>
                <a:lnTo>
                  <a:pt x="0" y="880441"/>
                </a:lnTo>
              </a:path>
            </a:pathLst>
          </a:custGeom>
          <a:noFill xmlns:a="http://schemas.openxmlformats.org/drawingml/2006/main"/>
          <a:ln xmlns:a="http://schemas.openxmlformats.org/drawingml/2006/main" w="27290">
            <a:solidFill>
              <a:srgbClr val="000000"/>
            </a:solidFill>
            <a:prstDash val="solid"/>
          </a:ln>
        </p:spPr>
      </p:sp>
      <p:sp>
        <p:nvSpPr>
          <p:cNvPr id="845" name="path-824">
            <a:extLst xmlns:a="http://schemas.openxmlformats.org/drawingml/2006/main">
              <a:ext uri="{FF2B5EF4-FFF2-40B4-BE49-F238E27FC236}">
                <a16:creationId xmlns:a16="http://schemas.microsoft.com/office/drawing/2014/main" id="{A190EADF-7B17-41FB-95AF-9DEA287C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192" y="1492131"/>
            <a:ext cx="1257811" cy="191"/>
          </a:xfrm>
          <a:custGeom xmlns:a="http://schemas.openxmlformats.org/drawingml/2006/main">
            <a:pathLst>
              <a:path w="1257811" h="191">
                <a:moveTo>
                  <a:pt x="0" y="0"/>
                </a:moveTo>
                <a:lnTo>
                  <a:pt x="0" y="30"/>
                </a:lnTo>
                <a:lnTo>
                  <a:pt x="1257811" y="30"/>
                </a:lnTo>
                <a:lnTo>
                  <a:pt x="12578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290">
            <a:solidFill>
              <a:srgbClr val="000000"/>
            </a:solidFill>
            <a:prstDash val="solid"/>
          </a:ln>
        </p:spPr>
      </p:sp>
      <p:sp>
        <p:nvSpPr>
          <p:cNvPr id="846" name="text-825 Extracting">
            <a:extLst xmlns:a="http://schemas.openxmlformats.org/drawingml/2006/main">
              <a:ext uri="{FF2B5EF4-FFF2-40B4-BE49-F238E27FC236}">
                <a16:creationId xmlns:a16="http://schemas.microsoft.com/office/drawing/2014/main" id="{CDEB7329-FB7E-4D1A-B631-84C17553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8055" y="1578094"/>
            <a:ext cx="830211" cy="229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Extracting</a:t>
            </a:r>
          </a:p>
        </p:txBody>
      </p:sp>
      <p:sp>
        <p:nvSpPr>
          <p:cNvPr id="847" name="text-825 Features">
            <a:extLst xmlns:a="http://schemas.openxmlformats.org/drawingml/2006/main">
              <a:ext uri="{FF2B5EF4-FFF2-40B4-BE49-F238E27FC236}">
                <a16:creationId xmlns:a16="http://schemas.microsoft.com/office/drawing/2014/main" id="{0428EE91-E4B7-4CA8-A769-5637D7F5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4267" y="1578103"/>
            <a:ext cx="712039" cy="229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848" name="text-826 from">
            <a:extLst xmlns:a="http://schemas.openxmlformats.org/drawingml/2006/main">
              <a:ext uri="{FF2B5EF4-FFF2-40B4-BE49-F238E27FC236}">
                <a16:creationId xmlns:a16="http://schemas.microsoft.com/office/drawing/2014/main" id="{9ABB3458-4E66-4A37-A5AE-9B80EED1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0464" y="1765289"/>
            <a:ext cx="393339" cy="2292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from</a:t>
            </a:r>
          </a:p>
        </p:txBody>
      </p:sp>
      <p:sp>
        <p:nvSpPr>
          <p:cNvPr id="849" name="text-826 All">
            <a:extLst xmlns:a="http://schemas.openxmlformats.org/drawingml/2006/main">
              <a:ext uri="{FF2B5EF4-FFF2-40B4-BE49-F238E27FC236}">
                <a16:creationId xmlns:a16="http://schemas.microsoft.com/office/drawing/2014/main" id="{094D8313-E762-404F-ABDD-7EFBF67A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3740" y="1765283"/>
            <a:ext cx="238715" cy="229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</a:t>
            </a:r>
          </a:p>
        </p:txBody>
      </p:sp>
      <p:sp>
        <p:nvSpPr>
          <p:cNvPr id="850" name="text-826 Regions">
            <a:extLst xmlns:a="http://schemas.openxmlformats.org/drawingml/2006/main">
              <a:ext uri="{FF2B5EF4-FFF2-40B4-BE49-F238E27FC236}">
                <a16:creationId xmlns:a16="http://schemas.microsoft.com/office/drawing/2014/main" id="{133615E5-2A59-4A81-BCEA-04EF63A4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8456" y="1765302"/>
            <a:ext cx="675395" cy="229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Regions</a:t>
            </a:r>
          </a:p>
        </p:txBody>
      </p:sp>
      <p:pic>
        <p:nvPicPr>
          <p:cNvPr id="851" name="">
            <a:extLst xmlns:a="http://schemas.openxmlformats.org/drawingml/2006/main">
              <a:ext uri="{FF2B5EF4-FFF2-40B4-BE49-F238E27FC236}">
                <a16:creationId xmlns:a16="http://schemas.microsoft.com/office/drawing/2014/main" id="{F4D8772D-B8C4-458B-867A-BF5BB4C4AC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7b5e6e41c84dc1"/>
          <a:stretch xmlns:a="http://schemas.openxmlformats.org/drawingml/2006/main"/>
        </p:blipFill>
        <p:spPr>
          <a:xfrm xmlns:a="http://schemas.openxmlformats.org/drawingml/2006/main">
            <a:off x="297610" y="141462"/>
            <a:ext cx="1219200" cy="1562100"/>
          </a:xfrm>
          <a:prstGeom xmlns:a="http://schemas.openxmlformats.org/drawingml/2006/main" prst="rect">
            <a:avLst/>
          </a:prstGeom>
        </p:spPr>
      </p:pic>
      <p:sp>
        <p:nvSpPr>
          <p:cNvPr id="852" name="text-828 Current">
            <a:extLst xmlns:a="http://schemas.openxmlformats.org/drawingml/2006/main">
              <a:ext uri="{FF2B5EF4-FFF2-40B4-BE49-F238E27FC236}">
                <a16:creationId xmlns:a16="http://schemas.microsoft.com/office/drawing/2014/main" id="{D4A82517-3468-422C-B87E-0ACC55E7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454" y="1723983"/>
            <a:ext cx="551855" cy="203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</a:t>
            </a:r>
          </a:p>
        </p:txBody>
      </p:sp>
      <p:sp>
        <p:nvSpPr>
          <p:cNvPr id="853" name="text-828 Computer">
            <a:extLst xmlns:a="http://schemas.openxmlformats.org/drawingml/2006/main">
              <a:ext uri="{FF2B5EF4-FFF2-40B4-BE49-F238E27FC236}">
                <a16:creationId xmlns:a16="http://schemas.microsoft.com/office/drawing/2014/main" id="{0E80AF0C-169C-488C-992B-D2637F17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517" y="1723990"/>
            <a:ext cx="713521" cy="203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Computer</a:t>
            </a:r>
          </a:p>
        </p:txBody>
      </p:sp>
      <p:sp>
        <p:nvSpPr>
          <p:cNvPr id="854" name="text-829 Vision">
            <a:extLst xmlns:a="http://schemas.openxmlformats.org/drawingml/2006/main">
              <a:ext uri="{FF2B5EF4-FFF2-40B4-BE49-F238E27FC236}">
                <a16:creationId xmlns:a16="http://schemas.microsoft.com/office/drawing/2014/main" id="{C792B91A-1B2F-4625-BB6F-792F3032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237" y="1883366"/>
            <a:ext cx="460295" cy="2039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Vision</a:t>
            </a:r>
          </a:p>
        </p:txBody>
      </p:sp>
      <p:sp>
        <p:nvSpPr>
          <p:cNvPr id="855" name="text-829 Paradigm">
            <a:extLst xmlns:a="http://schemas.openxmlformats.org/drawingml/2006/main">
              <a:ext uri="{FF2B5EF4-FFF2-40B4-BE49-F238E27FC236}">
                <a16:creationId xmlns:a16="http://schemas.microsoft.com/office/drawing/2014/main" id="{AFA94227-E3FC-49E3-B210-2BE702F1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736" y="1883361"/>
            <a:ext cx="689506" cy="20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Paradigm</a:t>
            </a:r>
          </a:p>
        </p:txBody>
      </p:sp>
      <p:sp>
        <p:nvSpPr>
          <p:cNvPr id="856" name="text-830 a">
            <a:extLst xmlns:a="http://schemas.openxmlformats.org/drawingml/2006/main">
              <a:ext uri="{FF2B5EF4-FFF2-40B4-BE49-F238E27FC236}">
                <a16:creationId xmlns:a16="http://schemas.microsoft.com/office/drawing/2014/main" id="{289607F6-A1F7-40BF-A18B-513FA31C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867" y="128436"/>
            <a:ext cx="187510" cy="35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0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pic>
        <p:nvPicPr>
          <p:cNvPr id="857" name="">
            <a:extLst xmlns:a="http://schemas.openxmlformats.org/drawingml/2006/main">
              <a:ext uri="{FF2B5EF4-FFF2-40B4-BE49-F238E27FC236}">
                <a16:creationId xmlns:a16="http://schemas.microsoft.com/office/drawing/2014/main" id="{38FBD4E2-2F4C-4337-8942-7959DD1B23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6853d63514ea3"/>
          <a:stretch xmlns:a="http://schemas.openxmlformats.org/drawingml/2006/main"/>
        </p:blipFill>
        <p:spPr>
          <a:xfrm xmlns:a="http://schemas.openxmlformats.org/drawingml/2006/main">
            <a:off x="5479210" y="3970512"/>
            <a:ext cx="1724025" cy="1724025"/>
          </a:xfrm>
          <a:prstGeom xmlns:a="http://schemas.openxmlformats.org/drawingml/2006/main" prst="rect">
            <a:avLst/>
          </a:prstGeom>
        </p:spPr>
      </p:pic>
      <p:sp>
        <p:nvSpPr>
          <p:cNvPr id="858" name="path-832">
            <a:extLst xmlns:a="http://schemas.openxmlformats.org/drawingml/2006/main">
              <a:ext uri="{FF2B5EF4-FFF2-40B4-BE49-F238E27FC236}">
                <a16:creationId xmlns:a16="http://schemas.microsoft.com/office/drawing/2014/main" id="{18FD8808-8A92-4629-94E6-27E566CB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356" y="4963374"/>
            <a:ext cx="202365" cy="191"/>
          </a:xfrm>
          <a:custGeom xmlns:a="http://schemas.openxmlformats.org/drawingml/2006/main">
            <a:pathLst>
              <a:path w="202365" h="191">
                <a:moveTo>
                  <a:pt x="0" y="0"/>
                </a:moveTo>
                <a:lnTo>
                  <a:pt x="2023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290">
            <a:solidFill>
              <a:srgbClr val="000000"/>
            </a:solidFill>
            <a:prstDash val="solid"/>
          </a:ln>
        </p:spPr>
      </p:sp>
      <p:sp>
        <p:nvSpPr>
          <p:cNvPr id="859" name="text-833 #1">
            <a:extLst xmlns:a="http://schemas.openxmlformats.org/drawingml/2006/main">
              <a:ext uri="{FF2B5EF4-FFF2-40B4-BE49-F238E27FC236}">
                <a16:creationId xmlns:a16="http://schemas.microsoft.com/office/drawing/2014/main" id="{8E975023-B1C7-4ACF-B2D4-6FD439DF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6356" y="4751088"/>
            <a:ext cx="235133" cy="25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3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#1</a:t>
            </a:r>
          </a:p>
        </p:txBody>
      </p:sp>
      <p:sp>
        <p:nvSpPr>
          <p:cNvPr id="860" name="text-835 High-dimensional">
            <a:extLst xmlns:a="http://schemas.openxmlformats.org/drawingml/2006/main">
              <a:ext uri="{FF2B5EF4-FFF2-40B4-BE49-F238E27FC236}">
                <a16:creationId xmlns:a16="http://schemas.microsoft.com/office/drawing/2014/main" id="{FB4E744F-BC04-475E-9666-0D8237C2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4407" y="4957215"/>
            <a:ext cx="1559012" cy="25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33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High-dimensional</a:t>
            </a:r>
          </a:p>
        </p:txBody>
      </p:sp>
      <p:sp>
        <p:nvSpPr>
          <p:cNvPr id="861" name="text-836 Inputs">
            <a:extLst xmlns:a="http://schemas.openxmlformats.org/drawingml/2006/main">
              <a:ext uri="{FF2B5EF4-FFF2-40B4-BE49-F238E27FC236}">
                <a16:creationId xmlns:a16="http://schemas.microsoft.com/office/drawing/2014/main" id="{B13952A9-BB86-40DC-A9B5-5D5BB2F4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4683" y="5163256"/>
            <a:ext cx="578445" cy="2547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33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862" name="path-837">
            <a:extLst xmlns:a="http://schemas.openxmlformats.org/drawingml/2006/main">
              <a:ext uri="{FF2B5EF4-FFF2-40B4-BE49-F238E27FC236}">
                <a16:creationId xmlns:a16="http://schemas.microsoft.com/office/drawing/2014/main" id="{00B6C21A-0DB5-463B-B800-2A992647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559" y="4126476"/>
            <a:ext cx="193268" cy="191"/>
          </a:xfrm>
          <a:custGeom xmlns:a="http://schemas.openxmlformats.org/drawingml/2006/main">
            <a:pathLst>
              <a:path w="193268" h="191">
                <a:moveTo>
                  <a:pt x="0" y="0"/>
                </a:moveTo>
                <a:lnTo>
                  <a:pt x="1932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290">
            <a:solidFill>
              <a:srgbClr val="000000"/>
            </a:solidFill>
            <a:prstDash val="solid"/>
          </a:ln>
        </p:spPr>
      </p:sp>
      <p:sp>
        <p:nvSpPr>
          <p:cNvPr id="863" name="text-838 #2">
            <a:extLst xmlns:a="http://schemas.openxmlformats.org/drawingml/2006/main">
              <a:ext uri="{FF2B5EF4-FFF2-40B4-BE49-F238E27FC236}">
                <a16:creationId xmlns:a16="http://schemas.microsoft.com/office/drawing/2014/main" id="{E0268707-F260-4E77-AA0A-019C925F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9559" y="3916193"/>
            <a:ext cx="235133" cy="25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3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#2</a:t>
            </a:r>
          </a:p>
        </p:txBody>
      </p:sp>
      <p:sp>
        <p:nvSpPr>
          <p:cNvPr id="864" name="text-840 Large-scale">
            <a:extLst xmlns:a="http://schemas.openxmlformats.org/drawingml/2006/main">
              <a:ext uri="{FF2B5EF4-FFF2-40B4-BE49-F238E27FC236}">
                <a16:creationId xmlns:a16="http://schemas.microsoft.com/office/drawing/2014/main" id="{DE47C827-EAD9-4120-8A3C-6ED3A6C9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2475" y="3916172"/>
            <a:ext cx="1044089" cy="254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33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Large-scale</a:t>
            </a:r>
          </a:p>
        </p:txBody>
      </p:sp>
      <p:sp>
        <p:nvSpPr>
          <p:cNvPr id="865" name="text-840 Neural">
            <a:extLst xmlns:a="http://schemas.openxmlformats.org/drawingml/2006/main">
              <a:ext uri="{FF2B5EF4-FFF2-40B4-BE49-F238E27FC236}">
                <a16:creationId xmlns:a16="http://schemas.microsoft.com/office/drawing/2014/main" id="{0D6C7DE0-D77D-4502-A0F0-DB26D232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4352" y="3916191"/>
            <a:ext cx="599017" cy="254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33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Neural</a:t>
            </a:r>
          </a:p>
        </p:txBody>
      </p:sp>
      <p:sp>
        <p:nvSpPr>
          <p:cNvPr id="866" name="text-840 Networks">
            <a:extLst xmlns:a="http://schemas.openxmlformats.org/drawingml/2006/main">
              <a:ext uri="{FF2B5EF4-FFF2-40B4-BE49-F238E27FC236}">
                <a16:creationId xmlns:a16="http://schemas.microsoft.com/office/drawing/2014/main" id="{1513E0DE-DC95-497E-967C-DFED04B1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1146" y="3916181"/>
            <a:ext cx="851747" cy="254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33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Networks</a:t>
            </a:r>
          </a:p>
        </p:txBody>
      </p:sp>
      <p:sp>
        <p:nvSpPr>
          <p:cNvPr id="867" name="path-841">
            <a:extLst xmlns:a="http://schemas.openxmlformats.org/drawingml/2006/main">
              <a:ext uri="{FF2B5EF4-FFF2-40B4-BE49-F238E27FC236}">
                <a16:creationId xmlns:a16="http://schemas.microsoft.com/office/drawing/2014/main" id="{16F0C696-E3C1-4368-AD52-EFA0246C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59" y="2263678"/>
            <a:ext cx="3270922" cy="3165654"/>
          </a:xfrm>
          <a:custGeom xmlns:a="http://schemas.openxmlformats.org/drawingml/2006/main">
            <a:pathLst>
              <a:path w="3270922" h="3165654">
                <a:moveTo>
                  <a:pt x="0" y="0"/>
                </a:moveTo>
                <a:lnTo>
                  <a:pt x="3270922" y="0"/>
                </a:lnTo>
                <a:lnTo>
                  <a:pt x="3270922" y="3165654"/>
                </a:lnTo>
                <a:lnTo>
                  <a:pt x="0" y="31656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8" name="path-842">
            <a:extLst xmlns:a="http://schemas.openxmlformats.org/drawingml/2006/main">
              <a:ext uri="{FF2B5EF4-FFF2-40B4-BE49-F238E27FC236}">
                <a16:creationId xmlns:a16="http://schemas.microsoft.com/office/drawing/2014/main" id="{0534198E-FD40-4EC6-A566-48D1AC6E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59" y="2263650"/>
            <a:ext cx="3270922" cy="3165655"/>
          </a:xfrm>
          <a:custGeom xmlns:a="http://schemas.openxmlformats.org/drawingml/2006/main">
            <a:pathLst>
              <a:path w="3270922" h="3165655">
                <a:moveTo>
                  <a:pt x="0" y="0"/>
                </a:moveTo>
                <a:lnTo>
                  <a:pt x="0" y="3165655"/>
                </a:lnTo>
                <a:lnTo>
                  <a:pt x="3270922" y="3165655"/>
                </a:lnTo>
                <a:lnTo>
                  <a:pt x="327092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193">
            <a:solidFill>
              <a:srgbClr val="666666"/>
            </a:solidFill>
            <a:prstDash val="solid"/>
          </a:ln>
        </p:spPr>
      </p:sp>
      <p:sp>
        <p:nvSpPr>
          <p:cNvPr id="869" name="text-843 High-resolution">
            <a:extLst xmlns:a="http://schemas.openxmlformats.org/drawingml/2006/main">
              <a:ext uri="{FF2B5EF4-FFF2-40B4-BE49-F238E27FC236}">
                <a16:creationId xmlns:a16="http://schemas.microsoft.com/office/drawing/2014/main" id="{4F612352-1C26-4B00-944F-0EFC17C5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2939" y="2347946"/>
            <a:ext cx="1130792" cy="229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High-resolution</a:t>
            </a:r>
          </a:p>
        </p:txBody>
      </p:sp>
      <p:sp>
        <p:nvSpPr>
          <p:cNvPr id="870" name="text-843 Visual">
            <a:extLst xmlns:a="http://schemas.openxmlformats.org/drawingml/2006/main">
              <a:ext uri="{FF2B5EF4-FFF2-40B4-BE49-F238E27FC236}">
                <a16:creationId xmlns:a16="http://schemas.microsoft.com/office/drawing/2014/main" id="{46B88269-AE5C-4A42-B0D5-A6E1C323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9746" y="2347937"/>
            <a:ext cx="472510" cy="229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871" name="text-843 Signals">
            <a:extLst xmlns:a="http://schemas.openxmlformats.org/drawingml/2006/main">
              <a:ext uri="{FF2B5EF4-FFF2-40B4-BE49-F238E27FC236}">
                <a16:creationId xmlns:a16="http://schemas.microsoft.com/office/drawing/2014/main" id="{569EC622-BDBB-46B0-A3B6-E46ED7B4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08267" y="2347935"/>
            <a:ext cx="566551" cy="2292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Signals</a:t>
            </a:r>
          </a:p>
        </p:txBody>
      </p:sp>
      <p:sp>
        <p:nvSpPr>
          <p:cNvPr id="872" name="text-843 with">
            <a:extLst xmlns:a="http://schemas.openxmlformats.org/drawingml/2006/main">
              <a:ext uri="{FF2B5EF4-FFF2-40B4-BE49-F238E27FC236}">
                <a16:creationId xmlns:a16="http://schemas.microsoft.com/office/drawing/2014/main" id="{62F56733-ED1A-405A-9E9E-C4312CE3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0824" y="2347920"/>
            <a:ext cx="320673" cy="22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</a:t>
            </a:r>
          </a:p>
        </p:txBody>
      </p:sp>
      <p:sp>
        <p:nvSpPr>
          <p:cNvPr id="873" name="text-844 High">
            <a:extLst xmlns:a="http://schemas.openxmlformats.org/drawingml/2006/main">
              <a:ext uri="{FF2B5EF4-FFF2-40B4-BE49-F238E27FC236}">
                <a16:creationId xmlns:a16="http://schemas.microsoft.com/office/drawing/2014/main" id="{0890859A-D5C9-4C8F-8B56-DCE975AF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4676" y="2535249"/>
            <a:ext cx="366253" cy="229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874" name="text-844 Frame">
            <a:extLst xmlns:a="http://schemas.openxmlformats.org/drawingml/2006/main">
              <a:ext uri="{FF2B5EF4-FFF2-40B4-BE49-F238E27FC236}">
                <a16:creationId xmlns:a16="http://schemas.microsoft.com/office/drawing/2014/main" id="{1AEC5FC9-D149-4B42-BCED-8F44888D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6944" y="2535259"/>
            <a:ext cx="502549" cy="229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875" name="text-844 Rates:">
            <a:extLst xmlns:a="http://schemas.openxmlformats.org/drawingml/2006/main">
              <a:ext uri="{FF2B5EF4-FFF2-40B4-BE49-F238E27FC236}">
                <a16:creationId xmlns:a16="http://schemas.microsoft.com/office/drawing/2014/main" id="{798DB22D-B5DD-43C6-8799-0D90AB84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5511" y="2535231"/>
            <a:ext cx="502731" cy="2293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Rates:</a:t>
            </a:r>
          </a:p>
        </p:txBody>
      </p:sp>
      <p:sp>
        <p:nvSpPr>
          <p:cNvPr id="876" name="text-845 Sufficient">
            <a:extLst xmlns:a="http://schemas.openxmlformats.org/drawingml/2006/main">
              <a:ext uri="{FF2B5EF4-FFF2-40B4-BE49-F238E27FC236}">
                <a16:creationId xmlns:a16="http://schemas.microsoft.com/office/drawing/2014/main" id="{E91B8750-D329-4A2F-8AF2-EC70581A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4217" y="2535252"/>
            <a:ext cx="775417" cy="229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Sufficient</a:t>
            </a:r>
          </a:p>
        </p:txBody>
      </p:sp>
      <p:sp>
        <p:nvSpPr>
          <p:cNvPr id="877" name="text-846 Information">
            <a:extLst xmlns:a="http://schemas.openxmlformats.org/drawingml/2006/main">
              <a:ext uri="{FF2B5EF4-FFF2-40B4-BE49-F238E27FC236}">
                <a16:creationId xmlns:a16="http://schemas.microsoft.com/office/drawing/2014/main" id="{DBB915ED-8772-47AF-BD35-3E932175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4557" y="2722549"/>
            <a:ext cx="929962" cy="229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Information</a:t>
            </a:r>
          </a:p>
        </p:txBody>
      </p:sp>
      <p:sp>
        <p:nvSpPr>
          <p:cNvPr id="878" name="text-847 for">
            <a:extLst xmlns:a="http://schemas.openxmlformats.org/drawingml/2006/main">
              <a:ext uri="{FF2B5EF4-FFF2-40B4-BE49-F238E27FC236}">
                <a16:creationId xmlns:a16="http://schemas.microsoft.com/office/drawing/2014/main" id="{3FF6D078-2B30-42E8-88A1-90D80699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0542" y="2722568"/>
            <a:ext cx="220563" cy="229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</a:t>
            </a:r>
          </a:p>
        </p:txBody>
      </p:sp>
      <p:sp>
        <p:nvSpPr>
          <p:cNvPr id="879" name="text-847 Complex">
            <a:extLst xmlns:a="http://schemas.openxmlformats.org/drawingml/2006/main">
              <a:ext uri="{FF2B5EF4-FFF2-40B4-BE49-F238E27FC236}">
                <a16:creationId xmlns:a16="http://schemas.microsoft.com/office/drawing/2014/main" id="{8BE2918B-63CF-470C-B62D-66E8745F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7115" y="2722547"/>
            <a:ext cx="675600" cy="229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Complex</a:t>
            </a:r>
          </a:p>
        </p:txBody>
      </p:sp>
      <p:sp>
        <p:nvSpPr>
          <p:cNvPr id="880" name="text-847 Problems">
            <a:extLst xmlns:a="http://schemas.openxmlformats.org/drawingml/2006/main">
              <a:ext uri="{FF2B5EF4-FFF2-40B4-BE49-F238E27FC236}">
                <a16:creationId xmlns:a16="http://schemas.microsoft.com/office/drawing/2014/main" id="{D16D0BC1-1665-4CF6-B220-90708B2C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8723" y="2722537"/>
            <a:ext cx="721090" cy="22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Problems</a:t>
            </a:r>
          </a:p>
        </p:txBody>
      </p:sp>
      <p:sp>
        <p:nvSpPr>
          <p:cNvPr id="881" name="text-849 Resource">
            <a:extLst xmlns:a="http://schemas.openxmlformats.org/drawingml/2006/main">
              <a:ext uri="{FF2B5EF4-FFF2-40B4-BE49-F238E27FC236}">
                <a16:creationId xmlns:a16="http://schemas.microsoft.com/office/drawing/2014/main" id="{2DF29F29-B362-481C-B29E-6FA20EA2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786704" y="4418552"/>
            <a:ext cx="605569" cy="179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Resource</a:t>
            </a:r>
          </a:p>
        </p:txBody>
      </p:sp>
      <p:sp>
        <p:nvSpPr>
          <p:cNvPr id="882" name="text-849 Demands">
            <a:extLst xmlns:a="http://schemas.openxmlformats.org/drawingml/2006/main">
              <a:ext uri="{FF2B5EF4-FFF2-40B4-BE49-F238E27FC236}">
                <a16:creationId xmlns:a16="http://schemas.microsoft.com/office/drawing/2014/main" id="{F552A189-5D26-443E-9715-11D46597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790886" y="3718846"/>
            <a:ext cx="597347" cy="17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Demands</a:t>
            </a:r>
          </a:p>
        </p:txBody>
      </p:sp>
      <p:sp>
        <p:nvSpPr>
          <p:cNvPr id="883" name="text-850 Spatial-temporal">
            <a:extLst xmlns:a="http://schemas.openxmlformats.org/drawingml/2006/main">
              <a:ext uri="{FF2B5EF4-FFF2-40B4-BE49-F238E27FC236}">
                <a16:creationId xmlns:a16="http://schemas.microsoft.com/office/drawing/2014/main" id="{FFF8E1C0-C7F6-4474-AA86-868D0732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9258" y="5150447"/>
            <a:ext cx="1166592" cy="203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Spatial-temporal</a:t>
            </a:r>
          </a:p>
        </p:txBody>
      </p:sp>
      <p:sp>
        <p:nvSpPr>
          <p:cNvPr id="884" name="text-850 Input">
            <a:extLst xmlns:a="http://schemas.openxmlformats.org/drawingml/2006/main">
              <a:ext uri="{FF2B5EF4-FFF2-40B4-BE49-F238E27FC236}">
                <a16:creationId xmlns:a16="http://schemas.microsoft.com/office/drawing/2014/main" id="{8D875A74-FD20-4425-B657-5504C9C3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0054" y="5150454"/>
            <a:ext cx="381824" cy="20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885" name="text-850 Resolution">
            <a:extLst xmlns:a="http://schemas.openxmlformats.org/drawingml/2006/main">
              <a:ext uri="{FF2B5EF4-FFF2-40B4-BE49-F238E27FC236}">
                <a16:creationId xmlns:a16="http://schemas.microsoft.com/office/drawing/2014/main" id="{1B04B18D-9948-40D8-A76D-2175F6C1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6088" y="5150445"/>
            <a:ext cx="778185" cy="203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Resolution</a:t>
            </a:r>
          </a:p>
        </p:txBody>
      </p:sp>
      <p:sp>
        <p:nvSpPr>
          <p:cNvPr id="886" name="path-851">
            <a:extLst xmlns:a="http://schemas.openxmlformats.org/drawingml/2006/main">
              <a:ext uri="{FF2B5EF4-FFF2-40B4-BE49-F238E27FC236}">
                <a16:creationId xmlns:a16="http://schemas.microsoft.com/office/drawing/2014/main" id="{2FB93649-68F0-49F2-A2A1-D02322B8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54" y="3200521"/>
            <a:ext cx="2383393" cy="1942058"/>
          </a:xfrm>
          <a:custGeom xmlns:a="http://schemas.openxmlformats.org/drawingml/2006/main">
            <a:pathLst>
              <a:path w="2383393" h="1942058">
                <a:moveTo>
                  <a:pt x="0" y="1922774"/>
                </a:moveTo>
                <a:cubicBezTo>
                  <a:pt x="0" y="1922774"/>
                  <a:pt x="1039609" y="1942058"/>
                  <a:pt x="1711501" y="1397346"/>
                </a:cubicBezTo>
                <a:cubicBezTo>
                  <a:pt x="2383393" y="852634"/>
                  <a:pt x="2371622" y="0"/>
                  <a:pt x="2371622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193">
            <a:solidFill>
              <a:srgbClr val="000000"/>
            </a:solidFill>
            <a:prstDash val="solid"/>
          </a:ln>
        </p:spPr>
      </p:sp>
      <p:sp>
        <p:nvSpPr>
          <p:cNvPr id="887" name="path-852">
            <a:extLst xmlns:a="http://schemas.openxmlformats.org/drawingml/2006/main">
              <a:ext uri="{FF2B5EF4-FFF2-40B4-BE49-F238E27FC236}">
                <a16:creationId xmlns:a16="http://schemas.microsoft.com/office/drawing/2014/main" id="{84EB6003-510F-469F-AA5E-096156ED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54" y="5123295"/>
            <a:ext cx="2418806" cy="191"/>
          </a:xfrm>
          <a:custGeom xmlns:a="http://schemas.openxmlformats.org/drawingml/2006/main">
            <a:pathLst>
              <a:path w="2418806" h="191">
                <a:moveTo>
                  <a:pt x="0" y="0"/>
                </a:moveTo>
                <a:lnTo>
                  <a:pt x="2418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193">
            <a:solidFill>
              <a:srgbClr val="000000"/>
            </a:solidFill>
            <a:prstDash val="solid"/>
          </a:ln>
        </p:spPr>
      </p:sp>
      <p:sp>
        <p:nvSpPr>
          <p:cNvPr id="888" name="path-853">
            <a:extLst xmlns:a="http://schemas.openxmlformats.org/drawingml/2006/main">
              <a:ext uri="{FF2B5EF4-FFF2-40B4-BE49-F238E27FC236}">
                <a16:creationId xmlns:a16="http://schemas.microsoft.com/office/drawing/2014/main" id="{BEBCEE2C-8219-49BF-A1B6-24A940D7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412" y="5090508"/>
            <a:ext cx="87328" cy="65496"/>
          </a:xfrm>
          <a:custGeom xmlns:a="http://schemas.openxmlformats.org/drawingml/2006/main">
            <a:pathLst>
              <a:path w="87328" h="65496">
                <a:moveTo>
                  <a:pt x="87328" y="32748"/>
                </a:moveTo>
                <a:lnTo>
                  <a:pt x="0" y="0"/>
                </a:lnTo>
                <a:lnTo>
                  <a:pt x="32748" y="32748"/>
                </a:lnTo>
                <a:lnTo>
                  <a:pt x="0" y="65496"/>
                </a:lnTo>
                <a:lnTo>
                  <a:pt x="87328" y="3274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9" name="path-854">
            <a:extLst xmlns:a="http://schemas.openxmlformats.org/drawingml/2006/main">
              <a:ext uri="{FF2B5EF4-FFF2-40B4-BE49-F238E27FC236}">
                <a16:creationId xmlns:a16="http://schemas.microsoft.com/office/drawing/2014/main" id="{59BDE265-41FF-431F-B8C5-BB963E5E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412" y="5090544"/>
            <a:ext cx="87328" cy="65496"/>
          </a:xfrm>
          <a:custGeom xmlns:a="http://schemas.openxmlformats.org/drawingml/2006/main">
            <a:pathLst>
              <a:path w="87328" h="65496">
                <a:moveTo>
                  <a:pt x="87328" y="32751"/>
                </a:moveTo>
                <a:lnTo>
                  <a:pt x="0" y="0"/>
                </a:lnTo>
                <a:lnTo>
                  <a:pt x="32748" y="32751"/>
                </a:lnTo>
                <a:lnTo>
                  <a:pt x="0" y="65496"/>
                </a:lnTo>
                <a:lnTo>
                  <a:pt x="87328" y="32751"/>
                </a:lnTo>
              </a:path>
            </a:pathLst>
          </a:custGeom>
          <a:noFill xmlns:a="http://schemas.openxmlformats.org/drawingml/2006/main"/>
          <a:ln xmlns:a="http://schemas.openxmlformats.org/drawingml/2006/main" w="18193">
            <a:solidFill>
              <a:srgbClr val="000000"/>
            </a:solidFill>
            <a:prstDash val="solid"/>
          </a:ln>
        </p:spPr>
      </p:sp>
      <p:sp>
        <p:nvSpPr>
          <p:cNvPr id="890" name="path-855">
            <a:extLst xmlns:a="http://schemas.openxmlformats.org/drawingml/2006/main">
              <a:ext uri="{FF2B5EF4-FFF2-40B4-BE49-F238E27FC236}">
                <a16:creationId xmlns:a16="http://schemas.microsoft.com/office/drawing/2014/main" id="{67920406-FEBE-4B03-8E7E-DC866B94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54" y="3224174"/>
            <a:ext cx="191" cy="1899122"/>
          </a:xfrm>
          <a:custGeom xmlns:a="http://schemas.openxmlformats.org/drawingml/2006/main">
            <a:pathLst>
              <a:path w="191" h="1899122">
                <a:moveTo>
                  <a:pt x="0" y="189912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193">
            <a:solidFill>
              <a:srgbClr val="000000"/>
            </a:solidFill>
            <a:prstDash val="solid"/>
          </a:ln>
        </p:spPr>
      </p:sp>
      <p:sp>
        <p:nvSpPr>
          <p:cNvPr id="891" name="path-856">
            <a:extLst xmlns:a="http://schemas.openxmlformats.org/drawingml/2006/main">
              <a:ext uri="{FF2B5EF4-FFF2-40B4-BE49-F238E27FC236}">
                <a16:creationId xmlns:a16="http://schemas.microsoft.com/office/drawing/2014/main" id="{5CB0CF2F-B4DD-4C60-A54B-2AD04876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606" y="3169573"/>
            <a:ext cx="65496" cy="87329"/>
          </a:xfrm>
          <a:custGeom xmlns:a="http://schemas.openxmlformats.org/drawingml/2006/main">
            <a:pathLst>
              <a:path w="65496" h="87329">
                <a:moveTo>
                  <a:pt x="32748" y="0"/>
                </a:moveTo>
                <a:lnTo>
                  <a:pt x="0" y="87329"/>
                </a:lnTo>
                <a:lnTo>
                  <a:pt x="32748" y="54580"/>
                </a:lnTo>
                <a:lnTo>
                  <a:pt x="65496" y="87329"/>
                </a:lnTo>
                <a:lnTo>
                  <a:pt x="32748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2" name="path-857">
            <a:extLst xmlns:a="http://schemas.openxmlformats.org/drawingml/2006/main">
              <a:ext uri="{FF2B5EF4-FFF2-40B4-BE49-F238E27FC236}">
                <a16:creationId xmlns:a16="http://schemas.microsoft.com/office/drawing/2014/main" id="{F56C504C-546E-4281-A8B8-EDC1E720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606" y="3169594"/>
            <a:ext cx="65496" cy="87327"/>
          </a:xfrm>
          <a:custGeom xmlns:a="http://schemas.openxmlformats.org/drawingml/2006/main">
            <a:pathLst>
              <a:path w="65496" h="87327">
                <a:moveTo>
                  <a:pt x="32748" y="0"/>
                </a:moveTo>
                <a:lnTo>
                  <a:pt x="0" y="87327"/>
                </a:lnTo>
                <a:lnTo>
                  <a:pt x="32748" y="54580"/>
                </a:lnTo>
                <a:lnTo>
                  <a:pt x="65496" y="87327"/>
                </a:lnTo>
                <a:lnTo>
                  <a:pt x="327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193">
            <a:solidFill>
              <a:srgbClr val="000000"/>
            </a:solidFill>
            <a:prstDash val="solid"/>
          </a:ln>
        </p:spPr>
      </p:sp>
      <p:pic>
        <p:nvPicPr>
          <p:cNvPr id="893" name="">
            <a:extLst xmlns:a="http://schemas.openxmlformats.org/drawingml/2006/main">
              <a:ext uri="{FF2B5EF4-FFF2-40B4-BE49-F238E27FC236}">
                <a16:creationId xmlns:a16="http://schemas.microsoft.com/office/drawing/2014/main" id="{F2273EE4-AD79-4978-82AC-B15B5D11DD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845772a8d544dc"/>
          <a:stretch xmlns:a="http://schemas.openxmlformats.org/drawingml/2006/main"/>
        </p:blipFill>
        <p:spPr>
          <a:xfrm xmlns:a="http://schemas.openxmlformats.org/drawingml/2006/main">
            <a:off x="1640635" y="4761087"/>
            <a:ext cx="190500" cy="200025"/>
          </a:xfrm>
          <a:prstGeom xmlns:a="http://schemas.openxmlformats.org/drawingml/2006/main" prst="rect">
            <a:avLst/>
          </a:prstGeom>
        </p:spPr>
      </p:pic>
      <p:sp>
        <p:nvSpPr>
          <p:cNvPr id="894" name="path-859">
            <a:extLst xmlns:a="http://schemas.openxmlformats.org/drawingml/2006/main">
              <a:ext uri="{FF2B5EF4-FFF2-40B4-BE49-F238E27FC236}">
                <a16:creationId xmlns:a16="http://schemas.microsoft.com/office/drawing/2014/main" id="{BF550F27-0A9F-4FB0-A7AD-C8F2D8FE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152" y="4769704"/>
            <a:ext cx="181934" cy="181935"/>
          </a:xfrm>
          <a:custGeom xmlns:a="http://schemas.openxmlformats.org/drawingml/2006/main">
            <a:pathLst>
              <a:path w="181934" h="181935">
                <a:moveTo>
                  <a:pt x="0" y="0"/>
                </a:moveTo>
                <a:lnTo>
                  <a:pt x="0" y="181935"/>
                </a:lnTo>
                <a:lnTo>
                  <a:pt x="181934" y="181935"/>
                </a:lnTo>
                <a:lnTo>
                  <a:pt x="181934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5170C3"/>
            </a:solidFill>
            <a:prstDash val="solid"/>
          </a:ln>
        </p:spPr>
      </p:sp>
      <p:sp>
        <p:nvSpPr>
          <p:cNvPr id="895" name="text-860 28">
            <a:extLst xmlns:a="http://schemas.openxmlformats.org/drawingml/2006/main">
              <a:ext uri="{FF2B5EF4-FFF2-40B4-BE49-F238E27FC236}">
                <a16:creationId xmlns:a16="http://schemas.microsoft.com/office/drawing/2014/main" id="{7ADEB5F8-F5C9-457F-8DBA-F7F3E619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303" y="4442843"/>
            <a:ext cx="164606" cy="178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4" b="1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4" b="1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pPr>
            <a:r>
              <a:rPr sz="1004" b="1" i="0">
                <a:solidFill>
                  <a:srgbClr val="4F6DBD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896" name="text-861 ×">
            <a:extLst xmlns:a="http://schemas.openxmlformats.org/drawingml/2006/main">
              <a:ext uri="{FF2B5EF4-FFF2-40B4-BE49-F238E27FC236}">
                <a16:creationId xmlns:a16="http://schemas.microsoft.com/office/drawing/2014/main" id="{E15C60D3-5E13-419C-ACB1-07896C08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3966" y="4442819"/>
            <a:ext cx="97320" cy="178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4" b="1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4" b="1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pPr>
            <a:r>
              <a:rPr sz="1004" b="1" i="0">
                <a:solidFill>
                  <a:srgbClr val="4F6DBD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897" name="text-862 28">
            <a:extLst xmlns:a="http://schemas.openxmlformats.org/drawingml/2006/main">
              <a:ext uri="{FF2B5EF4-FFF2-40B4-BE49-F238E27FC236}">
                <a16:creationId xmlns:a16="http://schemas.microsoft.com/office/drawing/2014/main" id="{B0510D8F-8F01-4FFA-8360-7ADE025B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8341" y="4442843"/>
            <a:ext cx="164606" cy="178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4" b="1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4" b="1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pPr>
            <a:r>
              <a:rPr sz="1004" b="1" i="0">
                <a:solidFill>
                  <a:srgbClr val="4F6DBD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898" name="text-864 images">
            <a:extLst xmlns:a="http://schemas.openxmlformats.org/drawingml/2006/main">
              <a:ext uri="{FF2B5EF4-FFF2-40B4-BE49-F238E27FC236}">
                <a16:creationId xmlns:a16="http://schemas.microsoft.com/office/drawing/2014/main" id="{419B24ED-2A41-4A08-9AB5-E70BCAA8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372" y="4442887"/>
            <a:ext cx="461689" cy="178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3" b="1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3" b="1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pPr>
            <a:r>
              <a:rPr sz="1003" b="1" i="0">
                <a:solidFill>
                  <a:srgbClr val="4F6DBD"/>
                </a:solidFill>
                <a:latin typeface="Arial"/>
                <a:ea typeface="Arial"/>
                <a:cs typeface="Arial"/>
              </a:rPr>
              <a:t>images</a:t>
            </a:r>
          </a:p>
        </p:txBody>
      </p:sp>
      <p:sp>
        <p:nvSpPr>
          <p:cNvPr id="899" name="text-865 for">
            <a:extLst xmlns:a="http://schemas.openxmlformats.org/drawingml/2006/main">
              <a:ext uri="{FF2B5EF4-FFF2-40B4-BE49-F238E27FC236}">
                <a16:creationId xmlns:a16="http://schemas.microsoft.com/office/drawing/2014/main" id="{A24B2905-8D65-474F-B855-7EEC60C6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9649" y="4442842"/>
            <a:ext cx="171567" cy="17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4" b="0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4" b="0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pPr>
            <a:r>
              <a:rPr sz="1004" b="0" i="0">
                <a:solidFill>
                  <a:srgbClr val="4F6DBD"/>
                </a:solidFill>
                <a:latin typeface="Arial"/>
                <a:ea typeface="Arial"/>
                <a:cs typeface="Arial"/>
              </a:rPr>
              <a:t>for</a:t>
            </a:r>
          </a:p>
        </p:txBody>
      </p:sp>
      <p:sp>
        <p:nvSpPr>
          <p:cNvPr id="900" name="text-865 digit">
            <a:extLst xmlns:a="http://schemas.openxmlformats.org/drawingml/2006/main">
              <a:ext uri="{FF2B5EF4-FFF2-40B4-BE49-F238E27FC236}">
                <a16:creationId xmlns:a16="http://schemas.microsoft.com/office/drawing/2014/main" id="{4025B1BD-2EB9-4EC5-A8DC-120D49C0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3650" y="4442848"/>
            <a:ext cx="256590" cy="178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4" b="0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4" b="0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pPr>
            <a:r>
              <a:rPr sz="1004" b="0" i="0">
                <a:solidFill>
                  <a:srgbClr val="4F6DBD"/>
                </a:solidFill>
                <a:latin typeface="Arial"/>
                <a:ea typeface="Arial"/>
                <a:cs typeface="Arial"/>
              </a:rPr>
              <a:t>digit</a:t>
            </a:r>
          </a:p>
        </p:txBody>
      </p:sp>
      <p:sp>
        <p:nvSpPr>
          <p:cNvPr id="901" name="text-866 classification">
            <a:extLst xmlns:a="http://schemas.openxmlformats.org/drawingml/2006/main">
              <a:ext uri="{FF2B5EF4-FFF2-40B4-BE49-F238E27FC236}">
                <a16:creationId xmlns:a16="http://schemas.microsoft.com/office/drawing/2014/main" id="{CF5EDEFF-4E34-4063-8BE2-0565349D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2048" y="4592565"/>
            <a:ext cx="744933" cy="178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4" b="0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4" b="0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pPr>
            <a:r>
              <a:rPr sz="1004" b="0" i="0">
                <a:solidFill>
                  <a:srgbClr val="4F6DBD"/>
                </a:solidFill>
                <a:latin typeface="Arial"/>
                <a:ea typeface="Arial"/>
                <a:cs typeface="Arial"/>
              </a:rPr>
              <a:t>classification</a:t>
            </a:r>
          </a:p>
        </p:txBody>
      </p:sp>
      <p:sp>
        <p:nvSpPr>
          <p:cNvPr id="902" name="text-868 (MNIST,">
            <a:extLst xmlns:a="http://schemas.openxmlformats.org/drawingml/2006/main">
              <a:ext uri="{FF2B5EF4-FFF2-40B4-BE49-F238E27FC236}">
                <a16:creationId xmlns:a16="http://schemas.microsoft.com/office/drawing/2014/main" id="{600B6089-B498-46AE-8D99-16850E9B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9394" y="4629026"/>
            <a:ext cx="346577" cy="1274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17" b="0" i="1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17" b="0" i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717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(MNIST,</a:t>
            </a:r>
          </a:p>
        </p:txBody>
      </p:sp>
      <p:sp>
        <p:nvSpPr>
          <p:cNvPr id="903" name="text-868 1998)">
            <a:extLst xmlns:a="http://schemas.openxmlformats.org/drawingml/2006/main">
              <a:ext uri="{FF2B5EF4-FFF2-40B4-BE49-F238E27FC236}">
                <a16:creationId xmlns:a16="http://schemas.microsoft.com/office/drawing/2014/main" id="{5DF7C132-D7E2-4701-B35B-4EA63399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4857" y="4629039"/>
            <a:ext cx="249056" cy="127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17" b="0" i="1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17" b="0" i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717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1998)</a:t>
            </a:r>
          </a:p>
        </p:txBody>
      </p:sp>
      <p:sp>
        <p:nvSpPr>
          <p:cNvPr id="904" name="text-869 900">
            <a:extLst xmlns:a="http://schemas.openxmlformats.org/drawingml/2006/main">
              <a:ext uri="{FF2B5EF4-FFF2-40B4-BE49-F238E27FC236}">
                <a16:creationId xmlns:a16="http://schemas.microsoft.com/office/drawing/2014/main" id="{E8875789-E333-461C-A8C8-4E2971AE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8246" y="3960898"/>
            <a:ext cx="235440" cy="178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4" b="1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4" b="1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pPr>
            <a:r>
              <a:rPr sz="1004" b="1" i="0">
                <a:solidFill>
                  <a:srgbClr val="CB5919"/>
                </a:solidFill>
                <a:latin typeface="Arial"/>
                <a:ea typeface="Arial"/>
                <a:cs typeface="Arial"/>
              </a:rPr>
              <a:t>900</a:t>
            </a:r>
          </a:p>
        </p:txBody>
      </p:sp>
      <p:sp>
        <p:nvSpPr>
          <p:cNvPr id="905" name="text-870 ×">
            <a:extLst xmlns:a="http://schemas.openxmlformats.org/drawingml/2006/main">
              <a:ext uri="{FF2B5EF4-FFF2-40B4-BE49-F238E27FC236}">
                <a16:creationId xmlns:a16="http://schemas.microsoft.com/office/drawing/2014/main" id="{B0B9B9C2-1028-41F6-A3F0-47196F56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0755" y="3960875"/>
            <a:ext cx="97320" cy="178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4" b="1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4" b="1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pPr>
            <a:r>
              <a:rPr sz="1004" b="1" i="0">
                <a:solidFill>
                  <a:srgbClr val="CB5919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906" name="text-871 1600">
            <a:extLst xmlns:a="http://schemas.openxmlformats.org/drawingml/2006/main">
              <a:ext uri="{FF2B5EF4-FFF2-40B4-BE49-F238E27FC236}">
                <a16:creationId xmlns:a16="http://schemas.microsoft.com/office/drawing/2014/main" id="{AAC87243-817D-4A86-9509-9E2F98E5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5129" y="3960897"/>
            <a:ext cx="306275" cy="178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4" b="1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4" b="1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pPr>
            <a:r>
              <a:rPr sz="1004" b="1" i="0">
                <a:solidFill>
                  <a:srgbClr val="CB5919"/>
                </a:solidFill>
                <a:latin typeface="Arial"/>
                <a:ea typeface="Arial"/>
                <a:cs typeface="Arial"/>
              </a:rPr>
              <a:t>1600</a:t>
            </a:r>
          </a:p>
        </p:txBody>
      </p:sp>
      <p:sp>
        <p:nvSpPr>
          <p:cNvPr id="907" name="text-871 high-frame-rate">
            <a:extLst xmlns:a="http://schemas.openxmlformats.org/drawingml/2006/main">
              <a:ext uri="{FF2B5EF4-FFF2-40B4-BE49-F238E27FC236}">
                <a16:creationId xmlns:a16="http://schemas.microsoft.com/office/drawing/2014/main" id="{E0BCC7DB-00AA-4B2B-BF62-D56936A1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03845" y="3960896"/>
            <a:ext cx="957028" cy="178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4" b="1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4" b="1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pPr>
            <a:r>
              <a:rPr sz="1004" b="1" i="0">
                <a:solidFill>
                  <a:srgbClr val="CB5919"/>
                </a:solidFill>
                <a:latin typeface="Arial"/>
                <a:ea typeface="Arial"/>
                <a:cs typeface="Arial"/>
              </a:rPr>
              <a:t>high-frame-rate</a:t>
            </a:r>
          </a:p>
        </p:txBody>
      </p:sp>
      <p:sp>
        <p:nvSpPr>
          <p:cNvPr id="908" name="text-871 videos">
            <a:extLst xmlns:a="http://schemas.openxmlformats.org/drawingml/2006/main">
              <a:ext uri="{FF2B5EF4-FFF2-40B4-BE49-F238E27FC236}">
                <a16:creationId xmlns:a16="http://schemas.microsoft.com/office/drawing/2014/main" id="{EE81EB68-E72C-4CE3-AAA5-DB9BD222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3314" y="3960897"/>
            <a:ext cx="426395" cy="178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4" b="1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4" b="1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pPr>
            <a:r>
              <a:rPr sz="1004" b="1" i="0">
                <a:solidFill>
                  <a:srgbClr val="CB5919"/>
                </a:solidFill>
                <a:latin typeface="Arial"/>
                <a:ea typeface="Arial"/>
                <a:cs typeface="Arial"/>
              </a:rPr>
              <a:t>videos</a:t>
            </a:r>
          </a:p>
        </p:txBody>
      </p:sp>
      <p:sp>
        <p:nvSpPr>
          <p:cNvPr id="909" name="text-873 for">
            <a:extLst xmlns:a="http://schemas.openxmlformats.org/drawingml/2006/main">
              <a:ext uri="{FF2B5EF4-FFF2-40B4-BE49-F238E27FC236}">
                <a16:creationId xmlns:a16="http://schemas.microsoft.com/office/drawing/2014/main" id="{A7CB4DC8-E8DF-4546-B955-443618B0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1408" y="4110629"/>
            <a:ext cx="171566" cy="1784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4" b="0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4" b="0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pPr>
            <a:r>
              <a:rPr sz="1004" b="0" i="0">
                <a:solidFill>
                  <a:srgbClr val="CB5919"/>
                </a:solidFill>
                <a:latin typeface="Arial"/>
                <a:ea typeface="Arial"/>
                <a:cs typeface="Arial"/>
              </a:rPr>
              <a:t>for</a:t>
            </a:r>
          </a:p>
        </p:txBody>
      </p:sp>
      <p:sp>
        <p:nvSpPr>
          <p:cNvPr id="910" name="text-873 driver">
            <a:extLst xmlns:a="http://schemas.openxmlformats.org/drawingml/2006/main">
              <a:ext uri="{FF2B5EF4-FFF2-40B4-BE49-F238E27FC236}">
                <a16:creationId xmlns:a16="http://schemas.microsoft.com/office/drawing/2014/main" id="{52FC52C2-02E9-41B2-8432-8D09AE0D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5408" y="4110608"/>
            <a:ext cx="341409" cy="178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4" b="0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4" b="0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pPr>
            <a:r>
              <a:rPr sz="1004" b="0" i="0">
                <a:solidFill>
                  <a:srgbClr val="CB5919"/>
                </a:solidFill>
                <a:latin typeface="Arial"/>
                <a:ea typeface="Arial"/>
                <a:cs typeface="Arial"/>
              </a:rPr>
              <a:t>driver</a:t>
            </a:r>
          </a:p>
        </p:txBody>
      </p:sp>
      <p:sp>
        <p:nvSpPr>
          <p:cNvPr id="911" name="text-873 assistance">
            <a:extLst xmlns:a="http://schemas.openxmlformats.org/drawingml/2006/main">
              <a:ext uri="{FF2B5EF4-FFF2-40B4-BE49-F238E27FC236}">
                <a16:creationId xmlns:a16="http://schemas.microsoft.com/office/drawing/2014/main" id="{F3380962-13FD-4201-8AEA-CE90FFCF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9249" y="4110633"/>
            <a:ext cx="624659" cy="178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4" b="0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4" b="0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pPr>
            <a:r>
              <a:rPr sz="1004" b="0" i="0">
                <a:solidFill>
                  <a:srgbClr val="CB5919"/>
                </a:solidFill>
                <a:latin typeface="Arial"/>
                <a:ea typeface="Arial"/>
                <a:cs typeface="Arial"/>
              </a:rPr>
              <a:t>assistance</a:t>
            </a:r>
          </a:p>
        </p:txBody>
      </p:sp>
      <p:sp>
        <p:nvSpPr>
          <p:cNvPr id="912" name="text-873 tasks">
            <a:extLst xmlns:a="http://schemas.openxmlformats.org/drawingml/2006/main">
              <a:ext uri="{FF2B5EF4-FFF2-40B4-BE49-F238E27FC236}">
                <a16:creationId xmlns:a16="http://schemas.microsoft.com/office/drawing/2014/main" id="{E6ADC847-403E-4581-BF26-15869F1F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6349" y="4110629"/>
            <a:ext cx="320188" cy="178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4" b="0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4" b="0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pPr>
            <a:r>
              <a:rPr sz="1004" b="0" i="0">
                <a:solidFill>
                  <a:srgbClr val="CB5919"/>
                </a:solidFill>
                <a:latin typeface="Arial"/>
                <a:ea typeface="Arial"/>
                <a:cs typeface="Arial"/>
              </a:rPr>
              <a:t>tasks</a:t>
            </a:r>
          </a:p>
        </p:txBody>
      </p:sp>
      <p:sp>
        <p:nvSpPr>
          <p:cNvPr id="913" name="path-874">
            <a:extLst xmlns:a="http://schemas.openxmlformats.org/drawingml/2006/main">
              <a:ext uri="{FF2B5EF4-FFF2-40B4-BE49-F238E27FC236}">
                <a16:creationId xmlns:a16="http://schemas.microsoft.com/office/drawing/2014/main" id="{303D8FF9-EE40-4014-B40D-84DF7A67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6489" y="4962862"/>
            <a:ext cx="119822" cy="119822"/>
          </a:xfrm>
          <a:custGeom xmlns:a="http://schemas.openxmlformats.org/drawingml/2006/main">
            <a:pathLst>
              <a:path w="119822" h="119822">
                <a:moveTo>
                  <a:pt x="98499" y="21323"/>
                </a:moveTo>
                <a:cubicBezTo>
                  <a:pt x="119822" y="42637"/>
                  <a:pt x="119822" y="77195"/>
                  <a:pt x="98499" y="98509"/>
                </a:cubicBezTo>
                <a:cubicBezTo>
                  <a:pt x="77186" y="119822"/>
                  <a:pt x="42627" y="119822"/>
                  <a:pt x="21314" y="98509"/>
                </a:cubicBezTo>
                <a:cubicBezTo>
                  <a:pt x="0" y="77195"/>
                  <a:pt x="0" y="42637"/>
                  <a:pt x="21314" y="21323"/>
                </a:cubicBezTo>
                <a:cubicBezTo>
                  <a:pt x="42627" y="0"/>
                  <a:pt x="77186" y="0"/>
                  <a:pt x="98499" y="21323"/>
                </a:cubicBezTo>
              </a:path>
            </a:pathLst>
          </a:custGeom>
          <a:solidFill xmlns:a="http://schemas.openxmlformats.org/drawingml/2006/main">
            <a:srgbClr val="517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4" name="path-875">
            <a:extLst xmlns:a="http://schemas.openxmlformats.org/drawingml/2006/main">
              <a:ext uri="{FF2B5EF4-FFF2-40B4-BE49-F238E27FC236}">
                <a16:creationId xmlns:a16="http://schemas.microsoft.com/office/drawing/2014/main" id="{9BDEA337-184B-4345-B3D1-9AE8C27E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698" y="3248424"/>
            <a:ext cx="119812" cy="119812"/>
          </a:xfrm>
          <a:custGeom xmlns:a="http://schemas.openxmlformats.org/drawingml/2006/main">
            <a:pathLst>
              <a:path w="119812" h="119812">
                <a:moveTo>
                  <a:pt x="98499" y="21313"/>
                </a:moveTo>
                <a:cubicBezTo>
                  <a:pt x="119812" y="42627"/>
                  <a:pt x="119812" y="77186"/>
                  <a:pt x="98499" y="98499"/>
                </a:cubicBezTo>
                <a:cubicBezTo>
                  <a:pt x="77185" y="119812"/>
                  <a:pt x="42627" y="119812"/>
                  <a:pt x="21313" y="98499"/>
                </a:cubicBezTo>
                <a:cubicBezTo>
                  <a:pt x="0" y="77186"/>
                  <a:pt x="0" y="42627"/>
                  <a:pt x="21313" y="21313"/>
                </a:cubicBezTo>
                <a:cubicBezTo>
                  <a:pt x="42627" y="0"/>
                  <a:pt x="77185" y="0"/>
                  <a:pt x="98499" y="21313"/>
                </a:cubicBezTo>
              </a:path>
            </a:pathLst>
          </a:custGeom>
          <a:solidFill xmlns:a="http://schemas.openxmlformats.org/drawingml/2006/main">
            <a:srgbClr val="CB5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5" name="path-876">
            <a:extLst xmlns:a="http://schemas.openxmlformats.org/drawingml/2006/main">
              <a:ext uri="{FF2B5EF4-FFF2-40B4-BE49-F238E27FC236}">
                <a16:creationId xmlns:a16="http://schemas.microsoft.com/office/drawing/2014/main" id="{759495B6-C8CA-42F9-9688-194703A2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044" y="4958826"/>
            <a:ext cx="96325" cy="42116"/>
          </a:xfrm>
          <a:custGeom xmlns:a="http://schemas.openxmlformats.org/drawingml/2006/main">
            <a:pathLst>
              <a:path w="96325" h="42116">
                <a:moveTo>
                  <a:pt x="0" y="0"/>
                </a:moveTo>
                <a:lnTo>
                  <a:pt x="96325" y="42116"/>
                </a:lnTo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5170C3"/>
            </a:solidFill>
            <a:prstDash val="solid"/>
          </a:ln>
        </p:spPr>
      </p:sp>
      <p:sp>
        <p:nvSpPr>
          <p:cNvPr id="916" name="path-877">
            <a:extLst xmlns:a="http://schemas.openxmlformats.org/drawingml/2006/main">
              <a:ext uri="{FF2B5EF4-FFF2-40B4-BE49-F238E27FC236}">
                <a16:creationId xmlns:a16="http://schemas.microsoft.com/office/drawing/2014/main" id="{52B5B80D-BBFD-4676-98C6-EE901E7E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2155" y="3322511"/>
            <a:ext cx="387729" cy="104339"/>
          </a:xfrm>
          <a:custGeom xmlns:a="http://schemas.openxmlformats.org/drawingml/2006/main">
            <a:pathLst>
              <a:path w="387729" h="104339">
                <a:moveTo>
                  <a:pt x="0" y="104339"/>
                </a:moveTo>
                <a:lnTo>
                  <a:pt x="3877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CB5919"/>
            </a:solidFill>
            <a:prstDash val="solid"/>
          </a:ln>
        </p:spPr>
      </p:sp>
      <p:pic>
        <p:nvPicPr>
          <p:cNvPr id="917" name="">
            <a:extLst xmlns:a="http://schemas.openxmlformats.org/drawingml/2006/main">
              <a:ext uri="{FF2B5EF4-FFF2-40B4-BE49-F238E27FC236}">
                <a16:creationId xmlns:a16="http://schemas.microsoft.com/office/drawing/2014/main" id="{29CB041B-3A01-4E5E-BD70-3EC7539400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390ded8eb4b8c"/>
          <a:stretch xmlns:a="http://schemas.openxmlformats.org/drawingml/2006/main"/>
        </p:blipFill>
        <p:spPr>
          <a:xfrm xmlns:a="http://schemas.openxmlformats.org/drawingml/2006/main">
            <a:off x="1526335" y="3065637"/>
            <a:ext cx="1409700" cy="800100"/>
          </a:xfrm>
          <a:prstGeom xmlns:a="http://schemas.openxmlformats.org/drawingml/2006/main" prst="rect">
            <a:avLst/>
          </a:prstGeom>
        </p:spPr>
      </p:pic>
      <p:sp>
        <p:nvSpPr>
          <p:cNvPr id="918" name="path-879">
            <a:extLst xmlns:a="http://schemas.openxmlformats.org/drawingml/2006/main">
              <a:ext uri="{FF2B5EF4-FFF2-40B4-BE49-F238E27FC236}">
                <a16:creationId xmlns:a16="http://schemas.microsoft.com/office/drawing/2014/main" id="{5B0F26D7-05E1-4E57-B552-8D511BEC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330" y="3073259"/>
            <a:ext cx="1404232" cy="789959"/>
          </a:xfrm>
          <a:custGeom xmlns:a="http://schemas.openxmlformats.org/drawingml/2006/main">
            <a:pathLst>
              <a:path w="1404232" h="789959">
                <a:moveTo>
                  <a:pt x="0" y="0"/>
                </a:moveTo>
                <a:lnTo>
                  <a:pt x="0" y="789959"/>
                </a:lnTo>
                <a:lnTo>
                  <a:pt x="1404232" y="789959"/>
                </a:lnTo>
                <a:lnTo>
                  <a:pt x="140423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CB5919"/>
            </a:solidFill>
            <a:prstDash val="solid"/>
          </a:ln>
        </p:spPr>
      </p:sp>
      <p:pic>
        <p:nvPicPr>
          <p:cNvPr id="919" name="">
            <a:extLst xmlns:a="http://schemas.openxmlformats.org/drawingml/2006/main">
              <a:ext uri="{FF2B5EF4-FFF2-40B4-BE49-F238E27FC236}">
                <a16:creationId xmlns:a16="http://schemas.microsoft.com/office/drawing/2014/main" id="{89AE1628-E73E-460D-8A33-66C6C0E860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453d0125e4df9"/>
          <a:stretch xmlns:a="http://schemas.openxmlformats.org/drawingml/2006/main"/>
        </p:blipFill>
        <p:spPr>
          <a:xfrm xmlns:a="http://schemas.openxmlformats.org/drawingml/2006/main">
            <a:off x="1583485" y="3103737"/>
            <a:ext cx="1409700" cy="800100"/>
          </a:xfrm>
          <a:prstGeom xmlns:a="http://schemas.openxmlformats.org/drawingml/2006/main" prst="rect">
            <a:avLst/>
          </a:prstGeom>
        </p:spPr>
      </p:pic>
      <p:sp>
        <p:nvSpPr>
          <p:cNvPr id="920" name="path-881">
            <a:extLst xmlns:a="http://schemas.openxmlformats.org/drawingml/2006/main">
              <a:ext uri="{FF2B5EF4-FFF2-40B4-BE49-F238E27FC236}">
                <a16:creationId xmlns:a16="http://schemas.microsoft.com/office/drawing/2014/main" id="{97E7601A-C758-40E2-8EB2-4A57A7DD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366" y="3111373"/>
            <a:ext cx="1404232" cy="789868"/>
          </a:xfrm>
          <a:custGeom xmlns:a="http://schemas.openxmlformats.org/drawingml/2006/main">
            <a:pathLst>
              <a:path w="1404232" h="789868">
                <a:moveTo>
                  <a:pt x="0" y="0"/>
                </a:moveTo>
                <a:lnTo>
                  <a:pt x="0" y="789868"/>
                </a:lnTo>
                <a:lnTo>
                  <a:pt x="1404232" y="789868"/>
                </a:lnTo>
                <a:lnTo>
                  <a:pt x="140423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CB5919"/>
            </a:solidFill>
            <a:prstDash val="solid"/>
          </a:ln>
        </p:spPr>
      </p:sp>
      <p:pic>
        <p:nvPicPr>
          <p:cNvPr id="921" name="">
            <a:extLst xmlns:a="http://schemas.openxmlformats.org/drawingml/2006/main">
              <a:ext uri="{FF2B5EF4-FFF2-40B4-BE49-F238E27FC236}">
                <a16:creationId xmlns:a16="http://schemas.microsoft.com/office/drawing/2014/main" id="{6A9A3097-DF7E-474E-AEAB-BE30ED9C80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45275fb964f33"/>
          <a:stretch xmlns:a="http://schemas.openxmlformats.org/drawingml/2006/main"/>
        </p:blipFill>
        <p:spPr>
          <a:xfrm xmlns:a="http://schemas.openxmlformats.org/drawingml/2006/main">
            <a:off x="1640635" y="3141837"/>
            <a:ext cx="1409700" cy="800100"/>
          </a:xfrm>
          <a:prstGeom xmlns:a="http://schemas.openxmlformats.org/drawingml/2006/main" prst="rect">
            <a:avLst/>
          </a:prstGeom>
        </p:spPr>
      </p:pic>
      <p:sp>
        <p:nvSpPr>
          <p:cNvPr id="922" name="path-883">
            <a:extLst xmlns:a="http://schemas.openxmlformats.org/drawingml/2006/main">
              <a:ext uri="{FF2B5EF4-FFF2-40B4-BE49-F238E27FC236}">
                <a16:creationId xmlns:a16="http://schemas.microsoft.com/office/drawing/2014/main" id="{461C682B-8520-4ECD-80DD-5C41DFE5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402" y="3149398"/>
            <a:ext cx="1404232" cy="789868"/>
          </a:xfrm>
          <a:custGeom xmlns:a="http://schemas.openxmlformats.org/drawingml/2006/main">
            <a:pathLst>
              <a:path w="1404232" h="789868">
                <a:moveTo>
                  <a:pt x="0" y="0"/>
                </a:moveTo>
                <a:lnTo>
                  <a:pt x="0" y="789868"/>
                </a:lnTo>
                <a:lnTo>
                  <a:pt x="1404232" y="789868"/>
                </a:lnTo>
                <a:lnTo>
                  <a:pt x="140423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CB5919"/>
            </a:solidFill>
            <a:prstDash val="solid"/>
          </a:ln>
        </p:spPr>
      </p:sp>
      <p:sp>
        <p:nvSpPr>
          <p:cNvPr id="923" name="path-884">
            <a:extLst xmlns:a="http://schemas.openxmlformats.org/drawingml/2006/main">
              <a:ext uri="{FF2B5EF4-FFF2-40B4-BE49-F238E27FC236}">
                <a16:creationId xmlns:a16="http://schemas.microsoft.com/office/drawing/2014/main" id="{6745F76D-CE5A-4A6B-9E2E-90CA8D0E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0981" y="5022777"/>
            <a:ext cx="1624400" cy="191"/>
          </a:xfrm>
          <a:custGeom xmlns:a="http://schemas.openxmlformats.org/drawingml/2006/main">
            <a:pathLst>
              <a:path w="1624400" h="191">
                <a:moveTo>
                  <a:pt x="16244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dash"/>
          </a:ln>
        </p:spPr>
      </p:sp>
      <p:sp>
        <p:nvSpPr>
          <p:cNvPr id="924" name="path-885">
            <a:extLst xmlns:a="http://schemas.openxmlformats.org/drawingml/2006/main">
              <a:ext uri="{FF2B5EF4-FFF2-40B4-BE49-F238E27FC236}">
                <a16:creationId xmlns:a16="http://schemas.microsoft.com/office/drawing/2014/main" id="{2879BB6D-F6B5-400F-A031-D8F021A4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599" y="3362900"/>
            <a:ext cx="191" cy="1598656"/>
          </a:xfrm>
          <a:custGeom xmlns:a="http://schemas.openxmlformats.org/drawingml/2006/main">
            <a:pathLst>
              <a:path w="191" h="1598656">
                <a:moveTo>
                  <a:pt x="0" y="0"/>
                </a:moveTo>
                <a:lnTo>
                  <a:pt x="0" y="1598656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dash"/>
          </a:ln>
        </p:spPr>
      </p:sp>
      <p:sp>
        <p:nvSpPr>
          <p:cNvPr id="925" name="path-886">
            <a:extLst xmlns:a="http://schemas.openxmlformats.org/drawingml/2006/main">
              <a:ext uri="{FF2B5EF4-FFF2-40B4-BE49-F238E27FC236}">
                <a16:creationId xmlns:a16="http://schemas.microsoft.com/office/drawing/2014/main" id="{7270EAED-0355-4B65-B51A-FE6B4A23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309" y="4934272"/>
            <a:ext cx="54580" cy="72773"/>
          </a:xfrm>
          <a:custGeom xmlns:a="http://schemas.openxmlformats.org/drawingml/2006/main">
            <a:pathLst>
              <a:path w="54580" h="72773">
                <a:moveTo>
                  <a:pt x="27290" y="72773"/>
                </a:moveTo>
                <a:lnTo>
                  <a:pt x="54580" y="0"/>
                </a:lnTo>
                <a:lnTo>
                  <a:pt x="27290" y="27290"/>
                </a:lnTo>
                <a:lnTo>
                  <a:pt x="0" y="0"/>
                </a:lnTo>
                <a:lnTo>
                  <a:pt x="27290" y="7277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6" name="path-887">
            <a:extLst xmlns:a="http://schemas.openxmlformats.org/drawingml/2006/main">
              <a:ext uri="{FF2B5EF4-FFF2-40B4-BE49-F238E27FC236}">
                <a16:creationId xmlns:a16="http://schemas.microsoft.com/office/drawing/2014/main" id="{EC2F3D79-9558-40DA-9C7D-EAE11A7F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309" y="4934264"/>
            <a:ext cx="54580" cy="72773"/>
          </a:xfrm>
          <a:custGeom xmlns:a="http://schemas.openxmlformats.org/drawingml/2006/main">
            <a:pathLst>
              <a:path w="54580" h="72773">
                <a:moveTo>
                  <a:pt x="27290" y="72773"/>
                </a:moveTo>
                <a:lnTo>
                  <a:pt x="54580" y="0"/>
                </a:lnTo>
                <a:lnTo>
                  <a:pt x="27290" y="27291"/>
                </a:lnTo>
                <a:lnTo>
                  <a:pt x="0" y="0"/>
                </a:lnTo>
                <a:lnTo>
                  <a:pt x="27290" y="72773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927" name="path-888">
            <a:extLst xmlns:a="http://schemas.openxmlformats.org/drawingml/2006/main">
              <a:ext uri="{FF2B5EF4-FFF2-40B4-BE49-F238E27FC236}">
                <a16:creationId xmlns:a16="http://schemas.microsoft.com/office/drawing/2014/main" id="{C0F70DFF-C719-412A-8A77-16D84843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411" y="4781438"/>
            <a:ext cx="106240" cy="191"/>
          </a:xfrm>
          <a:custGeom xmlns:a="http://schemas.openxmlformats.org/drawingml/2006/main">
            <a:pathLst>
              <a:path w="106240" h="191">
                <a:moveTo>
                  <a:pt x="0" y="0"/>
                </a:moveTo>
                <a:lnTo>
                  <a:pt x="1062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290">
            <a:solidFill>
              <a:srgbClr val="000000"/>
            </a:solidFill>
            <a:prstDash val="solid"/>
          </a:ln>
        </p:spPr>
      </p:sp>
      <p:sp>
        <p:nvSpPr>
          <p:cNvPr id="928" name="text-889 &gt;">
            <a:extLst xmlns:a="http://schemas.openxmlformats.org/drawingml/2006/main">
              <a:ext uri="{FF2B5EF4-FFF2-40B4-BE49-F238E27FC236}">
                <a16:creationId xmlns:a16="http://schemas.microsoft.com/office/drawing/2014/main" id="{E81D042E-630A-4997-891E-32A7AE1A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6411" y="4575236"/>
            <a:ext cx="139008" cy="2548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929" name="path-890">
            <a:extLst xmlns:a="http://schemas.openxmlformats.org/drawingml/2006/main">
              <a:ext uri="{FF2B5EF4-FFF2-40B4-BE49-F238E27FC236}">
                <a16:creationId xmlns:a16="http://schemas.microsoft.com/office/drawing/2014/main" id="{C465E98E-11E6-45E2-ADE8-D06BC29E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651" y="4781438"/>
            <a:ext cx="404740" cy="191"/>
          </a:xfrm>
          <a:custGeom xmlns:a="http://schemas.openxmlformats.org/drawingml/2006/main">
            <a:pathLst>
              <a:path w="404740" h="191">
                <a:moveTo>
                  <a:pt x="0" y="0"/>
                </a:moveTo>
                <a:lnTo>
                  <a:pt x="4047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290">
            <a:solidFill>
              <a:srgbClr val="000000"/>
            </a:solidFill>
            <a:prstDash val="solid"/>
          </a:ln>
        </p:spPr>
      </p:sp>
      <p:sp>
        <p:nvSpPr>
          <p:cNvPr id="930" name="text-891 1800">
            <a:extLst xmlns:a="http://schemas.openxmlformats.org/drawingml/2006/main">
              <a:ext uri="{FF2B5EF4-FFF2-40B4-BE49-F238E27FC236}">
                <a16:creationId xmlns:a16="http://schemas.microsoft.com/office/drawing/2014/main" id="{DC5A0094-0856-4EE2-AFE6-7F617DA6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2651" y="4575248"/>
            <a:ext cx="437518" cy="254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3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1800</a:t>
            </a:r>
          </a:p>
        </p:txBody>
      </p:sp>
      <p:sp>
        <p:nvSpPr>
          <p:cNvPr id="931" name="text-892 times">
            <a:extLst xmlns:a="http://schemas.openxmlformats.org/drawingml/2006/main">
              <a:ext uri="{FF2B5EF4-FFF2-40B4-BE49-F238E27FC236}">
                <a16:creationId xmlns:a16="http://schemas.microsoft.com/office/drawing/2014/main" id="{08364D50-96BF-48B5-8E5C-CF022DD9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8027" y="4802573"/>
            <a:ext cx="373968" cy="203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times</a:t>
            </a:r>
          </a:p>
        </p:txBody>
      </p:sp>
      <p:sp>
        <p:nvSpPr>
          <p:cNvPr id="932" name="path-893">
            <a:extLst xmlns:a="http://schemas.openxmlformats.org/drawingml/2006/main">
              <a:ext uri="{FF2B5EF4-FFF2-40B4-BE49-F238E27FC236}">
                <a16:creationId xmlns:a16="http://schemas.microsoft.com/office/drawing/2014/main" id="{9DFCEE39-150E-4385-A5C4-F5E34445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659" y="2263650"/>
            <a:ext cx="4122247" cy="1613759"/>
          </a:xfrm>
          <a:custGeom xmlns:a="http://schemas.openxmlformats.org/drawingml/2006/main">
            <a:pathLst>
              <a:path w="4122247" h="1613759">
                <a:moveTo>
                  <a:pt x="0" y="0"/>
                </a:moveTo>
                <a:lnTo>
                  <a:pt x="0" y="1613759"/>
                </a:lnTo>
                <a:lnTo>
                  <a:pt x="4122247" y="1613759"/>
                </a:lnTo>
                <a:lnTo>
                  <a:pt x="412224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193">
            <a:solidFill>
              <a:srgbClr val="666666"/>
            </a:solidFill>
            <a:prstDash val="solid"/>
          </a:ln>
        </p:spPr>
      </p:sp>
      <p:sp>
        <p:nvSpPr>
          <p:cNvPr id="933" name="text-894 Continuously">
            <a:extLst xmlns:a="http://schemas.openxmlformats.org/drawingml/2006/main">
              <a:ext uri="{FF2B5EF4-FFF2-40B4-BE49-F238E27FC236}">
                <a16:creationId xmlns:a16="http://schemas.microsoft.com/office/drawing/2014/main" id="{2825E173-DFBB-40E4-86C0-F6579274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2753" y="2584096"/>
            <a:ext cx="976163" cy="229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Continuously</a:t>
            </a:r>
          </a:p>
        </p:txBody>
      </p:sp>
      <p:sp>
        <p:nvSpPr>
          <p:cNvPr id="934" name="text-895 Scaling">
            <a:extLst xmlns:a="http://schemas.openxmlformats.org/drawingml/2006/main">
              <a:ext uri="{FF2B5EF4-FFF2-40B4-BE49-F238E27FC236}">
                <a16:creationId xmlns:a16="http://schemas.microsoft.com/office/drawing/2014/main" id="{21005A0B-5A06-431F-A2CC-D428A267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93739" y="2771390"/>
            <a:ext cx="566543" cy="229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Scaling</a:t>
            </a:r>
          </a:p>
        </p:txBody>
      </p:sp>
      <p:sp>
        <p:nvSpPr>
          <p:cNvPr id="935" name="text-895 up">
            <a:extLst xmlns:a="http://schemas.openxmlformats.org/drawingml/2006/main">
              <a:ext uri="{FF2B5EF4-FFF2-40B4-BE49-F238E27FC236}">
                <a16:creationId xmlns:a16="http://schemas.microsoft.com/office/drawing/2014/main" id="{285B24CA-8A4A-470C-9C79-3B339AC4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6295" y="2771414"/>
            <a:ext cx="211614" cy="2292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up</a:t>
            </a:r>
          </a:p>
        </p:txBody>
      </p:sp>
      <p:sp>
        <p:nvSpPr>
          <p:cNvPr id="936" name="text-896 Model">
            <a:extLst xmlns:a="http://schemas.openxmlformats.org/drawingml/2006/main">
              <a:ext uri="{FF2B5EF4-FFF2-40B4-BE49-F238E27FC236}">
                <a16:creationId xmlns:a16="http://schemas.microsoft.com/office/drawing/2014/main" id="{E02171FA-82E2-4CC2-9347-C3C56D02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1079" y="2958683"/>
            <a:ext cx="475474" cy="229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937" name="text-896 Size">
            <a:extLst xmlns:a="http://schemas.openxmlformats.org/drawingml/2006/main">
              <a:ext uri="{FF2B5EF4-FFF2-40B4-BE49-F238E27FC236}">
                <a16:creationId xmlns:a16="http://schemas.microsoft.com/office/drawing/2014/main" id="{3081CA5A-F81E-4CCB-8D81-32953053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2563" y="2958721"/>
            <a:ext cx="348009" cy="22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Size</a:t>
            </a:r>
          </a:p>
        </p:txBody>
      </p:sp>
      <p:sp>
        <p:nvSpPr>
          <p:cNvPr id="938" name="text-897 Under">
            <a:extLst xmlns:a="http://schemas.openxmlformats.org/drawingml/2006/main">
              <a:ext uri="{FF2B5EF4-FFF2-40B4-BE49-F238E27FC236}">
                <a16:creationId xmlns:a16="http://schemas.microsoft.com/office/drawing/2014/main" id="{DCE35BE0-D863-4A9E-A4DB-D6B892A1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6526" y="3145985"/>
            <a:ext cx="475481" cy="2293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Under</a:t>
            </a:r>
          </a:p>
        </p:txBody>
      </p:sp>
      <p:sp>
        <p:nvSpPr>
          <p:cNvPr id="939" name="text-897 the">
            <a:extLst xmlns:a="http://schemas.openxmlformats.org/drawingml/2006/main">
              <a:ext uri="{FF2B5EF4-FFF2-40B4-BE49-F238E27FC236}">
                <a16:creationId xmlns:a16="http://schemas.microsoft.com/office/drawing/2014/main" id="{42C65D40-04F2-4DAD-86AB-1F23DC3D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8010" y="3145981"/>
            <a:ext cx="257108" cy="229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940" name="text-898 Scaling">
            <a:extLst xmlns:a="http://schemas.openxmlformats.org/drawingml/2006/main">
              <a:ext uri="{FF2B5EF4-FFF2-40B4-BE49-F238E27FC236}">
                <a16:creationId xmlns:a16="http://schemas.microsoft.com/office/drawing/2014/main" id="{014AC047-0F62-4C04-B0F5-382A9042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7379" y="3333305"/>
            <a:ext cx="611846" cy="229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Scaling</a:t>
            </a:r>
          </a:p>
        </p:txBody>
      </p:sp>
      <p:sp>
        <p:nvSpPr>
          <p:cNvPr id="941" name="text-898 Laws">
            <a:extLst xmlns:a="http://schemas.openxmlformats.org/drawingml/2006/main">
              <a:ext uri="{FF2B5EF4-FFF2-40B4-BE49-F238E27FC236}">
                <a16:creationId xmlns:a16="http://schemas.microsoft.com/office/drawing/2014/main" id="{9713B05C-BC26-4C9D-A252-9D04817D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5226" y="3333323"/>
            <a:ext cx="438983" cy="2292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Laws</a:t>
            </a:r>
          </a:p>
        </p:txBody>
      </p:sp>
      <p:sp>
        <p:nvSpPr>
          <p:cNvPr id="942" name="path-899">
            <a:extLst xmlns:a="http://schemas.openxmlformats.org/drawingml/2006/main">
              <a:ext uri="{FF2B5EF4-FFF2-40B4-BE49-F238E27FC236}">
                <a16:creationId xmlns:a16="http://schemas.microsoft.com/office/drawing/2014/main" id="{D809002A-759D-4C68-ADD5-9B6D6442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056" y="3190696"/>
            <a:ext cx="191" cy="634951"/>
          </a:xfrm>
          <a:custGeom xmlns:a="http://schemas.openxmlformats.org/drawingml/2006/main">
            <a:pathLst>
              <a:path w="191" h="634951">
                <a:moveTo>
                  <a:pt x="0" y="0"/>
                </a:moveTo>
                <a:lnTo>
                  <a:pt x="0" y="634951"/>
                </a:lnTo>
              </a:path>
            </a:pathLst>
          </a:custGeom>
          <a:noFill xmlns:a="http://schemas.openxmlformats.org/drawingml/2006/main"/>
          <a:ln xmlns:a="http://schemas.openxmlformats.org/drawingml/2006/main" w="18193">
            <a:solidFill>
              <a:srgbClr val="000000"/>
            </a:solidFill>
            <a:prstDash val="solid"/>
          </a:ln>
        </p:spPr>
      </p:sp>
      <p:sp>
        <p:nvSpPr>
          <p:cNvPr id="943" name="path-900">
            <a:extLst xmlns:a="http://schemas.openxmlformats.org/drawingml/2006/main">
              <a:ext uri="{FF2B5EF4-FFF2-40B4-BE49-F238E27FC236}">
                <a16:creationId xmlns:a16="http://schemas.microsoft.com/office/drawing/2014/main" id="{A58273B7-1F41-4CF7-AEC8-1A4E100C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059" y="3242058"/>
            <a:ext cx="87327" cy="231992"/>
          </a:xfrm>
          <a:custGeom xmlns:a="http://schemas.openxmlformats.org/drawingml/2006/main">
            <a:pathLst>
              <a:path w="87327" h="231992">
                <a:moveTo>
                  <a:pt x="0" y="0"/>
                </a:moveTo>
                <a:lnTo>
                  <a:pt x="87327" y="0"/>
                </a:lnTo>
                <a:lnTo>
                  <a:pt x="87327" y="231992"/>
                </a:lnTo>
                <a:lnTo>
                  <a:pt x="0" y="231992"/>
                </a:lnTo>
                <a:close/>
              </a:path>
            </a:pathLst>
          </a:custGeom>
          <a:solidFill xmlns:a="http://schemas.openxmlformats.org/drawingml/2006/main">
            <a:srgbClr val="5170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4" name="path-901">
            <a:extLst xmlns:a="http://schemas.openxmlformats.org/drawingml/2006/main">
              <a:ext uri="{FF2B5EF4-FFF2-40B4-BE49-F238E27FC236}">
                <a16:creationId xmlns:a16="http://schemas.microsoft.com/office/drawing/2014/main" id="{FC365768-A7E4-4A14-86FE-2394D773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056" y="3242094"/>
            <a:ext cx="87327" cy="231964"/>
          </a:xfrm>
          <a:custGeom xmlns:a="http://schemas.openxmlformats.org/drawingml/2006/main">
            <a:pathLst>
              <a:path w="87327" h="231964">
                <a:moveTo>
                  <a:pt x="0" y="0"/>
                </a:moveTo>
                <a:lnTo>
                  <a:pt x="0" y="231964"/>
                </a:lnTo>
                <a:lnTo>
                  <a:pt x="87327" y="231964"/>
                </a:lnTo>
                <a:lnTo>
                  <a:pt x="8732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000000"/>
            </a:solidFill>
            <a:prstDash val="solid"/>
          </a:ln>
        </p:spPr>
      </p:sp>
      <p:sp>
        <p:nvSpPr>
          <p:cNvPr id="945" name="text-902 ViT-22B">
            <a:extLst xmlns:a="http://schemas.openxmlformats.org/drawingml/2006/main">
              <a:ext uri="{FF2B5EF4-FFF2-40B4-BE49-F238E27FC236}">
                <a16:creationId xmlns:a16="http://schemas.microsoft.com/office/drawing/2014/main" id="{218A83E8-6F08-4B94-843B-CBE4778D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0548" y="3529076"/>
            <a:ext cx="487782" cy="1784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4" b="1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4" b="1" i="0">
                <a:solidFill>
                  <a:srgbClr val="CB5919"/>
                </a:solidFill>
                <a:latin typeface="Arial"/>
                <a:ea typeface="Arial"/>
                <a:cs typeface="Arial"/>
              </a:defRPr>
            </a:pPr>
            <a:r>
              <a:rPr sz="1004" b="1" i="0">
                <a:solidFill>
                  <a:srgbClr val="CB5919"/>
                </a:solidFill>
                <a:latin typeface="Arial"/>
                <a:ea typeface="Arial"/>
                <a:cs typeface="Arial"/>
              </a:rPr>
              <a:t>ViT-22B</a:t>
            </a:r>
          </a:p>
        </p:txBody>
      </p:sp>
      <p:sp>
        <p:nvSpPr>
          <p:cNvPr id="946" name="text-903 (2023)">
            <a:extLst xmlns:a="http://schemas.openxmlformats.org/drawingml/2006/main">
              <a:ext uri="{FF2B5EF4-FFF2-40B4-BE49-F238E27FC236}">
                <a16:creationId xmlns:a16="http://schemas.microsoft.com/office/drawing/2014/main" id="{4ADB2A3E-B7E5-4DAE-935D-D8722BE8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1486" y="3678801"/>
            <a:ext cx="279348" cy="127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16" b="0" i="1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16" b="0" i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716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(2023)</a:t>
            </a:r>
          </a:p>
        </p:txBody>
      </p:sp>
      <p:sp>
        <p:nvSpPr>
          <p:cNvPr id="947" name="text-904 LeNet-5">
            <a:extLst xmlns:a="http://schemas.openxmlformats.org/drawingml/2006/main">
              <a:ext uri="{FF2B5EF4-FFF2-40B4-BE49-F238E27FC236}">
                <a16:creationId xmlns:a16="http://schemas.microsoft.com/office/drawing/2014/main" id="{EFEEB89F-69B8-4EA3-88CD-C8B21BAF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9428" y="3222531"/>
            <a:ext cx="490018" cy="178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4" b="1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4" b="1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pPr>
            <a:r>
              <a:rPr sz="1004" b="1" i="0">
                <a:solidFill>
                  <a:srgbClr val="4F6DBD"/>
                </a:solidFill>
                <a:latin typeface="Arial"/>
                <a:ea typeface="Arial"/>
                <a:cs typeface="Arial"/>
              </a:rPr>
              <a:t>LeNet-5</a:t>
            </a:r>
          </a:p>
        </p:txBody>
      </p:sp>
      <p:sp>
        <p:nvSpPr>
          <p:cNvPr id="948" name="text-905 (1998)">
            <a:extLst xmlns:a="http://schemas.openxmlformats.org/drawingml/2006/main">
              <a:ext uri="{FF2B5EF4-FFF2-40B4-BE49-F238E27FC236}">
                <a16:creationId xmlns:a16="http://schemas.microsoft.com/office/drawing/2014/main" id="{AD398B14-092B-4DE7-B10E-E5CB90E2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1486" y="3372242"/>
            <a:ext cx="279348" cy="127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16" b="0" i="1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16" b="0" i="1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716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(1998)</a:t>
            </a:r>
          </a:p>
        </p:txBody>
      </p:sp>
      <p:sp>
        <p:nvSpPr>
          <p:cNvPr id="949" name="text-906 ~60K">
            <a:extLst xmlns:a="http://schemas.openxmlformats.org/drawingml/2006/main">
              <a:ext uri="{FF2B5EF4-FFF2-40B4-BE49-F238E27FC236}">
                <a16:creationId xmlns:a16="http://schemas.microsoft.com/office/drawing/2014/main" id="{49835A15-EB69-4600-AAA7-57D61D8A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8657" y="3253346"/>
            <a:ext cx="323933" cy="178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4" b="0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4" b="0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pPr>
            <a:r>
              <a:rPr sz="1004" b="0" i="0">
                <a:solidFill>
                  <a:srgbClr val="4F6DBD"/>
                </a:solidFill>
                <a:latin typeface="Arial"/>
                <a:ea typeface="Arial"/>
                <a:cs typeface="Arial"/>
              </a:rPr>
              <a:t>~60K</a:t>
            </a:r>
          </a:p>
        </p:txBody>
      </p:sp>
      <p:sp>
        <p:nvSpPr>
          <p:cNvPr id="950" name="text-906 parameters">
            <a:extLst xmlns:a="http://schemas.openxmlformats.org/drawingml/2006/main">
              <a:ext uri="{FF2B5EF4-FFF2-40B4-BE49-F238E27FC236}">
                <a16:creationId xmlns:a16="http://schemas.microsoft.com/office/drawing/2014/main" id="{2CBA0E21-6A19-4006-A73B-F7567E98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5024" y="3253362"/>
            <a:ext cx="667074" cy="178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4" b="0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4" b="0" i="0">
                <a:solidFill>
                  <a:srgbClr val="4F6DBD"/>
                </a:solidFill>
                <a:latin typeface="Arial"/>
                <a:ea typeface="Arial"/>
                <a:cs typeface="Arial"/>
              </a:defRPr>
            </a:pPr>
            <a:r>
              <a:rPr sz="1004" b="0" i="0">
                <a:solidFill>
                  <a:srgbClr val="4F6DBD"/>
                </a:solidFill>
                <a:latin typeface="Arial"/>
                <a:ea typeface="Arial"/>
                <a:cs typeface="Arial"/>
              </a:rPr>
              <a:t>parameters</a:t>
            </a:r>
          </a:p>
        </p:txBody>
      </p:sp>
      <p:sp>
        <p:nvSpPr>
          <p:cNvPr id="951" name="path-907">
            <a:extLst xmlns:a="http://schemas.openxmlformats.org/drawingml/2006/main">
              <a:ext uri="{FF2B5EF4-FFF2-40B4-BE49-F238E27FC236}">
                <a16:creationId xmlns:a16="http://schemas.microsoft.com/office/drawing/2014/main" id="{715590FC-DF40-4B2C-8FEF-0E344EF7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2507" y="3244276"/>
            <a:ext cx="191" cy="371239"/>
          </a:xfrm>
          <a:custGeom xmlns:a="http://schemas.openxmlformats.org/drawingml/2006/main">
            <a:pathLst>
              <a:path w="191" h="371239">
                <a:moveTo>
                  <a:pt x="0" y="37123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dash"/>
          </a:ln>
        </p:spPr>
      </p:sp>
      <p:sp>
        <p:nvSpPr>
          <p:cNvPr id="952" name="path-908">
            <a:extLst xmlns:a="http://schemas.openxmlformats.org/drawingml/2006/main">
              <a:ext uri="{FF2B5EF4-FFF2-40B4-BE49-F238E27FC236}">
                <a16:creationId xmlns:a16="http://schemas.microsoft.com/office/drawing/2014/main" id="{AB21BE31-CD9A-4DC1-BB33-E7354C8F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152" y="3450500"/>
            <a:ext cx="2135419" cy="191"/>
          </a:xfrm>
          <a:custGeom xmlns:a="http://schemas.openxmlformats.org/drawingml/2006/main">
            <a:pathLst>
              <a:path w="2135419" h="191">
                <a:moveTo>
                  <a:pt x="213541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dash"/>
          </a:ln>
        </p:spPr>
      </p:sp>
      <p:sp>
        <p:nvSpPr>
          <p:cNvPr id="953" name="path-909">
            <a:extLst xmlns:a="http://schemas.openxmlformats.org/drawingml/2006/main">
              <a:ext uri="{FF2B5EF4-FFF2-40B4-BE49-F238E27FC236}">
                <a16:creationId xmlns:a16="http://schemas.microsoft.com/office/drawing/2014/main" id="{8803E7B9-49DD-4D78-80F2-C3ECB31F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1671" y="3423190"/>
            <a:ext cx="72774" cy="54580"/>
          </a:xfrm>
          <a:custGeom xmlns:a="http://schemas.openxmlformats.org/drawingml/2006/main">
            <a:pathLst>
              <a:path w="72774" h="54580">
                <a:moveTo>
                  <a:pt x="0" y="27290"/>
                </a:moveTo>
                <a:lnTo>
                  <a:pt x="72774" y="54580"/>
                </a:lnTo>
                <a:lnTo>
                  <a:pt x="45484" y="27290"/>
                </a:lnTo>
                <a:lnTo>
                  <a:pt x="72774" y="0"/>
                </a:lnTo>
                <a:lnTo>
                  <a:pt x="0" y="272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4" name="path-910">
            <a:extLst xmlns:a="http://schemas.openxmlformats.org/drawingml/2006/main">
              <a:ext uri="{FF2B5EF4-FFF2-40B4-BE49-F238E27FC236}">
                <a16:creationId xmlns:a16="http://schemas.microsoft.com/office/drawing/2014/main" id="{A596EBC5-4464-465E-BF0E-F2C14F18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1669" y="3423209"/>
            <a:ext cx="72774" cy="54580"/>
          </a:xfrm>
          <a:custGeom xmlns:a="http://schemas.openxmlformats.org/drawingml/2006/main">
            <a:pathLst>
              <a:path w="72774" h="54580">
                <a:moveTo>
                  <a:pt x="0" y="27291"/>
                </a:moveTo>
                <a:lnTo>
                  <a:pt x="72774" y="54580"/>
                </a:lnTo>
                <a:lnTo>
                  <a:pt x="45483" y="27291"/>
                </a:lnTo>
                <a:lnTo>
                  <a:pt x="72774" y="0"/>
                </a:lnTo>
                <a:lnTo>
                  <a:pt x="0" y="27291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955" name="path-911">
            <a:extLst xmlns:a="http://schemas.openxmlformats.org/drawingml/2006/main">
              <a:ext uri="{FF2B5EF4-FFF2-40B4-BE49-F238E27FC236}">
                <a16:creationId xmlns:a16="http://schemas.microsoft.com/office/drawing/2014/main" id="{19A936C9-E49F-4C3C-B7D7-5BF81C3C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1264" y="3407836"/>
            <a:ext cx="106249" cy="191"/>
          </a:xfrm>
          <a:custGeom xmlns:a="http://schemas.openxmlformats.org/drawingml/2006/main">
            <a:pathLst>
              <a:path w="106249" h="191">
                <a:moveTo>
                  <a:pt x="0" y="0"/>
                </a:moveTo>
                <a:lnTo>
                  <a:pt x="1062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290">
            <a:solidFill>
              <a:srgbClr val="000000"/>
            </a:solidFill>
            <a:prstDash val="solid"/>
          </a:ln>
        </p:spPr>
      </p:sp>
      <p:sp>
        <p:nvSpPr>
          <p:cNvPr id="956" name="text-912 &gt;">
            <a:extLst xmlns:a="http://schemas.openxmlformats.org/drawingml/2006/main">
              <a:ext uri="{FF2B5EF4-FFF2-40B4-BE49-F238E27FC236}">
                <a16:creationId xmlns:a16="http://schemas.microsoft.com/office/drawing/2014/main" id="{242DCCCD-E1B8-4FDE-B0E1-9EBB4DFB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1264" y="3199993"/>
            <a:ext cx="139009" cy="254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957" name="path-913">
            <a:extLst xmlns:a="http://schemas.openxmlformats.org/drawingml/2006/main">
              <a:ext uri="{FF2B5EF4-FFF2-40B4-BE49-F238E27FC236}">
                <a16:creationId xmlns:a16="http://schemas.microsoft.com/office/drawing/2014/main" id="{7BB29A88-1D17-4354-AB15-75ECD3EF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7514" y="3407836"/>
            <a:ext cx="202366" cy="191"/>
          </a:xfrm>
          <a:custGeom xmlns:a="http://schemas.openxmlformats.org/drawingml/2006/main">
            <a:pathLst>
              <a:path w="202366" h="191">
                <a:moveTo>
                  <a:pt x="0" y="0"/>
                </a:moveTo>
                <a:lnTo>
                  <a:pt x="2023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290">
            <a:solidFill>
              <a:srgbClr val="000000"/>
            </a:solidFill>
            <a:prstDash val="solid"/>
          </a:ln>
        </p:spPr>
      </p:sp>
      <p:sp>
        <p:nvSpPr>
          <p:cNvPr id="958" name="text-914 10">
            <a:extLst xmlns:a="http://schemas.openxmlformats.org/drawingml/2006/main">
              <a:ext uri="{FF2B5EF4-FFF2-40B4-BE49-F238E27FC236}">
                <a16:creationId xmlns:a16="http://schemas.microsoft.com/office/drawing/2014/main" id="{80AAECA1-D3F8-4C90-B8F6-138B692C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7514" y="3200010"/>
            <a:ext cx="235134" cy="254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3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959" name="path-915">
            <a:extLst xmlns:a="http://schemas.openxmlformats.org/drawingml/2006/main">
              <a:ext uri="{FF2B5EF4-FFF2-40B4-BE49-F238E27FC236}">
                <a16:creationId xmlns:a16="http://schemas.microsoft.com/office/drawing/2014/main" id="{B62BE148-FCC5-4846-94B7-FDC9FBCC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880" y="3407836"/>
            <a:ext cx="68298" cy="191"/>
          </a:xfrm>
          <a:custGeom xmlns:a="http://schemas.openxmlformats.org/drawingml/2006/main">
            <a:pathLst>
              <a:path w="68298" h="191">
                <a:moveTo>
                  <a:pt x="0" y="0"/>
                </a:moveTo>
                <a:lnTo>
                  <a:pt x="682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290">
            <a:solidFill>
              <a:srgbClr val="000000"/>
            </a:solidFill>
            <a:prstDash val="solid"/>
          </a:ln>
        </p:spPr>
      </p:sp>
      <p:sp>
        <p:nvSpPr>
          <p:cNvPr id="960" name="text-916 ^">
            <a:extLst xmlns:a="http://schemas.openxmlformats.org/drawingml/2006/main">
              <a:ext uri="{FF2B5EF4-FFF2-40B4-BE49-F238E27FC236}">
                <a16:creationId xmlns:a16="http://schemas.microsoft.com/office/drawing/2014/main" id="{7FC45373-E446-44D0-BAE1-C485806A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9880" y="3236246"/>
            <a:ext cx="94533" cy="204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^</a:t>
            </a:r>
          </a:p>
        </p:txBody>
      </p:sp>
      <p:sp>
        <p:nvSpPr>
          <p:cNvPr id="961" name="path-917">
            <a:extLst xmlns:a="http://schemas.openxmlformats.org/drawingml/2006/main">
              <a:ext uri="{FF2B5EF4-FFF2-40B4-BE49-F238E27FC236}">
                <a16:creationId xmlns:a16="http://schemas.microsoft.com/office/drawing/2014/main" id="{8C254399-614D-4619-A79A-C7065FD2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178" y="3407836"/>
            <a:ext cx="71846" cy="191"/>
          </a:xfrm>
          <a:custGeom xmlns:a="http://schemas.openxmlformats.org/drawingml/2006/main">
            <a:pathLst>
              <a:path w="71846" h="191">
                <a:moveTo>
                  <a:pt x="0" y="0"/>
                </a:moveTo>
                <a:lnTo>
                  <a:pt x="718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290">
            <a:solidFill>
              <a:srgbClr val="000000"/>
            </a:solidFill>
            <a:prstDash val="solid"/>
          </a:ln>
        </p:spPr>
      </p:sp>
      <p:sp>
        <p:nvSpPr>
          <p:cNvPr id="962" name="text-918 5">
            <a:extLst xmlns:a="http://schemas.openxmlformats.org/drawingml/2006/main">
              <a:ext uri="{FF2B5EF4-FFF2-40B4-BE49-F238E27FC236}">
                <a16:creationId xmlns:a16="http://schemas.microsoft.com/office/drawing/2014/main" id="{479AC770-D955-4769-9F72-A7EEDB46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8178" y="3236312"/>
            <a:ext cx="107170" cy="203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63" name="text-920 times">
            <a:extLst xmlns:a="http://schemas.openxmlformats.org/drawingml/2006/main">
              <a:ext uri="{FF2B5EF4-FFF2-40B4-BE49-F238E27FC236}">
                <a16:creationId xmlns:a16="http://schemas.microsoft.com/office/drawing/2014/main" id="{7AB42F9B-544F-4AA0-A754-704C6FC8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9670" y="3236301"/>
            <a:ext cx="373968" cy="203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4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4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times</a:t>
            </a:r>
          </a:p>
        </p:txBody>
      </p:sp>
      <p:sp>
        <p:nvSpPr>
          <p:cNvPr id="964" name="path-921">
            <a:extLst xmlns:a="http://schemas.openxmlformats.org/drawingml/2006/main">
              <a:ext uri="{FF2B5EF4-FFF2-40B4-BE49-F238E27FC236}">
                <a16:creationId xmlns:a16="http://schemas.microsoft.com/office/drawing/2014/main" id="{5E0EC7E9-2162-4D81-ABDF-0E1056B5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059" y="3548617"/>
            <a:ext cx="2285448" cy="231992"/>
          </a:xfrm>
          <a:custGeom xmlns:a="http://schemas.openxmlformats.org/drawingml/2006/main">
            <a:pathLst>
              <a:path w="2285448" h="231992">
                <a:moveTo>
                  <a:pt x="0" y="0"/>
                </a:moveTo>
                <a:lnTo>
                  <a:pt x="2285448" y="0"/>
                </a:lnTo>
                <a:lnTo>
                  <a:pt x="2285448" y="231992"/>
                </a:lnTo>
                <a:lnTo>
                  <a:pt x="0" y="231992"/>
                </a:lnTo>
                <a:close/>
              </a:path>
            </a:pathLst>
          </a:custGeom>
          <a:solidFill xmlns:a="http://schemas.openxmlformats.org/drawingml/2006/main">
            <a:srgbClr val="CB5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5" name="path-922">
            <a:extLst xmlns:a="http://schemas.openxmlformats.org/drawingml/2006/main">
              <a:ext uri="{FF2B5EF4-FFF2-40B4-BE49-F238E27FC236}">
                <a16:creationId xmlns:a16="http://schemas.microsoft.com/office/drawing/2014/main" id="{B95F35E3-491B-4811-8BF5-CE9420F2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056" y="3548652"/>
            <a:ext cx="2285451" cy="231967"/>
          </a:xfrm>
          <a:custGeom xmlns:a="http://schemas.openxmlformats.org/drawingml/2006/main">
            <a:pathLst>
              <a:path w="2285451" h="231967">
                <a:moveTo>
                  <a:pt x="0" y="0"/>
                </a:moveTo>
                <a:lnTo>
                  <a:pt x="0" y="231967"/>
                </a:lnTo>
                <a:lnTo>
                  <a:pt x="2285451" y="231967"/>
                </a:lnTo>
                <a:lnTo>
                  <a:pt x="228545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000000"/>
            </a:solidFill>
            <a:prstDash val="solid"/>
          </a:ln>
        </p:spPr>
      </p:sp>
      <p:sp>
        <p:nvSpPr>
          <p:cNvPr id="966" name="text-923 ~22,000,000K">
            <a:extLst xmlns:a="http://schemas.openxmlformats.org/drawingml/2006/main">
              <a:ext uri="{FF2B5EF4-FFF2-40B4-BE49-F238E27FC236}">
                <a16:creationId xmlns:a16="http://schemas.microsoft.com/office/drawing/2014/main" id="{88E984E5-7F5E-4D4A-9B69-E9D40B80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0825" y="3576187"/>
            <a:ext cx="819697" cy="178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4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~22,000,000K</a:t>
            </a:r>
          </a:p>
        </p:txBody>
      </p:sp>
      <p:sp>
        <p:nvSpPr>
          <p:cNvPr id="967" name="text-923 parameters">
            <a:extLst xmlns:a="http://schemas.openxmlformats.org/drawingml/2006/main">
              <a:ext uri="{FF2B5EF4-FFF2-40B4-BE49-F238E27FC236}">
                <a16:creationId xmlns:a16="http://schemas.microsoft.com/office/drawing/2014/main" id="{7793C609-C29B-44F6-9BE1-4A51C0AD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956" y="3576202"/>
            <a:ext cx="667074" cy="178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4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4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parameters</a:t>
            </a:r>
          </a:p>
        </p:txBody>
      </p:sp>
      <p:sp>
        <p:nvSpPr>
          <p:cNvPr id="968" name="path-924">
            <a:extLst xmlns:a="http://schemas.openxmlformats.org/drawingml/2006/main">
              <a:ext uri="{FF2B5EF4-FFF2-40B4-BE49-F238E27FC236}">
                <a16:creationId xmlns:a16="http://schemas.microsoft.com/office/drawing/2014/main" id="{F1DB758B-CE41-4C47-8441-5E90E186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340" y="2486728"/>
            <a:ext cx="119813" cy="119813"/>
          </a:xfrm>
          <a:custGeom xmlns:a="http://schemas.openxmlformats.org/drawingml/2006/main">
            <a:pathLst>
              <a:path w="119813" h="119813">
                <a:moveTo>
                  <a:pt x="98499" y="21314"/>
                </a:moveTo>
                <a:cubicBezTo>
                  <a:pt x="119813" y="42628"/>
                  <a:pt x="119813" y="77186"/>
                  <a:pt x="98499" y="98499"/>
                </a:cubicBezTo>
                <a:cubicBezTo>
                  <a:pt x="77186" y="119813"/>
                  <a:pt x="42628" y="119813"/>
                  <a:pt x="21314" y="98499"/>
                </a:cubicBezTo>
                <a:cubicBezTo>
                  <a:pt x="0" y="77186"/>
                  <a:pt x="0" y="42628"/>
                  <a:pt x="21314" y="21314"/>
                </a:cubicBezTo>
                <a:cubicBezTo>
                  <a:pt x="42628" y="0"/>
                  <a:pt x="77186" y="0"/>
                  <a:pt x="98499" y="213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9" name="path-925">
            <a:extLst xmlns:a="http://schemas.openxmlformats.org/drawingml/2006/main">
              <a:ext uri="{FF2B5EF4-FFF2-40B4-BE49-F238E27FC236}">
                <a16:creationId xmlns:a16="http://schemas.microsoft.com/office/drawing/2014/main" id="{B7B3BC9D-29C4-46F9-A5E5-3E325284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340" y="2686056"/>
            <a:ext cx="119813" cy="119812"/>
          </a:xfrm>
          <a:custGeom xmlns:a="http://schemas.openxmlformats.org/drawingml/2006/main">
            <a:pathLst>
              <a:path w="119813" h="119812">
                <a:moveTo>
                  <a:pt x="98499" y="21313"/>
                </a:moveTo>
                <a:cubicBezTo>
                  <a:pt x="119813" y="42627"/>
                  <a:pt x="119813" y="77186"/>
                  <a:pt x="98499" y="98499"/>
                </a:cubicBezTo>
                <a:cubicBezTo>
                  <a:pt x="77186" y="119812"/>
                  <a:pt x="42628" y="119812"/>
                  <a:pt x="21314" y="98499"/>
                </a:cubicBezTo>
                <a:cubicBezTo>
                  <a:pt x="0" y="77186"/>
                  <a:pt x="0" y="42627"/>
                  <a:pt x="21314" y="21313"/>
                </a:cubicBezTo>
                <a:cubicBezTo>
                  <a:pt x="42628" y="0"/>
                  <a:pt x="77186" y="0"/>
                  <a:pt x="98499" y="213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0" name="path-926">
            <a:extLst xmlns:a="http://schemas.openxmlformats.org/drawingml/2006/main">
              <a:ext uri="{FF2B5EF4-FFF2-40B4-BE49-F238E27FC236}">
                <a16:creationId xmlns:a16="http://schemas.microsoft.com/office/drawing/2014/main" id="{CC2862FE-1BE9-4A30-8BF5-C29410F3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340" y="2885384"/>
            <a:ext cx="119813" cy="119812"/>
          </a:xfrm>
          <a:custGeom xmlns:a="http://schemas.openxmlformats.org/drawingml/2006/main">
            <a:pathLst>
              <a:path w="119813" h="119812">
                <a:moveTo>
                  <a:pt x="98499" y="21313"/>
                </a:moveTo>
                <a:cubicBezTo>
                  <a:pt x="119813" y="42627"/>
                  <a:pt x="119813" y="77185"/>
                  <a:pt x="98499" y="98499"/>
                </a:cubicBezTo>
                <a:cubicBezTo>
                  <a:pt x="77186" y="119812"/>
                  <a:pt x="42628" y="119812"/>
                  <a:pt x="21314" y="98499"/>
                </a:cubicBezTo>
                <a:cubicBezTo>
                  <a:pt x="0" y="77185"/>
                  <a:pt x="0" y="42627"/>
                  <a:pt x="21314" y="21313"/>
                </a:cubicBezTo>
                <a:cubicBezTo>
                  <a:pt x="42628" y="0"/>
                  <a:pt x="77186" y="0"/>
                  <a:pt x="98499" y="213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1" name="path-927">
            <a:extLst xmlns:a="http://schemas.openxmlformats.org/drawingml/2006/main">
              <a:ext uri="{FF2B5EF4-FFF2-40B4-BE49-F238E27FC236}">
                <a16:creationId xmlns:a16="http://schemas.microsoft.com/office/drawing/2014/main" id="{0D6453D4-6932-472E-A182-70497DA4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5797" y="2586392"/>
            <a:ext cx="119812" cy="119813"/>
          </a:xfrm>
          <a:custGeom xmlns:a="http://schemas.openxmlformats.org/drawingml/2006/main">
            <a:pathLst>
              <a:path w="119812" h="119813">
                <a:moveTo>
                  <a:pt x="98499" y="21314"/>
                </a:moveTo>
                <a:cubicBezTo>
                  <a:pt x="119812" y="42628"/>
                  <a:pt x="119812" y="77186"/>
                  <a:pt x="98499" y="98499"/>
                </a:cubicBezTo>
                <a:cubicBezTo>
                  <a:pt x="77185" y="119813"/>
                  <a:pt x="42627" y="119813"/>
                  <a:pt x="21313" y="98499"/>
                </a:cubicBezTo>
                <a:cubicBezTo>
                  <a:pt x="0" y="77186"/>
                  <a:pt x="0" y="42628"/>
                  <a:pt x="21313" y="21314"/>
                </a:cubicBezTo>
                <a:cubicBezTo>
                  <a:pt x="42627" y="0"/>
                  <a:pt x="77185" y="0"/>
                  <a:pt x="98499" y="213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2" name="path-928">
            <a:extLst xmlns:a="http://schemas.openxmlformats.org/drawingml/2006/main">
              <a:ext uri="{FF2B5EF4-FFF2-40B4-BE49-F238E27FC236}">
                <a16:creationId xmlns:a16="http://schemas.microsoft.com/office/drawing/2014/main" id="{41672A5C-79A7-4633-AC1D-DB2DD8F6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5797" y="2785720"/>
            <a:ext cx="119812" cy="119812"/>
          </a:xfrm>
          <a:custGeom xmlns:a="http://schemas.openxmlformats.org/drawingml/2006/main">
            <a:pathLst>
              <a:path w="119812" h="119812">
                <a:moveTo>
                  <a:pt x="98499" y="21313"/>
                </a:moveTo>
                <a:cubicBezTo>
                  <a:pt x="119812" y="42627"/>
                  <a:pt x="119812" y="77185"/>
                  <a:pt x="98499" y="98499"/>
                </a:cubicBezTo>
                <a:cubicBezTo>
                  <a:pt x="77185" y="119812"/>
                  <a:pt x="42627" y="119812"/>
                  <a:pt x="21313" y="98499"/>
                </a:cubicBezTo>
                <a:cubicBezTo>
                  <a:pt x="0" y="77185"/>
                  <a:pt x="0" y="42627"/>
                  <a:pt x="21313" y="21313"/>
                </a:cubicBezTo>
                <a:cubicBezTo>
                  <a:pt x="42627" y="0"/>
                  <a:pt x="77185" y="0"/>
                  <a:pt x="98499" y="213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3" name="path-929">
            <a:extLst xmlns:a="http://schemas.openxmlformats.org/drawingml/2006/main">
              <a:ext uri="{FF2B5EF4-FFF2-40B4-BE49-F238E27FC236}">
                <a16:creationId xmlns:a16="http://schemas.microsoft.com/office/drawing/2014/main" id="{54AF49B6-E7D2-4BDD-8B93-E9B02139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827" y="2564479"/>
            <a:ext cx="184295" cy="63950"/>
          </a:xfrm>
          <a:custGeom xmlns:a="http://schemas.openxmlformats.org/drawingml/2006/main">
            <a:pathLst>
              <a:path w="184295" h="63950">
                <a:moveTo>
                  <a:pt x="184295" y="639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974" name="path-930">
            <a:extLst xmlns:a="http://schemas.openxmlformats.org/drawingml/2006/main">
              <a:ext uri="{FF2B5EF4-FFF2-40B4-BE49-F238E27FC236}">
                <a16:creationId xmlns:a16="http://schemas.microsoft.com/office/drawing/2014/main" id="{6597B1F3-8B0A-46BD-9A0D-5ACE949D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827" y="2664180"/>
            <a:ext cx="184295" cy="63950"/>
          </a:xfrm>
          <a:custGeom xmlns:a="http://schemas.openxmlformats.org/drawingml/2006/main">
            <a:pathLst>
              <a:path w="184295" h="63950">
                <a:moveTo>
                  <a:pt x="0" y="63950"/>
                </a:moveTo>
                <a:lnTo>
                  <a:pt x="1842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975" name="path-931">
            <a:extLst xmlns:a="http://schemas.openxmlformats.org/drawingml/2006/main">
              <a:ext uri="{FF2B5EF4-FFF2-40B4-BE49-F238E27FC236}">
                <a16:creationId xmlns:a16="http://schemas.microsoft.com/office/drawing/2014/main" id="{55CA2A33-40B2-4AAD-899A-A42570BE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6074" y="2685648"/>
            <a:ext cx="211800" cy="220324"/>
          </a:xfrm>
          <a:custGeom xmlns:a="http://schemas.openxmlformats.org/drawingml/2006/main">
            <a:pathLst>
              <a:path w="211800" h="220324">
                <a:moveTo>
                  <a:pt x="0" y="220324"/>
                </a:moveTo>
                <a:lnTo>
                  <a:pt x="211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976" name="path-932">
            <a:extLst xmlns:a="http://schemas.openxmlformats.org/drawingml/2006/main">
              <a:ext uri="{FF2B5EF4-FFF2-40B4-BE49-F238E27FC236}">
                <a16:creationId xmlns:a16="http://schemas.microsoft.com/office/drawing/2014/main" id="{CEDF41B5-EBA1-4067-9082-0543B222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6074" y="2585947"/>
            <a:ext cx="211800" cy="220324"/>
          </a:xfrm>
          <a:custGeom xmlns:a="http://schemas.openxmlformats.org/drawingml/2006/main">
            <a:pathLst>
              <a:path w="211800" h="220324">
                <a:moveTo>
                  <a:pt x="0" y="0"/>
                </a:moveTo>
                <a:lnTo>
                  <a:pt x="211800" y="220324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977" name="path-933">
            <a:extLst xmlns:a="http://schemas.openxmlformats.org/drawingml/2006/main">
              <a:ext uri="{FF2B5EF4-FFF2-40B4-BE49-F238E27FC236}">
                <a16:creationId xmlns:a16="http://schemas.microsoft.com/office/drawing/2014/main" id="{CA56CFCB-25F8-48A0-B52A-38907034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827" y="2763881"/>
            <a:ext cx="184295" cy="63857"/>
          </a:xfrm>
          <a:custGeom xmlns:a="http://schemas.openxmlformats.org/drawingml/2006/main">
            <a:pathLst>
              <a:path w="184295" h="63857">
                <a:moveTo>
                  <a:pt x="0" y="0"/>
                </a:moveTo>
                <a:lnTo>
                  <a:pt x="184295" y="63857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978" name="path-934">
            <a:extLst xmlns:a="http://schemas.openxmlformats.org/drawingml/2006/main">
              <a:ext uri="{FF2B5EF4-FFF2-40B4-BE49-F238E27FC236}">
                <a16:creationId xmlns:a16="http://schemas.microsoft.com/office/drawing/2014/main" id="{0286352A-5CC0-4058-BC71-8F83EED6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827" y="2863487"/>
            <a:ext cx="184295" cy="63950"/>
          </a:xfrm>
          <a:custGeom xmlns:a="http://schemas.openxmlformats.org/drawingml/2006/main">
            <a:pathLst>
              <a:path w="184295" h="63950">
                <a:moveTo>
                  <a:pt x="0" y="63950"/>
                </a:moveTo>
                <a:lnTo>
                  <a:pt x="1842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979" name="path-935">
            <a:extLst xmlns:a="http://schemas.openxmlformats.org/drawingml/2006/main">
              <a:ext uri="{FF2B5EF4-FFF2-40B4-BE49-F238E27FC236}">
                <a16:creationId xmlns:a16="http://schemas.microsoft.com/office/drawing/2014/main" id="{64BB00A4-CCA3-4059-8055-7059EE07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7896" y="2387066"/>
            <a:ext cx="119813" cy="119812"/>
          </a:xfrm>
          <a:custGeom xmlns:a="http://schemas.openxmlformats.org/drawingml/2006/main">
            <a:pathLst>
              <a:path w="119813" h="119812">
                <a:moveTo>
                  <a:pt x="98499" y="21313"/>
                </a:moveTo>
                <a:cubicBezTo>
                  <a:pt x="119813" y="42627"/>
                  <a:pt x="119813" y="77185"/>
                  <a:pt x="98499" y="98499"/>
                </a:cubicBezTo>
                <a:cubicBezTo>
                  <a:pt x="77186" y="119812"/>
                  <a:pt x="42628" y="119812"/>
                  <a:pt x="21314" y="98499"/>
                </a:cubicBezTo>
                <a:cubicBezTo>
                  <a:pt x="0" y="77185"/>
                  <a:pt x="0" y="42627"/>
                  <a:pt x="21314" y="21313"/>
                </a:cubicBezTo>
                <a:cubicBezTo>
                  <a:pt x="42628" y="0"/>
                  <a:pt x="77186" y="0"/>
                  <a:pt x="98499" y="213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0" name="path-936">
            <a:extLst xmlns:a="http://schemas.openxmlformats.org/drawingml/2006/main">
              <a:ext uri="{FF2B5EF4-FFF2-40B4-BE49-F238E27FC236}">
                <a16:creationId xmlns:a16="http://schemas.microsoft.com/office/drawing/2014/main" id="{B7144140-7CD5-4999-9F68-81834B76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7896" y="2586392"/>
            <a:ext cx="119813" cy="119813"/>
          </a:xfrm>
          <a:custGeom xmlns:a="http://schemas.openxmlformats.org/drawingml/2006/main">
            <a:pathLst>
              <a:path w="119813" h="119813">
                <a:moveTo>
                  <a:pt x="98499" y="21314"/>
                </a:moveTo>
                <a:cubicBezTo>
                  <a:pt x="119813" y="42628"/>
                  <a:pt x="119813" y="77186"/>
                  <a:pt x="98499" y="98499"/>
                </a:cubicBezTo>
                <a:cubicBezTo>
                  <a:pt x="77186" y="119813"/>
                  <a:pt x="42628" y="119813"/>
                  <a:pt x="21314" y="98499"/>
                </a:cubicBezTo>
                <a:cubicBezTo>
                  <a:pt x="0" y="77186"/>
                  <a:pt x="0" y="42628"/>
                  <a:pt x="21314" y="21314"/>
                </a:cubicBezTo>
                <a:cubicBezTo>
                  <a:pt x="42628" y="0"/>
                  <a:pt x="77186" y="0"/>
                  <a:pt x="98499" y="213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1" name="path-937">
            <a:extLst xmlns:a="http://schemas.openxmlformats.org/drawingml/2006/main">
              <a:ext uri="{FF2B5EF4-FFF2-40B4-BE49-F238E27FC236}">
                <a16:creationId xmlns:a16="http://schemas.microsoft.com/office/drawing/2014/main" id="{F7F1850A-4800-46CE-9A21-15BE3482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7896" y="2785720"/>
            <a:ext cx="119813" cy="119812"/>
          </a:xfrm>
          <a:custGeom xmlns:a="http://schemas.openxmlformats.org/drawingml/2006/main">
            <a:pathLst>
              <a:path w="119813" h="119812">
                <a:moveTo>
                  <a:pt x="98499" y="21313"/>
                </a:moveTo>
                <a:cubicBezTo>
                  <a:pt x="119813" y="42627"/>
                  <a:pt x="119813" y="77185"/>
                  <a:pt x="98499" y="98499"/>
                </a:cubicBezTo>
                <a:cubicBezTo>
                  <a:pt x="77186" y="119812"/>
                  <a:pt x="42628" y="119812"/>
                  <a:pt x="21314" y="98499"/>
                </a:cubicBezTo>
                <a:cubicBezTo>
                  <a:pt x="0" y="77185"/>
                  <a:pt x="0" y="42627"/>
                  <a:pt x="21314" y="21313"/>
                </a:cubicBezTo>
                <a:cubicBezTo>
                  <a:pt x="42628" y="0"/>
                  <a:pt x="77186" y="0"/>
                  <a:pt x="98499" y="213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2" name="path-938">
            <a:extLst xmlns:a="http://schemas.openxmlformats.org/drawingml/2006/main">
              <a:ext uri="{FF2B5EF4-FFF2-40B4-BE49-F238E27FC236}">
                <a16:creationId xmlns:a16="http://schemas.microsoft.com/office/drawing/2014/main" id="{0C935797-CF6A-4C88-865A-92D172D1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353" y="2486728"/>
            <a:ext cx="119813" cy="119813"/>
          </a:xfrm>
          <a:custGeom xmlns:a="http://schemas.openxmlformats.org/drawingml/2006/main">
            <a:pathLst>
              <a:path w="119813" h="119813">
                <a:moveTo>
                  <a:pt x="98499" y="21314"/>
                </a:moveTo>
                <a:cubicBezTo>
                  <a:pt x="119813" y="42628"/>
                  <a:pt x="119813" y="77186"/>
                  <a:pt x="98499" y="98499"/>
                </a:cubicBezTo>
                <a:cubicBezTo>
                  <a:pt x="77186" y="119813"/>
                  <a:pt x="42628" y="119813"/>
                  <a:pt x="21314" y="98499"/>
                </a:cubicBezTo>
                <a:cubicBezTo>
                  <a:pt x="0" y="77186"/>
                  <a:pt x="0" y="42628"/>
                  <a:pt x="21314" y="21314"/>
                </a:cubicBezTo>
                <a:cubicBezTo>
                  <a:pt x="42628" y="0"/>
                  <a:pt x="77186" y="0"/>
                  <a:pt x="98499" y="213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3" name="path-939">
            <a:extLst xmlns:a="http://schemas.openxmlformats.org/drawingml/2006/main">
              <a:ext uri="{FF2B5EF4-FFF2-40B4-BE49-F238E27FC236}">
                <a16:creationId xmlns:a16="http://schemas.microsoft.com/office/drawing/2014/main" id="{275A2BA3-DEF6-440A-ABEB-D62AF767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353" y="2686056"/>
            <a:ext cx="119813" cy="119812"/>
          </a:xfrm>
          <a:custGeom xmlns:a="http://schemas.openxmlformats.org/drawingml/2006/main">
            <a:pathLst>
              <a:path w="119813" h="119812">
                <a:moveTo>
                  <a:pt x="98499" y="21313"/>
                </a:moveTo>
                <a:cubicBezTo>
                  <a:pt x="119813" y="42627"/>
                  <a:pt x="119813" y="77186"/>
                  <a:pt x="98499" y="98499"/>
                </a:cubicBezTo>
                <a:cubicBezTo>
                  <a:pt x="77186" y="119812"/>
                  <a:pt x="42628" y="119812"/>
                  <a:pt x="21314" y="98499"/>
                </a:cubicBezTo>
                <a:cubicBezTo>
                  <a:pt x="0" y="77186"/>
                  <a:pt x="0" y="42627"/>
                  <a:pt x="21314" y="21313"/>
                </a:cubicBezTo>
                <a:cubicBezTo>
                  <a:pt x="42628" y="0"/>
                  <a:pt x="77186" y="0"/>
                  <a:pt x="98499" y="213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4" name="path-940">
            <a:extLst xmlns:a="http://schemas.openxmlformats.org/drawingml/2006/main">
              <a:ext uri="{FF2B5EF4-FFF2-40B4-BE49-F238E27FC236}">
                <a16:creationId xmlns:a16="http://schemas.microsoft.com/office/drawing/2014/main" id="{0A739606-4495-4C67-A830-498EE71C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384" y="2464872"/>
            <a:ext cx="184295" cy="63860"/>
          </a:xfrm>
          <a:custGeom xmlns:a="http://schemas.openxmlformats.org/drawingml/2006/main">
            <a:pathLst>
              <a:path w="184295" h="63860">
                <a:moveTo>
                  <a:pt x="184295" y="638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985" name="path-941">
            <a:extLst xmlns:a="http://schemas.openxmlformats.org/drawingml/2006/main">
              <a:ext uri="{FF2B5EF4-FFF2-40B4-BE49-F238E27FC236}">
                <a16:creationId xmlns:a16="http://schemas.microsoft.com/office/drawing/2014/main" id="{DECE536F-5F59-4640-8333-1FDB9E9A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384" y="2564479"/>
            <a:ext cx="184295" cy="63950"/>
          </a:xfrm>
          <a:custGeom xmlns:a="http://schemas.openxmlformats.org/drawingml/2006/main">
            <a:pathLst>
              <a:path w="184295" h="63950">
                <a:moveTo>
                  <a:pt x="0" y="63950"/>
                </a:moveTo>
                <a:lnTo>
                  <a:pt x="1842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986" name="path-942">
            <a:extLst xmlns:a="http://schemas.openxmlformats.org/drawingml/2006/main">
              <a:ext uri="{FF2B5EF4-FFF2-40B4-BE49-F238E27FC236}">
                <a16:creationId xmlns:a16="http://schemas.microsoft.com/office/drawing/2014/main" id="{88F02B56-4424-45BD-B530-934E56EE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632" y="2585947"/>
            <a:ext cx="211800" cy="220324"/>
          </a:xfrm>
          <a:custGeom xmlns:a="http://schemas.openxmlformats.org/drawingml/2006/main">
            <a:pathLst>
              <a:path w="211800" h="220324">
                <a:moveTo>
                  <a:pt x="0" y="220324"/>
                </a:moveTo>
                <a:lnTo>
                  <a:pt x="211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987" name="path-943">
            <a:extLst xmlns:a="http://schemas.openxmlformats.org/drawingml/2006/main">
              <a:ext uri="{FF2B5EF4-FFF2-40B4-BE49-F238E27FC236}">
                <a16:creationId xmlns:a16="http://schemas.microsoft.com/office/drawing/2014/main" id="{03619947-AE3B-418A-AD45-5BA13BA9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632" y="2486338"/>
            <a:ext cx="211800" cy="220324"/>
          </a:xfrm>
          <a:custGeom xmlns:a="http://schemas.openxmlformats.org/drawingml/2006/main">
            <a:pathLst>
              <a:path w="211800" h="220324">
                <a:moveTo>
                  <a:pt x="0" y="0"/>
                </a:moveTo>
                <a:lnTo>
                  <a:pt x="211800" y="220324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988" name="path-944">
            <a:extLst xmlns:a="http://schemas.openxmlformats.org/drawingml/2006/main">
              <a:ext uri="{FF2B5EF4-FFF2-40B4-BE49-F238E27FC236}">
                <a16:creationId xmlns:a16="http://schemas.microsoft.com/office/drawing/2014/main" id="{59C7B10E-3831-4980-9353-6F0E3CD8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384" y="2664180"/>
            <a:ext cx="184295" cy="63950"/>
          </a:xfrm>
          <a:custGeom xmlns:a="http://schemas.openxmlformats.org/drawingml/2006/main">
            <a:pathLst>
              <a:path w="184295" h="63950">
                <a:moveTo>
                  <a:pt x="0" y="0"/>
                </a:moveTo>
                <a:lnTo>
                  <a:pt x="184295" y="6395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989" name="path-945">
            <a:extLst xmlns:a="http://schemas.openxmlformats.org/drawingml/2006/main">
              <a:ext uri="{FF2B5EF4-FFF2-40B4-BE49-F238E27FC236}">
                <a16:creationId xmlns:a16="http://schemas.microsoft.com/office/drawing/2014/main" id="{5CCB6F1D-AD39-4202-9C93-8A06114C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384" y="2763881"/>
            <a:ext cx="184295" cy="63857"/>
          </a:xfrm>
          <a:custGeom xmlns:a="http://schemas.openxmlformats.org/drawingml/2006/main">
            <a:pathLst>
              <a:path w="184295" h="63857">
                <a:moveTo>
                  <a:pt x="0" y="63857"/>
                </a:moveTo>
                <a:lnTo>
                  <a:pt x="1842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990" name="path-946">
            <a:extLst xmlns:a="http://schemas.openxmlformats.org/drawingml/2006/main">
              <a:ext uri="{FF2B5EF4-FFF2-40B4-BE49-F238E27FC236}">
                <a16:creationId xmlns:a16="http://schemas.microsoft.com/office/drawing/2014/main" id="{3A721632-5182-4FCF-B7D6-77ED208F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7896" y="2985046"/>
            <a:ext cx="119813" cy="119813"/>
          </a:xfrm>
          <a:custGeom xmlns:a="http://schemas.openxmlformats.org/drawingml/2006/main">
            <a:pathLst>
              <a:path w="119813" h="119813">
                <a:moveTo>
                  <a:pt x="98499" y="21314"/>
                </a:moveTo>
                <a:cubicBezTo>
                  <a:pt x="119813" y="42627"/>
                  <a:pt x="119813" y="77186"/>
                  <a:pt x="98499" y="98499"/>
                </a:cubicBezTo>
                <a:cubicBezTo>
                  <a:pt x="77186" y="119813"/>
                  <a:pt x="42628" y="119813"/>
                  <a:pt x="21314" y="98499"/>
                </a:cubicBezTo>
                <a:cubicBezTo>
                  <a:pt x="0" y="77186"/>
                  <a:pt x="0" y="42627"/>
                  <a:pt x="21314" y="21314"/>
                </a:cubicBezTo>
                <a:cubicBezTo>
                  <a:pt x="42628" y="0"/>
                  <a:pt x="77186" y="0"/>
                  <a:pt x="98499" y="213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1" name="path-947">
            <a:extLst xmlns:a="http://schemas.openxmlformats.org/drawingml/2006/main">
              <a:ext uri="{FF2B5EF4-FFF2-40B4-BE49-F238E27FC236}">
                <a16:creationId xmlns:a16="http://schemas.microsoft.com/office/drawing/2014/main" id="{9D131F41-DBFC-416A-BF4D-7A3875BD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353" y="2885384"/>
            <a:ext cx="119813" cy="119812"/>
          </a:xfrm>
          <a:custGeom xmlns:a="http://schemas.openxmlformats.org/drawingml/2006/main">
            <a:pathLst>
              <a:path w="119813" h="119812">
                <a:moveTo>
                  <a:pt x="98499" y="21313"/>
                </a:moveTo>
                <a:cubicBezTo>
                  <a:pt x="119813" y="42627"/>
                  <a:pt x="119813" y="77185"/>
                  <a:pt x="98499" y="98499"/>
                </a:cubicBezTo>
                <a:cubicBezTo>
                  <a:pt x="77186" y="119812"/>
                  <a:pt x="42628" y="119812"/>
                  <a:pt x="21314" y="98499"/>
                </a:cubicBezTo>
                <a:cubicBezTo>
                  <a:pt x="0" y="77185"/>
                  <a:pt x="0" y="42627"/>
                  <a:pt x="21314" y="21313"/>
                </a:cubicBezTo>
                <a:cubicBezTo>
                  <a:pt x="42628" y="0"/>
                  <a:pt x="77186" y="0"/>
                  <a:pt x="98499" y="213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2" name="path-948">
            <a:extLst xmlns:a="http://schemas.openxmlformats.org/drawingml/2006/main">
              <a:ext uri="{FF2B5EF4-FFF2-40B4-BE49-F238E27FC236}">
                <a16:creationId xmlns:a16="http://schemas.microsoft.com/office/drawing/2014/main" id="{B02E5862-E584-49E3-87F2-BA3BEE30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384" y="2863487"/>
            <a:ext cx="184295" cy="63950"/>
          </a:xfrm>
          <a:custGeom xmlns:a="http://schemas.openxmlformats.org/drawingml/2006/main">
            <a:pathLst>
              <a:path w="184295" h="63950">
                <a:moveTo>
                  <a:pt x="184295" y="639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993" name="path-949">
            <a:extLst xmlns:a="http://schemas.openxmlformats.org/drawingml/2006/main">
              <a:ext uri="{FF2B5EF4-FFF2-40B4-BE49-F238E27FC236}">
                <a16:creationId xmlns:a16="http://schemas.microsoft.com/office/drawing/2014/main" id="{43BFEFE1-F291-4BE3-8345-538A1EC4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384" y="2963191"/>
            <a:ext cx="184295" cy="63857"/>
          </a:xfrm>
          <a:custGeom xmlns:a="http://schemas.openxmlformats.org/drawingml/2006/main">
            <a:pathLst>
              <a:path w="184295" h="63857">
                <a:moveTo>
                  <a:pt x="0" y="63857"/>
                </a:moveTo>
                <a:lnTo>
                  <a:pt x="1842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994" name="path-950">
            <a:extLst xmlns:a="http://schemas.openxmlformats.org/drawingml/2006/main">
              <a:ext uri="{FF2B5EF4-FFF2-40B4-BE49-F238E27FC236}">
                <a16:creationId xmlns:a16="http://schemas.microsoft.com/office/drawing/2014/main" id="{A8CF469F-E26D-49D5-A338-569F11FE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809" y="2586392"/>
            <a:ext cx="119812" cy="119813"/>
          </a:xfrm>
          <a:custGeom xmlns:a="http://schemas.openxmlformats.org/drawingml/2006/main">
            <a:pathLst>
              <a:path w="119812" h="119813">
                <a:moveTo>
                  <a:pt x="98499" y="21314"/>
                </a:moveTo>
                <a:cubicBezTo>
                  <a:pt x="119812" y="42628"/>
                  <a:pt x="119812" y="77186"/>
                  <a:pt x="98499" y="98499"/>
                </a:cubicBezTo>
                <a:cubicBezTo>
                  <a:pt x="77186" y="119813"/>
                  <a:pt x="42627" y="119813"/>
                  <a:pt x="21314" y="98499"/>
                </a:cubicBezTo>
                <a:cubicBezTo>
                  <a:pt x="0" y="77186"/>
                  <a:pt x="0" y="42628"/>
                  <a:pt x="21314" y="21314"/>
                </a:cubicBezTo>
                <a:cubicBezTo>
                  <a:pt x="42627" y="0"/>
                  <a:pt x="77186" y="0"/>
                  <a:pt x="98499" y="213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5" name="path-951">
            <a:extLst xmlns:a="http://schemas.openxmlformats.org/drawingml/2006/main">
              <a:ext uri="{FF2B5EF4-FFF2-40B4-BE49-F238E27FC236}">
                <a16:creationId xmlns:a16="http://schemas.microsoft.com/office/drawing/2014/main" id="{ACFD71AF-DCD1-4050-A193-76367F61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6840" y="2564479"/>
            <a:ext cx="184295" cy="63950"/>
          </a:xfrm>
          <a:custGeom xmlns:a="http://schemas.openxmlformats.org/drawingml/2006/main">
            <a:pathLst>
              <a:path w="184295" h="63950">
                <a:moveTo>
                  <a:pt x="0" y="0"/>
                </a:moveTo>
                <a:lnTo>
                  <a:pt x="184295" y="6395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996" name="path-952">
            <a:extLst xmlns:a="http://schemas.openxmlformats.org/drawingml/2006/main">
              <a:ext uri="{FF2B5EF4-FFF2-40B4-BE49-F238E27FC236}">
                <a16:creationId xmlns:a16="http://schemas.microsoft.com/office/drawing/2014/main" id="{6E5F8BD7-7F0E-4BFC-860A-B1935850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6840" y="2664180"/>
            <a:ext cx="184295" cy="63950"/>
          </a:xfrm>
          <a:custGeom xmlns:a="http://schemas.openxmlformats.org/drawingml/2006/main">
            <a:pathLst>
              <a:path w="184295" h="63950">
                <a:moveTo>
                  <a:pt x="0" y="63950"/>
                </a:moveTo>
                <a:lnTo>
                  <a:pt x="1842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997" name="path-953">
            <a:extLst xmlns:a="http://schemas.openxmlformats.org/drawingml/2006/main">
              <a:ext uri="{FF2B5EF4-FFF2-40B4-BE49-F238E27FC236}">
                <a16:creationId xmlns:a16="http://schemas.microsoft.com/office/drawing/2014/main" id="{6DAAD87F-1CEE-4A7B-B1C3-5BD71F70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809" y="2785720"/>
            <a:ext cx="119812" cy="119812"/>
          </a:xfrm>
          <a:custGeom xmlns:a="http://schemas.openxmlformats.org/drawingml/2006/main">
            <a:pathLst>
              <a:path w="119812" h="119812">
                <a:moveTo>
                  <a:pt x="98499" y="21313"/>
                </a:moveTo>
                <a:cubicBezTo>
                  <a:pt x="119812" y="42627"/>
                  <a:pt x="119812" y="77185"/>
                  <a:pt x="98499" y="98499"/>
                </a:cubicBezTo>
                <a:cubicBezTo>
                  <a:pt x="77186" y="119812"/>
                  <a:pt x="42627" y="119812"/>
                  <a:pt x="21314" y="98499"/>
                </a:cubicBezTo>
                <a:cubicBezTo>
                  <a:pt x="0" y="77185"/>
                  <a:pt x="0" y="42627"/>
                  <a:pt x="21314" y="21313"/>
                </a:cubicBezTo>
                <a:cubicBezTo>
                  <a:pt x="42627" y="0"/>
                  <a:pt x="77186" y="0"/>
                  <a:pt x="98499" y="213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8" name="path-954">
            <a:extLst xmlns:a="http://schemas.openxmlformats.org/drawingml/2006/main">
              <a:ext uri="{FF2B5EF4-FFF2-40B4-BE49-F238E27FC236}">
                <a16:creationId xmlns:a16="http://schemas.microsoft.com/office/drawing/2014/main" id="{81EABF33-7256-4EB0-94C7-FE7BADB2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088" y="2585947"/>
            <a:ext cx="211800" cy="220324"/>
          </a:xfrm>
          <a:custGeom xmlns:a="http://schemas.openxmlformats.org/drawingml/2006/main">
            <a:pathLst>
              <a:path w="211800" h="220324">
                <a:moveTo>
                  <a:pt x="211800" y="22032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999" name="path-955">
            <a:extLst xmlns:a="http://schemas.openxmlformats.org/drawingml/2006/main">
              <a:ext uri="{FF2B5EF4-FFF2-40B4-BE49-F238E27FC236}">
                <a16:creationId xmlns:a16="http://schemas.microsoft.com/office/drawing/2014/main" id="{90EF37AC-93A8-4079-811D-DE2928D6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6840" y="2763881"/>
            <a:ext cx="184295" cy="63857"/>
          </a:xfrm>
          <a:custGeom xmlns:a="http://schemas.openxmlformats.org/drawingml/2006/main">
            <a:pathLst>
              <a:path w="184295" h="63857">
                <a:moveTo>
                  <a:pt x="0" y="0"/>
                </a:moveTo>
                <a:lnTo>
                  <a:pt x="184295" y="63857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00" name="path-956">
            <a:extLst xmlns:a="http://schemas.openxmlformats.org/drawingml/2006/main">
              <a:ext uri="{FF2B5EF4-FFF2-40B4-BE49-F238E27FC236}">
                <a16:creationId xmlns:a16="http://schemas.microsoft.com/office/drawing/2014/main" id="{52972FFE-791C-45C7-B6FC-45A3BCBA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6840" y="2863487"/>
            <a:ext cx="184295" cy="63950"/>
          </a:xfrm>
          <a:custGeom xmlns:a="http://schemas.openxmlformats.org/drawingml/2006/main">
            <a:pathLst>
              <a:path w="184295" h="63950">
                <a:moveTo>
                  <a:pt x="0" y="63950"/>
                </a:moveTo>
                <a:lnTo>
                  <a:pt x="1842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01" name="path-957">
            <a:extLst xmlns:a="http://schemas.openxmlformats.org/drawingml/2006/main">
              <a:ext uri="{FF2B5EF4-FFF2-40B4-BE49-F238E27FC236}">
                <a16:creationId xmlns:a16="http://schemas.microsoft.com/office/drawing/2014/main" id="{8C2B401A-553C-467F-A678-64CAD0AC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088" y="2685648"/>
            <a:ext cx="211800" cy="220324"/>
          </a:xfrm>
          <a:custGeom xmlns:a="http://schemas.openxmlformats.org/drawingml/2006/main">
            <a:pathLst>
              <a:path w="211800" h="220324">
                <a:moveTo>
                  <a:pt x="0" y="220324"/>
                </a:moveTo>
                <a:lnTo>
                  <a:pt x="211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02" name="path-958">
            <a:extLst xmlns:a="http://schemas.openxmlformats.org/drawingml/2006/main">
              <a:ext uri="{FF2B5EF4-FFF2-40B4-BE49-F238E27FC236}">
                <a16:creationId xmlns:a16="http://schemas.microsoft.com/office/drawing/2014/main" id="{AFD48E33-2A38-4172-8F78-D69D7A18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5083" y="2593955"/>
            <a:ext cx="232898" cy="403711"/>
          </a:xfrm>
          <a:custGeom xmlns:a="http://schemas.openxmlformats.org/drawingml/2006/main">
            <a:pathLst>
              <a:path w="232898" h="403711">
                <a:moveTo>
                  <a:pt x="0" y="403711"/>
                </a:moveTo>
                <a:lnTo>
                  <a:pt x="2328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03" name="path-959">
            <a:extLst xmlns:a="http://schemas.openxmlformats.org/drawingml/2006/main">
              <a:ext uri="{FF2B5EF4-FFF2-40B4-BE49-F238E27FC236}">
                <a16:creationId xmlns:a16="http://schemas.microsoft.com/office/drawing/2014/main" id="{EE090CBE-CE33-42CE-B935-08F82A87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632" y="2785349"/>
            <a:ext cx="211800" cy="220230"/>
          </a:xfrm>
          <a:custGeom xmlns:a="http://schemas.openxmlformats.org/drawingml/2006/main">
            <a:pathLst>
              <a:path w="211800" h="220230">
                <a:moveTo>
                  <a:pt x="0" y="220230"/>
                </a:moveTo>
                <a:lnTo>
                  <a:pt x="211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04" name="path-960">
            <a:extLst xmlns:a="http://schemas.openxmlformats.org/drawingml/2006/main">
              <a:ext uri="{FF2B5EF4-FFF2-40B4-BE49-F238E27FC236}">
                <a16:creationId xmlns:a16="http://schemas.microsoft.com/office/drawing/2014/main" id="{E4C8B444-D119-4B94-98DD-8BD739C4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632" y="2685648"/>
            <a:ext cx="211800" cy="220324"/>
          </a:xfrm>
          <a:custGeom xmlns:a="http://schemas.openxmlformats.org/drawingml/2006/main">
            <a:pathLst>
              <a:path w="211800" h="220324">
                <a:moveTo>
                  <a:pt x="211800" y="22032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05" name="path-961">
            <a:extLst xmlns:a="http://schemas.openxmlformats.org/drawingml/2006/main">
              <a:ext uri="{FF2B5EF4-FFF2-40B4-BE49-F238E27FC236}">
                <a16:creationId xmlns:a16="http://schemas.microsoft.com/office/drawing/2014/main" id="{788D93E1-9FD8-4A11-8965-3598C730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5083" y="2494254"/>
            <a:ext cx="232898" cy="403711"/>
          </a:xfrm>
          <a:custGeom xmlns:a="http://schemas.openxmlformats.org/drawingml/2006/main">
            <a:pathLst>
              <a:path w="232898" h="403711">
                <a:moveTo>
                  <a:pt x="232898" y="40371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06" name="path-962">
            <a:extLst xmlns:a="http://schemas.openxmlformats.org/drawingml/2006/main">
              <a:ext uri="{FF2B5EF4-FFF2-40B4-BE49-F238E27FC236}">
                <a16:creationId xmlns:a16="http://schemas.microsoft.com/office/drawing/2014/main" id="{411A60C1-1A5D-4825-BECE-5B965D80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4909" y="2287402"/>
            <a:ext cx="119822" cy="119812"/>
          </a:xfrm>
          <a:custGeom xmlns:a="http://schemas.openxmlformats.org/drawingml/2006/main">
            <a:pathLst>
              <a:path w="119822" h="119812">
                <a:moveTo>
                  <a:pt x="98499" y="21314"/>
                </a:moveTo>
                <a:cubicBezTo>
                  <a:pt x="119822" y="42628"/>
                  <a:pt x="119822" y="77185"/>
                  <a:pt x="98499" y="98499"/>
                </a:cubicBezTo>
                <a:cubicBezTo>
                  <a:pt x="77186" y="119812"/>
                  <a:pt x="42628" y="119812"/>
                  <a:pt x="21314" y="98499"/>
                </a:cubicBezTo>
                <a:cubicBezTo>
                  <a:pt x="0" y="77185"/>
                  <a:pt x="0" y="42628"/>
                  <a:pt x="21314" y="21314"/>
                </a:cubicBezTo>
                <a:cubicBezTo>
                  <a:pt x="42628" y="0"/>
                  <a:pt x="77186" y="0"/>
                  <a:pt x="98499" y="213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7" name="path-963">
            <a:extLst xmlns:a="http://schemas.openxmlformats.org/drawingml/2006/main">
              <a:ext uri="{FF2B5EF4-FFF2-40B4-BE49-F238E27FC236}">
                <a16:creationId xmlns:a16="http://schemas.microsoft.com/office/drawing/2014/main" id="{F94F1026-E2E0-4F12-9697-79648501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4909" y="2486728"/>
            <a:ext cx="119822" cy="119813"/>
          </a:xfrm>
          <a:custGeom xmlns:a="http://schemas.openxmlformats.org/drawingml/2006/main">
            <a:pathLst>
              <a:path w="119822" h="119813">
                <a:moveTo>
                  <a:pt x="98499" y="21314"/>
                </a:moveTo>
                <a:cubicBezTo>
                  <a:pt x="119822" y="42628"/>
                  <a:pt x="119822" y="77186"/>
                  <a:pt x="98499" y="98499"/>
                </a:cubicBezTo>
                <a:cubicBezTo>
                  <a:pt x="77186" y="119813"/>
                  <a:pt x="42628" y="119813"/>
                  <a:pt x="21314" y="98499"/>
                </a:cubicBezTo>
                <a:cubicBezTo>
                  <a:pt x="0" y="77186"/>
                  <a:pt x="0" y="42628"/>
                  <a:pt x="21314" y="21314"/>
                </a:cubicBezTo>
                <a:cubicBezTo>
                  <a:pt x="42628" y="0"/>
                  <a:pt x="77186" y="0"/>
                  <a:pt x="98499" y="213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8" name="path-964">
            <a:extLst xmlns:a="http://schemas.openxmlformats.org/drawingml/2006/main">
              <a:ext uri="{FF2B5EF4-FFF2-40B4-BE49-F238E27FC236}">
                <a16:creationId xmlns:a16="http://schemas.microsoft.com/office/drawing/2014/main" id="{68108437-57E8-49DF-8878-33AF61AF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4909" y="2686056"/>
            <a:ext cx="119822" cy="119812"/>
          </a:xfrm>
          <a:custGeom xmlns:a="http://schemas.openxmlformats.org/drawingml/2006/main">
            <a:pathLst>
              <a:path w="119822" h="119812">
                <a:moveTo>
                  <a:pt x="98499" y="21313"/>
                </a:moveTo>
                <a:cubicBezTo>
                  <a:pt x="119822" y="42627"/>
                  <a:pt x="119822" y="77186"/>
                  <a:pt x="98499" y="98499"/>
                </a:cubicBezTo>
                <a:cubicBezTo>
                  <a:pt x="77186" y="119812"/>
                  <a:pt x="42628" y="119812"/>
                  <a:pt x="21314" y="98499"/>
                </a:cubicBezTo>
                <a:cubicBezTo>
                  <a:pt x="0" y="77186"/>
                  <a:pt x="0" y="42627"/>
                  <a:pt x="21314" y="21313"/>
                </a:cubicBezTo>
                <a:cubicBezTo>
                  <a:pt x="42628" y="0"/>
                  <a:pt x="77186" y="0"/>
                  <a:pt x="98499" y="213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9" name="path-965">
            <a:extLst xmlns:a="http://schemas.openxmlformats.org/drawingml/2006/main">
              <a:ext uri="{FF2B5EF4-FFF2-40B4-BE49-F238E27FC236}">
                <a16:creationId xmlns:a16="http://schemas.microsoft.com/office/drawing/2014/main" id="{3E660EE2-B3E2-419C-B540-191F2227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2365" y="2387066"/>
            <a:ext cx="119822" cy="119812"/>
          </a:xfrm>
          <a:custGeom xmlns:a="http://schemas.openxmlformats.org/drawingml/2006/main">
            <a:pathLst>
              <a:path w="119822" h="119812">
                <a:moveTo>
                  <a:pt x="98499" y="21313"/>
                </a:moveTo>
                <a:cubicBezTo>
                  <a:pt x="119822" y="42627"/>
                  <a:pt x="119822" y="77185"/>
                  <a:pt x="98499" y="98499"/>
                </a:cubicBezTo>
                <a:cubicBezTo>
                  <a:pt x="77186" y="119812"/>
                  <a:pt x="42627" y="119812"/>
                  <a:pt x="21313" y="98499"/>
                </a:cubicBezTo>
                <a:cubicBezTo>
                  <a:pt x="0" y="77185"/>
                  <a:pt x="0" y="42627"/>
                  <a:pt x="21313" y="21313"/>
                </a:cubicBezTo>
                <a:cubicBezTo>
                  <a:pt x="42627" y="0"/>
                  <a:pt x="77186" y="0"/>
                  <a:pt x="98499" y="213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0" name="path-966">
            <a:extLst xmlns:a="http://schemas.openxmlformats.org/drawingml/2006/main">
              <a:ext uri="{FF2B5EF4-FFF2-40B4-BE49-F238E27FC236}">
                <a16:creationId xmlns:a16="http://schemas.microsoft.com/office/drawing/2014/main" id="{88CB723A-5119-4C01-AD86-3627D4AB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2365" y="2586392"/>
            <a:ext cx="119822" cy="119813"/>
          </a:xfrm>
          <a:custGeom xmlns:a="http://schemas.openxmlformats.org/drawingml/2006/main">
            <a:pathLst>
              <a:path w="119822" h="119813">
                <a:moveTo>
                  <a:pt x="98499" y="21314"/>
                </a:moveTo>
                <a:cubicBezTo>
                  <a:pt x="119822" y="42628"/>
                  <a:pt x="119822" y="77186"/>
                  <a:pt x="98499" y="98499"/>
                </a:cubicBezTo>
                <a:cubicBezTo>
                  <a:pt x="77186" y="119813"/>
                  <a:pt x="42627" y="119813"/>
                  <a:pt x="21313" y="98499"/>
                </a:cubicBezTo>
                <a:cubicBezTo>
                  <a:pt x="0" y="77186"/>
                  <a:pt x="0" y="42628"/>
                  <a:pt x="21313" y="21314"/>
                </a:cubicBezTo>
                <a:cubicBezTo>
                  <a:pt x="42627" y="0"/>
                  <a:pt x="77186" y="0"/>
                  <a:pt x="98499" y="213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1" name="path-967">
            <a:extLst xmlns:a="http://schemas.openxmlformats.org/drawingml/2006/main">
              <a:ext uri="{FF2B5EF4-FFF2-40B4-BE49-F238E27FC236}">
                <a16:creationId xmlns:a16="http://schemas.microsoft.com/office/drawing/2014/main" id="{84510CDD-0E59-4302-928C-DE1E3C46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398" y="2365169"/>
            <a:ext cx="184299" cy="63950"/>
          </a:xfrm>
          <a:custGeom xmlns:a="http://schemas.openxmlformats.org/drawingml/2006/main">
            <a:pathLst>
              <a:path w="184299" h="63950">
                <a:moveTo>
                  <a:pt x="184299" y="639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12" name="path-968">
            <a:extLst xmlns:a="http://schemas.openxmlformats.org/drawingml/2006/main">
              <a:ext uri="{FF2B5EF4-FFF2-40B4-BE49-F238E27FC236}">
                <a16:creationId xmlns:a16="http://schemas.microsoft.com/office/drawing/2014/main" id="{F9EFD8F9-C3B8-4AF3-83F7-23E1B034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398" y="2464872"/>
            <a:ext cx="184299" cy="63860"/>
          </a:xfrm>
          <a:custGeom xmlns:a="http://schemas.openxmlformats.org/drawingml/2006/main">
            <a:pathLst>
              <a:path w="184299" h="63860">
                <a:moveTo>
                  <a:pt x="0" y="63860"/>
                </a:moveTo>
                <a:lnTo>
                  <a:pt x="1842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13" name="path-969">
            <a:extLst xmlns:a="http://schemas.openxmlformats.org/drawingml/2006/main">
              <a:ext uri="{FF2B5EF4-FFF2-40B4-BE49-F238E27FC236}">
                <a16:creationId xmlns:a16="http://schemas.microsoft.com/office/drawing/2014/main" id="{8F895FDD-66A2-439C-99E5-D167B500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2644" y="2486338"/>
            <a:ext cx="211799" cy="220324"/>
          </a:xfrm>
          <a:custGeom xmlns:a="http://schemas.openxmlformats.org/drawingml/2006/main">
            <a:pathLst>
              <a:path w="211799" h="220324">
                <a:moveTo>
                  <a:pt x="0" y="220324"/>
                </a:moveTo>
                <a:lnTo>
                  <a:pt x="2117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14" name="path-970">
            <a:extLst xmlns:a="http://schemas.openxmlformats.org/drawingml/2006/main">
              <a:ext uri="{FF2B5EF4-FFF2-40B4-BE49-F238E27FC236}">
                <a16:creationId xmlns:a16="http://schemas.microsoft.com/office/drawing/2014/main" id="{1489ABA0-0B1B-4320-9FC3-F4A9EA5E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2644" y="2386640"/>
            <a:ext cx="211799" cy="220321"/>
          </a:xfrm>
          <a:custGeom xmlns:a="http://schemas.openxmlformats.org/drawingml/2006/main">
            <a:pathLst>
              <a:path w="211799" h="220321">
                <a:moveTo>
                  <a:pt x="0" y="0"/>
                </a:moveTo>
                <a:lnTo>
                  <a:pt x="211799" y="220321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15" name="path-971">
            <a:extLst xmlns:a="http://schemas.openxmlformats.org/drawingml/2006/main">
              <a:ext uri="{FF2B5EF4-FFF2-40B4-BE49-F238E27FC236}">
                <a16:creationId xmlns:a16="http://schemas.microsoft.com/office/drawing/2014/main" id="{CEA1D858-E0CB-4373-91B0-A4A4F73C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398" y="2564479"/>
            <a:ext cx="184299" cy="63950"/>
          </a:xfrm>
          <a:custGeom xmlns:a="http://schemas.openxmlformats.org/drawingml/2006/main">
            <a:pathLst>
              <a:path w="184299" h="63950">
                <a:moveTo>
                  <a:pt x="0" y="0"/>
                </a:moveTo>
                <a:lnTo>
                  <a:pt x="184299" y="6395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16" name="path-972">
            <a:extLst xmlns:a="http://schemas.openxmlformats.org/drawingml/2006/main">
              <a:ext uri="{FF2B5EF4-FFF2-40B4-BE49-F238E27FC236}">
                <a16:creationId xmlns:a16="http://schemas.microsoft.com/office/drawing/2014/main" id="{18C7D68F-52B3-4D0E-97DB-B6465ECB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398" y="2664180"/>
            <a:ext cx="184299" cy="63950"/>
          </a:xfrm>
          <a:custGeom xmlns:a="http://schemas.openxmlformats.org/drawingml/2006/main">
            <a:pathLst>
              <a:path w="184299" h="63950">
                <a:moveTo>
                  <a:pt x="0" y="63950"/>
                </a:moveTo>
                <a:lnTo>
                  <a:pt x="1842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17" name="path-973">
            <a:extLst xmlns:a="http://schemas.openxmlformats.org/drawingml/2006/main">
              <a:ext uri="{FF2B5EF4-FFF2-40B4-BE49-F238E27FC236}">
                <a16:creationId xmlns:a16="http://schemas.microsoft.com/office/drawing/2014/main" id="{CDE93B3E-6A75-4222-8035-8C4B8054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4909" y="2885384"/>
            <a:ext cx="119822" cy="119812"/>
          </a:xfrm>
          <a:custGeom xmlns:a="http://schemas.openxmlformats.org/drawingml/2006/main">
            <a:pathLst>
              <a:path w="119822" h="119812">
                <a:moveTo>
                  <a:pt x="98499" y="21313"/>
                </a:moveTo>
                <a:cubicBezTo>
                  <a:pt x="119822" y="42627"/>
                  <a:pt x="119822" y="77185"/>
                  <a:pt x="98499" y="98499"/>
                </a:cubicBezTo>
                <a:cubicBezTo>
                  <a:pt x="77186" y="119812"/>
                  <a:pt x="42628" y="119812"/>
                  <a:pt x="21314" y="98499"/>
                </a:cubicBezTo>
                <a:cubicBezTo>
                  <a:pt x="0" y="77185"/>
                  <a:pt x="0" y="42627"/>
                  <a:pt x="21314" y="21313"/>
                </a:cubicBezTo>
                <a:cubicBezTo>
                  <a:pt x="42628" y="0"/>
                  <a:pt x="77186" y="0"/>
                  <a:pt x="98499" y="213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8" name="path-974">
            <a:extLst xmlns:a="http://schemas.openxmlformats.org/drawingml/2006/main">
              <a:ext uri="{FF2B5EF4-FFF2-40B4-BE49-F238E27FC236}">
                <a16:creationId xmlns:a16="http://schemas.microsoft.com/office/drawing/2014/main" id="{43916CB9-4BEC-4BF3-B7DB-56280E9E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4909" y="3084710"/>
            <a:ext cx="119822" cy="119813"/>
          </a:xfrm>
          <a:custGeom xmlns:a="http://schemas.openxmlformats.org/drawingml/2006/main">
            <a:pathLst>
              <a:path w="119822" h="119813">
                <a:moveTo>
                  <a:pt x="98499" y="21314"/>
                </a:moveTo>
                <a:cubicBezTo>
                  <a:pt x="119822" y="42627"/>
                  <a:pt x="119822" y="77185"/>
                  <a:pt x="98499" y="98499"/>
                </a:cubicBezTo>
                <a:cubicBezTo>
                  <a:pt x="77186" y="119813"/>
                  <a:pt x="42628" y="119813"/>
                  <a:pt x="21314" y="98499"/>
                </a:cubicBezTo>
                <a:cubicBezTo>
                  <a:pt x="0" y="77185"/>
                  <a:pt x="0" y="42627"/>
                  <a:pt x="21314" y="21314"/>
                </a:cubicBezTo>
                <a:cubicBezTo>
                  <a:pt x="42628" y="0"/>
                  <a:pt x="77186" y="0"/>
                  <a:pt x="98499" y="213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9" name="path-975">
            <a:extLst xmlns:a="http://schemas.openxmlformats.org/drawingml/2006/main">
              <a:ext uri="{FF2B5EF4-FFF2-40B4-BE49-F238E27FC236}">
                <a16:creationId xmlns:a16="http://schemas.microsoft.com/office/drawing/2014/main" id="{7619479A-C5E8-4089-9E50-991DEEF3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2365" y="2785720"/>
            <a:ext cx="119822" cy="119812"/>
          </a:xfrm>
          <a:custGeom xmlns:a="http://schemas.openxmlformats.org/drawingml/2006/main">
            <a:pathLst>
              <a:path w="119822" h="119812">
                <a:moveTo>
                  <a:pt x="98499" y="21313"/>
                </a:moveTo>
                <a:cubicBezTo>
                  <a:pt x="119822" y="42627"/>
                  <a:pt x="119822" y="77185"/>
                  <a:pt x="98499" y="98499"/>
                </a:cubicBezTo>
                <a:cubicBezTo>
                  <a:pt x="77186" y="119812"/>
                  <a:pt x="42627" y="119812"/>
                  <a:pt x="21313" y="98499"/>
                </a:cubicBezTo>
                <a:cubicBezTo>
                  <a:pt x="0" y="77185"/>
                  <a:pt x="0" y="42627"/>
                  <a:pt x="21313" y="21313"/>
                </a:cubicBezTo>
                <a:cubicBezTo>
                  <a:pt x="42627" y="0"/>
                  <a:pt x="77186" y="0"/>
                  <a:pt x="98499" y="213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0" name="path-976">
            <a:extLst xmlns:a="http://schemas.openxmlformats.org/drawingml/2006/main">
              <a:ext uri="{FF2B5EF4-FFF2-40B4-BE49-F238E27FC236}">
                <a16:creationId xmlns:a16="http://schemas.microsoft.com/office/drawing/2014/main" id="{A1C3E596-9297-4F56-994D-96A3880A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2365" y="2985046"/>
            <a:ext cx="119822" cy="119813"/>
          </a:xfrm>
          <a:custGeom xmlns:a="http://schemas.openxmlformats.org/drawingml/2006/main">
            <a:pathLst>
              <a:path w="119822" h="119813">
                <a:moveTo>
                  <a:pt x="98499" y="21314"/>
                </a:moveTo>
                <a:cubicBezTo>
                  <a:pt x="119822" y="42627"/>
                  <a:pt x="119822" y="77186"/>
                  <a:pt x="98499" y="98499"/>
                </a:cubicBezTo>
                <a:cubicBezTo>
                  <a:pt x="77186" y="119813"/>
                  <a:pt x="42627" y="119813"/>
                  <a:pt x="21313" y="98499"/>
                </a:cubicBezTo>
                <a:cubicBezTo>
                  <a:pt x="0" y="77186"/>
                  <a:pt x="0" y="42627"/>
                  <a:pt x="21313" y="21314"/>
                </a:cubicBezTo>
                <a:cubicBezTo>
                  <a:pt x="42627" y="0"/>
                  <a:pt x="77186" y="0"/>
                  <a:pt x="98499" y="213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1" name="path-977">
            <a:extLst xmlns:a="http://schemas.openxmlformats.org/drawingml/2006/main">
              <a:ext uri="{FF2B5EF4-FFF2-40B4-BE49-F238E27FC236}">
                <a16:creationId xmlns:a16="http://schemas.microsoft.com/office/drawing/2014/main" id="{EE5FF7A8-98AD-4B57-96C9-FE26E6AB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398" y="2763881"/>
            <a:ext cx="184299" cy="63857"/>
          </a:xfrm>
          <a:custGeom xmlns:a="http://schemas.openxmlformats.org/drawingml/2006/main">
            <a:pathLst>
              <a:path w="184299" h="63857">
                <a:moveTo>
                  <a:pt x="184299" y="6385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22" name="path-978">
            <a:extLst xmlns:a="http://schemas.openxmlformats.org/drawingml/2006/main">
              <a:ext uri="{FF2B5EF4-FFF2-40B4-BE49-F238E27FC236}">
                <a16:creationId xmlns:a16="http://schemas.microsoft.com/office/drawing/2014/main" id="{5949EE1B-1782-4738-A04A-D135C990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398" y="2863487"/>
            <a:ext cx="184299" cy="63950"/>
          </a:xfrm>
          <a:custGeom xmlns:a="http://schemas.openxmlformats.org/drawingml/2006/main">
            <a:pathLst>
              <a:path w="184299" h="63950">
                <a:moveTo>
                  <a:pt x="0" y="63950"/>
                </a:moveTo>
                <a:lnTo>
                  <a:pt x="1842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23" name="path-979">
            <a:extLst xmlns:a="http://schemas.openxmlformats.org/drawingml/2006/main">
              <a:ext uri="{FF2B5EF4-FFF2-40B4-BE49-F238E27FC236}">
                <a16:creationId xmlns:a16="http://schemas.microsoft.com/office/drawing/2014/main" id="{F18D16F1-908F-4238-8E76-619302FA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2644" y="2884956"/>
            <a:ext cx="211799" cy="220324"/>
          </a:xfrm>
          <a:custGeom xmlns:a="http://schemas.openxmlformats.org/drawingml/2006/main">
            <a:pathLst>
              <a:path w="211799" h="220324">
                <a:moveTo>
                  <a:pt x="0" y="220324"/>
                </a:moveTo>
                <a:lnTo>
                  <a:pt x="2117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24" name="path-980">
            <a:extLst xmlns:a="http://schemas.openxmlformats.org/drawingml/2006/main">
              <a:ext uri="{FF2B5EF4-FFF2-40B4-BE49-F238E27FC236}">
                <a16:creationId xmlns:a16="http://schemas.microsoft.com/office/drawing/2014/main" id="{A1077B59-1CCD-4125-915A-E74664C7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2644" y="2785349"/>
            <a:ext cx="211799" cy="220230"/>
          </a:xfrm>
          <a:custGeom xmlns:a="http://schemas.openxmlformats.org/drawingml/2006/main">
            <a:pathLst>
              <a:path w="211799" h="220230">
                <a:moveTo>
                  <a:pt x="0" y="0"/>
                </a:moveTo>
                <a:lnTo>
                  <a:pt x="211799" y="22023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25" name="path-981">
            <a:extLst xmlns:a="http://schemas.openxmlformats.org/drawingml/2006/main">
              <a:ext uri="{FF2B5EF4-FFF2-40B4-BE49-F238E27FC236}">
                <a16:creationId xmlns:a16="http://schemas.microsoft.com/office/drawing/2014/main" id="{420731E0-8436-4F70-AE77-F106F353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398" y="2963191"/>
            <a:ext cx="184299" cy="63857"/>
          </a:xfrm>
          <a:custGeom xmlns:a="http://schemas.openxmlformats.org/drawingml/2006/main">
            <a:pathLst>
              <a:path w="184299" h="63857">
                <a:moveTo>
                  <a:pt x="0" y="0"/>
                </a:moveTo>
                <a:lnTo>
                  <a:pt x="184299" y="63857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26" name="path-982">
            <a:extLst xmlns:a="http://schemas.openxmlformats.org/drawingml/2006/main">
              <a:ext uri="{FF2B5EF4-FFF2-40B4-BE49-F238E27FC236}">
                <a16:creationId xmlns:a16="http://schemas.microsoft.com/office/drawing/2014/main" id="{418E1FA1-C269-451C-8ECE-453D7FBA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398" y="3062798"/>
            <a:ext cx="184299" cy="63950"/>
          </a:xfrm>
          <a:custGeom xmlns:a="http://schemas.openxmlformats.org/drawingml/2006/main">
            <a:pathLst>
              <a:path w="184299" h="63950">
                <a:moveTo>
                  <a:pt x="0" y="63950"/>
                </a:moveTo>
                <a:lnTo>
                  <a:pt x="1842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27" name="path-983">
            <a:extLst xmlns:a="http://schemas.openxmlformats.org/drawingml/2006/main">
              <a:ext uri="{FF2B5EF4-FFF2-40B4-BE49-F238E27FC236}">
                <a16:creationId xmlns:a16="http://schemas.microsoft.com/office/drawing/2014/main" id="{4BB8AE3F-F777-4EFD-B688-9907B184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9821" y="2486728"/>
            <a:ext cx="119822" cy="119813"/>
          </a:xfrm>
          <a:custGeom xmlns:a="http://schemas.openxmlformats.org/drawingml/2006/main">
            <a:pathLst>
              <a:path w="119822" h="119813">
                <a:moveTo>
                  <a:pt x="98499" y="21314"/>
                </a:moveTo>
                <a:cubicBezTo>
                  <a:pt x="119822" y="42628"/>
                  <a:pt x="119822" y="77186"/>
                  <a:pt x="98499" y="98499"/>
                </a:cubicBezTo>
                <a:cubicBezTo>
                  <a:pt x="77186" y="119813"/>
                  <a:pt x="42628" y="119813"/>
                  <a:pt x="21314" y="98499"/>
                </a:cubicBezTo>
                <a:cubicBezTo>
                  <a:pt x="0" y="77186"/>
                  <a:pt x="0" y="42628"/>
                  <a:pt x="21314" y="21314"/>
                </a:cubicBezTo>
                <a:cubicBezTo>
                  <a:pt x="42628" y="0"/>
                  <a:pt x="77186" y="0"/>
                  <a:pt x="98499" y="213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8" name="path-984">
            <a:extLst xmlns:a="http://schemas.openxmlformats.org/drawingml/2006/main">
              <a:ext uri="{FF2B5EF4-FFF2-40B4-BE49-F238E27FC236}">
                <a16:creationId xmlns:a16="http://schemas.microsoft.com/office/drawing/2014/main" id="{9F60AD4A-13F6-4002-9C5C-F5430FA9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3855" y="2464872"/>
            <a:ext cx="184299" cy="63860"/>
          </a:xfrm>
          <a:custGeom xmlns:a="http://schemas.openxmlformats.org/drawingml/2006/main">
            <a:pathLst>
              <a:path w="184299" h="63860">
                <a:moveTo>
                  <a:pt x="0" y="0"/>
                </a:moveTo>
                <a:lnTo>
                  <a:pt x="184299" y="6386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29" name="path-985">
            <a:extLst xmlns:a="http://schemas.openxmlformats.org/drawingml/2006/main">
              <a:ext uri="{FF2B5EF4-FFF2-40B4-BE49-F238E27FC236}">
                <a16:creationId xmlns:a16="http://schemas.microsoft.com/office/drawing/2014/main" id="{018C23F4-B8B6-417C-9335-E273C5CF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3855" y="2564479"/>
            <a:ext cx="184299" cy="63950"/>
          </a:xfrm>
          <a:custGeom xmlns:a="http://schemas.openxmlformats.org/drawingml/2006/main">
            <a:pathLst>
              <a:path w="184299" h="63950">
                <a:moveTo>
                  <a:pt x="0" y="63950"/>
                </a:moveTo>
                <a:lnTo>
                  <a:pt x="1842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30" name="path-986">
            <a:extLst xmlns:a="http://schemas.openxmlformats.org/drawingml/2006/main">
              <a:ext uri="{FF2B5EF4-FFF2-40B4-BE49-F238E27FC236}">
                <a16:creationId xmlns:a16="http://schemas.microsoft.com/office/drawing/2014/main" id="{C37EC809-B04B-4572-A05E-1EE11D78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9821" y="2686056"/>
            <a:ext cx="119822" cy="119812"/>
          </a:xfrm>
          <a:custGeom xmlns:a="http://schemas.openxmlformats.org/drawingml/2006/main">
            <a:pathLst>
              <a:path w="119822" h="119812">
                <a:moveTo>
                  <a:pt x="98499" y="21313"/>
                </a:moveTo>
                <a:cubicBezTo>
                  <a:pt x="119822" y="42627"/>
                  <a:pt x="119822" y="77186"/>
                  <a:pt x="98499" y="98499"/>
                </a:cubicBezTo>
                <a:cubicBezTo>
                  <a:pt x="77186" y="119812"/>
                  <a:pt x="42628" y="119812"/>
                  <a:pt x="21314" y="98499"/>
                </a:cubicBezTo>
                <a:cubicBezTo>
                  <a:pt x="0" y="77186"/>
                  <a:pt x="0" y="42627"/>
                  <a:pt x="21314" y="21313"/>
                </a:cubicBezTo>
                <a:cubicBezTo>
                  <a:pt x="42628" y="0"/>
                  <a:pt x="77186" y="0"/>
                  <a:pt x="98499" y="213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1" name="path-987">
            <a:extLst xmlns:a="http://schemas.openxmlformats.org/drawingml/2006/main">
              <a:ext uri="{FF2B5EF4-FFF2-40B4-BE49-F238E27FC236}">
                <a16:creationId xmlns:a16="http://schemas.microsoft.com/office/drawing/2014/main" id="{BBA98FBE-56DA-425C-8A00-3B130474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9821" y="2885384"/>
            <a:ext cx="119822" cy="119812"/>
          </a:xfrm>
          <a:custGeom xmlns:a="http://schemas.openxmlformats.org/drawingml/2006/main">
            <a:pathLst>
              <a:path w="119822" h="119812">
                <a:moveTo>
                  <a:pt x="98499" y="21313"/>
                </a:moveTo>
                <a:cubicBezTo>
                  <a:pt x="119822" y="42627"/>
                  <a:pt x="119822" y="77185"/>
                  <a:pt x="98499" y="98499"/>
                </a:cubicBezTo>
                <a:cubicBezTo>
                  <a:pt x="77186" y="119812"/>
                  <a:pt x="42628" y="119812"/>
                  <a:pt x="21314" y="98499"/>
                </a:cubicBezTo>
                <a:cubicBezTo>
                  <a:pt x="0" y="77185"/>
                  <a:pt x="0" y="42627"/>
                  <a:pt x="21314" y="21313"/>
                </a:cubicBezTo>
                <a:cubicBezTo>
                  <a:pt x="42628" y="0"/>
                  <a:pt x="77186" y="0"/>
                  <a:pt x="98499" y="213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2" name="path-988">
            <a:extLst xmlns:a="http://schemas.openxmlformats.org/drawingml/2006/main">
              <a:ext uri="{FF2B5EF4-FFF2-40B4-BE49-F238E27FC236}">
                <a16:creationId xmlns:a16="http://schemas.microsoft.com/office/drawing/2014/main" id="{945671A6-2E19-46E3-B5C4-7C8B8898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0101" y="2486338"/>
            <a:ext cx="211799" cy="220324"/>
          </a:xfrm>
          <a:custGeom xmlns:a="http://schemas.openxmlformats.org/drawingml/2006/main">
            <a:pathLst>
              <a:path w="211799" h="220324">
                <a:moveTo>
                  <a:pt x="211799" y="22032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33" name="path-989">
            <a:extLst xmlns:a="http://schemas.openxmlformats.org/drawingml/2006/main">
              <a:ext uri="{FF2B5EF4-FFF2-40B4-BE49-F238E27FC236}">
                <a16:creationId xmlns:a16="http://schemas.microsoft.com/office/drawing/2014/main" id="{168DE302-A8C2-4C53-9047-718AC54E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3855" y="2664180"/>
            <a:ext cx="184299" cy="63950"/>
          </a:xfrm>
          <a:custGeom xmlns:a="http://schemas.openxmlformats.org/drawingml/2006/main">
            <a:pathLst>
              <a:path w="184299" h="63950">
                <a:moveTo>
                  <a:pt x="0" y="0"/>
                </a:moveTo>
                <a:lnTo>
                  <a:pt x="184299" y="6395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34" name="path-990">
            <a:extLst xmlns:a="http://schemas.openxmlformats.org/drawingml/2006/main">
              <a:ext uri="{FF2B5EF4-FFF2-40B4-BE49-F238E27FC236}">
                <a16:creationId xmlns:a16="http://schemas.microsoft.com/office/drawing/2014/main" id="{2BB416EC-859A-4BAD-95DD-1E56DBEE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3855" y="2763881"/>
            <a:ext cx="184299" cy="63857"/>
          </a:xfrm>
          <a:custGeom xmlns:a="http://schemas.openxmlformats.org/drawingml/2006/main">
            <a:pathLst>
              <a:path w="184299" h="63857">
                <a:moveTo>
                  <a:pt x="0" y="63857"/>
                </a:moveTo>
                <a:lnTo>
                  <a:pt x="1842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35" name="path-991">
            <a:extLst xmlns:a="http://schemas.openxmlformats.org/drawingml/2006/main">
              <a:ext uri="{FF2B5EF4-FFF2-40B4-BE49-F238E27FC236}">
                <a16:creationId xmlns:a16="http://schemas.microsoft.com/office/drawing/2014/main" id="{331AA5BC-BC30-40C8-BA19-0744DAF0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0101" y="2685648"/>
            <a:ext cx="211799" cy="220324"/>
          </a:xfrm>
          <a:custGeom xmlns:a="http://schemas.openxmlformats.org/drawingml/2006/main">
            <a:pathLst>
              <a:path w="211799" h="220324">
                <a:moveTo>
                  <a:pt x="0" y="0"/>
                </a:moveTo>
                <a:lnTo>
                  <a:pt x="211799" y="220324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36" name="path-992">
            <a:extLst xmlns:a="http://schemas.openxmlformats.org/drawingml/2006/main">
              <a:ext uri="{FF2B5EF4-FFF2-40B4-BE49-F238E27FC236}">
                <a16:creationId xmlns:a16="http://schemas.microsoft.com/office/drawing/2014/main" id="{987A860E-CFE3-496B-B1B8-1AB16324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3855" y="2863487"/>
            <a:ext cx="184299" cy="63950"/>
          </a:xfrm>
          <a:custGeom xmlns:a="http://schemas.openxmlformats.org/drawingml/2006/main">
            <a:pathLst>
              <a:path w="184299" h="63950">
                <a:moveTo>
                  <a:pt x="0" y="0"/>
                </a:moveTo>
                <a:lnTo>
                  <a:pt x="184299" y="6395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37" name="path-993">
            <a:extLst xmlns:a="http://schemas.openxmlformats.org/drawingml/2006/main">
              <a:ext uri="{FF2B5EF4-FFF2-40B4-BE49-F238E27FC236}">
                <a16:creationId xmlns:a16="http://schemas.microsoft.com/office/drawing/2014/main" id="{89264272-4AAB-41A8-9613-DA5A1380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3855" y="2963191"/>
            <a:ext cx="184299" cy="63857"/>
          </a:xfrm>
          <a:custGeom xmlns:a="http://schemas.openxmlformats.org/drawingml/2006/main">
            <a:pathLst>
              <a:path w="184299" h="63857">
                <a:moveTo>
                  <a:pt x="0" y="63857"/>
                </a:moveTo>
                <a:lnTo>
                  <a:pt x="1842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38" name="path-994">
            <a:extLst xmlns:a="http://schemas.openxmlformats.org/drawingml/2006/main">
              <a:ext uri="{FF2B5EF4-FFF2-40B4-BE49-F238E27FC236}">
                <a16:creationId xmlns:a16="http://schemas.microsoft.com/office/drawing/2014/main" id="{D8FD9685-EBE8-423C-9434-F6FDA880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0101" y="2785349"/>
            <a:ext cx="211799" cy="220230"/>
          </a:xfrm>
          <a:custGeom xmlns:a="http://schemas.openxmlformats.org/drawingml/2006/main">
            <a:pathLst>
              <a:path w="211799" h="220230">
                <a:moveTo>
                  <a:pt x="0" y="220230"/>
                </a:moveTo>
                <a:lnTo>
                  <a:pt x="2117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39" name="path-995">
            <a:extLst xmlns:a="http://schemas.openxmlformats.org/drawingml/2006/main">
              <a:ext uri="{FF2B5EF4-FFF2-40B4-BE49-F238E27FC236}">
                <a16:creationId xmlns:a16="http://schemas.microsoft.com/office/drawing/2014/main" id="{7EFE4792-D1A8-4C4D-B94F-83308E6E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557" y="2494254"/>
            <a:ext cx="232894" cy="403711"/>
          </a:xfrm>
          <a:custGeom xmlns:a="http://schemas.openxmlformats.org/drawingml/2006/main">
            <a:pathLst>
              <a:path w="232894" h="403711">
                <a:moveTo>
                  <a:pt x="0" y="0"/>
                </a:moveTo>
                <a:lnTo>
                  <a:pt x="232894" y="403711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40" name="path-996">
            <a:extLst xmlns:a="http://schemas.openxmlformats.org/drawingml/2006/main">
              <a:ext uri="{FF2B5EF4-FFF2-40B4-BE49-F238E27FC236}">
                <a16:creationId xmlns:a16="http://schemas.microsoft.com/office/drawing/2014/main" id="{ADC4D2FC-39E9-44AF-94C7-468BF589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0101" y="2585947"/>
            <a:ext cx="211799" cy="220324"/>
          </a:xfrm>
          <a:custGeom xmlns:a="http://schemas.openxmlformats.org/drawingml/2006/main">
            <a:pathLst>
              <a:path w="211799" h="220324">
                <a:moveTo>
                  <a:pt x="0" y="220324"/>
                </a:moveTo>
                <a:lnTo>
                  <a:pt x="2117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41" name="path-997">
            <a:extLst xmlns:a="http://schemas.openxmlformats.org/drawingml/2006/main">
              <a:ext uri="{FF2B5EF4-FFF2-40B4-BE49-F238E27FC236}">
                <a16:creationId xmlns:a16="http://schemas.microsoft.com/office/drawing/2014/main" id="{95365612-B412-4AFF-8D1B-F6658866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557" y="2593955"/>
            <a:ext cx="232894" cy="403711"/>
          </a:xfrm>
          <a:custGeom xmlns:a="http://schemas.openxmlformats.org/drawingml/2006/main">
            <a:pathLst>
              <a:path w="232894" h="403711">
                <a:moveTo>
                  <a:pt x="0" y="403711"/>
                </a:moveTo>
                <a:lnTo>
                  <a:pt x="2328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42" name="path-998">
            <a:extLst xmlns:a="http://schemas.openxmlformats.org/drawingml/2006/main">
              <a:ext uri="{FF2B5EF4-FFF2-40B4-BE49-F238E27FC236}">
                <a16:creationId xmlns:a16="http://schemas.microsoft.com/office/drawing/2014/main" id="{86FAB5D5-F5CB-4970-AE8D-1B7CA18B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101" y="2494254"/>
            <a:ext cx="232894" cy="403711"/>
          </a:xfrm>
          <a:custGeom xmlns:a="http://schemas.openxmlformats.org/drawingml/2006/main">
            <a:pathLst>
              <a:path w="232894" h="403711">
                <a:moveTo>
                  <a:pt x="0" y="403711"/>
                </a:moveTo>
                <a:lnTo>
                  <a:pt x="2328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43" name="path-999">
            <a:extLst xmlns:a="http://schemas.openxmlformats.org/drawingml/2006/main">
              <a:ext uri="{FF2B5EF4-FFF2-40B4-BE49-F238E27FC236}">
                <a16:creationId xmlns:a16="http://schemas.microsoft.com/office/drawing/2014/main" id="{D2571CF3-80BA-442D-82A7-5082D0D9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15" y="2497435"/>
            <a:ext cx="245856" cy="596747"/>
          </a:xfrm>
          <a:custGeom xmlns:a="http://schemas.openxmlformats.org/drawingml/2006/main">
            <a:pathLst>
              <a:path w="245856" h="596747">
                <a:moveTo>
                  <a:pt x="0" y="596747"/>
                </a:moveTo>
                <a:lnTo>
                  <a:pt x="2458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44" name="path-1000">
            <a:extLst xmlns:a="http://schemas.openxmlformats.org/drawingml/2006/main">
              <a:ext uri="{FF2B5EF4-FFF2-40B4-BE49-F238E27FC236}">
                <a16:creationId xmlns:a16="http://schemas.microsoft.com/office/drawing/2014/main" id="{6A81B7A2-3E4E-4D95-806F-83E83B2F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2644" y="2685648"/>
            <a:ext cx="211799" cy="220324"/>
          </a:xfrm>
          <a:custGeom xmlns:a="http://schemas.openxmlformats.org/drawingml/2006/main">
            <a:pathLst>
              <a:path w="211799" h="220324">
                <a:moveTo>
                  <a:pt x="0" y="220324"/>
                </a:moveTo>
                <a:lnTo>
                  <a:pt x="2117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45" name="path-1001">
            <a:extLst xmlns:a="http://schemas.openxmlformats.org/drawingml/2006/main">
              <a:ext uri="{FF2B5EF4-FFF2-40B4-BE49-F238E27FC236}">
                <a16:creationId xmlns:a16="http://schemas.microsoft.com/office/drawing/2014/main" id="{4510AADE-25E0-40E0-ABF3-72EA0FEC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101" y="2693562"/>
            <a:ext cx="232894" cy="403805"/>
          </a:xfrm>
          <a:custGeom xmlns:a="http://schemas.openxmlformats.org/drawingml/2006/main">
            <a:pathLst>
              <a:path w="232894" h="403805">
                <a:moveTo>
                  <a:pt x="0" y="403805"/>
                </a:moveTo>
                <a:lnTo>
                  <a:pt x="2328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46" name="path-1002">
            <a:extLst xmlns:a="http://schemas.openxmlformats.org/drawingml/2006/main">
              <a:ext uri="{FF2B5EF4-FFF2-40B4-BE49-F238E27FC236}">
                <a16:creationId xmlns:a16="http://schemas.microsoft.com/office/drawing/2014/main" id="{F7DAAF2B-FD62-455D-9275-8AF447B6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2644" y="2585947"/>
            <a:ext cx="211799" cy="220324"/>
          </a:xfrm>
          <a:custGeom xmlns:a="http://schemas.openxmlformats.org/drawingml/2006/main">
            <a:pathLst>
              <a:path w="211799" h="220324">
                <a:moveTo>
                  <a:pt x="211799" y="22032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47" name="path-1003">
            <a:extLst xmlns:a="http://schemas.openxmlformats.org/drawingml/2006/main">
              <a:ext uri="{FF2B5EF4-FFF2-40B4-BE49-F238E27FC236}">
                <a16:creationId xmlns:a16="http://schemas.microsoft.com/office/drawing/2014/main" id="{7E43ADF2-CEE2-4B82-B578-247EF998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101" y="2394644"/>
            <a:ext cx="232894" cy="403711"/>
          </a:xfrm>
          <a:custGeom xmlns:a="http://schemas.openxmlformats.org/drawingml/2006/main">
            <a:pathLst>
              <a:path w="232894" h="403711">
                <a:moveTo>
                  <a:pt x="232894" y="40371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48" name="path-1004">
            <a:extLst xmlns:a="http://schemas.openxmlformats.org/drawingml/2006/main">
              <a:ext uri="{FF2B5EF4-FFF2-40B4-BE49-F238E27FC236}">
                <a16:creationId xmlns:a16="http://schemas.microsoft.com/office/drawing/2014/main" id="{C09D8D22-414A-4F35-8A53-AC0F72A3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15" y="2397829"/>
            <a:ext cx="245856" cy="596653"/>
          </a:xfrm>
          <a:custGeom xmlns:a="http://schemas.openxmlformats.org/drawingml/2006/main">
            <a:pathLst>
              <a:path w="245856" h="596653">
                <a:moveTo>
                  <a:pt x="245856" y="59665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49" name="path-1005">
            <a:extLst xmlns:a="http://schemas.openxmlformats.org/drawingml/2006/main">
              <a:ext uri="{FF2B5EF4-FFF2-40B4-BE49-F238E27FC236}">
                <a16:creationId xmlns:a16="http://schemas.microsoft.com/office/drawing/2014/main" id="{7FE8047B-20DA-4928-929F-65B22FD2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101" y="2593955"/>
            <a:ext cx="232894" cy="403711"/>
          </a:xfrm>
          <a:custGeom xmlns:a="http://schemas.openxmlformats.org/drawingml/2006/main">
            <a:pathLst>
              <a:path w="232894" h="403711">
                <a:moveTo>
                  <a:pt x="232894" y="40371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50" name="path-1006">
            <a:extLst xmlns:a="http://schemas.openxmlformats.org/drawingml/2006/main">
              <a:ext uri="{FF2B5EF4-FFF2-40B4-BE49-F238E27FC236}">
                <a16:creationId xmlns:a16="http://schemas.microsoft.com/office/drawing/2014/main" id="{E07D3015-3394-4FC3-9D90-7BD87FDD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7277" y="2586392"/>
            <a:ext cx="119822" cy="119813"/>
          </a:xfrm>
          <a:custGeom xmlns:a="http://schemas.openxmlformats.org/drawingml/2006/main">
            <a:pathLst>
              <a:path w="119822" h="119813">
                <a:moveTo>
                  <a:pt x="98499" y="21314"/>
                </a:moveTo>
                <a:cubicBezTo>
                  <a:pt x="119822" y="42628"/>
                  <a:pt x="119822" y="77186"/>
                  <a:pt x="98499" y="98499"/>
                </a:cubicBezTo>
                <a:cubicBezTo>
                  <a:pt x="77186" y="119813"/>
                  <a:pt x="42627" y="119813"/>
                  <a:pt x="21314" y="98499"/>
                </a:cubicBezTo>
                <a:cubicBezTo>
                  <a:pt x="0" y="77186"/>
                  <a:pt x="0" y="42628"/>
                  <a:pt x="21314" y="21314"/>
                </a:cubicBezTo>
                <a:cubicBezTo>
                  <a:pt x="42627" y="0"/>
                  <a:pt x="77186" y="0"/>
                  <a:pt x="98499" y="2131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1" name="path-1007">
            <a:extLst xmlns:a="http://schemas.openxmlformats.org/drawingml/2006/main">
              <a:ext uri="{FF2B5EF4-FFF2-40B4-BE49-F238E27FC236}">
                <a16:creationId xmlns:a16="http://schemas.microsoft.com/office/drawing/2014/main" id="{6FF80C0B-33B9-4FF2-9ABF-B341C025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7277" y="2785720"/>
            <a:ext cx="119822" cy="119812"/>
          </a:xfrm>
          <a:custGeom xmlns:a="http://schemas.openxmlformats.org/drawingml/2006/main">
            <a:pathLst>
              <a:path w="119822" h="119812">
                <a:moveTo>
                  <a:pt x="98499" y="21313"/>
                </a:moveTo>
                <a:cubicBezTo>
                  <a:pt x="119822" y="42627"/>
                  <a:pt x="119822" y="77185"/>
                  <a:pt x="98499" y="98499"/>
                </a:cubicBezTo>
                <a:cubicBezTo>
                  <a:pt x="77186" y="119812"/>
                  <a:pt x="42627" y="119812"/>
                  <a:pt x="21314" y="98499"/>
                </a:cubicBezTo>
                <a:cubicBezTo>
                  <a:pt x="0" y="77185"/>
                  <a:pt x="0" y="42627"/>
                  <a:pt x="21314" y="21313"/>
                </a:cubicBezTo>
                <a:cubicBezTo>
                  <a:pt x="42627" y="0"/>
                  <a:pt x="77186" y="0"/>
                  <a:pt x="98499" y="2131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2" name="path-1008">
            <a:extLst xmlns:a="http://schemas.openxmlformats.org/drawingml/2006/main">
              <a:ext uri="{FF2B5EF4-FFF2-40B4-BE49-F238E27FC236}">
                <a16:creationId xmlns:a16="http://schemas.microsoft.com/office/drawing/2014/main" id="{14469C88-8CC9-44B1-9280-FD4F751F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311" y="2564479"/>
            <a:ext cx="184299" cy="63950"/>
          </a:xfrm>
          <a:custGeom xmlns:a="http://schemas.openxmlformats.org/drawingml/2006/main">
            <a:pathLst>
              <a:path w="184299" h="63950">
                <a:moveTo>
                  <a:pt x="0" y="0"/>
                </a:moveTo>
                <a:lnTo>
                  <a:pt x="184299" y="6395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53" name="path-1009">
            <a:extLst xmlns:a="http://schemas.openxmlformats.org/drawingml/2006/main">
              <a:ext uri="{FF2B5EF4-FFF2-40B4-BE49-F238E27FC236}">
                <a16:creationId xmlns:a16="http://schemas.microsoft.com/office/drawing/2014/main" id="{42B49BD2-5E9C-44A1-A0BD-9A15D7BD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311" y="2664180"/>
            <a:ext cx="184299" cy="63950"/>
          </a:xfrm>
          <a:custGeom xmlns:a="http://schemas.openxmlformats.org/drawingml/2006/main">
            <a:pathLst>
              <a:path w="184299" h="63950">
                <a:moveTo>
                  <a:pt x="0" y="63950"/>
                </a:moveTo>
                <a:lnTo>
                  <a:pt x="1842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54" name="path-1010">
            <a:extLst xmlns:a="http://schemas.openxmlformats.org/drawingml/2006/main">
              <a:ext uri="{FF2B5EF4-FFF2-40B4-BE49-F238E27FC236}">
                <a16:creationId xmlns:a16="http://schemas.microsoft.com/office/drawing/2014/main" id="{51E0DD49-B937-43D7-A6F6-0EC2BF32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7557" y="2685648"/>
            <a:ext cx="211799" cy="220324"/>
          </a:xfrm>
          <a:custGeom xmlns:a="http://schemas.openxmlformats.org/drawingml/2006/main">
            <a:pathLst>
              <a:path w="211799" h="220324">
                <a:moveTo>
                  <a:pt x="0" y="220324"/>
                </a:moveTo>
                <a:lnTo>
                  <a:pt x="2117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55" name="path-1011">
            <a:extLst xmlns:a="http://schemas.openxmlformats.org/drawingml/2006/main">
              <a:ext uri="{FF2B5EF4-FFF2-40B4-BE49-F238E27FC236}">
                <a16:creationId xmlns:a16="http://schemas.microsoft.com/office/drawing/2014/main" id="{F0FCDE44-D14C-4761-8123-4D0BF40B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7557" y="2585947"/>
            <a:ext cx="211799" cy="220324"/>
          </a:xfrm>
          <a:custGeom xmlns:a="http://schemas.openxmlformats.org/drawingml/2006/main">
            <a:pathLst>
              <a:path w="211799" h="220324">
                <a:moveTo>
                  <a:pt x="0" y="0"/>
                </a:moveTo>
                <a:lnTo>
                  <a:pt x="211799" y="220324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56" name="path-1012">
            <a:extLst xmlns:a="http://schemas.openxmlformats.org/drawingml/2006/main">
              <a:ext uri="{FF2B5EF4-FFF2-40B4-BE49-F238E27FC236}">
                <a16:creationId xmlns:a16="http://schemas.microsoft.com/office/drawing/2014/main" id="{06AE554E-8C5D-40B6-AD23-ED49CD6A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311" y="2763881"/>
            <a:ext cx="184299" cy="63857"/>
          </a:xfrm>
          <a:custGeom xmlns:a="http://schemas.openxmlformats.org/drawingml/2006/main">
            <a:pathLst>
              <a:path w="184299" h="63857">
                <a:moveTo>
                  <a:pt x="0" y="0"/>
                </a:moveTo>
                <a:lnTo>
                  <a:pt x="184299" y="63857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57" name="path-1013">
            <a:extLst xmlns:a="http://schemas.openxmlformats.org/drawingml/2006/main">
              <a:ext uri="{FF2B5EF4-FFF2-40B4-BE49-F238E27FC236}">
                <a16:creationId xmlns:a16="http://schemas.microsoft.com/office/drawing/2014/main" id="{38A91FAC-7FA7-4550-9B91-630EDE5F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311" y="2863487"/>
            <a:ext cx="184299" cy="63950"/>
          </a:xfrm>
          <a:custGeom xmlns:a="http://schemas.openxmlformats.org/drawingml/2006/main">
            <a:pathLst>
              <a:path w="184299" h="63950">
                <a:moveTo>
                  <a:pt x="0" y="63950"/>
                </a:moveTo>
                <a:lnTo>
                  <a:pt x="1842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058" name="path-1014">
            <a:extLst xmlns:a="http://schemas.openxmlformats.org/drawingml/2006/main">
              <a:ext uri="{FF2B5EF4-FFF2-40B4-BE49-F238E27FC236}">
                <a16:creationId xmlns:a16="http://schemas.microsoft.com/office/drawing/2014/main" id="{B0DBE56C-2B4C-43E2-BD41-33A9FFD9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044" y="2741409"/>
            <a:ext cx="153734" cy="191"/>
          </a:xfrm>
          <a:custGeom xmlns:a="http://schemas.openxmlformats.org/drawingml/2006/main">
            <a:pathLst>
              <a:path w="153734" h="191">
                <a:moveTo>
                  <a:pt x="0" y="0"/>
                </a:moveTo>
                <a:lnTo>
                  <a:pt x="1537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000000"/>
            </a:solidFill>
            <a:prstDash val="solid"/>
          </a:ln>
        </p:spPr>
      </p:sp>
      <p:sp>
        <p:nvSpPr>
          <p:cNvPr id="1059" name="path-1015">
            <a:extLst xmlns:a="http://schemas.openxmlformats.org/drawingml/2006/main">
              <a:ext uri="{FF2B5EF4-FFF2-40B4-BE49-F238E27FC236}">
                <a16:creationId xmlns:a16="http://schemas.microsoft.com/office/drawing/2014/main" id="{C3516450-8FB2-4AAD-AAB6-6A9F982D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64" y="2711391"/>
            <a:ext cx="80052" cy="60038"/>
          </a:xfrm>
          <a:custGeom xmlns:a="http://schemas.openxmlformats.org/drawingml/2006/main">
            <a:pathLst>
              <a:path w="80052" h="60038">
                <a:moveTo>
                  <a:pt x="80052" y="30019"/>
                </a:moveTo>
                <a:lnTo>
                  <a:pt x="0" y="0"/>
                </a:lnTo>
                <a:lnTo>
                  <a:pt x="30020" y="30019"/>
                </a:lnTo>
                <a:lnTo>
                  <a:pt x="0" y="60038"/>
                </a:lnTo>
                <a:lnTo>
                  <a:pt x="80052" y="300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0" name="path-1016">
            <a:extLst xmlns:a="http://schemas.openxmlformats.org/drawingml/2006/main">
              <a:ext uri="{FF2B5EF4-FFF2-40B4-BE49-F238E27FC236}">
                <a16:creationId xmlns:a16="http://schemas.microsoft.com/office/drawing/2014/main" id="{D6BE362E-DB12-4BEA-B608-68D77D82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9" y="2711391"/>
            <a:ext cx="80051" cy="60039"/>
          </a:xfrm>
          <a:custGeom xmlns:a="http://schemas.openxmlformats.org/drawingml/2006/main">
            <a:pathLst>
              <a:path w="80051" h="60039">
                <a:moveTo>
                  <a:pt x="80051" y="30018"/>
                </a:moveTo>
                <a:lnTo>
                  <a:pt x="0" y="0"/>
                </a:lnTo>
                <a:lnTo>
                  <a:pt x="30020" y="30018"/>
                </a:lnTo>
                <a:lnTo>
                  <a:pt x="0" y="60039"/>
                </a:lnTo>
                <a:lnTo>
                  <a:pt x="80051" y="30018"/>
                </a:lnTo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000000"/>
            </a:solidFill>
            <a:prstDash val="solid"/>
          </a:ln>
        </p:spPr>
      </p:sp>
      <p:sp>
        <p:nvSpPr>
          <p:cNvPr id="1061" name="path-1017">
            <a:extLst xmlns:a="http://schemas.openxmlformats.org/drawingml/2006/main">
              <a:ext uri="{FF2B5EF4-FFF2-40B4-BE49-F238E27FC236}">
                <a16:creationId xmlns:a16="http://schemas.microsoft.com/office/drawing/2014/main" id="{50CCB22B-BDC3-4C32-91CB-83EA2CF3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057" y="2741409"/>
            <a:ext cx="153734" cy="191"/>
          </a:xfrm>
          <a:custGeom xmlns:a="http://schemas.openxmlformats.org/drawingml/2006/main">
            <a:pathLst>
              <a:path w="153734" h="191">
                <a:moveTo>
                  <a:pt x="0" y="0"/>
                </a:moveTo>
                <a:lnTo>
                  <a:pt x="1537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000000"/>
            </a:solidFill>
            <a:prstDash val="solid"/>
          </a:ln>
        </p:spPr>
      </p:sp>
      <p:sp>
        <p:nvSpPr>
          <p:cNvPr id="1062" name="path-1018">
            <a:extLst xmlns:a="http://schemas.openxmlformats.org/drawingml/2006/main">
              <a:ext uri="{FF2B5EF4-FFF2-40B4-BE49-F238E27FC236}">
                <a16:creationId xmlns:a16="http://schemas.microsoft.com/office/drawing/2014/main" id="{07CB322D-99FD-45FD-AAAB-C61D7B1A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777" y="2711391"/>
            <a:ext cx="80051" cy="60038"/>
          </a:xfrm>
          <a:custGeom xmlns:a="http://schemas.openxmlformats.org/drawingml/2006/main">
            <a:pathLst>
              <a:path w="80051" h="60038">
                <a:moveTo>
                  <a:pt x="80051" y="30019"/>
                </a:moveTo>
                <a:lnTo>
                  <a:pt x="0" y="0"/>
                </a:lnTo>
                <a:lnTo>
                  <a:pt x="30019" y="30019"/>
                </a:lnTo>
                <a:lnTo>
                  <a:pt x="0" y="60038"/>
                </a:lnTo>
                <a:lnTo>
                  <a:pt x="80051" y="3001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3" name="path-1019">
            <a:extLst xmlns:a="http://schemas.openxmlformats.org/drawingml/2006/main">
              <a:ext uri="{FF2B5EF4-FFF2-40B4-BE49-F238E27FC236}">
                <a16:creationId xmlns:a16="http://schemas.microsoft.com/office/drawing/2014/main" id="{DB6D3015-A26D-4592-95F6-90E88532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773" y="2711391"/>
            <a:ext cx="80051" cy="60039"/>
          </a:xfrm>
          <a:custGeom xmlns:a="http://schemas.openxmlformats.org/drawingml/2006/main">
            <a:pathLst>
              <a:path w="80051" h="60039">
                <a:moveTo>
                  <a:pt x="80051" y="30018"/>
                </a:moveTo>
                <a:lnTo>
                  <a:pt x="0" y="0"/>
                </a:lnTo>
                <a:lnTo>
                  <a:pt x="30019" y="30018"/>
                </a:lnTo>
                <a:lnTo>
                  <a:pt x="0" y="60039"/>
                </a:lnTo>
                <a:lnTo>
                  <a:pt x="80051" y="30018"/>
                </a:lnTo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000000"/>
            </a:solidFill>
            <a:prstDash val="solid"/>
          </a:ln>
        </p:spPr>
      </p:sp>
      <p:sp>
        <p:nvSpPr>
          <p:cNvPr id="1064" name="path-1020">
            <a:extLst xmlns:a="http://schemas.openxmlformats.org/drawingml/2006/main">
              <a:ext uri="{FF2B5EF4-FFF2-40B4-BE49-F238E27FC236}">
                <a16:creationId xmlns:a16="http://schemas.microsoft.com/office/drawing/2014/main" id="{06EA7208-1C5D-4814-BA95-6C2FE0A7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9778" y="2102002"/>
            <a:ext cx="96061" cy="152553"/>
          </a:xfrm>
          <a:custGeom xmlns:a="http://schemas.openxmlformats.org/drawingml/2006/main">
            <a:pathLst>
              <a:path w="96061" h="152553">
                <a:moveTo>
                  <a:pt x="0" y="152553"/>
                </a:moveTo>
                <a:lnTo>
                  <a:pt x="960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193">
            <a:solidFill>
              <a:srgbClr val="666666"/>
            </a:solidFill>
            <a:prstDash val="solid"/>
          </a:ln>
        </p:spPr>
      </p:sp>
      <p:sp>
        <p:nvSpPr>
          <p:cNvPr id="1065" name="path-1021">
            <a:extLst xmlns:a="http://schemas.openxmlformats.org/drawingml/2006/main">
              <a:ext uri="{FF2B5EF4-FFF2-40B4-BE49-F238E27FC236}">
                <a16:creationId xmlns:a16="http://schemas.microsoft.com/office/drawing/2014/main" id="{9E659E41-ABA9-41F5-BE3B-6B46CEBA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8082" y="1831284"/>
            <a:ext cx="77435" cy="423271"/>
          </a:xfrm>
          <a:custGeom xmlns:a="http://schemas.openxmlformats.org/drawingml/2006/main">
            <a:pathLst>
              <a:path w="77435" h="423271">
                <a:moveTo>
                  <a:pt x="77435" y="42327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193">
            <a:solidFill>
              <a:srgbClr val="666666"/>
            </a:solidFill>
            <a:prstDash val="solid"/>
          </a:ln>
        </p:spPr>
      </p:sp>
      <p:sp>
        <p:nvSpPr>
          <p:cNvPr id="1066" name="path-1022">
            <a:extLst xmlns:a="http://schemas.openxmlformats.org/drawingml/2006/main">
              <a:ext uri="{FF2B5EF4-FFF2-40B4-BE49-F238E27FC236}">
                <a16:creationId xmlns:a16="http://schemas.microsoft.com/office/drawing/2014/main" id="{39F01364-C7F7-437F-B80E-75F22D6C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159" y="2013591"/>
            <a:ext cx="99845" cy="99845"/>
          </a:xfrm>
          <a:custGeom xmlns:a="http://schemas.openxmlformats.org/drawingml/2006/main">
            <a:pathLst>
              <a:path w="99845" h="99845">
                <a:moveTo>
                  <a:pt x="82089" y="17766"/>
                </a:moveTo>
                <a:cubicBezTo>
                  <a:pt x="99845" y="35522"/>
                  <a:pt x="99845" y="64323"/>
                  <a:pt x="82089" y="82088"/>
                </a:cubicBezTo>
                <a:cubicBezTo>
                  <a:pt x="64323" y="99845"/>
                  <a:pt x="35523" y="99845"/>
                  <a:pt x="17766" y="82088"/>
                </a:cubicBezTo>
                <a:cubicBezTo>
                  <a:pt x="0" y="64323"/>
                  <a:pt x="0" y="35522"/>
                  <a:pt x="17766" y="17766"/>
                </a:cubicBezTo>
                <a:cubicBezTo>
                  <a:pt x="35523" y="0"/>
                  <a:pt x="64323" y="0"/>
                  <a:pt x="82089" y="17766"/>
                </a:cubicBez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7" name="path-1023">
            <a:extLst xmlns:a="http://schemas.openxmlformats.org/drawingml/2006/main">
              <a:ext uri="{FF2B5EF4-FFF2-40B4-BE49-F238E27FC236}">
                <a16:creationId xmlns:a16="http://schemas.microsoft.com/office/drawing/2014/main" id="{CEC522E4-A056-45BB-B7B8-08131BB4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9973" y="1736615"/>
            <a:ext cx="99845" cy="99845"/>
          </a:xfrm>
          <a:custGeom xmlns:a="http://schemas.openxmlformats.org/drawingml/2006/main">
            <a:pathLst>
              <a:path w="99845" h="99845">
                <a:moveTo>
                  <a:pt x="82088" y="17756"/>
                </a:moveTo>
                <a:cubicBezTo>
                  <a:pt x="99845" y="35522"/>
                  <a:pt x="99845" y="64322"/>
                  <a:pt x="82088" y="82079"/>
                </a:cubicBezTo>
                <a:cubicBezTo>
                  <a:pt x="64322" y="99845"/>
                  <a:pt x="35523" y="99845"/>
                  <a:pt x="17766" y="82079"/>
                </a:cubicBezTo>
                <a:cubicBezTo>
                  <a:pt x="0" y="64322"/>
                  <a:pt x="0" y="35522"/>
                  <a:pt x="17766" y="17756"/>
                </a:cubicBezTo>
                <a:cubicBezTo>
                  <a:pt x="35523" y="0"/>
                  <a:pt x="64322" y="0"/>
                  <a:pt x="82088" y="17756"/>
                </a:cubicBez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8" name="path-1024">
            <a:extLst xmlns:a="http://schemas.openxmlformats.org/drawingml/2006/main">
              <a:ext uri="{FF2B5EF4-FFF2-40B4-BE49-F238E27FC236}">
                <a16:creationId xmlns:a16="http://schemas.microsoft.com/office/drawing/2014/main" id="{A8CD72F2-0F20-4432-9DAC-91164AFA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6683" y="2263650"/>
            <a:ext cx="3410993" cy="3165655"/>
          </a:xfrm>
          <a:custGeom xmlns:a="http://schemas.openxmlformats.org/drawingml/2006/main">
            <a:pathLst>
              <a:path w="3410993" h="3165655">
                <a:moveTo>
                  <a:pt x="0" y="0"/>
                </a:moveTo>
                <a:lnTo>
                  <a:pt x="0" y="3165655"/>
                </a:lnTo>
                <a:lnTo>
                  <a:pt x="3410993" y="3165655"/>
                </a:lnTo>
                <a:lnTo>
                  <a:pt x="341099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193">
            <a:solidFill>
              <a:srgbClr val="666666"/>
            </a:solidFill>
            <a:prstDash val="solid"/>
          </a:ln>
        </p:spPr>
      </p:sp>
      <p:sp>
        <p:nvSpPr>
          <p:cNvPr id="1069" name="text-1025 Resource-constrained">
            <a:extLst xmlns:a="http://schemas.openxmlformats.org/drawingml/2006/main">
              <a:ext uri="{FF2B5EF4-FFF2-40B4-BE49-F238E27FC236}">
                <a16:creationId xmlns:a16="http://schemas.microsoft.com/office/drawing/2014/main" id="{D4F1C5EF-E2E0-4405-AF95-4ED8AB9A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8999" y="5128538"/>
            <a:ext cx="1758391" cy="229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Resource-constrained</a:t>
            </a:r>
          </a:p>
        </p:txBody>
      </p:sp>
      <p:sp>
        <p:nvSpPr>
          <p:cNvPr id="1070" name="text-1026 Hardware">
            <a:extLst xmlns:a="http://schemas.openxmlformats.org/drawingml/2006/main">
              <a:ext uri="{FF2B5EF4-FFF2-40B4-BE49-F238E27FC236}">
                <a16:creationId xmlns:a16="http://schemas.microsoft.com/office/drawing/2014/main" id="{48BC5054-68F6-41F8-90C7-18DB4E38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53367" y="5128537"/>
            <a:ext cx="739321" cy="229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Hardware</a:t>
            </a:r>
          </a:p>
        </p:txBody>
      </p:sp>
      <p:pic>
        <p:nvPicPr>
          <p:cNvPr id="1071" name="">
            <a:extLst xmlns:a="http://schemas.openxmlformats.org/drawingml/2006/main">
              <a:ext uri="{FF2B5EF4-FFF2-40B4-BE49-F238E27FC236}">
                <a16:creationId xmlns:a16="http://schemas.microsoft.com/office/drawing/2014/main" id="{74A6A00B-7604-48E8-8E76-9F2919B110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63d69dccf4a22"/>
          <a:stretch xmlns:a="http://schemas.openxmlformats.org/drawingml/2006/main"/>
        </p:blipFill>
        <p:spPr>
          <a:xfrm xmlns:a="http://schemas.openxmlformats.org/drawingml/2006/main">
            <a:off x="8641510" y="4284837"/>
            <a:ext cx="876300" cy="800100"/>
          </a:xfrm>
          <a:prstGeom xmlns:a="http://schemas.openxmlformats.org/drawingml/2006/main" prst="rect">
            <a:avLst/>
          </a:prstGeom>
        </p:spPr>
      </p:pic>
      <p:sp>
        <p:nvSpPr>
          <p:cNvPr id="1072" name="path-1028">
            <a:extLst xmlns:a="http://schemas.openxmlformats.org/drawingml/2006/main">
              <a:ext uri="{FF2B5EF4-FFF2-40B4-BE49-F238E27FC236}">
                <a16:creationId xmlns:a16="http://schemas.microsoft.com/office/drawing/2014/main" id="{358DD0A1-A459-4B3A-8A20-E61FA890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9114" y="4808018"/>
            <a:ext cx="22805" cy="42009"/>
          </a:xfrm>
          <a:custGeom xmlns:a="http://schemas.openxmlformats.org/drawingml/2006/main">
            <a:pathLst>
              <a:path w="22805" h="42009">
                <a:moveTo>
                  <a:pt x="0" y="0"/>
                </a:moveTo>
                <a:lnTo>
                  <a:pt x="22805" y="0"/>
                </a:lnTo>
                <a:lnTo>
                  <a:pt x="22805" y="42009"/>
                </a:lnTo>
                <a:lnTo>
                  <a:pt x="0" y="420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3" name="path-1029">
            <a:extLst xmlns:a="http://schemas.openxmlformats.org/drawingml/2006/main">
              <a:ext uri="{FF2B5EF4-FFF2-40B4-BE49-F238E27FC236}">
                <a16:creationId xmlns:a16="http://schemas.microsoft.com/office/drawing/2014/main" id="{A9021E81-F373-4FA5-AD6B-8234AA7D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842" y="4357931"/>
            <a:ext cx="721370" cy="540108"/>
          </a:xfrm>
          <a:custGeom xmlns:a="http://schemas.openxmlformats.org/drawingml/2006/main">
            <a:pathLst>
              <a:path w="721370" h="540108">
                <a:moveTo>
                  <a:pt x="710544" y="80415"/>
                </a:moveTo>
                <a:lnTo>
                  <a:pt x="639771" y="9597"/>
                </a:lnTo>
                <a:cubicBezTo>
                  <a:pt x="633768" y="3603"/>
                  <a:pt x="625308" y="0"/>
                  <a:pt x="615756" y="0"/>
                </a:cubicBezTo>
                <a:lnTo>
                  <a:pt x="16829" y="0"/>
                </a:lnTo>
                <a:cubicBezTo>
                  <a:pt x="7187" y="0"/>
                  <a:pt x="0" y="7205"/>
                  <a:pt x="0" y="16802"/>
                </a:cubicBezTo>
                <a:lnTo>
                  <a:pt x="0" y="523306"/>
                </a:lnTo>
                <a:cubicBezTo>
                  <a:pt x="0" y="532904"/>
                  <a:pt x="7187" y="540108"/>
                  <a:pt x="16829" y="540108"/>
                </a:cubicBezTo>
                <a:cubicBezTo>
                  <a:pt x="26381" y="540108"/>
                  <a:pt x="33657" y="532904"/>
                  <a:pt x="33657" y="523306"/>
                </a:cubicBezTo>
                <a:lnTo>
                  <a:pt x="33657" y="450087"/>
                </a:lnTo>
                <a:lnTo>
                  <a:pt x="90058" y="450087"/>
                </a:lnTo>
                <a:lnTo>
                  <a:pt x="90058" y="508897"/>
                </a:lnTo>
                <a:lnTo>
                  <a:pt x="214864" y="508897"/>
                </a:lnTo>
                <a:lnTo>
                  <a:pt x="214864" y="450087"/>
                </a:lnTo>
                <a:lnTo>
                  <a:pt x="237697" y="450087"/>
                </a:lnTo>
                <a:lnTo>
                  <a:pt x="237697" y="508897"/>
                </a:lnTo>
                <a:lnTo>
                  <a:pt x="553353" y="508897"/>
                </a:lnTo>
                <a:lnTo>
                  <a:pt x="553353" y="450087"/>
                </a:lnTo>
                <a:lnTo>
                  <a:pt x="616938" y="450087"/>
                </a:lnTo>
                <a:cubicBezTo>
                  <a:pt x="625308" y="450087"/>
                  <a:pt x="634951" y="446485"/>
                  <a:pt x="640954" y="440490"/>
                </a:cubicBezTo>
                <a:lnTo>
                  <a:pt x="711726" y="369672"/>
                </a:lnTo>
                <a:cubicBezTo>
                  <a:pt x="717730" y="363668"/>
                  <a:pt x="721370" y="355272"/>
                  <a:pt x="721370" y="345666"/>
                </a:cubicBezTo>
                <a:lnTo>
                  <a:pt x="721370" y="104421"/>
                </a:lnTo>
                <a:cubicBezTo>
                  <a:pt x="720187" y="96016"/>
                  <a:pt x="716548" y="87619"/>
                  <a:pt x="710544" y="80415"/>
                </a:cubicBezTo>
                <a:moveTo>
                  <a:pt x="198036" y="492096"/>
                </a:moveTo>
                <a:lnTo>
                  <a:pt x="106795" y="492096"/>
                </a:lnTo>
                <a:lnTo>
                  <a:pt x="106795" y="450087"/>
                </a:lnTo>
                <a:lnTo>
                  <a:pt x="198036" y="450087"/>
                </a:lnTo>
                <a:lnTo>
                  <a:pt x="198036" y="492096"/>
                </a:lnTo>
                <a:moveTo>
                  <a:pt x="254435" y="450087"/>
                </a:moveTo>
                <a:lnTo>
                  <a:pt x="535341" y="450087"/>
                </a:lnTo>
                <a:lnTo>
                  <a:pt x="535341" y="492096"/>
                </a:lnTo>
                <a:lnTo>
                  <a:pt x="254435" y="492096"/>
                </a:lnTo>
                <a:close/>
                <a:moveTo>
                  <a:pt x="686529" y="345666"/>
                </a:moveTo>
                <a:lnTo>
                  <a:pt x="615756" y="416484"/>
                </a:lnTo>
                <a:lnTo>
                  <a:pt x="33657" y="416484"/>
                </a:lnTo>
                <a:lnTo>
                  <a:pt x="33657" y="33603"/>
                </a:lnTo>
                <a:lnTo>
                  <a:pt x="615756" y="33603"/>
                </a:lnTo>
                <a:lnTo>
                  <a:pt x="686529" y="104421"/>
                </a:lnTo>
                <a:lnTo>
                  <a:pt x="686529" y="345666"/>
                </a:lnTo>
                <a:moveTo>
                  <a:pt x="337306" y="218439"/>
                </a:moveTo>
                <a:cubicBezTo>
                  <a:pt x="334849" y="170436"/>
                  <a:pt x="307288" y="127227"/>
                  <a:pt x="264078" y="104421"/>
                </a:cubicBezTo>
                <a:cubicBezTo>
                  <a:pt x="259257" y="102020"/>
                  <a:pt x="254435" y="99619"/>
                  <a:pt x="249705" y="98418"/>
                </a:cubicBezTo>
                <a:cubicBezTo>
                  <a:pt x="234058" y="92414"/>
                  <a:pt x="218412" y="90022"/>
                  <a:pt x="201674" y="90022"/>
                </a:cubicBezTo>
                <a:lnTo>
                  <a:pt x="195670" y="90022"/>
                </a:lnTo>
                <a:cubicBezTo>
                  <a:pt x="147639" y="92414"/>
                  <a:pt x="104430" y="120022"/>
                  <a:pt x="81598" y="163232"/>
                </a:cubicBezTo>
                <a:cubicBezTo>
                  <a:pt x="79232" y="168035"/>
                  <a:pt x="76867" y="172838"/>
                  <a:pt x="75594" y="177632"/>
                </a:cubicBezTo>
                <a:cubicBezTo>
                  <a:pt x="69590" y="193242"/>
                  <a:pt x="67225" y="208842"/>
                  <a:pt x="67225" y="225644"/>
                </a:cubicBezTo>
                <a:lnTo>
                  <a:pt x="67225" y="231648"/>
                </a:lnTo>
                <a:cubicBezTo>
                  <a:pt x="69590" y="279651"/>
                  <a:pt x="97244" y="322860"/>
                  <a:pt x="140453" y="345666"/>
                </a:cubicBezTo>
                <a:cubicBezTo>
                  <a:pt x="145274" y="348067"/>
                  <a:pt x="150005" y="350469"/>
                  <a:pt x="154826" y="351670"/>
                </a:cubicBezTo>
                <a:cubicBezTo>
                  <a:pt x="170473" y="357674"/>
                  <a:pt x="186028" y="360075"/>
                  <a:pt x="202858" y="360075"/>
                </a:cubicBezTo>
                <a:lnTo>
                  <a:pt x="208860" y="360075"/>
                </a:lnTo>
                <a:cubicBezTo>
                  <a:pt x="256891" y="357674"/>
                  <a:pt x="300100" y="330065"/>
                  <a:pt x="322842" y="286856"/>
                </a:cubicBezTo>
                <a:cubicBezTo>
                  <a:pt x="325298" y="282053"/>
                  <a:pt x="327664" y="277259"/>
                  <a:pt x="328846" y="272456"/>
                </a:cubicBezTo>
                <a:cubicBezTo>
                  <a:pt x="334849" y="256855"/>
                  <a:pt x="337306" y="241245"/>
                  <a:pt x="337306" y="224443"/>
                </a:cubicBezTo>
                <a:lnTo>
                  <a:pt x="337306" y="218439"/>
                </a:lnTo>
                <a:moveTo>
                  <a:pt x="327664" y="214846"/>
                </a:moveTo>
                <a:cubicBezTo>
                  <a:pt x="307288" y="240044"/>
                  <a:pt x="274812" y="250851"/>
                  <a:pt x="243701" y="242446"/>
                </a:cubicBezTo>
                <a:cubicBezTo>
                  <a:pt x="244884" y="238844"/>
                  <a:pt x="246067" y="234049"/>
                  <a:pt x="247248" y="230447"/>
                </a:cubicBezTo>
                <a:cubicBezTo>
                  <a:pt x="279633" y="223242"/>
                  <a:pt x="304831" y="198035"/>
                  <a:pt x="314473" y="166834"/>
                </a:cubicBezTo>
                <a:cubicBezTo>
                  <a:pt x="321660" y="181234"/>
                  <a:pt x="326481" y="198035"/>
                  <a:pt x="327664" y="214846"/>
                </a:cubicBezTo>
                <a:moveTo>
                  <a:pt x="290458" y="136824"/>
                </a:moveTo>
                <a:cubicBezTo>
                  <a:pt x="296462" y="142828"/>
                  <a:pt x="301283" y="147631"/>
                  <a:pt x="304831" y="154826"/>
                </a:cubicBezTo>
                <a:cubicBezTo>
                  <a:pt x="304831" y="157228"/>
                  <a:pt x="303648" y="160830"/>
                  <a:pt x="303648" y="163232"/>
                </a:cubicBezTo>
                <a:cubicBezTo>
                  <a:pt x="296462" y="190840"/>
                  <a:pt x="273629" y="213645"/>
                  <a:pt x="246067" y="220841"/>
                </a:cubicBezTo>
                <a:cubicBezTo>
                  <a:pt x="246067" y="216047"/>
                  <a:pt x="244884" y="212445"/>
                  <a:pt x="242427" y="208842"/>
                </a:cubicBezTo>
                <a:cubicBezTo>
                  <a:pt x="266443" y="186037"/>
                  <a:pt x="276085" y="152434"/>
                  <a:pt x="267626" y="120022"/>
                </a:cubicBezTo>
                <a:cubicBezTo>
                  <a:pt x="277268" y="123625"/>
                  <a:pt x="284454" y="129628"/>
                  <a:pt x="290458" y="136824"/>
                </a:cubicBezTo>
                <a:moveTo>
                  <a:pt x="256891" y="111626"/>
                </a:moveTo>
                <a:cubicBezTo>
                  <a:pt x="258073" y="114019"/>
                  <a:pt x="259257" y="116420"/>
                  <a:pt x="259257" y="120022"/>
                </a:cubicBezTo>
                <a:cubicBezTo>
                  <a:pt x="266443" y="147631"/>
                  <a:pt x="259257" y="177632"/>
                  <a:pt x="238880" y="199236"/>
                </a:cubicBezTo>
                <a:cubicBezTo>
                  <a:pt x="236423" y="195643"/>
                  <a:pt x="232876" y="193242"/>
                  <a:pt x="229237" y="189639"/>
                </a:cubicBezTo>
                <a:cubicBezTo>
                  <a:pt x="238880" y="158428"/>
                  <a:pt x="230419" y="123625"/>
                  <a:pt x="207678" y="99619"/>
                </a:cubicBezTo>
                <a:cubicBezTo>
                  <a:pt x="224416" y="100819"/>
                  <a:pt x="241245" y="104421"/>
                  <a:pt x="256891" y="111626"/>
                </a:cubicBezTo>
                <a:moveTo>
                  <a:pt x="235241" y="225644"/>
                </a:moveTo>
                <a:cubicBezTo>
                  <a:pt x="235241" y="228046"/>
                  <a:pt x="235241" y="230447"/>
                  <a:pt x="234058" y="232849"/>
                </a:cubicBezTo>
                <a:cubicBezTo>
                  <a:pt x="234058" y="235250"/>
                  <a:pt x="232876" y="237652"/>
                  <a:pt x="231602" y="240044"/>
                </a:cubicBezTo>
                <a:cubicBezTo>
                  <a:pt x="229237" y="244847"/>
                  <a:pt x="225689" y="249650"/>
                  <a:pt x="220868" y="253252"/>
                </a:cubicBezTo>
                <a:cubicBezTo>
                  <a:pt x="218412" y="255654"/>
                  <a:pt x="214864" y="256855"/>
                  <a:pt x="211225" y="258056"/>
                </a:cubicBezTo>
                <a:cubicBezTo>
                  <a:pt x="208860" y="259247"/>
                  <a:pt x="206495" y="259247"/>
                  <a:pt x="204038" y="259247"/>
                </a:cubicBezTo>
                <a:lnTo>
                  <a:pt x="201674" y="259247"/>
                </a:lnTo>
                <a:cubicBezTo>
                  <a:pt x="199218" y="259247"/>
                  <a:pt x="196853" y="259247"/>
                  <a:pt x="194488" y="258056"/>
                </a:cubicBezTo>
                <a:cubicBezTo>
                  <a:pt x="192032" y="258056"/>
                  <a:pt x="189666" y="256855"/>
                  <a:pt x="187210" y="255654"/>
                </a:cubicBezTo>
                <a:cubicBezTo>
                  <a:pt x="178842" y="252052"/>
                  <a:pt x="172838" y="244847"/>
                  <a:pt x="169199" y="235250"/>
                </a:cubicBezTo>
                <a:cubicBezTo>
                  <a:pt x="168016" y="232849"/>
                  <a:pt x="168016" y="230447"/>
                  <a:pt x="168016" y="228046"/>
                </a:cubicBezTo>
                <a:lnTo>
                  <a:pt x="168016" y="225644"/>
                </a:lnTo>
                <a:cubicBezTo>
                  <a:pt x="168016" y="223242"/>
                  <a:pt x="168016" y="220841"/>
                  <a:pt x="169199" y="218439"/>
                </a:cubicBezTo>
                <a:cubicBezTo>
                  <a:pt x="169199" y="216047"/>
                  <a:pt x="170473" y="213645"/>
                  <a:pt x="171655" y="211244"/>
                </a:cubicBezTo>
                <a:cubicBezTo>
                  <a:pt x="175203" y="202839"/>
                  <a:pt x="182479" y="196835"/>
                  <a:pt x="192032" y="193242"/>
                </a:cubicBezTo>
                <a:cubicBezTo>
                  <a:pt x="194488" y="192041"/>
                  <a:pt x="196853" y="192041"/>
                  <a:pt x="199218" y="192041"/>
                </a:cubicBezTo>
                <a:lnTo>
                  <a:pt x="201674" y="192041"/>
                </a:lnTo>
                <a:cubicBezTo>
                  <a:pt x="204038" y="192041"/>
                  <a:pt x="206495" y="192041"/>
                  <a:pt x="208860" y="193242"/>
                </a:cubicBezTo>
                <a:cubicBezTo>
                  <a:pt x="211225" y="193242"/>
                  <a:pt x="213682" y="194442"/>
                  <a:pt x="216047" y="195643"/>
                </a:cubicBezTo>
                <a:cubicBezTo>
                  <a:pt x="224416" y="199236"/>
                  <a:pt x="230419" y="206441"/>
                  <a:pt x="234058" y="216047"/>
                </a:cubicBezTo>
                <a:cubicBezTo>
                  <a:pt x="235241" y="218439"/>
                  <a:pt x="235241" y="220841"/>
                  <a:pt x="235241" y="223242"/>
                </a:cubicBezTo>
                <a:lnTo>
                  <a:pt x="235241" y="225644"/>
                </a:lnTo>
                <a:moveTo>
                  <a:pt x="193214" y="100819"/>
                </a:moveTo>
                <a:cubicBezTo>
                  <a:pt x="218412" y="121223"/>
                  <a:pt x="229237" y="153635"/>
                  <a:pt x="220868" y="184836"/>
                </a:cubicBezTo>
                <a:cubicBezTo>
                  <a:pt x="217230" y="183635"/>
                  <a:pt x="212408" y="182435"/>
                  <a:pt x="208860" y="181234"/>
                </a:cubicBezTo>
                <a:cubicBezTo>
                  <a:pt x="201674" y="148832"/>
                  <a:pt x="176477" y="123625"/>
                  <a:pt x="145274" y="114019"/>
                </a:cubicBezTo>
                <a:cubicBezTo>
                  <a:pt x="159647" y="106823"/>
                  <a:pt x="175203" y="102020"/>
                  <a:pt x="193214" y="100819"/>
                </a:cubicBezTo>
                <a:moveTo>
                  <a:pt x="114074" y="136824"/>
                </a:moveTo>
                <a:cubicBezTo>
                  <a:pt x="120076" y="130829"/>
                  <a:pt x="124807" y="126026"/>
                  <a:pt x="131993" y="122424"/>
                </a:cubicBezTo>
                <a:cubicBezTo>
                  <a:pt x="134450" y="122424"/>
                  <a:pt x="137997" y="123625"/>
                  <a:pt x="140453" y="123625"/>
                </a:cubicBezTo>
                <a:cubicBezTo>
                  <a:pt x="168016" y="130829"/>
                  <a:pt x="190849" y="153635"/>
                  <a:pt x="198036" y="181234"/>
                </a:cubicBezTo>
                <a:cubicBezTo>
                  <a:pt x="193214" y="181234"/>
                  <a:pt x="189666" y="182435"/>
                  <a:pt x="186028" y="184836"/>
                </a:cubicBezTo>
                <a:cubicBezTo>
                  <a:pt x="163285" y="160830"/>
                  <a:pt x="129628" y="151233"/>
                  <a:pt x="97244" y="159629"/>
                </a:cubicBezTo>
                <a:cubicBezTo>
                  <a:pt x="102065" y="150032"/>
                  <a:pt x="106795" y="142828"/>
                  <a:pt x="114074" y="136824"/>
                </a:cubicBezTo>
                <a:moveTo>
                  <a:pt x="97244" y="168035"/>
                </a:moveTo>
                <a:cubicBezTo>
                  <a:pt x="124807" y="160830"/>
                  <a:pt x="154826" y="168035"/>
                  <a:pt x="176477" y="188439"/>
                </a:cubicBezTo>
                <a:cubicBezTo>
                  <a:pt x="172838" y="190840"/>
                  <a:pt x="170473" y="194442"/>
                  <a:pt x="166833" y="198035"/>
                </a:cubicBezTo>
                <a:cubicBezTo>
                  <a:pt x="135633" y="188439"/>
                  <a:pt x="100791" y="196835"/>
                  <a:pt x="76867" y="219640"/>
                </a:cubicBezTo>
                <a:cubicBezTo>
                  <a:pt x="76867" y="202839"/>
                  <a:pt x="81598" y="186037"/>
                  <a:pt x="88784" y="170436"/>
                </a:cubicBezTo>
                <a:cubicBezTo>
                  <a:pt x="92423" y="170436"/>
                  <a:pt x="94788" y="169235"/>
                  <a:pt x="97244" y="168035"/>
                </a:cubicBezTo>
                <a:moveTo>
                  <a:pt x="78049" y="235250"/>
                </a:moveTo>
                <a:cubicBezTo>
                  <a:pt x="98426" y="210043"/>
                  <a:pt x="130811" y="199236"/>
                  <a:pt x="162012" y="207642"/>
                </a:cubicBezTo>
                <a:cubicBezTo>
                  <a:pt x="160829" y="211244"/>
                  <a:pt x="159647" y="216047"/>
                  <a:pt x="158465" y="219640"/>
                </a:cubicBezTo>
                <a:cubicBezTo>
                  <a:pt x="125989" y="226845"/>
                  <a:pt x="100791" y="252052"/>
                  <a:pt x="91240" y="283253"/>
                </a:cubicBezTo>
                <a:cubicBezTo>
                  <a:pt x="84054" y="268854"/>
                  <a:pt x="79232" y="252052"/>
                  <a:pt x="78049" y="235250"/>
                </a:cubicBezTo>
                <a:moveTo>
                  <a:pt x="114074" y="313264"/>
                </a:moveTo>
                <a:cubicBezTo>
                  <a:pt x="108069" y="307260"/>
                  <a:pt x="103248" y="302457"/>
                  <a:pt x="99608" y="295261"/>
                </a:cubicBezTo>
                <a:cubicBezTo>
                  <a:pt x="99608" y="292860"/>
                  <a:pt x="100791" y="289258"/>
                  <a:pt x="100791" y="286856"/>
                </a:cubicBezTo>
                <a:cubicBezTo>
                  <a:pt x="108069" y="259247"/>
                  <a:pt x="130811" y="236451"/>
                  <a:pt x="158465" y="229246"/>
                </a:cubicBezTo>
                <a:cubicBezTo>
                  <a:pt x="158465" y="234049"/>
                  <a:pt x="159647" y="237652"/>
                  <a:pt x="162012" y="241245"/>
                </a:cubicBezTo>
                <a:cubicBezTo>
                  <a:pt x="137997" y="264051"/>
                  <a:pt x="128446" y="297663"/>
                  <a:pt x="136815" y="330065"/>
                </a:cubicBezTo>
                <a:cubicBezTo>
                  <a:pt x="128446" y="326463"/>
                  <a:pt x="121259" y="320468"/>
                  <a:pt x="114074" y="313264"/>
                </a:cubicBezTo>
                <a:moveTo>
                  <a:pt x="148822" y="338471"/>
                </a:moveTo>
                <a:cubicBezTo>
                  <a:pt x="147639" y="336069"/>
                  <a:pt x="146457" y="333668"/>
                  <a:pt x="146457" y="330065"/>
                </a:cubicBezTo>
                <a:cubicBezTo>
                  <a:pt x="139270" y="302457"/>
                  <a:pt x="146457" y="272456"/>
                  <a:pt x="166833" y="250851"/>
                </a:cubicBezTo>
                <a:cubicBezTo>
                  <a:pt x="169199" y="254453"/>
                  <a:pt x="172838" y="256855"/>
                  <a:pt x="176477" y="260448"/>
                </a:cubicBezTo>
                <a:cubicBezTo>
                  <a:pt x="166833" y="291659"/>
                  <a:pt x="175203" y="326463"/>
                  <a:pt x="198036" y="350469"/>
                </a:cubicBezTo>
                <a:cubicBezTo>
                  <a:pt x="181207" y="349268"/>
                  <a:pt x="164468" y="345666"/>
                  <a:pt x="148822" y="338471"/>
                </a:cubicBezTo>
                <a:moveTo>
                  <a:pt x="212408" y="349268"/>
                </a:moveTo>
                <a:cubicBezTo>
                  <a:pt x="210043" y="348067"/>
                  <a:pt x="208860" y="345666"/>
                  <a:pt x="206495" y="343264"/>
                </a:cubicBezTo>
                <a:cubicBezTo>
                  <a:pt x="186028" y="322860"/>
                  <a:pt x="177659" y="292860"/>
                  <a:pt x="184845" y="264051"/>
                </a:cubicBezTo>
                <a:cubicBezTo>
                  <a:pt x="188392" y="265252"/>
                  <a:pt x="193214" y="266452"/>
                  <a:pt x="196853" y="267653"/>
                </a:cubicBezTo>
                <a:cubicBezTo>
                  <a:pt x="204038" y="300064"/>
                  <a:pt x="229237" y="325262"/>
                  <a:pt x="260439" y="334868"/>
                </a:cubicBezTo>
                <a:cubicBezTo>
                  <a:pt x="246067" y="343264"/>
                  <a:pt x="229237" y="348067"/>
                  <a:pt x="212408" y="349268"/>
                </a:cubicBezTo>
                <a:moveTo>
                  <a:pt x="291640" y="313264"/>
                </a:moveTo>
                <a:cubicBezTo>
                  <a:pt x="285637" y="319268"/>
                  <a:pt x="280907" y="324061"/>
                  <a:pt x="273629" y="327664"/>
                </a:cubicBezTo>
                <a:cubicBezTo>
                  <a:pt x="271263" y="327664"/>
                  <a:pt x="267626" y="326463"/>
                  <a:pt x="265261" y="326463"/>
                </a:cubicBezTo>
                <a:cubicBezTo>
                  <a:pt x="237697" y="319268"/>
                  <a:pt x="214864" y="296462"/>
                  <a:pt x="207678" y="268854"/>
                </a:cubicBezTo>
                <a:cubicBezTo>
                  <a:pt x="212408" y="268854"/>
                  <a:pt x="216047" y="267653"/>
                  <a:pt x="219686" y="265252"/>
                </a:cubicBezTo>
                <a:cubicBezTo>
                  <a:pt x="242427" y="289258"/>
                  <a:pt x="276085" y="298863"/>
                  <a:pt x="308470" y="290458"/>
                </a:cubicBezTo>
                <a:cubicBezTo>
                  <a:pt x="303648" y="300064"/>
                  <a:pt x="297644" y="307260"/>
                  <a:pt x="291640" y="313264"/>
                </a:cubicBezTo>
                <a:moveTo>
                  <a:pt x="307288" y="282053"/>
                </a:moveTo>
                <a:cubicBezTo>
                  <a:pt x="279633" y="289258"/>
                  <a:pt x="249705" y="282053"/>
                  <a:pt x="228054" y="261648"/>
                </a:cubicBezTo>
                <a:cubicBezTo>
                  <a:pt x="231602" y="259247"/>
                  <a:pt x="234058" y="255654"/>
                  <a:pt x="237697" y="252052"/>
                </a:cubicBezTo>
                <a:cubicBezTo>
                  <a:pt x="268898" y="261648"/>
                  <a:pt x="303648" y="253252"/>
                  <a:pt x="327664" y="230447"/>
                </a:cubicBezTo>
                <a:cubicBezTo>
                  <a:pt x="327664" y="247249"/>
                  <a:pt x="322842" y="264051"/>
                  <a:pt x="315656" y="279651"/>
                </a:cubicBezTo>
                <a:cubicBezTo>
                  <a:pt x="313290" y="279651"/>
                  <a:pt x="310835" y="280852"/>
                  <a:pt x="307288" y="282053"/>
                </a:cubicBezTo>
                <a:moveTo>
                  <a:pt x="652962" y="218439"/>
                </a:moveTo>
                <a:cubicBezTo>
                  <a:pt x="650506" y="170436"/>
                  <a:pt x="622942" y="127227"/>
                  <a:pt x="579733" y="104421"/>
                </a:cubicBezTo>
                <a:cubicBezTo>
                  <a:pt x="574912" y="102020"/>
                  <a:pt x="570091" y="99619"/>
                  <a:pt x="565361" y="98418"/>
                </a:cubicBezTo>
                <a:cubicBezTo>
                  <a:pt x="549713" y="92414"/>
                  <a:pt x="534158" y="90022"/>
                  <a:pt x="517330" y="90022"/>
                </a:cubicBezTo>
                <a:lnTo>
                  <a:pt x="511326" y="90022"/>
                </a:lnTo>
                <a:cubicBezTo>
                  <a:pt x="463295" y="92414"/>
                  <a:pt x="420086" y="120022"/>
                  <a:pt x="397254" y="163232"/>
                </a:cubicBezTo>
                <a:cubicBezTo>
                  <a:pt x="394888" y="168035"/>
                  <a:pt x="392523" y="172838"/>
                  <a:pt x="391250" y="177632"/>
                </a:cubicBezTo>
                <a:cubicBezTo>
                  <a:pt x="385246" y="193242"/>
                  <a:pt x="382880" y="208842"/>
                  <a:pt x="382880" y="225644"/>
                </a:cubicBezTo>
                <a:lnTo>
                  <a:pt x="382880" y="231648"/>
                </a:lnTo>
                <a:cubicBezTo>
                  <a:pt x="385246" y="279651"/>
                  <a:pt x="412900" y="322860"/>
                  <a:pt x="456109" y="345666"/>
                </a:cubicBezTo>
                <a:cubicBezTo>
                  <a:pt x="460931" y="348067"/>
                  <a:pt x="465660" y="350469"/>
                  <a:pt x="470482" y="351670"/>
                </a:cubicBezTo>
                <a:cubicBezTo>
                  <a:pt x="486128" y="357674"/>
                  <a:pt x="501684" y="360075"/>
                  <a:pt x="518512" y="360075"/>
                </a:cubicBezTo>
                <a:lnTo>
                  <a:pt x="524516" y="360075"/>
                </a:lnTo>
                <a:cubicBezTo>
                  <a:pt x="572547" y="357674"/>
                  <a:pt x="615756" y="330065"/>
                  <a:pt x="638497" y="286856"/>
                </a:cubicBezTo>
                <a:cubicBezTo>
                  <a:pt x="640954" y="282053"/>
                  <a:pt x="643319" y="277259"/>
                  <a:pt x="644502" y="272456"/>
                </a:cubicBezTo>
                <a:cubicBezTo>
                  <a:pt x="650506" y="256855"/>
                  <a:pt x="652962" y="241245"/>
                  <a:pt x="652962" y="224443"/>
                </a:cubicBezTo>
                <a:lnTo>
                  <a:pt x="652962" y="218439"/>
                </a:lnTo>
                <a:moveTo>
                  <a:pt x="642137" y="214846"/>
                </a:moveTo>
                <a:cubicBezTo>
                  <a:pt x="621760" y="240044"/>
                  <a:pt x="589285" y="250851"/>
                  <a:pt x="558083" y="242446"/>
                </a:cubicBezTo>
                <a:cubicBezTo>
                  <a:pt x="559357" y="238844"/>
                  <a:pt x="560539" y="234049"/>
                  <a:pt x="561722" y="230447"/>
                </a:cubicBezTo>
                <a:cubicBezTo>
                  <a:pt x="594106" y="223242"/>
                  <a:pt x="619304" y="198035"/>
                  <a:pt x="628946" y="166834"/>
                </a:cubicBezTo>
                <a:cubicBezTo>
                  <a:pt x="636132" y="181234"/>
                  <a:pt x="640954" y="198035"/>
                  <a:pt x="642137" y="214846"/>
                </a:cubicBezTo>
                <a:moveTo>
                  <a:pt x="606114" y="136824"/>
                </a:moveTo>
                <a:cubicBezTo>
                  <a:pt x="612118" y="142828"/>
                  <a:pt x="616938" y="147631"/>
                  <a:pt x="620578" y="154826"/>
                </a:cubicBezTo>
                <a:cubicBezTo>
                  <a:pt x="620578" y="157228"/>
                  <a:pt x="619304" y="160830"/>
                  <a:pt x="619304" y="163232"/>
                </a:cubicBezTo>
                <a:cubicBezTo>
                  <a:pt x="612118" y="190840"/>
                  <a:pt x="589285" y="213645"/>
                  <a:pt x="561722" y="220841"/>
                </a:cubicBezTo>
                <a:cubicBezTo>
                  <a:pt x="561722" y="216047"/>
                  <a:pt x="560539" y="212445"/>
                  <a:pt x="558083" y="208842"/>
                </a:cubicBezTo>
                <a:cubicBezTo>
                  <a:pt x="582098" y="186037"/>
                  <a:pt x="591741" y="152434"/>
                  <a:pt x="583281" y="120022"/>
                </a:cubicBezTo>
                <a:cubicBezTo>
                  <a:pt x="591741" y="123625"/>
                  <a:pt x="598927" y="129628"/>
                  <a:pt x="606114" y="136824"/>
                </a:cubicBezTo>
                <a:moveTo>
                  <a:pt x="571364" y="111626"/>
                </a:moveTo>
                <a:cubicBezTo>
                  <a:pt x="572547" y="114019"/>
                  <a:pt x="573729" y="116420"/>
                  <a:pt x="573729" y="120022"/>
                </a:cubicBezTo>
                <a:cubicBezTo>
                  <a:pt x="580916" y="147631"/>
                  <a:pt x="573729" y="177632"/>
                  <a:pt x="553353" y="199236"/>
                </a:cubicBezTo>
                <a:cubicBezTo>
                  <a:pt x="550897" y="195643"/>
                  <a:pt x="547350" y="193242"/>
                  <a:pt x="543711" y="189639"/>
                </a:cubicBezTo>
                <a:cubicBezTo>
                  <a:pt x="553353" y="158428"/>
                  <a:pt x="544893" y="123625"/>
                  <a:pt x="522152" y="99619"/>
                </a:cubicBezTo>
                <a:cubicBezTo>
                  <a:pt x="538889" y="100819"/>
                  <a:pt x="555718" y="104421"/>
                  <a:pt x="571364" y="111626"/>
                </a:cubicBezTo>
                <a:moveTo>
                  <a:pt x="550897" y="225644"/>
                </a:moveTo>
                <a:cubicBezTo>
                  <a:pt x="550897" y="228046"/>
                  <a:pt x="550897" y="230447"/>
                  <a:pt x="549713" y="232849"/>
                </a:cubicBezTo>
                <a:cubicBezTo>
                  <a:pt x="549713" y="235250"/>
                  <a:pt x="548532" y="237652"/>
                  <a:pt x="547350" y="240044"/>
                </a:cubicBezTo>
                <a:cubicBezTo>
                  <a:pt x="544893" y="244847"/>
                  <a:pt x="541345" y="249650"/>
                  <a:pt x="536524" y="253252"/>
                </a:cubicBezTo>
                <a:cubicBezTo>
                  <a:pt x="534158" y="255654"/>
                  <a:pt x="530520" y="256855"/>
                  <a:pt x="526882" y="258056"/>
                </a:cubicBezTo>
                <a:cubicBezTo>
                  <a:pt x="524516" y="259247"/>
                  <a:pt x="522152" y="259247"/>
                  <a:pt x="519695" y="259247"/>
                </a:cubicBezTo>
                <a:lnTo>
                  <a:pt x="517330" y="259247"/>
                </a:lnTo>
                <a:cubicBezTo>
                  <a:pt x="514874" y="259247"/>
                  <a:pt x="512508" y="259247"/>
                  <a:pt x="510144" y="258056"/>
                </a:cubicBezTo>
                <a:cubicBezTo>
                  <a:pt x="507687" y="258056"/>
                  <a:pt x="505323" y="256855"/>
                  <a:pt x="502866" y="255654"/>
                </a:cubicBezTo>
                <a:cubicBezTo>
                  <a:pt x="494497" y="252052"/>
                  <a:pt x="488493" y="244847"/>
                  <a:pt x="484945" y="235250"/>
                </a:cubicBezTo>
                <a:cubicBezTo>
                  <a:pt x="483672" y="232849"/>
                  <a:pt x="483672" y="230447"/>
                  <a:pt x="483672" y="228046"/>
                </a:cubicBezTo>
                <a:lnTo>
                  <a:pt x="483672" y="225644"/>
                </a:lnTo>
                <a:cubicBezTo>
                  <a:pt x="483672" y="223242"/>
                  <a:pt x="483672" y="220841"/>
                  <a:pt x="484945" y="218439"/>
                </a:cubicBezTo>
                <a:cubicBezTo>
                  <a:pt x="484945" y="216047"/>
                  <a:pt x="486128" y="213645"/>
                  <a:pt x="487310" y="211244"/>
                </a:cubicBezTo>
                <a:cubicBezTo>
                  <a:pt x="490949" y="202839"/>
                  <a:pt x="498136" y="196835"/>
                  <a:pt x="507687" y="193242"/>
                </a:cubicBezTo>
                <a:cubicBezTo>
                  <a:pt x="510144" y="192041"/>
                  <a:pt x="512508" y="192041"/>
                  <a:pt x="514874" y="192041"/>
                </a:cubicBezTo>
                <a:lnTo>
                  <a:pt x="517330" y="192041"/>
                </a:lnTo>
                <a:cubicBezTo>
                  <a:pt x="519695" y="192041"/>
                  <a:pt x="522152" y="192041"/>
                  <a:pt x="524516" y="193242"/>
                </a:cubicBezTo>
                <a:cubicBezTo>
                  <a:pt x="526882" y="193242"/>
                  <a:pt x="529337" y="194442"/>
                  <a:pt x="531702" y="195643"/>
                </a:cubicBezTo>
                <a:cubicBezTo>
                  <a:pt x="540163" y="199236"/>
                  <a:pt x="546076" y="206441"/>
                  <a:pt x="549713" y="216047"/>
                </a:cubicBezTo>
                <a:cubicBezTo>
                  <a:pt x="550897" y="218439"/>
                  <a:pt x="550897" y="220841"/>
                  <a:pt x="550897" y="223242"/>
                </a:cubicBezTo>
                <a:lnTo>
                  <a:pt x="550897" y="225644"/>
                </a:lnTo>
                <a:moveTo>
                  <a:pt x="507687" y="100819"/>
                </a:moveTo>
                <a:cubicBezTo>
                  <a:pt x="532885" y="121223"/>
                  <a:pt x="543711" y="153635"/>
                  <a:pt x="535341" y="184836"/>
                </a:cubicBezTo>
                <a:cubicBezTo>
                  <a:pt x="531702" y="183635"/>
                  <a:pt x="526882" y="182435"/>
                  <a:pt x="523334" y="181234"/>
                </a:cubicBezTo>
                <a:cubicBezTo>
                  <a:pt x="516148" y="148832"/>
                  <a:pt x="490949" y="123625"/>
                  <a:pt x="459657" y="114019"/>
                </a:cubicBezTo>
                <a:cubicBezTo>
                  <a:pt x="474121" y="106823"/>
                  <a:pt x="490949" y="102020"/>
                  <a:pt x="507687" y="100819"/>
                </a:cubicBezTo>
                <a:moveTo>
                  <a:pt x="429728" y="136824"/>
                </a:moveTo>
                <a:cubicBezTo>
                  <a:pt x="435732" y="130829"/>
                  <a:pt x="440463" y="126026"/>
                  <a:pt x="447740" y="122424"/>
                </a:cubicBezTo>
                <a:cubicBezTo>
                  <a:pt x="450105" y="122424"/>
                  <a:pt x="453744" y="123625"/>
                  <a:pt x="456109" y="123625"/>
                </a:cubicBezTo>
                <a:cubicBezTo>
                  <a:pt x="483672" y="130829"/>
                  <a:pt x="506504" y="153635"/>
                  <a:pt x="513691" y="181234"/>
                </a:cubicBezTo>
                <a:cubicBezTo>
                  <a:pt x="508870" y="181234"/>
                  <a:pt x="505323" y="182435"/>
                  <a:pt x="501684" y="184836"/>
                </a:cubicBezTo>
                <a:cubicBezTo>
                  <a:pt x="478942" y="160830"/>
                  <a:pt x="445283" y="151233"/>
                  <a:pt x="412900" y="159629"/>
                </a:cubicBezTo>
                <a:cubicBezTo>
                  <a:pt x="416539" y="150032"/>
                  <a:pt x="422451" y="142828"/>
                  <a:pt x="429728" y="136824"/>
                </a:cubicBezTo>
                <a:moveTo>
                  <a:pt x="412900" y="168035"/>
                </a:moveTo>
                <a:cubicBezTo>
                  <a:pt x="440463" y="160830"/>
                  <a:pt x="470482" y="168035"/>
                  <a:pt x="492132" y="188439"/>
                </a:cubicBezTo>
                <a:cubicBezTo>
                  <a:pt x="488493" y="190840"/>
                  <a:pt x="486128" y="194442"/>
                  <a:pt x="482490" y="198035"/>
                </a:cubicBezTo>
                <a:cubicBezTo>
                  <a:pt x="451287" y="188439"/>
                  <a:pt x="416539" y="196835"/>
                  <a:pt x="392523" y="219640"/>
                </a:cubicBezTo>
                <a:cubicBezTo>
                  <a:pt x="392523" y="202839"/>
                  <a:pt x="397254" y="186037"/>
                  <a:pt x="404530" y="170436"/>
                </a:cubicBezTo>
                <a:cubicBezTo>
                  <a:pt x="406896" y="170436"/>
                  <a:pt x="409261" y="169235"/>
                  <a:pt x="412900" y="168035"/>
                </a:cubicBezTo>
                <a:moveTo>
                  <a:pt x="392523" y="235250"/>
                </a:moveTo>
                <a:cubicBezTo>
                  <a:pt x="412900" y="210043"/>
                  <a:pt x="445283" y="199236"/>
                  <a:pt x="476486" y="207642"/>
                </a:cubicBezTo>
                <a:cubicBezTo>
                  <a:pt x="475303" y="211244"/>
                  <a:pt x="474121" y="216047"/>
                  <a:pt x="472938" y="219640"/>
                </a:cubicBezTo>
                <a:cubicBezTo>
                  <a:pt x="440463" y="226845"/>
                  <a:pt x="415265" y="252052"/>
                  <a:pt x="405713" y="283253"/>
                </a:cubicBezTo>
                <a:cubicBezTo>
                  <a:pt x="398526" y="268854"/>
                  <a:pt x="393706" y="252052"/>
                  <a:pt x="392523" y="235250"/>
                </a:cubicBezTo>
                <a:moveTo>
                  <a:pt x="429728" y="313264"/>
                </a:moveTo>
                <a:cubicBezTo>
                  <a:pt x="423724" y="307260"/>
                  <a:pt x="418904" y="302457"/>
                  <a:pt x="415265" y="295261"/>
                </a:cubicBezTo>
                <a:cubicBezTo>
                  <a:pt x="415265" y="292860"/>
                  <a:pt x="416539" y="289258"/>
                  <a:pt x="416539" y="286856"/>
                </a:cubicBezTo>
                <a:cubicBezTo>
                  <a:pt x="423724" y="259247"/>
                  <a:pt x="446467" y="236451"/>
                  <a:pt x="474121" y="229246"/>
                </a:cubicBezTo>
                <a:cubicBezTo>
                  <a:pt x="474121" y="234049"/>
                  <a:pt x="475303" y="237652"/>
                  <a:pt x="477668" y="241245"/>
                </a:cubicBezTo>
                <a:cubicBezTo>
                  <a:pt x="453744" y="264051"/>
                  <a:pt x="444101" y="297663"/>
                  <a:pt x="452471" y="330065"/>
                </a:cubicBezTo>
                <a:cubicBezTo>
                  <a:pt x="442918" y="326463"/>
                  <a:pt x="435732" y="320468"/>
                  <a:pt x="429728" y="313264"/>
                </a:cubicBezTo>
                <a:moveTo>
                  <a:pt x="463295" y="338471"/>
                </a:moveTo>
                <a:cubicBezTo>
                  <a:pt x="462113" y="336069"/>
                  <a:pt x="460931" y="333668"/>
                  <a:pt x="460931" y="330065"/>
                </a:cubicBezTo>
                <a:cubicBezTo>
                  <a:pt x="453744" y="302457"/>
                  <a:pt x="460931" y="272456"/>
                  <a:pt x="481307" y="250851"/>
                </a:cubicBezTo>
                <a:cubicBezTo>
                  <a:pt x="483672" y="254453"/>
                  <a:pt x="487310" y="256855"/>
                  <a:pt x="490949" y="260448"/>
                </a:cubicBezTo>
                <a:cubicBezTo>
                  <a:pt x="481307" y="291659"/>
                  <a:pt x="489676" y="326463"/>
                  <a:pt x="512508" y="350469"/>
                </a:cubicBezTo>
                <a:cubicBezTo>
                  <a:pt x="495680" y="349268"/>
                  <a:pt x="478942" y="345666"/>
                  <a:pt x="463295" y="338471"/>
                </a:cubicBezTo>
                <a:moveTo>
                  <a:pt x="526882" y="349268"/>
                </a:moveTo>
                <a:cubicBezTo>
                  <a:pt x="524516" y="348067"/>
                  <a:pt x="523334" y="345666"/>
                  <a:pt x="520878" y="343264"/>
                </a:cubicBezTo>
                <a:cubicBezTo>
                  <a:pt x="500502" y="322860"/>
                  <a:pt x="492132" y="292860"/>
                  <a:pt x="499319" y="264051"/>
                </a:cubicBezTo>
                <a:cubicBezTo>
                  <a:pt x="502866" y="265252"/>
                  <a:pt x="507687" y="266452"/>
                  <a:pt x="511326" y="267653"/>
                </a:cubicBezTo>
                <a:cubicBezTo>
                  <a:pt x="518512" y="300064"/>
                  <a:pt x="543711" y="325262"/>
                  <a:pt x="574912" y="334868"/>
                </a:cubicBezTo>
                <a:cubicBezTo>
                  <a:pt x="560539" y="343264"/>
                  <a:pt x="544893" y="348067"/>
                  <a:pt x="526882" y="349268"/>
                </a:cubicBezTo>
                <a:moveTo>
                  <a:pt x="606114" y="313264"/>
                </a:moveTo>
                <a:cubicBezTo>
                  <a:pt x="600110" y="319268"/>
                  <a:pt x="595288" y="324061"/>
                  <a:pt x="588103" y="327664"/>
                </a:cubicBezTo>
                <a:cubicBezTo>
                  <a:pt x="585737" y="327664"/>
                  <a:pt x="582098" y="326463"/>
                  <a:pt x="579733" y="326463"/>
                </a:cubicBezTo>
                <a:cubicBezTo>
                  <a:pt x="552079" y="319268"/>
                  <a:pt x="529337" y="296462"/>
                  <a:pt x="522152" y="268854"/>
                </a:cubicBezTo>
                <a:cubicBezTo>
                  <a:pt x="526882" y="268854"/>
                  <a:pt x="530520" y="267653"/>
                  <a:pt x="534158" y="265252"/>
                </a:cubicBezTo>
                <a:cubicBezTo>
                  <a:pt x="556901" y="289258"/>
                  <a:pt x="590559" y="298863"/>
                  <a:pt x="622942" y="290458"/>
                </a:cubicBezTo>
                <a:cubicBezTo>
                  <a:pt x="618121" y="300064"/>
                  <a:pt x="613300" y="307260"/>
                  <a:pt x="606114" y="313264"/>
                </a:cubicBezTo>
                <a:moveTo>
                  <a:pt x="622942" y="282053"/>
                </a:moveTo>
                <a:cubicBezTo>
                  <a:pt x="595288" y="289258"/>
                  <a:pt x="565361" y="282053"/>
                  <a:pt x="543711" y="261648"/>
                </a:cubicBezTo>
                <a:cubicBezTo>
                  <a:pt x="547350" y="259247"/>
                  <a:pt x="549713" y="255654"/>
                  <a:pt x="553353" y="252052"/>
                </a:cubicBezTo>
                <a:cubicBezTo>
                  <a:pt x="584555" y="261648"/>
                  <a:pt x="619304" y="253252"/>
                  <a:pt x="643319" y="230447"/>
                </a:cubicBezTo>
                <a:cubicBezTo>
                  <a:pt x="643319" y="247249"/>
                  <a:pt x="638497" y="264051"/>
                  <a:pt x="631312" y="279651"/>
                </a:cubicBezTo>
                <a:cubicBezTo>
                  <a:pt x="627764" y="279651"/>
                  <a:pt x="625308" y="280852"/>
                  <a:pt x="622942" y="28205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74" name="">
            <a:extLst xmlns:a="http://schemas.openxmlformats.org/drawingml/2006/main">
              <a:ext uri="{FF2B5EF4-FFF2-40B4-BE49-F238E27FC236}">
                <a16:creationId xmlns:a16="http://schemas.microsoft.com/office/drawing/2014/main" id="{738475AB-3584-4905-94FC-F80920E99D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352971a775458a"/>
          <a:stretch xmlns:a="http://schemas.openxmlformats.org/drawingml/2006/main"/>
        </p:blipFill>
        <p:spPr>
          <a:xfrm xmlns:a="http://schemas.openxmlformats.org/drawingml/2006/main">
            <a:off x="10279810" y="4713462"/>
            <a:ext cx="114300" cy="180975"/>
          </a:xfrm>
          <a:prstGeom xmlns:a="http://schemas.openxmlformats.org/drawingml/2006/main" prst="rect">
            <a:avLst/>
          </a:prstGeom>
        </p:spPr>
      </p:pic>
      <p:sp>
        <p:nvSpPr>
          <p:cNvPr id="1075" name="path-1031">
            <a:extLst xmlns:a="http://schemas.openxmlformats.org/drawingml/2006/main">
              <a:ext uri="{FF2B5EF4-FFF2-40B4-BE49-F238E27FC236}">
                <a16:creationId xmlns:a16="http://schemas.microsoft.com/office/drawing/2014/main" id="{CF768029-BCA2-497C-AF5D-8BFAACA3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190" y="4628877"/>
            <a:ext cx="319295" cy="286537"/>
          </a:xfrm>
          <a:custGeom xmlns:a="http://schemas.openxmlformats.org/drawingml/2006/main">
            <a:pathLst>
              <a:path w="319295" h="286537">
                <a:moveTo>
                  <a:pt x="317567" y="269317"/>
                </a:moveTo>
                <a:cubicBezTo>
                  <a:pt x="319295" y="272947"/>
                  <a:pt x="319295" y="277140"/>
                  <a:pt x="317567" y="280779"/>
                </a:cubicBezTo>
                <a:cubicBezTo>
                  <a:pt x="315383" y="284236"/>
                  <a:pt x="311562" y="286373"/>
                  <a:pt x="307469" y="286510"/>
                </a:cubicBezTo>
                <a:lnTo>
                  <a:pt x="12190" y="286510"/>
                </a:lnTo>
                <a:cubicBezTo>
                  <a:pt x="8005" y="286537"/>
                  <a:pt x="4094" y="284354"/>
                  <a:pt x="1911" y="280779"/>
                </a:cubicBezTo>
                <a:cubicBezTo>
                  <a:pt x="0" y="277213"/>
                  <a:pt x="0" y="272883"/>
                  <a:pt x="1911" y="269317"/>
                </a:cubicBezTo>
                <a:lnTo>
                  <a:pt x="149641" y="5740"/>
                </a:lnTo>
                <a:cubicBezTo>
                  <a:pt x="151916" y="2283"/>
                  <a:pt x="155645" y="145"/>
                  <a:pt x="159829" y="9"/>
                </a:cubicBezTo>
                <a:cubicBezTo>
                  <a:pt x="163922" y="0"/>
                  <a:pt x="167834" y="2174"/>
                  <a:pt x="169926" y="5740"/>
                </a:cubicBezTo>
                <a:lnTo>
                  <a:pt x="317567" y="269317"/>
                </a:lnTo>
                <a:moveTo>
                  <a:pt x="141181" y="92823"/>
                </a:moveTo>
                <a:lnTo>
                  <a:pt x="177841" y="92823"/>
                </a:lnTo>
                <a:lnTo>
                  <a:pt x="177841" y="193678"/>
                </a:lnTo>
                <a:lnTo>
                  <a:pt x="141181" y="193678"/>
                </a:lnTo>
                <a:close/>
                <a:moveTo>
                  <a:pt x="141181" y="218876"/>
                </a:moveTo>
                <a:lnTo>
                  <a:pt x="177841" y="218876"/>
                </a:lnTo>
                <a:lnTo>
                  <a:pt x="177841" y="252688"/>
                </a:lnTo>
                <a:lnTo>
                  <a:pt x="141181" y="252688"/>
                </a:lnTo>
                <a:close/>
              </a:path>
            </a:pathLst>
          </a:custGeom>
          <a:solidFill xmlns:a="http://schemas.openxmlformats.org/drawingml/2006/main">
            <a:srgbClr val="F1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6" name="path-1032">
            <a:extLst xmlns:a="http://schemas.openxmlformats.org/drawingml/2006/main">
              <a:ext uri="{FF2B5EF4-FFF2-40B4-BE49-F238E27FC236}">
                <a16:creationId xmlns:a16="http://schemas.microsoft.com/office/drawing/2014/main" id="{C9BEF288-DDE7-44DE-A9E9-ECB68AE9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9733" y="4270212"/>
            <a:ext cx="318385" cy="627827"/>
          </a:xfrm>
          <a:custGeom xmlns:a="http://schemas.openxmlformats.org/drawingml/2006/main">
            <a:pathLst>
              <a:path w="318385" h="627827">
                <a:moveTo>
                  <a:pt x="318385" y="576940"/>
                </a:moveTo>
                <a:cubicBezTo>
                  <a:pt x="318385" y="590695"/>
                  <a:pt x="313472" y="602611"/>
                  <a:pt x="303648" y="612699"/>
                </a:cubicBezTo>
                <a:cubicBezTo>
                  <a:pt x="293823" y="622788"/>
                  <a:pt x="280178" y="627827"/>
                  <a:pt x="262713" y="627827"/>
                </a:cubicBezTo>
                <a:lnTo>
                  <a:pt x="60583" y="627827"/>
                </a:lnTo>
                <a:cubicBezTo>
                  <a:pt x="40844" y="627827"/>
                  <a:pt x="25834" y="622324"/>
                  <a:pt x="15464" y="611325"/>
                </a:cubicBezTo>
                <a:cubicBezTo>
                  <a:pt x="5185" y="600319"/>
                  <a:pt x="0" y="586565"/>
                  <a:pt x="0" y="570063"/>
                </a:cubicBezTo>
                <a:lnTo>
                  <a:pt x="0" y="133403"/>
                </a:lnTo>
                <a:cubicBezTo>
                  <a:pt x="0" y="121022"/>
                  <a:pt x="4184" y="110707"/>
                  <a:pt x="12372" y="102456"/>
                </a:cubicBezTo>
                <a:cubicBezTo>
                  <a:pt x="20650" y="94205"/>
                  <a:pt x="32566" y="90075"/>
                  <a:pt x="48212" y="90075"/>
                </a:cubicBezTo>
                <a:lnTo>
                  <a:pt x="271627" y="90075"/>
                </a:lnTo>
                <a:cubicBezTo>
                  <a:pt x="288183" y="90075"/>
                  <a:pt x="300100" y="94205"/>
                  <a:pt x="307377" y="102456"/>
                </a:cubicBezTo>
                <a:cubicBezTo>
                  <a:pt x="314746" y="110707"/>
                  <a:pt x="318385" y="121486"/>
                  <a:pt x="318385" y="134776"/>
                </a:cubicBezTo>
                <a:lnTo>
                  <a:pt x="318385" y="576940"/>
                </a:lnTo>
                <a:moveTo>
                  <a:pt x="102520" y="510234"/>
                </a:moveTo>
                <a:lnTo>
                  <a:pt x="102520" y="544619"/>
                </a:lnTo>
                <a:lnTo>
                  <a:pt x="215956" y="544619"/>
                </a:lnTo>
                <a:lnTo>
                  <a:pt x="215956" y="510234"/>
                </a:lnTo>
                <a:lnTo>
                  <a:pt x="102520" y="510234"/>
                </a:lnTo>
                <a:moveTo>
                  <a:pt x="142364" y="147157"/>
                </a:moveTo>
                <a:lnTo>
                  <a:pt x="142364" y="186355"/>
                </a:lnTo>
                <a:lnTo>
                  <a:pt x="102520" y="186355"/>
                </a:lnTo>
                <a:lnTo>
                  <a:pt x="102520" y="220731"/>
                </a:lnTo>
                <a:lnTo>
                  <a:pt x="142364" y="220731"/>
                </a:lnTo>
                <a:lnTo>
                  <a:pt x="142364" y="260620"/>
                </a:lnTo>
                <a:lnTo>
                  <a:pt x="176112" y="260620"/>
                </a:lnTo>
                <a:lnTo>
                  <a:pt x="176112" y="220731"/>
                </a:lnTo>
                <a:lnTo>
                  <a:pt x="215956" y="220731"/>
                </a:lnTo>
                <a:lnTo>
                  <a:pt x="215956" y="186355"/>
                </a:lnTo>
                <a:lnTo>
                  <a:pt x="176112" y="186355"/>
                </a:lnTo>
                <a:lnTo>
                  <a:pt x="176112" y="147157"/>
                </a:lnTo>
                <a:lnTo>
                  <a:pt x="142364" y="147157"/>
                </a:lnTo>
                <a:moveTo>
                  <a:pt x="159556" y="0"/>
                </a:moveTo>
                <a:cubicBezTo>
                  <a:pt x="164195" y="454"/>
                  <a:pt x="168743" y="682"/>
                  <a:pt x="173292" y="682"/>
                </a:cubicBezTo>
                <a:cubicBezTo>
                  <a:pt x="177022" y="682"/>
                  <a:pt x="181114" y="800"/>
                  <a:pt x="185663" y="1027"/>
                </a:cubicBezTo>
                <a:cubicBezTo>
                  <a:pt x="190303" y="1255"/>
                  <a:pt x="194670" y="1374"/>
                  <a:pt x="198763" y="1374"/>
                </a:cubicBezTo>
                <a:cubicBezTo>
                  <a:pt x="207042" y="1828"/>
                  <a:pt x="212408" y="4348"/>
                  <a:pt x="214955" y="8933"/>
                </a:cubicBezTo>
                <a:cubicBezTo>
                  <a:pt x="217411" y="13517"/>
                  <a:pt x="218684" y="19939"/>
                  <a:pt x="218684" y="28191"/>
                </a:cubicBezTo>
                <a:lnTo>
                  <a:pt x="218684" y="50887"/>
                </a:lnTo>
                <a:lnTo>
                  <a:pt x="218684" y="60511"/>
                </a:lnTo>
                <a:lnTo>
                  <a:pt x="99063" y="60511"/>
                </a:lnTo>
                <a:lnTo>
                  <a:pt x="99063" y="34376"/>
                </a:lnTo>
                <a:cubicBezTo>
                  <a:pt x="99063" y="30710"/>
                  <a:pt x="99244" y="26016"/>
                  <a:pt x="99699" y="20285"/>
                </a:cubicBezTo>
                <a:cubicBezTo>
                  <a:pt x="100246" y="14555"/>
                  <a:pt x="102247" y="10079"/>
                  <a:pt x="105977" y="6877"/>
                </a:cubicBezTo>
                <a:cubicBezTo>
                  <a:pt x="110070" y="3202"/>
                  <a:pt x="116893" y="1255"/>
                  <a:pt x="126535" y="1027"/>
                </a:cubicBezTo>
                <a:cubicBezTo>
                  <a:pt x="136177" y="800"/>
                  <a:pt x="147184" y="454"/>
                  <a:pt x="159556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77" name="">
            <a:extLst xmlns:a="http://schemas.openxmlformats.org/drawingml/2006/main">
              <a:ext uri="{FF2B5EF4-FFF2-40B4-BE49-F238E27FC236}">
                <a16:creationId xmlns:a16="http://schemas.microsoft.com/office/drawing/2014/main" id="{8FE4BFBB-AE81-4ADF-AD95-F997961094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c65da048bc4dd0"/>
          <a:stretch xmlns:a="http://schemas.openxmlformats.org/drawingml/2006/main"/>
        </p:blipFill>
        <p:spPr>
          <a:xfrm xmlns:a="http://schemas.openxmlformats.org/drawingml/2006/main">
            <a:off x="10889410" y="4713462"/>
            <a:ext cx="104775" cy="180975"/>
          </a:xfrm>
          <a:prstGeom xmlns:a="http://schemas.openxmlformats.org/drawingml/2006/main" prst="rect">
            <a:avLst/>
          </a:prstGeom>
        </p:spPr>
      </p:pic>
      <p:sp>
        <p:nvSpPr>
          <p:cNvPr id="1078" name="path-1034">
            <a:extLst xmlns:a="http://schemas.openxmlformats.org/drawingml/2006/main">
              <a:ext uri="{FF2B5EF4-FFF2-40B4-BE49-F238E27FC236}">
                <a16:creationId xmlns:a16="http://schemas.microsoft.com/office/drawing/2014/main" id="{0721B838-6E13-45DF-ABFD-DF59C443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1303" y="4628877"/>
            <a:ext cx="319294" cy="286537"/>
          </a:xfrm>
          <a:custGeom xmlns:a="http://schemas.openxmlformats.org/drawingml/2006/main">
            <a:pathLst>
              <a:path w="319294" h="286537">
                <a:moveTo>
                  <a:pt x="317567" y="269317"/>
                </a:moveTo>
                <a:cubicBezTo>
                  <a:pt x="319294" y="272947"/>
                  <a:pt x="319294" y="277140"/>
                  <a:pt x="317567" y="280779"/>
                </a:cubicBezTo>
                <a:cubicBezTo>
                  <a:pt x="315383" y="284236"/>
                  <a:pt x="311562" y="286373"/>
                  <a:pt x="307469" y="286510"/>
                </a:cubicBezTo>
                <a:lnTo>
                  <a:pt x="12189" y="286510"/>
                </a:lnTo>
                <a:cubicBezTo>
                  <a:pt x="8005" y="286537"/>
                  <a:pt x="4093" y="284354"/>
                  <a:pt x="2000" y="280779"/>
                </a:cubicBezTo>
                <a:cubicBezTo>
                  <a:pt x="0" y="277213"/>
                  <a:pt x="0" y="272883"/>
                  <a:pt x="2000" y="269317"/>
                </a:cubicBezTo>
                <a:lnTo>
                  <a:pt x="149640" y="5740"/>
                </a:lnTo>
                <a:cubicBezTo>
                  <a:pt x="151914" y="2283"/>
                  <a:pt x="155735" y="145"/>
                  <a:pt x="159828" y="9"/>
                </a:cubicBezTo>
                <a:cubicBezTo>
                  <a:pt x="163922" y="0"/>
                  <a:pt x="167834" y="2174"/>
                  <a:pt x="169926" y="5740"/>
                </a:cubicBezTo>
                <a:lnTo>
                  <a:pt x="317567" y="269317"/>
                </a:lnTo>
                <a:moveTo>
                  <a:pt x="141181" y="92823"/>
                </a:moveTo>
                <a:lnTo>
                  <a:pt x="177841" y="92823"/>
                </a:lnTo>
                <a:lnTo>
                  <a:pt x="177841" y="193678"/>
                </a:lnTo>
                <a:lnTo>
                  <a:pt x="141181" y="193678"/>
                </a:lnTo>
                <a:close/>
                <a:moveTo>
                  <a:pt x="141181" y="218876"/>
                </a:moveTo>
                <a:lnTo>
                  <a:pt x="177841" y="218876"/>
                </a:lnTo>
                <a:lnTo>
                  <a:pt x="177841" y="252688"/>
                </a:lnTo>
                <a:lnTo>
                  <a:pt x="141181" y="252688"/>
                </a:lnTo>
                <a:close/>
              </a:path>
            </a:pathLst>
          </a:custGeom>
          <a:solidFill xmlns:a="http://schemas.openxmlformats.org/drawingml/2006/main">
            <a:srgbClr val="F1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9" name="path-1035">
            <a:extLst xmlns:a="http://schemas.openxmlformats.org/drawingml/2006/main">
              <a:ext uri="{FF2B5EF4-FFF2-40B4-BE49-F238E27FC236}">
                <a16:creationId xmlns:a16="http://schemas.microsoft.com/office/drawing/2014/main" id="{0756DBCB-C183-48C4-A34C-45194A40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4288" y="4392007"/>
            <a:ext cx="434459" cy="471947"/>
          </a:xfrm>
          <a:custGeom xmlns:a="http://schemas.openxmlformats.org/drawingml/2006/main">
            <a:pathLst>
              <a:path w="434459" h="471947">
                <a:moveTo>
                  <a:pt x="369235" y="26554"/>
                </a:moveTo>
                <a:cubicBezTo>
                  <a:pt x="331209" y="8852"/>
                  <a:pt x="276902" y="0"/>
                  <a:pt x="217230" y="0"/>
                </a:cubicBezTo>
                <a:cubicBezTo>
                  <a:pt x="157463" y="0"/>
                  <a:pt x="103156" y="8852"/>
                  <a:pt x="65131" y="26554"/>
                </a:cubicBezTo>
                <a:cubicBezTo>
                  <a:pt x="21650" y="47203"/>
                  <a:pt x="0" y="70800"/>
                  <a:pt x="0" y="100291"/>
                </a:cubicBezTo>
                <a:lnTo>
                  <a:pt x="0" y="374612"/>
                </a:lnTo>
                <a:cubicBezTo>
                  <a:pt x="0" y="401156"/>
                  <a:pt x="21650" y="427709"/>
                  <a:pt x="65131" y="445403"/>
                </a:cubicBezTo>
                <a:cubicBezTo>
                  <a:pt x="103156" y="463104"/>
                  <a:pt x="157463" y="471947"/>
                  <a:pt x="217230" y="471947"/>
                </a:cubicBezTo>
                <a:cubicBezTo>
                  <a:pt x="276902" y="471947"/>
                  <a:pt x="331209" y="463104"/>
                  <a:pt x="369235" y="445403"/>
                </a:cubicBezTo>
                <a:cubicBezTo>
                  <a:pt x="409988" y="427709"/>
                  <a:pt x="434459" y="401156"/>
                  <a:pt x="434459" y="374612"/>
                </a:cubicBezTo>
                <a:lnTo>
                  <a:pt x="434459" y="100291"/>
                </a:lnTo>
                <a:cubicBezTo>
                  <a:pt x="434459" y="70800"/>
                  <a:pt x="412717" y="47203"/>
                  <a:pt x="369235" y="26554"/>
                </a:cubicBezTo>
                <a:moveTo>
                  <a:pt x="344855" y="147485"/>
                </a:moveTo>
                <a:cubicBezTo>
                  <a:pt x="309559" y="162240"/>
                  <a:pt x="260619" y="168134"/>
                  <a:pt x="217230" y="168134"/>
                </a:cubicBezTo>
                <a:cubicBezTo>
                  <a:pt x="171017" y="168134"/>
                  <a:pt x="124898" y="162240"/>
                  <a:pt x="89602" y="147485"/>
                </a:cubicBezTo>
                <a:cubicBezTo>
                  <a:pt x="48849" y="135687"/>
                  <a:pt x="29836" y="117994"/>
                  <a:pt x="29836" y="100291"/>
                </a:cubicBezTo>
                <a:cubicBezTo>
                  <a:pt x="29836" y="82599"/>
                  <a:pt x="51577" y="64896"/>
                  <a:pt x="89602" y="50150"/>
                </a:cubicBezTo>
                <a:cubicBezTo>
                  <a:pt x="124898" y="35404"/>
                  <a:pt x="171017" y="29501"/>
                  <a:pt x="217230" y="29501"/>
                </a:cubicBezTo>
                <a:cubicBezTo>
                  <a:pt x="260619" y="29501"/>
                  <a:pt x="309559" y="38352"/>
                  <a:pt x="344855" y="50150"/>
                </a:cubicBezTo>
                <a:cubicBezTo>
                  <a:pt x="382880" y="64896"/>
                  <a:pt x="404530" y="82599"/>
                  <a:pt x="404530" y="100291"/>
                </a:cubicBezTo>
                <a:cubicBezTo>
                  <a:pt x="404530" y="117994"/>
                  <a:pt x="385518" y="135687"/>
                  <a:pt x="344855" y="147485"/>
                </a:cubicBezTo>
                <a:moveTo>
                  <a:pt x="347494" y="233030"/>
                </a:moveTo>
                <a:cubicBezTo>
                  <a:pt x="312198" y="244829"/>
                  <a:pt x="263349" y="253671"/>
                  <a:pt x="217230" y="253671"/>
                </a:cubicBezTo>
                <a:cubicBezTo>
                  <a:pt x="171017" y="253671"/>
                  <a:pt x="124898" y="244829"/>
                  <a:pt x="86873" y="233030"/>
                </a:cubicBezTo>
                <a:cubicBezTo>
                  <a:pt x="48849" y="218276"/>
                  <a:pt x="27108" y="200583"/>
                  <a:pt x="27108" y="182881"/>
                </a:cubicBezTo>
                <a:lnTo>
                  <a:pt x="27108" y="150442"/>
                </a:lnTo>
                <a:cubicBezTo>
                  <a:pt x="54307" y="162240"/>
                  <a:pt x="73319" y="176986"/>
                  <a:pt x="103156" y="182881"/>
                </a:cubicBezTo>
                <a:cubicBezTo>
                  <a:pt x="138452" y="191732"/>
                  <a:pt x="176475" y="197635"/>
                  <a:pt x="217230" y="197635"/>
                </a:cubicBezTo>
                <a:cubicBezTo>
                  <a:pt x="257891" y="197635"/>
                  <a:pt x="295915" y="191732"/>
                  <a:pt x="331209" y="182881"/>
                </a:cubicBezTo>
                <a:cubicBezTo>
                  <a:pt x="361138" y="176986"/>
                  <a:pt x="380151" y="162240"/>
                  <a:pt x="407259" y="150442"/>
                </a:cubicBezTo>
                <a:lnTo>
                  <a:pt x="407259" y="185837"/>
                </a:lnTo>
                <a:cubicBezTo>
                  <a:pt x="407259" y="200583"/>
                  <a:pt x="385518" y="218276"/>
                  <a:pt x="347494" y="233030"/>
                </a:cubicBezTo>
                <a:moveTo>
                  <a:pt x="347494" y="327418"/>
                </a:moveTo>
                <a:cubicBezTo>
                  <a:pt x="312198" y="339217"/>
                  <a:pt x="263349" y="348067"/>
                  <a:pt x="217230" y="348067"/>
                </a:cubicBezTo>
                <a:cubicBezTo>
                  <a:pt x="171017" y="348067"/>
                  <a:pt x="124898" y="339217"/>
                  <a:pt x="86873" y="327418"/>
                </a:cubicBezTo>
                <a:cubicBezTo>
                  <a:pt x="48849" y="315620"/>
                  <a:pt x="27108" y="297918"/>
                  <a:pt x="27108" y="277277"/>
                </a:cubicBezTo>
                <a:lnTo>
                  <a:pt x="27108" y="233030"/>
                </a:lnTo>
                <a:cubicBezTo>
                  <a:pt x="54307" y="247776"/>
                  <a:pt x="73319" y="259575"/>
                  <a:pt x="103156" y="268426"/>
                </a:cubicBezTo>
                <a:cubicBezTo>
                  <a:pt x="138452" y="277277"/>
                  <a:pt x="176475" y="283171"/>
                  <a:pt x="217230" y="283171"/>
                </a:cubicBezTo>
                <a:cubicBezTo>
                  <a:pt x="257891" y="283171"/>
                  <a:pt x="295915" y="277277"/>
                  <a:pt x="331209" y="268426"/>
                </a:cubicBezTo>
                <a:cubicBezTo>
                  <a:pt x="361138" y="259575"/>
                  <a:pt x="380151" y="247776"/>
                  <a:pt x="407259" y="233030"/>
                </a:cubicBezTo>
                <a:lnTo>
                  <a:pt x="407259" y="277277"/>
                </a:lnTo>
                <a:cubicBezTo>
                  <a:pt x="407259" y="297918"/>
                  <a:pt x="385518" y="315620"/>
                  <a:pt x="347494" y="327418"/>
                </a:cubicBezTo>
                <a:moveTo>
                  <a:pt x="217230" y="442455"/>
                </a:moveTo>
                <a:cubicBezTo>
                  <a:pt x="171017" y="442455"/>
                  <a:pt x="124898" y="433604"/>
                  <a:pt x="86873" y="421805"/>
                </a:cubicBezTo>
                <a:cubicBezTo>
                  <a:pt x="48849" y="410007"/>
                  <a:pt x="27108" y="392314"/>
                  <a:pt x="27108" y="371664"/>
                </a:cubicBezTo>
                <a:lnTo>
                  <a:pt x="27108" y="327418"/>
                </a:lnTo>
                <a:cubicBezTo>
                  <a:pt x="54307" y="342164"/>
                  <a:pt x="73319" y="353962"/>
                  <a:pt x="103156" y="362813"/>
                </a:cubicBezTo>
                <a:cubicBezTo>
                  <a:pt x="135722" y="371664"/>
                  <a:pt x="176475" y="377559"/>
                  <a:pt x="214500" y="377559"/>
                </a:cubicBezTo>
                <a:cubicBezTo>
                  <a:pt x="255252" y="377559"/>
                  <a:pt x="293187" y="371664"/>
                  <a:pt x="328573" y="362813"/>
                </a:cubicBezTo>
                <a:cubicBezTo>
                  <a:pt x="361138" y="353962"/>
                  <a:pt x="380151" y="342164"/>
                  <a:pt x="407259" y="327418"/>
                </a:cubicBezTo>
                <a:lnTo>
                  <a:pt x="407259" y="371664"/>
                </a:lnTo>
                <a:cubicBezTo>
                  <a:pt x="407259" y="389357"/>
                  <a:pt x="385518" y="407059"/>
                  <a:pt x="347494" y="421805"/>
                </a:cubicBezTo>
                <a:cubicBezTo>
                  <a:pt x="312198" y="436552"/>
                  <a:pt x="260619" y="442455"/>
                  <a:pt x="217230" y="442455"/>
                </a:cubicBezTo>
              </a:path>
            </a:pathLst>
          </a:custGeom>
          <a:solidFill xmlns:a="http://schemas.openxmlformats.org/drawingml/2006/main">
            <a:srgbClr val="27263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80" name="">
            <a:extLst xmlns:a="http://schemas.openxmlformats.org/drawingml/2006/main">
              <a:ext uri="{FF2B5EF4-FFF2-40B4-BE49-F238E27FC236}">
                <a16:creationId xmlns:a16="http://schemas.microsoft.com/office/drawing/2014/main" id="{0D7BC151-E75E-4B2A-AEC7-896B7D564B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2f8349f7ff474c"/>
          <a:stretch xmlns:a="http://schemas.openxmlformats.org/drawingml/2006/main"/>
        </p:blipFill>
        <p:spPr>
          <a:xfrm xmlns:a="http://schemas.openxmlformats.org/drawingml/2006/main">
            <a:off x="11584735" y="4713462"/>
            <a:ext cx="104775" cy="180975"/>
          </a:xfrm>
          <a:prstGeom xmlns:a="http://schemas.openxmlformats.org/drawingml/2006/main" prst="rect">
            <a:avLst/>
          </a:prstGeom>
        </p:spPr>
      </p:pic>
      <p:sp>
        <p:nvSpPr>
          <p:cNvPr id="1081" name="path-1037">
            <a:extLst xmlns:a="http://schemas.openxmlformats.org/drawingml/2006/main">
              <a:ext uri="{FF2B5EF4-FFF2-40B4-BE49-F238E27FC236}">
                <a16:creationId xmlns:a16="http://schemas.microsoft.com/office/drawing/2014/main" id="{3DA6D529-A956-42C9-A6D8-4EEE1799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6200" y="4628877"/>
            <a:ext cx="319295" cy="286537"/>
          </a:xfrm>
          <a:custGeom xmlns:a="http://schemas.openxmlformats.org/drawingml/2006/main">
            <a:pathLst>
              <a:path w="319295" h="286537">
                <a:moveTo>
                  <a:pt x="317657" y="269317"/>
                </a:moveTo>
                <a:cubicBezTo>
                  <a:pt x="319295" y="272947"/>
                  <a:pt x="319295" y="277140"/>
                  <a:pt x="317657" y="280779"/>
                </a:cubicBezTo>
                <a:cubicBezTo>
                  <a:pt x="315384" y="284236"/>
                  <a:pt x="311562" y="286373"/>
                  <a:pt x="307469" y="286510"/>
                </a:cubicBezTo>
                <a:lnTo>
                  <a:pt x="12190" y="286510"/>
                </a:lnTo>
                <a:cubicBezTo>
                  <a:pt x="8004" y="286537"/>
                  <a:pt x="4093" y="284354"/>
                  <a:pt x="2001" y="280779"/>
                </a:cubicBezTo>
                <a:cubicBezTo>
                  <a:pt x="0" y="277213"/>
                  <a:pt x="0" y="272883"/>
                  <a:pt x="2001" y="269317"/>
                </a:cubicBezTo>
                <a:lnTo>
                  <a:pt x="149731" y="5740"/>
                </a:lnTo>
                <a:cubicBezTo>
                  <a:pt x="151914" y="2283"/>
                  <a:pt x="155736" y="145"/>
                  <a:pt x="159829" y="9"/>
                </a:cubicBezTo>
                <a:cubicBezTo>
                  <a:pt x="164013" y="0"/>
                  <a:pt x="167834" y="2174"/>
                  <a:pt x="170017" y="5740"/>
                </a:cubicBezTo>
                <a:lnTo>
                  <a:pt x="317657" y="269317"/>
                </a:lnTo>
                <a:moveTo>
                  <a:pt x="141272" y="92823"/>
                </a:moveTo>
                <a:lnTo>
                  <a:pt x="177841" y="92823"/>
                </a:lnTo>
                <a:lnTo>
                  <a:pt x="177841" y="193678"/>
                </a:lnTo>
                <a:lnTo>
                  <a:pt x="141272" y="193678"/>
                </a:lnTo>
                <a:close/>
                <a:moveTo>
                  <a:pt x="141272" y="218876"/>
                </a:moveTo>
                <a:lnTo>
                  <a:pt x="177841" y="218876"/>
                </a:lnTo>
                <a:lnTo>
                  <a:pt x="177841" y="252688"/>
                </a:lnTo>
                <a:lnTo>
                  <a:pt x="141272" y="252688"/>
                </a:lnTo>
                <a:close/>
              </a:path>
            </a:pathLst>
          </a:custGeom>
          <a:solidFill xmlns:a="http://schemas.openxmlformats.org/drawingml/2006/main">
            <a:srgbClr val="F1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2" name="text-1038 Computation">
            <a:extLst xmlns:a="http://schemas.openxmlformats.org/drawingml/2006/main">
              <a:ext uri="{FF2B5EF4-FFF2-40B4-BE49-F238E27FC236}">
                <a16:creationId xmlns:a16="http://schemas.microsoft.com/office/drawing/2014/main" id="{8BCF30D4-BED9-4E4C-994E-AC3F41B8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7714" y="4948712"/>
            <a:ext cx="745059" cy="178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4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4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04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Computation</a:t>
            </a:r>
          </a:p>
        </p:txBody>
      </p:sp>
      <p:sp>
        <p:nvSpPr>
          <p:cNvPr id="1083" name="text-1039 Power">
            <a:extLst xmlns:a="http://schemas.openxmlformats.org/drawingml/2006/main">
              <a:ext uri="{FF2B5EF4-FFF2-40B4-BE49-F238E27FC236}">
                <a16:creationId xmlns:a16="http://schemas.microsoft.com/office/drawing/2014/main" id="{106885C6-6746-4984-BD49-78F37FDA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6425" y="4948716"/>
            <a:ext cx="383942" cy="178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4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4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04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Power</a:t>
            </a:r>
          </a:p>
        </p:txBody>
      </p:sp>
      <p:sp>
        <p:nvSpPr>
          <p:cNvPr id="1084" name="text-1040 Memory">
            <a:extLst xmlns:a="http://schemas.openxmlformats.org/drawingml/2006/main">
              <a:ext uri="{FF2B5EF4-FFF2-40B4-BE49-F238E27FC236}">
                <a16:creationId xmlns:a16="http://schemas.microsoft.com/office/drawing/2014/main" id="{62D921E9-4D2A-42C0-A22F-D5F705C8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0420" y="4948722"/>
            <a:ext cx="482866" cy="178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4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4" b="0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004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085" name="path-1041">
            <a:extLst xmlns:a="http://schemas.openxmlformats.org/drawingml/2006/main">
              <a:ext uri="{FF2B5EF4-FFF2-40B4-BE49-F238E27FC236}">
                <a16:creationId xmlns:a16="http://schemas.microsoft.com/office/drawing/2014/main" id="{CE1CE7E1-9DB5-497E-BB53-B7A7A434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7824" y="4068349"/>
            <a:ext cx="206386" cy="172837"/>
          </a:xfrm>
          <a:custGeom xmlns:a="http://schemas.openxmlformats.org/drawingml/2006/main">
            <a:pathLst>
              <a:path w="206386" h="172837">
                <a:moveTo>
                  <a:pt x="144502" y="172837"/>
                </a:moveTo>
                <a:lnTo>
                  <a:pt x="61886" y="172837"/>
                </a:lnTo>
                <a:lnTo>
                  <a:pt x="61886" y="93241"/>
                </a:lnTo>
                <a:lnTo>
                  <a:pt x="0" y="93241"/>
                </a:lnTo>
                <a:lnTo>
                  <a:pt x="103194" y="0"/>
                </a:lnTo>
                <a:lnTo>
                  <a:pt x="206386" y="93241"/>
                </a:lnTo>
                <a:lnTo>
                  <a:pt x="144502" y="93241"/>
                </a:lnTo>
                <a:lnTo>
                  <a:pt x="144502" y="172837"/>
                </a:lnTo>
              </a:path>
            </a:pathLst>
          </a:custGeom>
          <a:noFill xmlns:a="http://schemas.openxmlformats.org/drawingml/2006/main"/>
          <a:ln xmlns:a="http://schemas.openxmlformats.org/drawingml/2006/main" w="13645">
            <a:solidFill>
              <a:srgbClr val="000000"/>
            </a:solidFill>
            <a:prstDash val="solid"/>
          </a:ln>
        </p:spPr>
      </p:sp>
      <p:sp>
        <p:nvSpPr>
          <p:cNvPr id="1086" name="text-1042 Low-latency">
            <a:extLst xmlns:a="http://schemas.openxmlformats.org/drawingml/2006/main">
              <a:ext uri="{FF2B5EF4-FFF2-40B4-BE49-F238E27FC236}">
                <a16:creationId xmlns:a16="http://schemas.microsoft.com/office/drawing/2014/main" id="{672DC264-19BF-4E07-A2EC-486071F7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98084" y="2584367"/>
            <a:ext cx="975695" cy="229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Low-latency</a:t>
            </a:r>
          </a:p>
        </p:txBody>
      </p:sp>
      <p:sp>
        <p:nvSpPr>
          <p:cNvPr id="1087" name="text-1043 Interaction">
            <a:extLst xmlns:a="http://schemas.openxmlformats.org/drawingml/2006/main">
              <a:ext uri="{FF2B5EF4-FFF2-40B4-BE49-F238E27FC236}">
                <a16:creationId xmlns:a16="http://schemas.microsoft.com/office/drawing/2014/main" id="{2E57F6F1-4575-4CE5-BBC5-361F6084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2691" y="2771675"/>
            <a:ext cx="866495" cy="229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Interaction</a:t>
            </a:r>
          </a:p>
        </p:txBody>
      </p:sp>
      <p:sp>
        <p:nvSpPr>
          <p:cNvPr id="1088" name="text-1044 with">
            <a:extLst xmlns:a="http://schemas.openxmlformats.org/drawingml/2006/main">
              <a:ext uri="{FF2B5EF4-FFF2-40B4-BE49-F238E27FC236}">
                <a16:creationId xmlns:a16="http://schemas.microsoft.com/office/drawing/2014/main" id="{31C0020C-9786-4220-A8A0-253F084C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98002" y="2958943"/>
            <a:ext cx="320673" cy="2293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</a:t>
            </a:r>
          </a:p>
        </p:txBody>
      </p:sp>
      <p:sp>
        <p:nvSpPr>
          <p:cNvPr id="1089" name="text-1044 Physical">
            <a:extLst xmlns:a="http://schemas.openxmlformats.org/drawingml/2006/main">
              <a:ext uri="{FF2B5EF4-FFF2-40B4-BE49-F238E27FC236}">
                <a16:creationId xmlns:a16="http://schemas.microsoft.com/office/drawing/2014/main" id="{B5FA1FA8-9D71-40B6-85D5-3C564C17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4686" y="2958967"/>
            <a:ext cx="639213" cy="2292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Physical</a:t>
            </a:r>
          </a:p>
        </p:txBody>
      </p:sp>
      <p:sp>
        <p:nvSpPr>
          <p:cNvPr id="1090" name="text-1045 Environments">
            <a:extLst xmlns:a="http://schemas.openxmlformats.org/drawingml/2006/main">
              <a:ext uri="{FF2B5EF4-FFF2-40B4-BE49-F238E27FC236}">
                <a16:creationId xmlns:a16="http://schemas.microsoft.com/office/drawing/2014/main" id="{1ADC23B4-2336-4D0F-ACA9-ED7E57B4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0657" y="3146270"/>
            <a:ext cx="1030591" cy="229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Environments</a:t>
            </a:r>
          </a:p>
        </p:txBody>
      </p:sp>
      <p:sp>
        <p:nvSpPr>
          <p:cNvPr id="1091" name="text-1046 or">
            <a:extLst xmlns:a="http://schemas.openxmlformats.org/drawingml/2006/main">
              <a:ext uri="{FF2B5EF4-FFF2-40B4-BE49-F238E27FC236}">
                <a16:creationId xmlns:a16="http://schemas.microsoft.com/office/drawing/2014/main" id="{8A05FB0A-B9A5-4ED5-AFDF-15B7D3F9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8402" y="3333542"/>
            <a:ext cx="175085" cy="229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or</a:t>
            </a:r>
          </a:p>
        </p:txBody>
      </p:sp>
      <p:sp>
        <p:nvSpPr>
          <p:cNvPr id="1092" name="text-1047 Human">
            <a:extLst xmlns:a="http://schemas.openxmlformats.org/drawingml/2006/main">
              <a:ext uri="{FF2B5EF4-FFF2-40B4-BE49-F238E27FC236}">
                <a16:creationId xmlns:a16="http://schemas.microsoft.com/office/drawing/2014/main" id="{40F16C9E-C164-4044-AA37-79FEDD20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70739" y="3520792"/>
            <a:ext cx="557337" cy="229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Human</a:t>
            </a:r>
          </a:p>
        </p:txBody>
      </p:sp>
      <p:sp>
        <p:nvSpPr>
          <p:cNvPr id="1093" name="text-1047 Users">
            <a:extLst xmlns:a="http://schemas.openxmlformats.org/drawingml/2006/main">
              <a:ext uri="{FF2B5EF4-FFF2-40B4-BE49-F238E27FC236}">
                <a16:creationId xmlns:a16="http://schemas.microsoft.com/office/drawing/2014/main" id="{AFEFE901-F4B8-4E45-BE94-C5F2F10B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4093" y="3520775"/>
            <a:ext cx="457074" cy="229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1094" name="path-1048">
            <a:extLst xmlns:a="http://schemas.openxmlformats.org/drawingml/2006/main">
              <a:ext uri="{FF2B5EF4-FFF2-40B4-BE49-F238E27FC236}">
                <a16:creationId xmlns:a16="http://schemas.microsoft.com/office/drawing/2014/main" id="{7BCFD2CA-2F66-44BF-8221-73FC8BAC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211" y="2350981"/>
            <a:ext cx="2104979" cy="955697"/>
          </a:xfrm>
          <a:custGeom xmlns:a="http://schemas.openxmlformats.org/drawingml/2006/main">
            <a:pathLst>
              <a:path w="2104979" h="955697">
                <a:moveTo>
                  <a:pt x="0" y="0"/>
                </a:moveTo>
                <a:lnTo>
                  <a:pt x="0" y="955697"/>
                </a:lnTo>
                <a:lnTo>
                  <a:pt x="2104979" y="955697"/>
                </a:lnTo>
                <a:lnTo>
                  <a:pt x="210497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dash"/>
          </a:ln>
        </p:spPr>
      </p:sp>
      <p:pic>
        <p:nvPicPr>
          <p:cNvPr id="1095" name="">
            <a:extLst xmlns:a="http://schemas.openxmlformats.org/drawingml/2006/main">
              <a:ext uri="{FF2B5EF4-FFF2-40B4-BE49-F238E27FC236}">
                <a16:creationId xmlns:a16="http://schemas.microsoft.com/office/drawing/2014/main" id="{5E5DE8C5-F091-44DE-B109-2F2A5159B8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f23f7409f441d2"/>
          <a:stretch xmlns:a="http://schemas.openxmlformats.org/drawingml/2006/main"/>
        </p:blipFill>
        <p:spPr>
          <a:xfrm xmlns:a="http://schemas.openxmlformats.org/drawingml/2006/main">
            <a:off x="9860710" y="3379962"/>
            <a:ext cx="476250" cy="600075"/>
          </a:xfrm>
          <a:prstGeom xmlns:a="http://schemas.openxmlformats.org/drawingml/2006/main" prst="rect">
            <a:avLst/>
          </a:prstGeom>
        </p:spPr>
      </p:pic>
      <p:sp>
        <p:nvSpPr>
          <p:cNvPr id="1096" name="path-1050">
            <a:extLst xmlns:a="http://schemas.openxmlformats.org/drawingml/2006/main">
              <a:ext uri="{FF2B5EF4-FFF2-40B4-BE49-F238E27FC236}">
                <a16:creationId xmlns:a16="http://schemas.microsoft.com/office/drawing/2014/main" id="{E816F96D-2CCA-421A-AC4A-926E21C8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2854" y="3558385"/>
            <a:ext cx="259165" cy="262340"/>
          </a:xfrm>
          <a:custGeom xmlns:a="http://schemas.openxmlformats.org/drawingml/2006/main">
            <a:pathLst>
              <a:path w="259165" h="262340">
                <a:moveTo>
                  <a:pt x="18558" y="112672"/>
                </a:moveTo>
                <a:lnTo>
                  <a:pt x="92604" y="112672"/>
                </a:lnTo>
                <a:cubicBezTo>
                  <a:pt x="99154" y="112672"/>
                  <a:pt x="105339" y="109142"/>
                  <a:pt x="108615" y="103421"/>
                </a:cubicBezTo>
                <a:cubicBezTo>
                  <a:pt x="111890" y="97690"/>
                  <a:pt x="111890" y="90640"/>
                  <a:pt x="108615" y="84918"/>
                </a:cubicBezTo>
                <a:cubicBezTo>
                  <a:pt x="105339" y="79187"/>
                  <a:pt x="99154" y="75666"/>
                  <a:pt x="92604" y="75666"/>
                </a:cubicBezTo>
                <a:lnTo>
                  <a:pt x="55672" y="75666"/>
                </a:lnTo>
                <a:cubicBezTo>
                  <a:pt x="70044" y="56545"/>
                  <a:pt x="91240" y="43728"/>
                  <a:pt x="114800" y="39880"/>
                </a:cubicBezTo>
                <a:cubicBezTo>
                  <a:pt x="138360" y="36032"/>
                  <a:pt x="162558" y="41463"/>
                  <a:pt x="182207" y="55035"/>
                </a:cubicBezTo>
                <a:cubicBezTo>
                  <a:pt x="201856" y="68607"/>
                  <a:pt x="215501" y="89257"/>
                  <a:pt x="220230" y="112663"/>
                </a:cubicBezTo>
                <a:lnTo>
                  <a:pt x="257709" y="112663"/>
                </a:lnTo>
                <a:cubicBezTo>
                  <a:pt x="253161" y="80615"/>
                  <a:pt x="236696" y="51442"/>
                  <a:pt x="211681" y="30920"/>
                </a:cubicBezTo>
                <a:cubicBezTo>
                  <a:pt x="186574" y="10389"/>
                  <a:pt x="154826" y="0"/>
                  <a:pt x="122441" y="1792"/>
                </a:cubicBezTo>
                <a:cubicBezTo>
                  <a:pt x="90149" y="3593"/>
                  <a:pt x="59675" y="17448"/>
                  <a:pt x="37023" y="40617"/>
                </a:cubicBezTo>
                <a:lnTo>
                  <a:pt x="37023" y="20158"/>
                </a:lnTo>
                <a:cubicBezTo>
                  <a:pt x="37023" y="13545"/>
                  <a:pt x="33476" y="7432"/>
                  <a:pt x="27745" y="4130"/>
                </a:cubicBezTo>
                <a:cubicBezTo>
                  <a:pt x="22014" y="828"/>
                  <a:pt x="15010" y="828"/>
                  <a:pt x="9278" y="4130"/>
                </a:cubicBezTo>
                <a:cubicBezTo>
                  <a:pt x="3548" y="7432"/>
                  <a:pt x="0" y="13545"/>
                  <a:pt x="0" y="20158"/>
                </a:cubicBezTo>
                <a:lnTo>
                  <a:pt x="0" y="94160"/>
                </a:lnTo>
                <a:cubicBezTo>
                  <a:pt x="0" y="99082"/>
                  <a:pt x="2001" y="103803"/>
                  <a:pt x="5458" y="107278"/>
                </a:cubicBezTo>
                <a:cubicBezTo>
                  <a:pt x="8914" y="110752"/>
                  <a:pt x="13645" y="112690"/>
                  <a:pt x="18558" y="112663"/>
                </a:cubicBezTo>
                <a:lnTo>
                  <a:pt x="18558" y="112672"/>
                </a:lnTo>
                <a:moveTo>
                  <a:pt x="240517" y="149678"/>
                </a:moveTo>
                <a:lnTo>
                  <a:pt x="166561" y="149678"/>
                </a:lnTo>
                <a:cubicBezTo>
                  <a:pt x="160010" y="149678"/>
                  <a:pt x="153917" y="153198"/>
                  <a:pt x="150551" y="158929"/>
                </a:cubicBezTo>
                <a:cubicBezTo>
                  <a:pt x="147276" y="164651"/>
                  <a:pt x="147276" y="171700"/>
                  <a:pt x="150551" y="177431"/>
                </a:cubicBezTo>
                <a:cubicBezTo>
                  <a:pt x="153917" y="183154"/>
                  <a:pt x="160010" y="186683"/>
                  <a:pt x="166561" y="186683"/>
                </a:cubicBezTo>
                <a:lnTo>
                  <a:pt x="203493" y="186683"/>
                </a:lnTo>
                <a:cubicBezTo>
                  <a:pt x="189121" y="205795"/>
                  <a:pt x="168015" y="218621"/>
                  <a:pt x="144364" y="222469"/>
                </a:cubicBezTo>
                <a:cubicBezTo>
                  <a:pt x="120805" y="226308"/>
                  <a:pt x="96698" y="220877"/>
                  <a:pt x="77049" y="207305"/>
                </a:cubicBezTo>
                <a:cubicBezTo>
                  <a:pt x="57309" y="193742"/>
                  <a:pt x="43665" y="173083"/>
                  <a:pt x="38934" y="149678"/>
                </a:cubicBezTo>
                <a:lnTo>
                  <a:pt x="1456" y="149678"/>
                </a:lnTo>
                <a:cubicBezTo>
                  <a:pt x="6004" y="181734"/>
                  <a:pt x="22468" y="210898"/>
                  <a:pt x="47484" y="231430"/>
                </a:cubicBezTo>
                <a:cubicBezTo>
                  <a:pt x="72591" y="251952"/>
                  <a:pt x="104430" y="262340"/>
                  <a:pt x="136723" y="260548"/>
                </a:cubicBezTo>
                <a:cubicBezTo>
                  <a:pt x="169108" y="258756"/>
                  <a:pt x="199582" y="244902"/>
                  <a:pt x="222142" y="221723"/>
                </a:cubicBezTo>
                <a:lnTo>
                  <a:pt x="222142" y="242245"/>
                </a:lnTo>
                <a:cubicBezTo>
                  <a:pt x="222142" y="248859"/>
                  <a:pt x="225690" y="254963"/>
                  <a:pt x="231421" y="258274"/>
                </a:cubicBezTo>
                <a:cubicBezTo>
                  <a:pt x="237150" y="261576"/>
                  <a:pt x="244155" y="261576"/>
                  <a:pt x="249886" y="258274"/>
                </a:cubicBezTo>
                <a:cubicBezTo>
                  <a:pt x="255617" y="254963"/>
                  <a:pt x="259165" y="248859"/>
                  <a:pt x="259165" y="242245"/>
                </a:cubicBezTo>
                <a:lnTo>
                  <a:pt x="259165" y="168180"/>
                </a:lnTo>
                <a:cubicBezTo>
                  <a:pt x="259165" y="163259"/>
                  <a:pt x="257255" y="158547"/>
                  <a:pt x="253707" y="155072"/>
                </a:cubicBezTo>
                <a:cubicBezTo>
                  <a:pt x="250250" y="151606"/>
                  <a:pt x="245520" y="149659"/>
                  <a:pt x="240607" y="149678"/>
                </a:cubicBezTo>
                <a:lnTo>
                  <a:pt x="240517" y="14967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7" name="path-1051">
            <a:extLst xmlns:a="http://schemas.openxmlformats.org/drawingml/2006/main">
              <a:ext uri="{FF2B5EF4-FFF2-40B4-BE49-F238E27FC236}">
                <a16:creationId xmlns:a16="http://schemas.microsoft.com/office/drawing/2014/main" id="{BD8667A3-D12F-45FF-A131-D58267F1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3889" y="3454373"/>
            <a:ext cx="470390" cy="470363"/>
          </a:xfrm>
          <a:custGeom xmlns:a="http://schemas.openxmlformats.org/drawingml/2006/main">
            <a:pathLst>
              <a:path w="470390" h="470363">
                <a:moveTo>
                  <a:pt x="470390" y="235186"/>
                </a:moveTo>
                <a:cubicBezTo>
                  <a:pt x="470390" y="365060"/>
                  <a:pt x="365051" y="470363"/>
                  <a:pt x="235150" y="470363"/>
                </a:cubicBezTo>
                <a:cubicBezTo>
                  <a:pt x="105250" y="470363"/>
                  <a:pt x="0" y="365060"/>
                  <a:pt x="0" y="235186"/>
                </a:cubicBezTo>
                <a:cubicBezTo>
                  <a:pt x="0" y="105294"/>
                  <a:pt x="105250" y="0"/>
                  <a:pt x="235150" y="0"/>
                </a:cubicBezTo>
                <a:cubicBezTo>
                  <a:pt x="365051" y="0"/>
                  <a:pt x="470390" y="105294"/>
                  <a:pt x="470390" y="235186"/>
                </a:cubicBezTo>
              </a:path>
            </a:pathLst>
          </a:custGeom>
          <a:solidFill xmlns:a="http://schemas.openxmlformats.org/drawingml/2006/main">
            <a:srgbClr val="5D9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8" name="path-1052">
            <a:extLst xmlns:a="http://schemas.openxmlformats.org/drawingml/2006/main">
              <a:ext uri="{FF2B5EF4-FFF2-40B4-BE49-F238E27FC236}">
                <a16:creationId xmlns:a16="http://schemas.microsoft.com/office/drawing/2014/main" id="{AB75255A-67A5-41C0-8F9B-2D361AFF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3871" y="3454411"/>
            <a:ext cx="470364" cy="470300"/>
          </a:xfrm>
          <a:custGeom xmlns:a="http://schemas.openxmlformats.org/drawingml/2006/main">
            <a:pathLst>
              <a:path w="470364" h="470300">
                <a:moveTo>
                  <a:pt x="470364" y="235149"/>
                </a:moveTo>
                <a:cubicBezTo>
                  <a:pt x="470364" y="365052"/>
                  <a:pt x="365070" y="470300"/>
                  <a:pt x="235186" y="470300"/>
                </a:cubicBezTo>
                <a:cubicBezTo>
                  <a:pt x="105295" y="470300"/>
                  <a:pt x="0" y="365052"/>
                  <a:pt x="0" y="235149"/>
                </a:cubicBezTo>
                <a:cubicBezTo>
                  <a:pt x="0" y="105248"/>
                  <a:pt x="105295" y="0"/>
                  <a:pt x="235186" y="0"/>
                </a:cubicBezTo>
                <a:cubicBezTo>
                  <a:pt x="365070" y="0"/>
                  <a:pt x="470364" y="105248"/>
                  <a:pt x="470364" y="235149"/>
                </a:cubicBezTo>
              </a:path>
            </a:pathLst>
          </a:custGeom>
          <a:noFill xmlns:a="http://schemas.openxmlformats.org/drawingml/2006/main"/>
          <a:ln xmlns:a="http://schemas.openxmlformats.org/drawingml/2006/main" w="4548">
            <a:solidFill>
              <a:srgbClr val="A5A5A5"/>
            </a:solidFill>
            <a:prstDash val="solid"/>
          </a:ln>
        </p:spPr>
      </p:sp>
      <p:sp>
        <p:nvSpPr>
          <p:cNvPr id="1099" name="path-1053">
            <a:extLst xmlns:a="http://schemas.openxmlformats.org/drawingml/2006/main">
              <a:ext uri="{FF2B5EF4-FFF2-40B4-BE49-F238E27FC236}">
                <a16:creationId xmlns:a16="http://schemas.microsoft.com/office/drawing/2014/main" id="{B5885039-9F6E-47C6-8D98-047F8545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3889" y="3464616"/>
            <a:ext cx="462477" cy="416884"/>
          </a:xfrm>
          <a:custGeom xmlns:a="http://schemas.openxmlformats.org/drawingml/2006/main">
            <a:pathLst>
              <a:path w="462477" h="416884">
                <a:moveTo>
                  <a:pt x="458839" y="151997"/>
                </a:moveTo>
                <a:cubicBezTo>
                  <a:pt x="447740" y="118148"/>
                  <a:pt x="428819" y="86691"/>
                  <a:pt x="403803" y="61029"/>
                </a:cubicBezTo>
                <a:cubicBezTo>
                  <a:pt x="378878" y="35404"/>
                  <a:pt x="348041" y="15519"/>
                  <a:pt x="314564" y="3511"/>
                </a:cubicBezTo>
                <a:lnTo>
                  <a:pt x="304831" y="0"/>
                </a:lnTo>
                <a:lnTo>
                  <a:pt x="301920" y="9979"/>
                </a:lnTo>
                <a:cubicBezTo>
                  <a:pt x="300556" y="14527"/>
                  <a:pt x="299555" y="17811"/>
                  <a:pt x="298827" y="19794"/>
                </a:cubicBezTo>
                <a:cubicBezTo>
                  <a:pt x="290094" y="23888"/>
                  <a:pt x="280725" y="27572"/>
                  <a:pt x="271719" y="31166"/>
                </a:cubicBezTo>
                <a:cubicBezTo>
                  <a:pt x="242883" y="42572"/>
                  <a:pt x="213136" y="54380"/>
                  <a:pt x="192578" y="81451"/>
                </a:cubicBezTo>
                <a:cubicBezTo>
                  <a:pt x="183664" y="93223"/>
                  <a:pt x="182662" y="105521"/>
                  <a:pt x="189940" y="113527"/>
                </a:cubicBezTo>
                <a:cubicBezTo>
                  <a:pt x="193669" y="117730"/>
                  <a:pt x="199218" y="119858"/>
                  <a:pt x="206405" y="119858"/>
                </a:cubicBezTo>
                <a:cubicBezTo>
                  <a:pt x="211044" y="119858"/>
                  <a:pt x="215865" y="118985"/>
                  <a:pt x="220141" y="118220"/>
                </a:cubicBezTo>
                <a:cubicBezTo>
                  <a:pt x="223234" y="117675"/>
                  <a:pt x="226326" y="117111"/>
                  <a:pt x="228146" y="117111"/>
                </a:cubicBezTo>
                <a:cubicBezTo>
                  <a:pt x="228236" y="117111"/>
                  <a:pt x="228418" y="117120"/>
                  <a:pt x="228510" y="117129"/>
                </a:cubicBezTo>
                <a:cubicBezTo>
                  <a:pt x="239062" y="117884"/>
                  <a:pt x="258620" y="121605"/>
                  <a:pt x="276267" y="126180"/>
                </a:cubicBezTo>
                <a:cubicBezTo>
                  <a:pt x="295552" y="131211"/>
                  <a:pt x="305740" y="135459"/>
                  <a:pt x="310107" y="137933"/>
                </a:cubicBezTo>
                <a:cubicBezTo>
                  <a:pt x="307197" y="141418"/>
                  <a:pt x="299373" y="146811"/>
                  <a:pt x="288821" y="146811"/>
                </a:cubicBezTo>
                <a:cubicBezTo>
                  <a:pt x="283727" y="146811"/>
                  <a:pt x="278724" y="145483"/>
                  <a:pt x="273993" y="142873"/>
                </a:cubicBezTo>
                <a:cubicBezTo>
                  <a:pt x="266716" y="138870"/>
                  <a:pt x="248613" y="135077"/>
                  <a:pt x="223597" y="130610"/>
                </a:cubicBezTo>
                <a:lnTo>
                  <a:pt x="221142" y="130174"/>
                </a:lnTo>
                <a:cubicBezTo>
                  <a:pt x="220141" y="129992"/>
                  <a:pt x="218868" y="129892"/>
                  <a:pt x="217503" y="129892"/>
                </a:cubicBezTo>
                <a:cubicBezTo>
                  <a:pt x="206951" y="129892"/>
                  <a:pt x="182207" y="134986"/>
                  <a:pt x="163650" y="154252"/>
                </a:cubicBezTo>
                <a:cubicBezTo>
                  <a:pt x="147458" y="171100"/>
                  <a:pt x="139726" y="194315"/>
                  <a:pt x="140817" y="223251"/>
                </a:cubicBezTo>
                <a:cubicBezTo>
                  <a:pt x="141454" y="241044"/>
                  <a:pt x="147548" y="256145"/>
                  <a:pt x="158283" y="266915"/>
                </a:cubicBezTo>
                <a:cubicBezTo>
                  <a:pt x="169199" y="277850"/>
                  <a:pt x="184391" y="283726"/>
                  <a:pt x="202311" y="283936"/>
                </a:cubicBezTo>
                <a:cubicBezTo>
                  <a:pt x="204403" y="283953"/>
                  <a:pt x="206496" y="283953"/>
                  <a:pt x="208679" y="283953"/>
                </a:cubicBezTo>
                <a:lnTo>
                  <a:pt x="210043" y="283953"/>
                </a:lnTo>
                <a:cubicBezTo>
                  <a:pt x="220413" y="283953"/>
                  <a:pt x="231057" y="283953"/>
                  <a:pt x="238880" y="286919"/>
                </a:cubicBezTo>
                <a:cubicBezTo>
                  <a:pt x="243975" y="288821"/>
                  <a:pt x="250160" y="292550"/>
                  <a:pt x="253525" y="304667"/>
                </a:cubicBezTo>
                <a:cubicBezTo>
                  <a:pt x="256982" y="317266"/>
                  <a:pt x="257983" y="330156"/>
                  <a:pt x="259074" y="343810"/>
                </a:cubicBezTo>
                <a:cubicBezTo>
                  <a:pt x="259984" y="356654"/>
                  <a:pt x="261077" y="369945"/>
                  <a:pt x="264351" y="383153"/>
                </a:cubicBezTo>
                <a:cubicBezTo>
                  <a:pt x="270809" y="409306"/>
                  <a:pt x="284182" y="415838"/>
                  <a:pt x="294279" y="416711"/>
                </a:cubicBezTo>
                <a:cubicBezTo>
                  <a:pt x="295643" y="416829"/>
                  <a:pt x="297099" y="416884"/>
                  <a:pt x="298555" y="416884"/>
                </a:cubicBezTo>
                <a:cubicBezTo>
                  <a:pt x="320932" y="416884"/>
                  <a:pt x="335760" y="401820"/>
                  <a:pt x="347950" y="387674"/>
                </a:cubicBezTo>
                <a:cubicBezTo>
                  <a:pt x="350861" y="384299"/>
                  <a:pt x="354045" y="381043"/>
                  <a:pt x="357411" y="377595"/>
                </a:cubicBezTo>
                <a:cubicBezTo>
                  <a:pt x="364778" y="370008"/>
                  <a:pt x="372420" y="362158"/>
                  <a:pt x="377878" y="352179"/>
                </a:cubicBezTo>
                <a:cubicBezTo>
                  <a:pt x="384245" y="340689"/>
                  <a:pt x="386428" y="328637"/>
                  <a:pt x="388703" y="316993"/>
                </a:cubicBezTo>
                <a:cubicBezTo>
                  <a:pt x="390704" y="305940"/>
                  <a:pt x="392706" y="295506"/>
                  <a:pt x="397981" y="286374"/>
                </a:cubicBezTo>
                <a:cubicBezTo>
                  <a:pt x="398709" y="285146"/>
                  <a:pt x="399528" y="283735"/>
                  <a:pt x="400437" y="282143"/>
                </a:cubicBezTo>
                <a:cubicBezTo>
                  <a:pt x="427092" y="236387"/>
                  <a:pt x="433549" y="219449"/>
                  <a:pt x="427910" y="209624"/>
                </a:cubicBezTo>
                <a:cubicBezTo>
                  <a:pt x="425363" y="205221"/>
                  <a:pt x="420723" y="202838"/>
                  <a:pt x="415265" y="203248"/>
                </a:cubicBezTo>
                <a:cubicBezTo>
                  <a:pt x="412718" y="203448"/>
                  <a:pt x="410170" y="203548"/>
                  <a:pt x="407715" y="203548"/>
                </a:cubicBezTo>
                <a:cubicBezTo>
                  <a:pt x="391614" y="203548"/>
                  <a:pt x="378332" y="199127"/>
                  <a:pt x="371237" y="191422"/>
                </a:cubicBezTo>
                <a:cubicBezTo>
                  <a:pt x="369235" y="189238"/>
                  <a:pt x="368235" y="187356"/>
                  <a:pt x="367872" y="186109"/>
                </a:cubicBezTo>
                <a:cubicBezTo>
                  <a:pt x="368053" y="186091"/>
                  <a:pt x="368326" y="186091"/>
                  <a:pt x="368690" y="186091"/>
                </a:cubicBezTo>
                <a:cubicBezTo>
                  <a:pt x="373329" y="186091"/>
                  <a:pt x="380607" y="188020"/>
                  <a:pt x="387611" y="189894"/>
                </a:cubicBezTo>
                <a:cubicBezTo>
                  <a:pt x="396072" y="192159"/>
                  <a:pt x="404804" y="194506"/>
                  <a:pt x="412536" y="194506"/>
                </a:cubicBezTo>
                <a:cubicBezTo>
                  <a:pt x="424998" y="194506"/>
                  <a:pt x="433185" y="187993"/>
                  <a:pt x="435005" y="176594"/>
                </a:cubicBezTo>
                <a:cubicBezTo>
                  <a:pt x="436734" y="173365"/>
                  <a:pt x="445102" y="165487"/>
                  <a:pt x="450743" y="164751"/>
                </a:cubicBezTo>
                <a:lnTo>
                  <a:pt x="462477" y="163222"/>
                </a:lnTo>
                <a:lnTo>
                  <a:pt x="458839" y="151997"/>
                </a:lnTo>
                <a:moveTo>
                  <a:pt x="75413" y="270764"/>
                </a:moveTo>
                <a:cubicBezTo>
                  <a:pt x="68134" y="260057"/>
                  <a:pt x="59675" y="249686"/>
                  <a:pt x="52124" y="239143"/>
                </a:cubicBezTo>
                <a:cubicBezTo>
                  <a:pt x="45029" y="229310"/>
                  <a:pt x="17466" y="184599"/>
                  <a:pt x="4731" y="177722"/>
                </a:cubicBezTo>
                <a:cubicBezTo>
                  <a:pt x="1547" y="193259"/>
                  <a:pt x="0" y="209079"/>
                  <a:pt x="0" y="224943"/>
                </a:cubicBezTo>
                <a:cubicBezTo>
                  <a:pt x="0" y="282189"/>
                  <a:pt x="20468" y="334640"/>
                  <a:pt x="54399" y="375430"/>
                </a:cubicBezTo>
                <a:cubicBezTo>
                  <a:pt x="54490" y="375457"/>
                  <a:pt x="54490" y="375476"/>
                  <a:pt x="54580" y="375476"/>
                </a:cubicBezTo>
                <a:cubicBezTo>
                  <a:pt x="56672" y="375476"/>
                  <a:pt x="75775" y="361239"/>
                  <a:pt x="77505" y="359756"/>
                </a:cubicBezTo>
                <a:cubicBezTo>
                  <a:pt x="85054" y="353352"/>
                  <a:pt x="91423" y="345529"/>
                  <a:pt x="94242" y="335905"/>
                </a:cubicBezTo>
                <a:cubicBezTo>
                  <a:pt x="100791" y="313482"/>
                  <a:pt x="87875" y="288793"/>
                  <a:pt x="75413" y="270764"/>
                </a:cubicBezTo>
              </a:path>
            </a:pathLst>
          </a:custGeom>
          <a:solidFill xmlns:a="http://schemas.openxmlformats.org/drawingml/2006/main">
            <a:srgbClr val="A0D4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0" name="path-1054">
            <a:extLst xmlns:a="http://schemas.openxmlformats.org/drawingml/2006/main">
              <a:ext uri="{FF2B5EF4-FFF2-40B4-BE49-F238E27FC236}">
                <a16:creationId xmlns:a16="http://schemas.microsoft.com/office/drawing/2014/main" id="{323CE6CB-90D1-4982-A619-61FDE4AD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3862" y="3464600"/>
            <a:ext cx="462505" cy="416902"/>
          </a:xfrm>
          <a:custGeom xmlns:a="http://schemas.openxmlformats.org/drawingml/2006/main">
            <a:pathLst>
              <a:path w="462505" h="416902">
                <a:moveTo>
                  <a:pt x="458838" y="152005"/>
                </a:moveTo>
                <a:cubicBezTo>
                  <a:pt x="447804" y="118167"/>
                  <a:pt x="428801" y="86691"/>
                  <a:pt x="403849" y="61039"/>
                </a:cubicBezTo>
                <a:cubicBezTo>
                  <a:pt x="378933" y="35384"/>
                  <a:pt x="348068" y="15554"/>
                  <a:pt x="314610" y="3545"/>
                </a:cubicBezTo>
                <a:lnTo>
                  <a:pt x="304831" y="0"/>
                </a:lnTo>
                <a:lnTo>
                  <a:pt x="301902" y="10007"/>
                </a:lnTo>
                <a:cubicBezTo>
                  <a:pt x="300555" y="14555"/>
                  <a:pt x="299537" y="17830"/>
                  <a:pt x="298837" y="19829"/>
                </a:cubicBezTo>
                <a:cubicBezTo>
                  <a:pt x="290104" y="23925"/>
                  <a:pt x="280780" y="27561"/>
                  <a:pt x="271746" y="31200"/>
                </a:cubicBezTo>
                <a:cubicBezTo>
                  <a:pt x="242937" y="42570"/>
                  <a:pt x="213164" y="54398"/>
                  <a:pt x="192623" y="81504"/>
                </a:cubicBezTo>
                <a:cubicBezTo>
                  <a:pt x="183681" y="93241"/>
                  <a:pt x="182644" y="105521"/>
                  <a:pt x="189931" y="113525"/>
                </a:cubicBezTo>
                <a:cubicBezTo>
                  <a:pt x="193742" y="117709"/>
                  <a:pt x="199291" y="119894"/>
                  <a:pt x="206423" y="119894"/>
                </a:cubicBezTo>
                <a:cubicBezTo>
                  <a:pt x="211072" y="119894"/>
                  <a:pt x="215920" y="118985"/>
                  <a:pt x="220205" y="118257"/>
                </a:cubicBezTo>
                <a:cubicBezTo>
                  <a:pt x="223215" y="117709"/>
                  <a:pt x="226326" y="117167"/>
                  <a:pt x="228164" y="117167"/>
                </a:cubicBezTo>
                <a:cubicBezTo>
                  <a:pt x="228291" y="117167"/>
                  <a:pt x="228418" y="117167"/>
                  <a:pt x="228536" y="117167"/>
                </a:cubicBezTo>
                <a:cubicBezTo>
                  <a:pt x="239071" y="117891"/>
                  <a:pt x="258683" y="121623"/>
                  <a:pt x="276249" y="126171"/>
                </a:cubicBezTo>
                <a:cubicBezTo>
                  <a:pt x="295562" y="131264"/>
                  <a:pt x="305795" y="135448"/>
                  <a:pt x="310162" y="137996"/>
                </a:cubicBezTo>
                <a:cubicBezTo>
                  <a:pt x="307232" y="141453"/>
                  <a:pt x="299382" y="146818"/>
                  <a:pt x="288866" y="146818"/>
                </a:cubicBezTo>
                <a:cubicBezTo>
                  <a:pt x="283736" y="146818"/>
                  <a:pt x="278732" y="145546"/>
                  <a:pt x="274003" y="142907"/>
                </a:cubicBezTo>
                <a:cubicBezTo>
                  <a:pt x="266753" y="138905"/>
                  <a:pt x="248604" y="135087"/>
                  <a:pt x="223598" y="130628"/>
                </a:cubicBezTo>
                <a:lnTo>
                  <a:pt x="221178" y="130173"/>
                </a:lnTo>
                <a:cubicBezTo>
                  <a:pt x="220123" y="129991"/>
                  <a:pt x="218931" y="129901"/>
                  <a:pt x="217520" y="129901"/>
                </a:cubicBezTo>
                <a:cubicBezTo>
                  <a:pt x="207014" y="129901"/>
                  <a:pt x="182235" y="134996"/>
                  <a:pt x="163678" y="154280"/>
                </a:cubicBezTo>
                <a:cubicBezTo>
                  <a:pt x="147448" y="171110"/>
                  <a:pt x="139771" y="194305"/>
                  <a:pt x="140854" y="223233"/>
                </a:cubicBezTo>
                <a:cubicBezTo>
                  <a:pt x="141527" y="241063"/>
                  <a:pt x="147558" y="256162"/>
                  <a:pt x="158319" y="266897"/>
                </a:cubicBezTo>
                <a:cubicBezTo>
                  <a:pt x="169236" y="277903"/>
                  <a:pt x="184445" y="283726"/>
                  <a:pt x="202293" y="283999"/>
                </a:cubicBezTo>
                <a:cubicBezTo>
                  <a:pt x="204413" y="283999"/>
                  <a:pt x="206550" y="283999"/>
                  <a:pt x="208670" y="283999"/>
                </a:cubicBezTo>
                <a:lnTo>
                  <a:pt x="210089" y="283999"/>
                </a:lnTo>
                <a:cubicBezTo>
                  <a:pt x="220405" y="283999"/>
                  <a:pt x="231057" y="283999"/>
                  <a:pt x="238934" y="286911"/>
                </a:cubicBezTo>
                <a:cubicBezTo>
                  <a:pt x="243983" y="288819"/>
                  <a:pt x="250197" y="292549"/>
                  <a:pt x="253562" y="304646"/>
                </a:cubicBezTo>
                <a:cubicBezTo>
                  <a:pt x="257027" y="317292"/>
                  <a:pt x="258038" y="330211"/>
                  <a:pt x="259074" y="343857"/>
                </a:cubicBezTo>
                <a:cubicBezTo>
                  <a:pt x="260048" y="356681"/>
                  <a:pt x="261085" y="369960"/>
                  <a:pt x="264350" y="383155"/>
                </a:cubicBezTo>
                <a:cubicBezTo>
                  <a:pt x="270837" y="409352"/>
                  <a:pt x="284208" y="415899"/>
                  <a:pt x="294270" y="416720"/>
                </a:cubicBezTo>
                <a:cubicBezTo>
                  <a:pt x="295698" y="416811"/>
                  <a:pt x="297135" y="416902"/>
                  <a:pt x="298545" y="416902"/>
                </a:cubicBezTo>
                <a:cubicBezTo>
                  <a:pt x="320942" y="416902"/>
                  <a:pt x="335805" y="401799"/>
                  <a:pt x="347968" y="387702"/>
                </a:cubicBezTo>
                <a:cubicBezTo>
                  <a:pt x="350870" y="384336"/>
                  <a:pt x="354035" y="381058"/>
                  <a:pt x="357401" y="377604"/>
                </a:cubicBezTo>
                <a:cubicBezTo>
                  <a:pt x="364806" y="370054"/>
                  <a:pt x="372474" y="362141"/>
                  <a:pt x="377923" y="352225"/>
                </a:cubicBezTo>
                <a:cubicBezTo>
                  <a:pt x="384227" y="340669"/>
                  <a:pt x="386483" y="328666"/>
                  <a:pt x="388694" y="317020"/>
                </a:cubicBezTo>
                <a:cubicBezTo>
                  <a:pt x="390759" y="305922"/>
                  <a:pt x="392742" y="295551"/>
                  <a:pt x="397990" y="286362"/>
                </a:cubicBezTo>
                <a:cubicBezTo>
                  <a:pt x="398709" y="285181"/>
                  <a:pt x="399546" y="283726"/>
                  <a:pt x="400465" y="282178"/>
                </a:cubicBezTo>
                <a:cubicBezTo>
                  <a:pt x="427145" y="236421"/>
                  <a:pt x="433568" y="219503"/>
                  <a:pt x="427927" y="209678"/>
                </a:cubicBezTo>
                <a:cubicBezTo>
                  <a:pt x="425381" y="205221"/>
                  <a:pt x="420732" y="202855"/>
                  <a:pt x="415301" y="203313"/>
                </a:cubicBezTo>
                <a:cubicBezTo>
                  <a:pt x="412718" y="203495"/>
                  <a:pt x="410162" y="203585"/>
                  <a:pt x="407724" y="203585"/>
                </a:cubicBezTo>
                <a:cubicBezTo>
                  <a:pt x="391650" y="203585"/>
                  <a:pt x="378360" y="199126"/>
                  <a:pt x="371255" y="191485"/>
                </a:cubicBezTo>
                <a:cubicBezTo>
                  <a:pt x="369245" y="189303"/>
                  <a:pt x="368280" y="187392"/>
                  <a:pt x="367853" y="186116"/>
                </a:cubicBezTo>
                <a:cubicBezTo>
                  <a:pt x="368099" y="186116"/>
                  <a:pt x="368362" y="186116"/>
                  <a:pt x="368681" y="186116"/>
                </a:cubicBezTo>
                <a:cubicBezTo>
                  <a:pt x="373393" y="186116"/>
                  <a:pt x="380625" y="188028"/>
                  <a:pt x="387620" y="189940"/>
                </a:cubicBezTo>
                <a:cubicBezTo>
                  <a:pt x="396071" y="192215"/>
                  <a:pt x="404823" y="194487"/>
                  <a:pt x="412518" y="194487"/>
                </a:cubicBezTo>
                <a:cubicBezTo>
                  <a:pt x="425053" y="194487"/>
                  <a:pt x="433204" y="188028"/>
                  <a:pt x="434996" y="176658"/>
                </a:cubicBezTo>
                <a:cubicBezTo>
                  <a:pt x="436779" y="173383"/>
                  <a:pt x="445130" y="165469"/>
                  <a:pt x="450788" y="164742"/>
                </a:cubicBezTo>
                <a:lnTo>
                  <a:pt x="462505" y="163285"/>
                </a:lnTo>
                <a:lnTo>
                  <a:pt x="458838" y="152005"/>
                </a:lnTo>
                <a:moveTo>
                  <a:pt x="75475" y="270808"/>
                </a:moveTo>
                <a:cubicBezTo>
                  <a:pt x="68116" y="260074"/>
                  <a:pt x="59684" y="249703"/>
                  <a:pt x="52106" y="239151"/>
                </a:cubicBezTo>
                <a:cubicBezTo>
                  <a:pt x="45056" y="229326"/>
                  <a:pt x="17521" y="184662"/>
                  <a:pt x="4758" y="177748"/>
                </a:cubicBezTo>
                <a:cubicBezTo>
                  <a:pt x="1592" y="193306"/>
                  <a:pt x="0" y="209133"/>
                  <a:pt x="9" y="224960"/>
                </a:cubicBezTo>
                <a:cubicBezTo>
                  <a:pt x="9" y="282178"/>
                  <a:pt x="20468" y="334668"/>
                  <a:pt x="54453" y="375420"/>
                </a:cubicBezTo>
                <a:cubicBezTo>
                  <a:pt x="54490" y="375511"/>
                  <a:pt x="54535" y="375511"/>
                  <a:pt x="54608" y="375511"/>
                </a:cubicBezTo>
                <a:cubicBezTo>
                  <a:pt x="56664" y="375511"/>
                  <a:pt x="75821" y="361229"/>
                  <a:pt x="77559" y="359774"/>
                </a:cubicBezTo>
                <a:cubicBezTo>
                  <a:pt x="85101" y="353406"/>
                  <a:pt x="91422" y="345583"/>
                  <a:pt x="94252" y="335940"/>
                </a:cubicBezTo>
                <a:cubicBezTo>
                  <a:pt x="100846" y="313472"/>
                  <a:pt x="87883" y="288819"/>
                  <a:pt x="75475" y="270808"/>
                </a:cubicBezTo>
              </a:path>
            </a:pathLst>
          </a:custGeom>
          <a:noFill xmlns:a="http://schemas.openxmlformats.org/drawingml/2006/main"/>
          <a:ln xmlns:a="http://schemas.openxmlformats.org/drawingml/2006/main" w="4548">
            <a:solidFill>
              <a:srgbClr val="A5A5A5"/>
            </a:solidFill>
            <a:prstDash val="solid"/>
          </a:ln>
        </p:spPr>
      </p:sp>
      <p:sp>
        <p:nvSpPr>
          <p:cNvPr id="1101" name="path-1055">
            <a:extLst xmlns:a="http://schemas.openxmlformats.org/drawingml/2006/main">
              <a:ext uri="{FF2B5EF4-FFF2-40B4-BE49-F238E27FC236}">
                <a16:creationId xmlns:a16="http://schemas.microsoft.com/office/drawing/2014/main" id="{2957C0FB-0F9B-4CE7-AE06-5318BE1D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841" y="3467991"/>
            <a:ext cx="356954" cy="443128"/>
          </a:xfrm>
          <a:custGeom xmlns:a="http://schemas.openxmlformats.org/drawingml/2006/main">
            <a:pathLst>
              <a:path w="356954" h="443128">
                <a:moveTo>
                  <a:pt x="8914" y="443128"/>
                </a:moveTo>
                <a:cubicBezTo>
                  <a:pt x="3002" y="443128"/>
                  <a:pt x="0" y="437188"/>
                  <a:pt x="0" y="434214"/>
                </a:cubicBezTo>
                <a:lnTo>
                  <a:pt x="0" y="395543"/>
                </a:lnTo>
                <a:cubicBezTo>
                  <a:pt x="0" y="318221"/>
                  <a:pt x="44664" y="246849"/>
                  <a:pt x="113071" y="217102"/>
                </a:cubicBezTo>
                <a:lnTo>
                  <a:pt x="127898" y="208188"/>
                </a:lnTo>
                <a:lnTo>
                  <a:pt x="115982" y="196289"/>
                </a:lnTo>
                <a:cubicBezTo>
                  <a:pt x="89238" y="175467"/>
                  <a:pt x="74410" y="145729"/>
                  <a:pt x="74410" y="110044"/>
                </a:cubicBezTo>
                <a:cubicBezTo>
                  <a:pt x="74410" y="50560"/>
                  <a:pt x="121986" y="0"/>
                  <a:pt x="178477" y="0"/>
                </a:cubicBezTo>
                <a:cubicBezTo>
                  <a:pt x="234967" y="0"/>
                  <a:pt x="282543" y="50560"/>
                  <a:pt x="282543" y="110044"/>
                </a:cubicBezTo>
                <a:cubicBezTo>
                  <a:pt x="282543" y="142755"/>
                  <a:pt x="267715" y="175467"/>
                  <a:pt x="243882" y="196289"/>
                </a:cubicBezTo>
                <a:lnTo>
                  <a:pt x="229054" y="208188"/>
                </a:lnTo>
                <a:lnTo>
                  <a:pt x="243882" y="214128"/>
                </a:lnTo>
                <a:cubicBezTo>
                  <a:pt x="312289" y="243874"/>
                  <a:pt x="356954" y="312272"/>
                  <a:pt x="356954" y="392578"/>
                </a:cubicBezTo>
                <a:lnTo>
                  <a:pt x="356954" y="431239"/>
                </a:lnTo>
                <a:cubicBezTo>
                  <a:pt x="356954" y="437188"/>
                  <a:pt x="353951" y="440154"/>
                  <a:pt x="347948" y="440154"/>
                </a:cubicBezTo>
                <a:lnTo>
                  <a:pt x="8914" y="440154"/>
                </a:lnTo>
                <a:lnTo>
                  <a:pt x="8914" y="443128"/>
                </a:lnTo>
                <a:moveTo>
                  <a:pt x="178477" y="220077"/>
                </a:moveTo>
                <a:cubicBezTo>
                  <a:pt x="89238" y="220077"/>
                  <a:pt x="17829" y="297408"/>
                  <a:pt x="17829" y="389604"/>
                </a:cubicBezTo>
                <a:lnTo>
                  <a:pt x="17829" y="419341"/>
                </a:lnTo>
                <a:lnTo>
                  <a:pt x="336122" y="419341"/>
                </a:lnTo>
                <a:lnTo>
                  <a:pt x="336122" y="389604"/>
                </a:lnTo>
                <a:cubicBezTo>
                  <a:pt x="339033" y="297408"/>
                  <a:pt x="267715" y="220077"/>
                  <a:pt x="178477" y="220077"/>
                </a:cubicBezTo>
                <a:moveTo>
                  <a:pt x="178477" y="20823"/>
                </a:moveTo>
                <a:cubicBezTo>
                  <a:pt x="130902" y="20823"/>
                  <a:pt x="95241" y="62458"/>
                  <a:pt x="95241" y="110044"/>
                </a:cubicBezTo>
                <a:cubicBezTo>
                  <a:pt x="95241" y="160603"/>
                  <a:pt x="133903" y="199264"/>
                  <a:pt x="178477" y="199264"/>
                </a:cubicBezTo>
                <a:cubicBezTo>
                  <a:pt x="226052" y="199264"/>
                  <a:pt x="261711" y="157628"/>
                  <a:pt x="261711" y="110044"/>
                </a:cubicBezTo>
                <a:cubicBezTo>
                  <a:pt x="261711" y="62458"/>
                  <a:pt x="226052" y="20823"/>
                  <a:pt x="178477" y="2082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2" name="path-1056">
            <a:extLst xmlns:a="http://schemas.openxmlformats.org/drawingml/2006/main">
              <a:ext uri="{FF2B5EF4-FFF2-40B4-BE49-F238E27FC236}">
                <a16:creationId xmlns:a16="http://schemas.microsoft.com/office/drawing/2014/main" id="{1909CC7B-25C5-4937-B70D-33A1AB88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868" y="3467966"/>
            <a:ext cx="356881" cy="443191"/>
          </a:xfrm>
          <a:custGeom xmlns:a="http://schemas.openxmlformats.org/drawingml/2006/main">
            <a:pathLst>
              <a:path w="356881" h="443191">
                <a:moveTo>
                  <a:pt x="8915" y="443191"/>
                </a:moveTo>
                <a:cubicBezTo>
                  <a:pt x="2974" y="443191"/>
                  <a:pt x="0" y="437186"/>
                  <a:pt x="0" y="434277"/>
                </a:cubicBezTo>
                <a:lnTo>
                  <a:pt x="0" y="395616"/>
                </a:lnTo>
                <a:cubicBezTo>
                  <a:pt x="0" y="318295"/>
                  <a:pt x="44611" y="246883"/>
                  <a:pt x="113007" y="217137"/>
                </a:cubicBezTo>
                <a:lnTo>
                  <a:pt x="127881" y="208224"/>
                </a:lnTo>
                <a:lnTo>
                  <a:pt x="115982" y="196305"/>
                </a:lnTo>
                <a:cubicBezTo>
                  <a:pt x="89221" y="175473"/>
                  <a:pt x="74347" y="145728"/>
                  <a:pt x="74347" y="110068"/>
                </a:cubicBezTo>
                <a:cubicBezTo>
                  <a:pt x="74347" y="50577"/>
                  <a:pt x="121932" y="0"/>
                  <a:pt x="178441" y="0"/>
                </a:cubicBezTo>
                <a:cubicBezTo>
                  <a:pt x="234940" y="0"/>
                  <a:pt x="282525" y="50577"/>
                  <a:pt x="282525" y="110068"/>
                </a:cubicBezTo>
                <a:cubicBezTo>
                  <a:pt x="282525" y="142819"/>
                  <a:pt x="267660" y="175473"/>
                  <a:pt x="243865" y="196305"/>
                </a:cubicBezTo>
                <a:lnTo>
                  <a:pt x="229000" y="208224"/>
                </a:lnTo>
                <a:lnTo>
                  <a:pt x="243865" y="214135"/>
                </a:lnTo>
                <a:cubicBezTo>
                  <a:pt x="312272" y="243880"/>
                  <a:pt x="356881" y="312287"/>
                  <a:pt x="356881" y="392613"/>
                </a:cubicBezTo>
                <a:lnTo>
                  <a:pt x="356881" y="431275"/>
                </a:lnTo>
                <a:cubicBezTo>
                  <a:pt x="356881" y="437186"/>
                  <a:pt x="353908" y="440188"/>
                  <a:pt x="347959" y="440188"/>
                </a:cubicBezTo>
                <a:lnTo>
                  <a:pt x="8915" y="440188"/>
                </a:lnTo>
                <a:lnTo>
                  <a:pt x="8915" y="443191"/>
                </a:lnTo>
                <a:moveTo>
                  <a:pt x="178441" y="220140"/>
                </a:moveTo>
                <a:cubicBezTo>
                  <a:pt x="89221" y="220140"/>
                  <a:pt x="17839" y="297463"/>
                  <a:pt x="17839" y="389611"/>
                </a:cubicBezTo>
                <a:lnTo>
                  <a:pt x="17839" y="419356"/>
                </a:lnTo>
                <a:lnTo>
                  <a:pt x="336060" y="419356"/>
                </a:lnTo>
                <a:lnTo>
                  <a:pt x="336060" y="389611"/>
                </a:lnTo>
                <a:cubicBezTo>
                  <a:pt x="339033" y="297463"/>
                  <a:pt x="267660" y="220140"/>
                  <a:pt x="178441" y="220140"/>
                </a:cubicBezTo>
                <a:moveTo>
                  <a:pt x="178441" y="20829"/>
                </a:moveTo>
                <a:cubicBezTo>
                  <a:pt x="130855" y="20829"/>
                  <a:pt x="95170" y="62493"/>
                  <a:pt x="95170" y="110068"/>
                </a:cubicBezTo>
                <a:cubicBezTo>
                  <a:pt x="95170" y="160646"/>
                  <a:pt x="133830" y="199307"/>
                  <a:pt x="178441" y="199307"/>
                </a:cubicBezTo>
                <a:cubicBezTo>
                  <a:pt x="226026" y="199307"/>
                  <a:pt x="261711" y="157643"/>
                  <a:pt x="261711" y="110068"/>
                </a:cubicBezTo>
                <a:cubicBezTo>
                  <a:pt x="261711" y="62493"/>
                  <a:pt x="226026" y="20829"/>
                  <a:pt x="178441" y="20829"/>
                </a:cubicBez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103" name="path-1057">
            <a:extLst xmlns:a="http://schemas.openxmlformats.org/drawingml/2006/main">
              <a:ext uri="{FF2B5EF4-FFF2-40B4-BE49-F238E27FC236}">
                <a16:creationId xmlns:a16="http://schemas.microsoft.com/office/drawing/2014/main" id="{61300249-9140-4884-8121-56449B34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4520" y="3506652"/>
            <a:ext cx="505595" cy="342018"/>
          </a:xfrm>
          <a:custGeom xmlns:a="http://schemas.openxmlformats.org/drawingml/2006/main">
            <a:pathLst>
              <a:path w="505595" h="342018">
                <a:moveTo>
                  <a:pt x="8915" y="342018"/>
                </a:moveTo>
                <a:cubicBezTo>
                  <a:pt x="3002" y="342018"/>
                  <a:pt x="0" y="336069"/>
                  <a:pt x="0" y="333094"/>
                </a:cubicBezTo>
                <a:lnTo>
                  <a:pt x="0" y="303357"/>
                </a:lnTo>
                <a:cubicBezTo>
                  <a:pt x="0" y="246848"/>
                  <a:pt x="29747" y="193314"/>
                  <a:pt x="74321" y="169526"/>
                </a:cubicBezTo>
                <a:lnTo>
                  <a:pt x="86237" y="163577"/>
                </a:lnTo>
                <a:lnTo>
                  <a:pt x="77323" y="151678"/>
                </a:lnTo>
                <a:cubicBezTo>
                  <a:pt x="62495" y="133831"/>
                  <a:pt x="56491" y="113017"/>
                  <a:pt x="56491" y="92195"/>
                </a:cubicBezTo>
                <a:cubicBezTo>
                  <a:pt x="56491" y="50560"/>
                  <a:pt x="83235" y="14873"/>
                  <a:pt x="121896" y="2975"/>
                </a:cubicBezTo>
                <a:lnTo>
                  <a:pt x="124898" y="2975"/>
                </a:lnTo>
                <a:cubicBezTo>
                  <a:pt x="127901" y="2975"/>
                  <a:pt x="133813" y="5950"/>
                  <a:pt x="133813" y="11899"/>
                </a:cubicBezTo>
                <a:cubicBezTo>
                  <a:pt x="133813" y="17848"/>
                  <a:pt x="130811" y="23797"/>
                  <a:pt x="127901" y="23797"/>
                </a:cubicBezTo>
                <a:cubicBezTo>
                  <a:pt x="98154" y="32721"/>
                  <a:pt x="77323" y="59483"/>
                  <a:pt x="77323" y="92195"/>
                </a:cubicBezTo>
                <a:cubicBezTo>
                  <a:pt x="77323" y="118966"/>
                  <a:pt x="92150" y="145729"/>
                  <a:pt x="115984" y="157628"/>
                </a:cubicBezTo>
                <a:cubicBezTo>
                  <a:pt x="115984" y="157628"/>
                  <a:pt x="118985" y="157628"/>
                  <a:pt x="118985" y="160603"/>
                </a:cubicBezTo>
                <a:lnTo>
                  <a:pt x="118985" y="169526"/>
                </a:lnTo>
                <a:cubicBezTo>
                  <a:pt x="118985" y="172501"/>
                  <a:pt x="115984" y="175466"/>
                  <a:pt x="112982" y="175466"/>
                </a:cubicBezTo>
                <a:cubicBezTo>
                  <a:pt x="59493" y="190340"/>
                  <a:pt x="20832" y="240899"/>
                  <a:pt x="20832" y="303357"/>
                </a:cubicBezTo>
                <a:lnTo>
                  <a:pt x="20832" y="333094"/>
                </a:lnTo>
                <a:cubicBezTo>
                  <a:pt x="17830" y="339043"/>
                  <a:pt x="14828" y="342018"/>
                  <a:pt x="8915" y="342018"/>
                </a:cubicBezTo>
                <a:moveTo>
                  <a:pt x="496680" y="342018"/>
                </a:moveTo>
                <a:cubicBezTo>
                  <a:pt x="490676" y="342018"/>
                  <a:pt x="487765" y="336069"/>
                  <a:pt x="487765" y="333094"/>
                </a:cubicBezTo>
                <a:lnTo>
                  <a:pt x="487765" y="303357"/>
                </a:lnTo>
                <a:cubicBezTo>
                  <a:pt x="487765" y="243874"/>
                  <a:pt x="449105" y="190340"/>
                  <a:pt x="395525" y="175466"/>
                </a:cubicBezTo>
                <a:cubicBezTo>
                  <a:pt x="389612" y="175466"/>
                  <a:pt x="386610" y="172501"/>
                  <a:pt x="386610" y="169526"/>
                </a:cubicBezTo>
                <a:lnTo>
                  <a:pt x="386610" y="166552"/>
                </a:lnTo>
                <a:lnTo>
                  <a:pt x="386610" y="163577"/>
                </a:lnTo>
                <a:lnTo>
                  <a:pt x="386610" y="160603"/>
                </a:lnTo>
                <a:cubicBezTo>
                  <a:pt x="386610" y="157628"/>
                  <a:pt x="389612" y="157628"/>
                  <a:pt x="389612" y="157628"/>
                </a:cubicBezTo>
                <a:lnTo>
                  <a:pt x="392615" y="154653"/>
                </a:lnTo>
                <a:cubicBezTo>
                  <a:pt x="416357" y="142755"/>
                  <a:pt x="431275" y="118966"/>
                  <a:pt x="431275" y="89221"/>
                </a:cubicBezTo>
                <a:cubicBezTo>
                  <a:pt x="431275" y="56509"/>
                  <a:pt x="410443" y="29746"/>
                  <a:pt x="383609" y="20822"/>
                </a:cubicBezTo>
                <a:cubicBezTo>
                  <a:pt x="380697" y="20822"/>
                  <a:pt x="380697" y="17848"/>
                  <a:pt x="377695" y="14873"/>
                </a:cubicBezTo>
                <a:cubicBezTo>
                  <a:pt x="377695" y="11899"/>
                  <a:pt x="374694" y="8924"/>
                  <a:pt x="377695" y="5950"/>
                </a:cubicBezTo>
                <a:cubicBezTo>
                  <a:pt x="377695" y="2975"/>
                  <a:pt x="383609" y="0"/>
                  <a:pt x="386610" y="0"/>
                </a:cubicBezTo>
                <a:lnTo>
                  <a:pt x="389612" y="0"/>
                </a:lnTo>
                <a:cubicBezTo>
                  <a:pt x="425272" y="11899"/>
                  <a:pt x="452016" y="47585"/>
                  <a:pt x="452016" y="86246"/>
                </a:cubicBezTo>
                <a:cubicBezTo>
                  <a:pt x="452016" y="110043"/>
                  <a:pt x="443100" y="130856"/>
                  <a:pt x="431275" y="145729"/>
                </a:cubicBezTo>
                <a:lnTo>
                  <a:pt x="422269" y="154653"/>
                </a:lnTo>
                <a:lnTo>
                  <a:pt x="431275" y="169526"/>
                </a:lnTo>
                <a:cubicBezTo>
                  <a:pt x="475849" y="193314"/>
                  <a:pt x="505595" y="246848"/>
                  <a:pt x="505595" y="303357"/>
                </a:cubicBezTo>
                <a:lnTo>
                  <a:pt x="505595" y="333094"/>
                </a:lnTo>
                <a:cubicBezTo>
                  <a:pt x="505595" y="339043"/>
                  <a:pt x="502594" y="342018"/>
                  <a:pt x="496680" y="34201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4" name="path-1058">
            <a:extLst xmlns:a="http://schemas.openxmlformats.org/drawingml/2006/main">
              <a:ext uri="{FF2B5EF4-FFF2-40B4-BE49-F238E27FC236}">
                <a16:creationId xmlns:a16="http://schemas.microsoft.com/office/drawing/2014/main" id="{960F9E83-D53B-452F-BA84-BE1A9F94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4511" y="3506628"/>
            <a:ext cx="505586" cy="342036"/>
          </a:xfrm>
          <a:custGeom xmlns:a="http://schemas.openxmlformats.org/drawingml/2006/main">
            <a:pathLst>
              <a:path w="505586" h="342036">
                <a:moveTo>
                  <a:pt x="8923" y="342036"/>
                </a:moveTo>
                <a:cubicBezTo>
                  <a:pt x="2974" y="342036"/>
                  <a:pt x="0" y="336122"/>
                  <a:pt x="0" y="333119"/>
                </a:cubicBezTo>
                <a:lnTo>
                  <a:pt x="0" y="303374"/>
                </a:lnTo>
                <a:cubicBezTo>
                  <a:pt x="0" y="246883"/>
                  <a:pt x="29746" y="193306"/>
                  <a:pt x="74357" y="169562"/>
                </a:cubicBezTo>
                <a:lnTo>
                  <a:pt x="86245" y="163648"/>
                </a:lnTo>
                <a:lnTo>
                  <a:pt x="77330" y="151732"/>
                </a:lnTo>
                <a:cubicBezTo>
                  <a:pt x="62458" y="133903"/>
                  <a:pt x="56509" y="113071"/>
                  <a:pt x="56509" y="92239"/>
                </a:cubicBezTo>
                <a:cubicBezTo>
                  <a:pt x="56509" y="50574"/>
                  <a:pt x="83272" y="14918"/>
                  <a:pt x="121941" y="2999"/>
                </a:cubicBezTo>
                <a:lnTo>
                  <a:pt x="124916" y="2999"/>
                </a:lnTo>
                <a:cubicBezTo>
                  <a:pt x="127881" y="2999"/>
                  <a:pt x="133831" y="6002"/>
                  <a:pt x="133831" y="11916"/>
                </a:cubicBezTo>
                <a:cubicBezTo>
                  <a:pt x="133831" y="17921"/>
                  <a:pt x="130856" y="23831"/>
                  <a:pt x="127881" y="23831"/>
                </a:cubicBezTo>
                <a:cubicBezTo>
                  <a:pt x="98144" y="32745"/>
                  <a:pt x="77330" y="59491"/>
                  <a:pt x="77330" y="92239"/>
                </a:cubicBezTo>
                <a:cubicBezTo>
                  <a:pt x="77330" y="118982"/>
                  <a:pt x="92195" y="145728"/>
                  <a:pt x="115992" y="157643"/>
                </a:cubicBezTo>
                <a:cubicBezTo>
                  <a:pt x="115992" y="157643"/>
                  <a:pt x="118967" y="157643"/>
                  <a:pt x="118967" y="160646"/>
                </a:cubicBezTo>
                <a:lnTo>
                  <a:pt x="118967" y="169562"/>
                </a:lnTo>
                <a:cubicBezTo>
                  <a:pt x="118967" y="172565"/>
                  <a:pt x="115992" y="175473"/>
                  <a:pt x="113017" y="175473"/>
                </a:cubicBezTo>
                <a:cubicBezTo>
                  <a:pt x="59483" y="190394"/>
                  <a:pt x="20822" y="240972"/>
                  <a:pt x="20822" y="303374"/>
                </a:cubicBezTo>
                <a:lnTo>
                  <a:pt x="20822" y="333119"/>
                </a:lnTo>
                <a:cubicBezTo>
                  <a:pt x="17847" y="339030"/>
                  <a:pt x="14873" y="342036"/>
                  <a:pt x="8923" y="342036"/>
                </a:cubicBezTo>
                <a:moveTo>
                  <a:pt x="496661" y="342036"/>
                </a:moveTo>
                <a:cubicBezTo>
                  <a:pt x="490712" y="342036"/>
                  <a:pt x="487747" y="336122"/>
                  <a:pt x="487747" y="333119"/>
                </a:cubicBezTo>
                <a:lnTo>
                  <a:pt x="487747" y="303374"/>
                </a:lnTo>
                <a:cubicBezTo>
                  <a:pt x="487747" y="243880"/>
                  <a:pt x="449077" y="190394"/>
                  <a:pt x="395551" y="175473"/>
                </a:cubicBezTo>
                <a:cubicBezTo>
                  <a:pt x="389602" y="175473"/>
                  <a:pt x="386629" y="172565"/>
                  <a:pt x="386629" y="169562"/>
                </a:cubicBezTo>
                <a:lnTo>
                  <a:pt x="386629" y="166560"/>
                </a:lnTo>
                <a:lnTo>
                  <a:pt x="386629" y="163648"/>
                </a:lnTo>
                <a:lnTo>
                  <a:pt x="386629" y="160646"/>
                </a:lnTo>
                <a:cubicBezTo>
                  <a:pt x="386629" y="157643"/>
                  <a:pt x="389602" y="157643"/>
                  <a:pt x="389602" y="157643"/>
                </a:cubicBezTo>
                <a:lnTo>
                  <a:pt x="392578" y="154644"/>
                </a:lnTo>
                <a:cubicBezTo>
                  <a:pt x="416365" y="142816"/>
                  <a:pt x="431238" y="118982"/>
                  <a:pt x="431238" y="89236"/>
                </a:cubicBezTo>
                <a:cubicBezTo>
                  <a:pt x="431238" y="56579"/>
                  <a:pt x="410416" y="29742"/>
                  <a:pt x="383654" y="20829"/>
                </a:cubicBezTo>
                <a:cubicBezTo>
                  <a:pt x="380679" y="20829"/>
                  <a:pt x="380679" y="17921"/>
                  <a:pt x="377703" y="14918"/>
                </a:cubicBezTo>
                <a:cubicBezTo>
                  <a:pt x="377703" y="11916"/>
                  <a:pt x="374730" y="8913"/>
                  <a:pt x="377703" y="6002"/>
                </a:cubicBezTo>
                <a:cubicBezTo>
                  <a:pt x="377703" y="2999"/>
                  <a:pt x="383654" y="0"/>
                  <a:pt x="386629" y="0"/>
                </a:cubicBezTo>
                <a:lnTo>
                  <a:pt x="389602" y="0"/>
                </a:lnTo>
                <a:cubicBezTo>
                  <a:pt x="425289" y="11916"/>
                  <a:pt x="452052" y="47575"/>
                  <a:pt x="452052" y="86237"/>
                </a:cubicBezTo>
                <a:cubicBezTo>
                  <a:pt x="452052" y="110068"/>
                  <a:pt x="443137" y="130900"/>
                  <a:pt x="431238" y="145728"/>
                </a:cubicBezTo>
                <a:lnTo>
                  <a:pt x="422315" y="154644"/>
                </a:lnTo>
                <a:lnTo>
                  <a:pt x="431238" y="169562"/>
                </a:lnTo>
                <a:cubicBezTo>
                  <a:pt x="475848" y="193306"/>
                  <a:pt x="505586" y="246883"/>
                  <a:pt x="505586" y="303374"/>
                </a:cubicBezTo>
                <a:lnTo>
                  <a:pt x="505586" y="333119"/>
                </a:lnTo>
                <a:cubicBezTo>
                  <a:pt x="505586" y="339030"/>
                  <a:pt x="502611" y="342036"/>
                  <a:pt x="496661" y="342036"/>
                </a:cubicBez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solid"/>
          </a:ln>
        </p:spPr>
      </p:sp>
      <p:sp>
        <p:nvSpPr>
          <p:cNvPr id="1105" name="path-1059">
            <a:extLst xmlns:a="http://schemas.openxmlformats.org/drawingml/2006/main">
              <a:ext uri="{FF2B5EF4-FFF2-40B4-BE49-F238E27FC236}">
                <a16:creationId xmlns:a16="http://schemas.microsoft.com/office/drawing/2014/main" id="{EBC7F35E-B83D-47C2-9D80-C13F00E9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694" y="3306678"/>
            <a:ext cx="141881" cy="159831"/>
          </a:xfrm>
          <a:custGeom xmlns:a="http://schemas.openxmlformats.org/drawingml/2006/main">
            <a:pathLst>
              <a:path w="141881" h="159831">
                <a:moveTo>
                  <a:pt x="141881" y="0"/>
                </a:moveTo>
                <a:lnTo>
                  <a:pt x="0" y="159831"/>
                </a:lnTo>
              </a:path>
            </a:pathLst>
          </a:custGeom>
          <a:noFill xmlns:a="http://schemas.openxmlformats.org/drawingml/2006/main"/>
          <a:ln xmlns:a="http://schemas.openxmlformats.org/drawingml/2006/main" w="9097">
            <a:solidFill>
              <a:srgbClr val="000000"/>
            </a:solidFill>
            <a:prstDash val="dash"/>
          </a:ln>
        </p:spPr>
      </p:sp>
      <p:sp>
        <p:nvSpPr>
          <p:cNvPr id="1106" name="path-1060">
            <a:extLst xmlns:a="http://schemas.openxmlformats.org/drawingml/2006/main">
              <a:ext uri="{FF2B5EF4-FFF2-40B4-BE49-F238E27FC236}">
                <a16:creationId xmlns:a16="http://schemas.microsoft.com/office/drawing/2014/main" id="{8061D1CE-3E2E-4032-831C-D2DBC32F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667" y="3458539"/>
            <a:ext cx="49941" cy="49923"/>
          </a:xfrm>
          <a:custGeom xmlns:a="http://schemas.openxmlformats.org/drawingml/2006/main">
            <a:pathLst>
              <a:path w="49941" h="49923">
                <a:moveTo>
                  <a:pt x="41026" y="8878"/>
                </a:moveTo>
                <a:cubicBezTo>
                  <a:pt x="49941" y="17766"/>
                  <a:pt x="49941" y="32166"/>
                  <a:pt x="41026" y="41045"/>
                </a:cubicBezTo>
                <a:cubicBezTo>
                  <a:pt x="32112" y="49923"/>
                  <a:pt x="17740" y="49923"/>
                  <a:pt x="8824" y="41045"/>
                </a:cubicBezTo>
                <a:cubicBezTo>
                  <a:pt x="0" y="32166"/>
                  <a:pt x="0" y="17766"/>
                  <a:pt x="8824" y="8878"/>
                </a:cubicBezTo>
                <a:cubicBezTo>
                  <a:pt x="17740" y="0"/>
                  <a:pt x="32112" y="0"/>
                  <a:pt x="41026" y="887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07" name="">
            <a:extLst xmlns:a="http://schemas.openxmlformats.org/drawingml/2006/main">
              <a:ext uri="{FF2B5EF4-FFF2-40B4-BE49-F238E27FC236}">
                <a16:creationId xmlns:a16="http://schemas.microsoft.com/office/drawing/2014/main" id="{E2539A93-D2C7-4F2A-9A72-7DE3CA6A66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e7ef60e5e54196"/>
          <a:stretch xmlns:a="http://schemas.openxmlformats.org/drawingml/2006/main"/>
        </p:blipFill>
        <p:spPr>
          <a:xfrm xmlns:a="http://schemas.openxmlformats.org/drawingml/2006/main">
            <a:off x="9832135" y="2389362"/>
            <a:ext cx="685800" cy="381000"/>
          </a:xfrm>
          <a:prstGeom xmlns:a="http://schemas.openxmlformats.org/drawingml/2006/main" prst="rect">
            <a:avLst/>
          </a:prstGeom>
        </p:spPr>
      </p:pic>
      <p:pic>
        <p:nvPicPr>
          <p:cNvPr id="1108" name="">
            <a:extLst xmlns:a="http://schemas.openxmlformats.org/drawingml/2006/main">
              <a:ext uri="{FF2B5EF4-FFF2-40B4-BE49-F238E27FC236}">
                <a16:creationId xmlns:a16="http://schemas.microsoft.com/office/drawing/2014/main" id="{F795AF43-08AE-4F15-BF21-1990413FFD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7e28c2f8345ce"/>
          <a:stretch xmlns:a="http://schemas.openxmlformats.org/drawingml/2006/main"/>
        </p:blipFill>
        <p:spPr>
          <a:xfrm xmlns:a="http://schemas.openxmlformats.org/drawingml/2006/main">
            <a:off x="11137060" y="2389362"/>
            <a:ext cx="666750" cy="381000"/>
          </a:xfrm>
          <a:prstGeom xmlns:a="http://schemas.openxmlformats.org/drawingml/2006/main" prst="rect">
            <a:avLst/>
          </a:prstGeom>
        </p:spPr>
      </p:pic>
      <p:pic>
        <p:nvPicPr>
          <p:cNvPr id="1109" name="">
            <a:extLst xmlns:a="http://schemas.openxmlformats.org/drawingml/2006/main">
              <a:ext uri="{FF2B5EF4-FFF2-40B4-BE49-F238E27FC236}">
                <a16:creationId xmlns:a16="http://schemas.microsoft.com/office/drawing/2014/main" id="{3C01A3AA-99DB-417D-A65B-B6376E68F5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848fc242b24df0"/>
          <a:stretch xmlns:a="http://schemas.openxmlformats.org/drawingml/2006/main"/>
        </p:blipFill>
        <p:spPr>
          <a:xfrm xmlns:a="http://schemas.openxmlformats.org/drawingml/2006/main">
            <a:off x="11203735" y="2808462"/>
            <a:ext cx="533400" cy="390525"/>
          </a:xfrm>
          <a:prstGeom xmlns:a="http://schemas.openxmlformats.org/drawingml/2006/main" prst="rect">
            <a:avLst/>
          </a:prstGeom>
        </p:spPr>
      </p:pic>
      <p:pic>
        <p:nvPicPr>
          <p:cNvPr id="1110" name="">
            <a:extLst xmlns:a="http://schemas.openxmlformats.org/drawingml/2006/main">
              <a:ext uri="{FF2B5EF4-FFF2-40B4-BE49-F238E27FC236}">
                <a16:creationId xmlns:a16="http://schemas.microsoft.com/office/drawing/2014/main" id="{3F94C46D-CA84-4B14-9856-4FE81A9020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64443e0dac46d2"/>
          <a:stretch xmlns:a="http://schemas.openxmlformats.org/drawingml/2006/main"/>
        </p:blipFill>
        <p:spPr>
          <a:xfrm xmlns:a="http://schemas.openxmlformats.org/drawingml/2006/main">
            <a:off x="10536985" y="2389362"/>
            <a:ext cx="581025" cy="381000"/>
          </a:xfrm>
          <a:prstGeom xmlns:a="http://schemas.openxmlformats.org/drawingml/2006/main" prst="rect">
            <a:avLst/>
          </a:prstGeom>
        </p:spPr>
      </p:pic>
      <p:pic>
        <p:nvPicPr>
          <p:cNvPr id="1111" name="">
            <a:extLst xmlns:a="http://schemas.openxmlformats.org/drawingml/2006/main">
              <a:ext uri="{FF2B5EF4-FFF2-40B4-BE49-F238E27FC236}">
                <a16:creationId xmlns:a16="http://schemas.microsoft.com/office/drawing/2014/main" id="{5A7932AA-98C8-4126-82D4-53B90588B7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0003c7cdfb468a"/>
          <a:stretch xmlns:a="http://schemas.openxmlformats.org/drawingml/2006/main"/>
        </p:blipFill>
        <p:spPr>
          <a:xfrm xmlns:a="http://schemas.openxmlformats.org/drawingml/2006/main">
            <a:off x="9832135" y="2808462"/>
            <a:ext cx="571500" cy="390525"/>
          </a:xfrm>
          <a:prstGeom xmlns:a="http://schemas.openxmlformats.org/drawingml/2006/main" prst="rect">
            <a:avLst/>
          </a:prstGeom>
        </p:spPr>
      </p:pic>
      <p:pic>
        <p:nvPicPr>
          <p:cNvPr id="1112" name="">
            <a:extLst xmlns:a="http://schemas.openxmlformats.org/drawingml/2006/main">
              <a:ext uri="{FF2B5EF4-FFF2-40B4-BE49-F238E27FC236}">
                <a16:creationId xmlns:a16="http://schemas.microsoft.com/office/drawing/2014/main" id="{9830172E-661F-442B-9FC8-BF136A422C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b3b3aa7c44a3c"/>
          <a:stretch xmlns:a="http://schemas.openxmlformats.org/drawingml/2006/main"/>
        </p:blipFill>
        <p:spPr>
          <a:xfrm xmlns:a="http://schemas.openxmlformats.org/drawingml/2006/main">
            <a:off x="10422685" y="2808462"/>
            <a:ext cx="714375" cy="390525"/>
          </a:xfrm>
          <a:prstGeom xmlns:a="http://schemas.openxmlformats.org/drawingml/2006/main" prst="rect">
            <a:avLst/>
          </a:prstGeom>
        </p:spPr>
      </p:pic>
      <p:sp>
        <p:nvSpPr>
          <p:cNvPr id="1113" name="text-1067 …">
            <a:extLst xmlns:a="http://schemas.openxmlformats.org/drawingml/2006/main">
              <a:ext uri="{FF2B5EF4-FFF2-40B4-BE49-F238E27FC236}">
                <a16:creationId xmlns:a16="http://schemas.microsoft.com/office/drawing/2014/main" id="{2CD75741-80E4-4D97-A414-8C009DCA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56023" y="3141383"/>
            <a:ext cx="150296" cy="178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4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114" name="text-1068 …">
            <a:extLst xmlns:a="http://schemas.openxmlformats.org/drawingml/2006/main">
              <a:ext uri="{FF2B5EF4-FFF2-40B4-BE49-F238E27FC236}">
                <a16:creationId xmlns:a16="http://schemas.microsoft.com/office/drawing/2014/main" id="{75B32E59-0B26-4AA2-B443-8769E110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84541" y="3141383"/>
            <a:ext cx="150296" cy="178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4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115" name="text-1069 …">
            <a:extLst xmlns:a="http://schemas.openxmlformats.org/drawingml/2006/main">
              <a:ext uri="{FF2B5EF4-FFF2-40B4-BE49-F238E27FC236}">
                <a16:creationId xmlns:a16="http://schemas.microsoft.com/office/drawing/2014/main" id="{AEBC5A1B-17CF-43A7-BE69-1A4B4AB4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7504" y="3141383"/>
            <a:ext cx="150296" cy="178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4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116" name="path-1070">
            <a:extLst xmlns:a="http://schemas.openxmlformats.org/drawingml/2006/main">
              <a:ext uri="{FF2B5EF4-FFF2-40B4-BE49-F238E27FC236}">
                <a16:creationId xmlns:a16="http://schemas.microsoft.com/office/drawing/2014/main" id="{46A64987-766A-4E6B-8927-57D17B8D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5274" y="5163502"/>
            <a:ext cx="193269" cy="191"/>
          </a:xfrm>
          <a:custGeom xmlns:a="http://schemas.openxmlformats.org/drawingml/2006/main">
            <a:pathLst>
              <a:path w="193269" h="191">
                <a:moveTo>
                  <a:pt x="0" y="0"/>
                </a:moveTo>
                <a:lnTo>
                  <a:pt x="193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290">
            <a:solidFill>
              <a:srgbClr val="000000"/>
            </a:solidFill>
            <a:prstDash val="solid"/>
          </a:ln>
        </p:spPr>
      </p:sp>
      <p:sp>
        <p:nvSpPr>
          <p:cNvPr id="1117" name="text-1071 #3">
            <a:extLst xmlns:a="http://schemas.openxmlformats.org/drawingml/2006/main">
              <a:ext uri="{FF2B5EF4-FFF2-40B4-BE49-F238E27FC236}">
                <a16:creationId xmlns:a16="http://schemas.microsoft.com/office/drawing/2014/main" id="{C74D5266-E4C5-4BD6-92A2-9CD46C9F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5274" y="4957221"/>
            <a:ext cx="235134" cy="254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3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#3</a:t>
            </a:r>
          </a:p>
        </p:txBody>
      </p:sp>
      <p:sp>
        <p:nvSpPr>
          <p:cNvPr id="1118" name="text-1073 Efficiency">
            <a:extLst xmlns:a="http://schemas.openxmlformats.org/drawingml/2006/main">
              <a:ext uri="{FF2B5EF4-FFF2-40B4-BE49-F238E27FC236}">
                <a16:creationId xmlns:a16="http://schemas.microsoft.com/office/drawing/2014/main" id="{92403B9C-34DA-491C-83C7-7F461538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8190" y="4957220"/>
            <a:ext cx="888951" cy="25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33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Efficiency</a:t>
            </a:r>
          </a:p>
        </p:txBody>
      </p:sp>
      <p:sp>
        <p:nvSpPr>
          <p:cNvPr id="1119" name="path-1074">
            <a:extLst xmlns:a="http://schemas.openxmlformats.org/drawingml/2006/main">
              <a:ext uri="{FF2B5EF4-FFF2-40B4-BE49-F238E27FC236}">
                <a16:creationId xmlns:a16="http://schemas.microsoft.com/office/drawing/2014/main" id="{D62EB35D-2D9F-438C-9440-7C481795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449" y="1996117"/>
            <a:ext cx="54607" cy="258438"/>
          </a:xfrm>
          <a:custGeom xmlns:a="http://schemas.openxmlformats.org/drawingml/2006/main">
            <a:pathLst>
              <a:path w="54607" h="258438">
                <a:moveTo>
                  <a:pt x="0" y="258438"/>
                </a:moveTo>
                <a:lnTo>
                  <a:pt x="546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193">
            <a:solidFill>
              <a:srgbClr val="666666"/>
            </a:solidFill>
            <a:prstDash val="solid"/>
          </a:ln>
        </p:spPr>
      </p:sp>
      <p:sp>
        <p:nvSpPr>
          <p:cNvPr id="1120" name="path-1075">
            <a:extLst xmlns:a="http://schemas.openxmlformats.org/drawingml/2006/main">
              <a:ext uri="{FF2B5EF4-FFF2-40B4-BE49-F238E27FC236}">
                <a16:creationId xmlns:a16="http://schemas.microsoft.com/office/drawing/2014/main" id="{AFC3CB2D-53EE-46C0-9F86-DFB55FA2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540" y="1901637"/>
            <a:ext cx="99882" cy="99846"/>
          </a:xfrm>
          <a:custGeom xmlns:a="http://schemas.openxmlformats.org/drawingml/2006/main">
            <a:pathLst>
              <a:path w="99882" h="99846">
                <a:moveTo>
                  <a:pt x="82052" y="17766"/>
                </a:moveTo>
                <a:cubicBezTo>
                  <a:pt x="99882" y="35523"/>
                  <a:pt x="99882" y="64323"/>
                  <a:pt x="82052" y="82089"/>
                </a:cubicBezTo>
                <a:cubicBezTo>
                  <a:pt x="64313" y="99846"/>
                  <a:pt x="35477" y="99846"/>
                  <a:pt x="17738" y="82089"/>
                </a:cubicBezTo>
                <a:cubicBezTo>
                  <a:pt x="0" y="64323"/>
                  <a:pt x="0" y="35523"/>
                  <a:pt x="17738" y="17766"/>
                </a:cubicBezTo>
                <a:cubicBezTo>
                  <a:pt x="35477" y="0"/>
                  <a:pt x="64313" y="0"/>
                  <a:pt x="82052" y="17766"/>
                </a:cubicBezTo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1" name="path-1076">
            <a:extLst xmlns:a="http://schemas.openxmlformats.org/drawingml/2006/main">
              <a:ext uri="{FF2B5EF4-FFF2-40B4-BE49-F238E27FC236}">
                <a16:creationId xmlns:a16="http://schemas.microsoft.com/office/drawing/2014/main" id="{F9467E7C-90A6-412E-B8B6-6A335B79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59" y="5542941"/>
            <a:ext cx="11245717" cy="1002849"/>
          </a:xfrm>
          <a:custGeom xmlns:a="http://schemas.openxmlformats.org/drawingml/2006/main">
            <a:pathLst>
              <a:path w="11245717" h="1002849">
                <a:moveTo>
                  <a:pt x="0" y="0"/>
                </a:moveTo>
                <a:lnTo>
                  <a:pt x="11245717" y="0"/>
                </a:lnTo>
                <a:lnTo>
                  <a:pt x="11245717" y="1002849"/>
                </a:lnTo>
                <a:lnTo>
                  <a:pt x="0" y="1002849"/>
                </a:lnTo>
                <a:close/>
              </a:path>
            </a:pathLst>
          </a:custGeom>
          <a:solidFill xmlns:a="http://schemas.openxmlformats.org/drawingml/2006/main">
            <a:srgbClr val="EEEF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2" name="path-1077">
            <a:extLst xmlns:a="http://schemas.openxmlformats.org/drawingml/2006/main">
              <a:ext uri="{FF2B5EF4-FFF2-40B4-BE49-F238E27FC236}">
                <a16:creationId xmlns:a16="http://schemas.microsoft.com/office/drawing/2014/main" id="{EFB0E74D-6261-496A-847C-72FB1074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900" y="6027688"/>
            <a:ext cx="288339" cy="191"/>
          </a:xfrm>
          <a:custGeom xmlns:a="http://schemas.openxmlformats.org/drawingml/2006/main">
            <a:pathLst>
              <a:path w="288339" h="191">
                <a:moveTo>
                  <a:pt x="0" y="0"/>
                </a:moveTo>
                <a:lnTo>
                  <a:pt x="28833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290">
            <a:solidFill>
              <a:srgbClr val="000000"/>
            </a:solidFill>
            <a:prstDash val="solid"/>
          </a:ln>
        </p:spPr>
      </p:sp>
      <p:sp>
        <p:nvSpPr>
          <p:cNvPr id="1123" name="path-1078">
            <a:extLst xmlns:a="http://schemas.openxmlformats.org/drawingml/2006/main">
              <a:ext uri="{FF2B5EF4-FFF2-40B4-BE49-F238E27FC236}">
                <a16:creationId xmlns:a16="http://schemas.microsoft.com/office/drawing/2014/main" id="{E334E95E-2882-4D56-97EB-063E00E8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5780" y="6027688"/>
            <a:ext cx="1143457" cy="191"/>
          </a:xfrm>
          <a:custGeom xmlns:a="http://schemas.openxmlformats.org/drawingml/2006/main">
            <a:pathLst>
              <a:path w="1143457" h="191">
                <a:moveTo>
                  <a:pt x="0" y="0"/>
                </a:moveTo>
                <a:lnTo>
                  <a:pt x="11434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290">
            <a:solidFill>
              <a:srgbClr val="000000"/>
            </a:solidFill>
            <a:prstDash val="solid"/>
          </a:ln>
        </p:spPr>
      </p:sp>
      <p:sp>
        <p:nvSpPr>
          <p:cNvPr id="1124" name="path-1079">
            <a:extLst xmlns:a="http://schemas.openxmlformats.org/drawingml/2006/main">
              <a:ext uri="{FF2B5EF4-FFF2-40B4-BE49-F238E27FC236}">
                <a16:creationId xmlns:a16="http://schemas.microsoft.com/office/drawing/2014/main" id="{B3CB1FFF-E00D-40B2-A4E4-92D72F7D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917" y="6027688"/>
            <a:ext cx="229437" cy="191"/>
          </a:xfrm>
          <a:custGeom xmlns:a="http://schemas.openxmlformats.org/drawingml/2006/main">
            <a:pathLst>
              <a:path w="229437" h="191">
                <a:moveTo>
                  <a:pt x="0" y="0"/>
                </a:moveTo>
                <a:lnTo>
                  <a:pt x="2294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290">
            <a:solidFill>
              <a:srgbClr val="000000"/>
            </a:solidFill>
            <a:prstDash val="solid"/>
          </a:ln>
        </p:spPr>
      </p:sp>
      <p:sp>
        <p:nvSpPr>
          <p:cNvPr id="1125" name="text-1080 “Impossible">
            <a:extLst xmlns:a="http://schemas.openxmlformats.org/drawingml/2006/main">
              <a:ext uri="{FF2B5EF4-FFF2-40B4-BE49-F238E27FC236}">
                <a16:creationId xmlns:a16="http://schemas.microsoft.com/office/drawing/2014/main" id="{D1C2532B-9478-4694-A972-64A70740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7900" y="5820045"/>
            <a:ext cx="1074068" cy="254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3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“Impossible</a:t>
            </a:r>
          </a:p>
        </p:txBody>
      </p:sp>
      <p:sp>
        <p:nvSpPr>
          <p:cNvPr id="1126" name="text-1080 Triangle”">
            <a:extLst xmlns:a="http://schemas.openxmlformats.org/drawingml/2006/main">
              <a:ext uri="{FF2B5EF4-FFF2-40B4-BE49-F238E27FC236}">
                <a16:creationId xmlns:a16="http://schemas.microsoft.com/office/drawing/2014/main" id="{57F25536-F5F2-4086-A0E7-AF46D46D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9760" y="5820031"/>
            <a:ext cx="821355" cy="25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3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Triangle”</a:t>
            </a:r>
          </a:p>
        </p:txBody>
      </p:sp>
      <p:sp>
        <p:nvSpPr>
          <p:cNvPr id="1127" name="text-1082 of">
            <a:extLst xmlns:a="http://schemas.openxmlformats.org/drawingml/2006/main">
              <a:ext uri="{FF2B5EF4-FFF2-40B4-BE49-F238E27FC236}">
                <a16:creationId xmlns:a16="http://schemas.microsoft.com/office/drawing/2014/main" id="{C25511F4-D74E-462B-80CE-E68B26F8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273" y="6026023"/>
            <a:ext cx="184509" cy="254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3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</a:t>
            </a:r>
          </a:p>
        </p:txBody>
      </p:sp>
      <p:sp>
        <p:nvSpPr>
          <p:cNvPr id="1128" name="text-1082 the">
            <a:extLst xmlns:a="http://schemas.openxmlformats.org/drawingml/2006/main">
              <a:ext uri="{FF2B5EF4-FFF2-40B4-BE49-F238E27FC236}">
                <a16:creationId xmlns:a16="http://schemas.microsoft.com/office/drawing/2014/main" id="{75D24B05-883E-47CA-9AFE-DF72D813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3547" y="6026056"/>
            <a:ext cx="285680" cy="254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</a:p>
        </p:txBody>
      </p:sp>
      <p:sp>
        <p:nvSpPr>
          <p:cNvPr id="1129" name="text-1082 Current">
            <a:extLst xmlns:a="http://schemas.openxmlformats.org/drawingml/2006/main">
              <a:ext uri="{FF2B5EF4-FFF2-40B4-BE49-F238E27FC236}">
                <a16:creationId xmlns:a16="http://schemas.microsoft.com/office/drawing/2014/main" id="{38BCBF41-7587-4777-9D0F-A36EA085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7013" y="6026076"/>
            <a:ext cx="639444" cy="254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</a:t>
            </a:r>
          </a:p>
        </p:txBody>
      </p:sp>
      <p:sp>
        <p:nvSpPr>
          <p:cNvPr id="1130" name="text-1082 Computer">
            <a:extLst xmlns:a="http://schemas.openxmlformats.org/drawingml/2006/main">
              <a:ext uri="{FF2B5EF4-FFF2-40B4-BE49-F238E27FC236}">
                <a16:creationId xmlns:a16="http://schemas.microsoft.com/office/drawing/2014/main" id="{D15971FC-D1F6-42D8-B3DE-DD2F94E8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4232" y="6026063"/>
            <a:ext cx="831601" cy="254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Computer</a:t>
            </a:r>
          </a:p>
        </p:txBody>
      </p:sp>
      <p:sp>
        <p:nvSpPr>
          <p:cNvPr id="1131" name="text-1082 Vision">
            <a:extLst xmlns:a="http://schemas.openxmlformats.org/drawingml/2006/main">
              <a:ext uri="{FF2B5EF4-FFF2-40B4-BE49-F238E27FC236}">
                <a16:creationId xmlns:a16="http://schemas.microsoft.com/office/drawing/2014/main" id="{F1C268A8-25A7-4221-B2F4-FCAB99A5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3610" y="6026074"/>
            <a:ext cx="525011" cy="2548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Vision</a:t>
            </a:r>
          </a:p>
        </p:txBody>
      </p:sp>
      <p:sp>
        <p:nvSpPr>
          <p:cNvPr id="1132" name="text-1082 Paradigm">
            <a:extLst xmlns:a="http://schemas.openxmlformats.org/drawingml/2006/main">
              <a:ext uri="{FF2B5EF4-FFF2-40B4-BE49-F238E27FC236}">
                <a16:creationId xmlns:a16="http://schemas.microsoft.com/office/drawing/2014/main" id="{7BEC32D3-E95A-4851-B187-20BDB268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6411" y="6026075"/>
            <a:ext cx="811440" cy="254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3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3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Paradigm</a:t>
            </a:r>
          </a:p>
        </p:txBody>
      </p:sp>
      <p:sp>
        <p:nvSpPr>
          <p:cNvPr id="1133" name="path-1083">
            <a:extLst xmlns:a="http://schemas.openxmlformats.org/drawingml/2006/main">
              <a:ext uri="{FF2B5EF4-FFF2-40B4-BE49-F238E27FC236}">
                <a16:creationId xmlns:a16="http://schemas.microsoft.com/office/drawing/2014/main" id="{FCCE96F5-3FAF-45BE-8BAC-FE07F228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4180" y="5777527"/>
            <a:ext cx="173028" cy="191"/>
          </a:xfrm>
          <a:custGeom xmlns:a="http://schemas.openxmlformats.org/drawingml/2006/main">
            <a:pathLst>
              <a:path w="173028" h="191">
                <a:moveTo>
                  <a:pt x="0" y="0"/>
                </a:moveTo>
                <a:lnTo>
                  <a:pt x="1730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193">
            <a:solidFill>
              <a:srgbClr val="000000"/>
            </a:solidFill>
            <a:prstDash val="solid"/>
          </a:ln>
        </p:spPr>
      </p:sp>
      <p:sp>
        <p:nvSpPr>
          <p:cNvPr id="1134" name="text-1084 #1">
            <a:extLst xmlns:a="http://schemas.openxmlformats.org/drawingml/2006/main">
              <a:ext uri="{FF2B5EF4-FFF2-40B4-BE49-F238E27FC236}">
                <a16:creationId xmlns:a16="http://schemas.microsoft.com/office/drawing/2014/main" id="{2A1D6CF5-F68E-4720-8AD9-AA7C8488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4180" y="5589483"/>
            <a:ext cx="211614" cy="2292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#1</a:t>
            </a:r>
          </a:p>
        </p:txBody>
      </p:sp>
      <p:sp>
        <p:nvSpPr>
          <p:cNvPr id="1135" name="text-1085 +">
            <a:extLst xmlns:a="http://schemas.openxmlformats.org/drawingml/2006/main">
              <a:ext uri="{FF2B5EF4-FFF2-40B4-BE49-F238E27FC236}">
                <a16:creationId xmlns:a16="http://schemas.microsoft.com/office/drawing/2014/main" id="{1708B6A8-860A-4A7B-98C6-24F75292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1793" y="5589516"/>
            <a:ext cx="125093" cy="229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136" name="path-1086">
            <a:extLst xmlns:a="http://schemas.openxmlformats.org/drawingml/2006/main">
              <a:ext uri="{FF2B5EF4-FFF2-40B4-BE49-F238E27FC236}">
                <a16:creationId xmlns:a16="http://schemas.microsoft.com/office/drawing/2014/main" id="{FEB17449-6E5A-4390-B2F9-889837F0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2915" y="5777527"/>
            <a:ext cx="173029" cy="191"/>
          </a:xfrm>
          <a:custGeom xmlns:a="http://schemas.openxmlformats.org/drawingml/2006/main">
            <a:pathLst>
              <a:path w="173029" h="191">
                <a:moveTo>
                  <a:pt x="0" y="0"/>
                </a:moveTo>
                <a:lnTo>
                  <a:pt x="1730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193">
            <a:solidFill>
              <a:srgbClr val="000000"/>
            </a:solidFill>
            <a:prstDash val="solid"/>
          </a:ln>
        </p:spPr>
      </p:sp>
      <p:sp>
        <p:nvSpPr>
          <p:cNvPr id="1137" name="text-1087 #2">
            <a:extLst xmlns:a="http://schemas.openxmlformats.org/drawingml/2006/main">
              <a:ext uri="{FF2B5EF4-FFF2-40B4-BE49-F238E27FC236}">
                <a16:creationId xmlns:a16="http://schemas.microsoft.com/office/drawing/2014/main" id="{74623001-7780-4D4B-B802-1FCF294A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2915" y="5589483"/>
            <a:ext cx="211614" cy="2292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#2</a:t>
            </a:r>
          </a:p>
        </p:txBody>
      </p:sp>
      <p:sp>
        <p:nvSpPr>
          <p:cNvPr id="1138" name="text-1088 =">
            <a:extLst xmlns:a="http://schemas.openxmlformats.org/drawingml/2006/main">
              <a:ext uri="{FF2B5EF4-FFF2-40B4-BE49-F238E27FC236}">
                <a16:creationId xmlns:a16="http://schemas.microsoft.com/office/drawing/2014/main" id="{A25D3BC0-EC22-4196-AE7F-87B9FC32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0528" y="5589516"/>
            <a:ext cx="125093" cy="229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139" name="text-1089 Strong">
            <a:extLst xmlns:a="http://schemas.openxmlformats.org/drawingml/2006/main">
              <a:ext uri="{FF2B5EF4-FFF2-40B4-BE49-F238E27FC236}">
                <a16:creationId xmlns:a16="http://schemas.microsoft.com/office/drawing/2014/main" id="{D0407008-94BB-4283-9DF6-BCA8668A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57143" y="5589465"/>
            <a:ext cx="556994" cy="2292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pPr>
            <a:r>
              <a:rPr sz="1290" b="1" i="0">
                <a:solidFill>
                  <a:srgbClr val="009051"/>
                </a:solidFill>
                <a:latin typeface="Arial"/>
                <a:ea typeface="Arial"/>
                <a:cs typeface="Arial"/>
              </a:rPr>
              <a:t>Strong</a:t>
            </a:r>
          </a:p>
        </p:txBody>
      </p:sp>
      <p:sp>
        <p:nvSpPr>
          <p:cNvPr id="1140" name="text-1090 ,">
            <a:extLst xmlns:a="http://schemas.openxmlformats.org/drawingml/2006/main">
              <a:ext uri="{FF2B5EF4-FFF2-40B4-BE49-F238E27FC236}">
                <a16:creationId xmlns:a16="http://schemas.microsoft.com/office/drawing/2014/main" id="{A10AE5F5-3871-4CD1-805E-1CA2ACA5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4663" y="5589635"/>
            <a:ext cx="74941" cy="229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</a:t>
            </a:r>
          </a:p>
        </p:txBody>
      </p:sp>
      <p:sp>
        <p:nvSpPr>
          <p:cNvPr id="1141" name="text-1091 generalizable">
            <a:extLst xmlns:a="http://schemas.openxmlformats.org/drawingml/2006/main">
              <a:ext uri="{FF2B5EF4-FFF2-40B4-BE49-F238E27FC236}">
                <a16:creationId xmlns:a16="http://schemas.microsoft.com/office/drawing/2014/main" id="{19A5D67E-2927-4FC2-A319-BB573637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5648" y="5589472"/>
            <a:ext cx="1066932" cy="229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pPr>
            <a:r>
              <a:rPr sz="1290" b="1" i="0">
                <a:solidFill>
                  <a:srgbClr val="009051"/>
                </a:solidFill>
                <a:latin typeface="Arial"/>
                <a:ea typeface="Arial"/>
                <a:cs typeface="Arial"/>
              </a:rPr>
              <a:t>generalizable</a:t>
            </a:r>
          </a:p>
        </p:txBody>
      </p:sp>
      <p:sp>
        <p:nvSpPr>
          <p:cNvPr id="1142" name="text-1091 performance">
            <a:extLst xmlns:a="http://schemas.openxmlformats.org/drawingml/2006/main">
              <a:ext uri="{FF2B5EF4-FFF2-40B4-BE49-F238E27FC236}">
                <a16:creationId xmlns:a16="http://schemas.microsoft.com/office/drawing/2014/main" id="{317847CB-0C42-444B-B6B8-AEF8705D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8596" y="5589475"/>
            <a:ext cx="1021379" cy="229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pPr>
            <a:r>
              <a:rPr sz="1290" b="1" i="0">
                <a:solidFill>
                  <a:srgbClr val="009051"/>
                </a:solidFill>
                <a:latin typeface="Arial"/>
                <a:ea typeface="Arial"/>
                <a:cs typeface="Arial"/>
              </a:rPr>
              <a:t>performance</a:t>
            </a:r>
          </a:p>
        </p:txBody>
      </p:sp>
      <p:sp>
        <p:nvSpPr>
          <p:cNvPr id="1143" name="text-1092 for">
            <a:extLst xmlns:a="http://schemas.openxmlformats.org/drawingml/2006/main">
              <a:ext uri="{FF2B5EF4-FFF2-40B4-BE49-F238E27FC236}">
                <a16:creationId xmlns:a16="http://schemas.microsoft.com/office/drawing/2014/main" id="{B796BBC5-6FEF-4840-9532-87F143EF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5957" y="5589469"/>
            <a:ext cx="247740" cy="229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</a:t>
            </a:r>
          </a:p>
        </p:txBody>
      </p:sp>
      <p:sp>
        <p:nvSpPr>
          <p:cNvPr id="1144" name="path-1093">
            <a:extLst xmlns:a="http://schemas.openxmlformats.org/drawingml/2006/main">
              <a:ext uri="{FF2B5EF4-FFF2-40B4-BE49-F238E27FC236}">
                <a16:creationId xmlns:a16="http://schemas.microsoft.com/office/drawing/2014/main" id="{CDF835C9-240E-44E4-ADD8-9A14E127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113" y="6232364"/>
            <a:ext cx="173038" cy="191"/>
          </a:xfrm>
          <a:custGeom xmlns:a="http://schemas.openxmlformats.org/drawingml/2006/main">
            <a:pathLst>
              <a:path w="173038" h="191">
                <a:moveTo>
                  <a:pt x="0" y="0"/>
                </a:moveTo>
                <a:lnTo>
                  <a:pt x="1730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193">
            <a:solidFill>
              <a:srgbClr val="000000"/>
            </a:solidFill>
            <a:prstDash val="solid"/>
          </a:ln>
        </p:spPr>
      </p:sp>
      <p:sp>
        <p:nvSpPr>
          <p:cNvPr id="1145" name="text-1094 #3">
            <a:extLst xmlns:a="http://schemas.openxmlformats.org/drawingml/2006/main">
              <a:ext uri="{FF2B5EF4-FFF2-40B4-BE49-F238E27FC236}">
                <a16:creationId xmlns:a16="http://schemas.microsoft.com/office/drawing/2014/main" id="{5DCB0C82-28EA-4233-89A6-C1BAC2A8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8078" y="6044379"/>
            <a:ext cx="211538" cy="229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#3</a:t>
            </a:r>
          </a:p>
        </p:txBody>
      </p:sp>
      <p:sp>
        <p:nvSpPr>
          <p:cNvPr id="1146" name="text-1095 =">
            <a:extLst xmlns:a="http://schemas.openxmlformats.org/drawingml/2006/main">
              <a:ext uri="{FF2B5EF4-FFF2-40B4-BE49-F238E27FC236}">
                <a16:creationId xmlns:a16="http://schemas.microsoft.com/office/drawing/2014/main" id="{37DBE199-D27B-4E3C-A0F1-8B614432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5734" y="6044353"/>
            <a:ext cx="125093" cy="229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147" name="text-1096 Safe">
            <a:extLst xmlns:a="http://schemas.openxmlformats.org/drawingml/2006/main">
              <a:ext uri="{FF2B5EF4-FFF2-40B4-BE49-F238E27FC236}">
                <a16:creationId xmlns:a16="http://schemas.microsoft.com/office/drawing/2014/main" id="{6C22F8A7-8EB9-485C-A147-DDF4176F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52340" y="6044325"/>
            <a:ext cx="375354" cy="229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9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9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pPr>
            <a:r>
              <a:rPr sz="1289" b="1" i="0">
                <a:solidFill>
                  <a:srgbClr val="009051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48" name="text-1097 ,">
            <a:extLst xmlns:a="http://schemas.openxmlformats.org/drawingml/2006/main">
              <a:ext uri="{FF2B5EF4-FFF2-40B4-BE49-F238E27FC236}">
                <a16:creationId xmlns:a16="http://schemas.microsoft.com/office/drawing/2014/main" id="{5F51F8BC-90AC-4742-B487-48725951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98215" y="6044472"/>
            <a:ext cx="74941" cy="229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</a:t>
            </a:r>
          </a:p>
        </p:txBody>
      </p:sp>
      <p:sp>
        <p:nvSpPr>
          <p:cNvPr id="1149" name="text-1098 flexible">
            <a:extLst xmlns:a="http://schemas.openxmlformats.org/drawingml/2006/main">
              <a:ext uri="{FF2B5EF4-FFF2-40B4-BE49-F238E27FC236}">
                <a16:creationId xmlns:a16="http://schemas.microsoft.com/office/drawing/2014/main" id="{643D0C3F-D39F-4CEE-A0BB-8561828B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9200" y="6044297"/>
            <a:ext cx="593691" cy="229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pPr>
            <a:r>
              <a:rPr sz="1290" b="1" i="0">
                <a:solidFill>
                  <a:srgbClr val="009051"/>
                </a:solidFill>
                <a:latin typeface="Arial"/>
                <a:ea typeface="Arial"/>
                <a:cs typeface="Arial"/>
              </a:rPr>
              <a:t>flexible</a:t>
            </a:r>
          </a:p>
        </p:txBody>
      </p:sp>
      <p:sp>
        <p:nvSpPr>
          <p:cNvPr id="1150" name="text-1099 ,">
            <a:extLst xmlns:a="http://schemas.openxmlformats.org/drawingml/2006/main">
              <a:ext uri="{FF2B5EF4-FFF2-40B4-BE49-F238E27FC236}">
                <a16:creationId xmlns:a16="http://schemas.microsoft.com/office/drawing/2014/main" id="{40DAAD81-A90F-46BB-B475-5964C795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3419" y="6044472"/>
            <a:ext cx="74941" cy="229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</a:t>
            </a:r>
          </a:p>
        </p:txBody>
      </p:sp>
      <p:sp>
        <p:nvSpPr>
          <p:cNvPr id="1151" name="text-1100 user-">
            <a:extLst xmlns:a="http://schemas.openxmlformats.org/drawingml/2006/main">
              <a:ext uri="{FF2B5EF4-FFF2-40B4-BE49-F238E27FC236}">
                <a16:creationId xmlns:a16="http://schemas.microsoft.com/office/drawing/2014/main" id="{6602F770-5A6C-4974-85AA-7BAE885C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4404" y="6044306"/>
            <a:ext cx="429891" cy="229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pPr>
            <a:r>
              <a:rPr sz="1290" b="1" i="0">
                <a:solidFill>
                  <a:srgbClr val="009051"/>
                </a:solidFill>
                <a:latin typeface="Arial"/>
                <a:ea typeface="Arial"/>
                <a:cs typeface="Arial"/>
              </a:rPr>
              <a:t>user-</a:t>
            </a:r>
          </a:p>
        </p:txBody>
      </p:sp>
      <p:sp>
        <p:nvSpPr>
          <p:cNvPr id="1152" name="text-1100 and">
            <a:extLst xmlns:a="http://schemas.openxmlformats.org/drawingml/2006/main">
              <a:ext uri="{FF2B5EF4-FFF2-40B4-BE49-F238E27FC236}">
                <a16:creationId xmlns:a16="http://schemas.microsoft.com/office/drawing/2014/main" id="{100FB8B1-EF14-42F8-9395-203BBB51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0302" y="6044326"/>
            <a:ext cx="320581" cy="229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9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9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pPr>
            <a:r>
              <a:rPr sz="1289" b="1" i="0">
                <a:solidFill>
                  <a:srgbClr val="009051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1153" name="text-1100 environmentally">
            <a:extLst xmlns:a="http://schemas.openxmlformats.org/drawingml/2006/main">
              <a:ext uri="{FF2B5EF4-FFF2-40B4-BE49-F238E27FC236}">
                <a16:creationId xmlns:a16="http://schemas.microsoft.com/office/drawing/2014/main" id="{41F397C8-5AF5-418A-9B03-3F7F40AC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6888" y="6044308"/>
            <a:ext cx="1285199" cy="229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pPr>
            <a:r>
              <a:rPr sz="1290" b="1" i="0">
                <a:solidFill>
                  <a:srgbClr val="009051"/>
                </a:solidFill>
                <a:latin typeface="Arial"/>
                <a:ea typeface="Arial"/>
                <a:cs typeface="Arial"/>
              </a:rPr>
              <a:t>environmentally</a:t>
            </a:r>
          </a:p>
        </p:txBody>
      </p:sp>
      <p:sp>
        <p:nvSpPr>
          <p:cNvPr id="1154" name="text-1101 challenging">
            <a:extLst xmlns:a="http://schemas.openxmlformats.org/drawingml/2006/main">
              <a:ext uri="{FF2B5EF4-FFF2-40B4-BE49-F238E27FC236}">
                <a16:creationId xmlns:a16="http://schemas.microsoft.com/office/drawing/2014/main" id="{9137029E-7EED-4562-AEC0-6179A61B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53020" y="5778690"/>
            <a:ext cx="939227" cy="229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challenging</a:t>
            </a:r>
          </a:p>
        </p:txBody>
      </p:sp>
      <p:sp>
        <p:nvSpPr>
          <p:cNvPr id="1155" name="text-1101 vision">
            <a:extLst xmlns:a="http://schemas.openxmlformats.org/drawingml/2006/main">
              <a:ext uri="{FF2B5EF4-FFF2-40B4-BE49-F238E27FC236}">
                <a16:creationId xmlns:a16="http://schemas.microsoft.com/office/drawing/2014/main" id="{84A6E036-ED76-4270-B8CB-0418ED15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8251" y="5778695"/>
            <a:ext cx="502628" cy="2292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vision</a:t>
            </a:r>
          </a:p>
        </p:txBody>
      </p:sp>
      <p:sp>
        <p:nvSpPr>
          <p:cNvPr id="1156" name="text-1101 tasks,">
            <a:extLst xmlns:a="http://schemas.openxmlformats.org/drawingml/2006/main">
              <a:ext uri="{FF2B5EF4-FFF2-40B4-BE49-F238E27FC236}">
                <a16:creationId xmlns:a16="http://schemas.microsoft.com/office/drawing/2014/main" id="{09A02BFD-CC64-4BC3-824A-37C890ED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6884" y="5778656"/>
            <a:ext cx="493791" cy="229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tasks,</a:t>
            </a:r>
          </a:p>
        </p:txBody>
      </p:sp>
      <p:sp>
        <p:nvSpPr>
          <p:cNvPr id="1157" name="text-1101 but">
            <a:extLst xmlns:a="http://schemas.openxmlformats.org/drawingml/2006/main">
              <a:ext uri="{FF2B5EF4-FFF2-40B4-BE49-F238E27FC236}">
                <a16:creationId xmlns:a16="http://schemas.microsoft.com/office/drawing/2014/main" id="{428F8532-0242-42AC-8E8B-376B05F3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6675" y="5778682"/>
            <a:ext cx="284031" cy="229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but</a:t>
            </a:r>
          </a:p>
        </p:txBody>
      </p:sp>
      <p:sp>
        <p:nvSpPr>
          <p:cNvPr id="1158" name="text-1102 inefficient">
            <a:extLst xmlns:a="http://schemas.openxmlformats.org/drawingml/2006/main">
              <a:ext uri="{FF2B5EF4-FFF2-40B4-BE49-F238E27FC236}">
                <a16:creationId xmlns:a16="http://schemas.microsoft.com/office/drawing/2014/main" id="{E88C06DB-47B9-4FAA-B65D-2B794D80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6842" y="5778681"/>
            <a:ext cx="802762" cy="229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1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1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290" b="1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inefficient</a:t>
            </a:r>
          </a:p>
        </p:txBody>
      </p:sp>
      <p:sp>
        <p:nvSpPr>
          <p:cNvPr id="1159" name="text-1103 .">
            <a:extLst xmlns:a="http://schemas.openxmlformats.org/drawingml/2006/main">
              <a:ext uri="{FF2B5EF4-FFF2-40B4-BE49-F238E27FC236}">
                <a16:creationId xmlns:a16="http://schemas.microsoft.com/office/drawing/2014/main" id="{75B84557-AD4F-484F-B7EF-E6F07B52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0136" y="5778845"/>
            <a:ext cx="74941" cy="229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160" name="text-1104 friendly">
            <a:extLst xmlns:a="http://schemas.openxmlformats.org/drawingml/2006/main">
              <a:ext uri="{FF2B5EF4-FFF2-40B4-BE49-F238E27FC236}">
                <a16:creationId xmlns:a16="http://schemas.microsoft.com/office/drawing/2014/main" id="{8C158F31-70CE-4D08-8CBA-30ABCC86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3060" y="6237164"/>
            <a:ext cx="620868" cy="229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9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9" b="1" i="0">
                <a:solidFill>
                  <a:srgbClr val="009051"/>
                </a:solidFill>
                <a:latin typeface="Arial"/>
                <a:ea typeface="Arial"/>
                <a:cs typeface="Arial"/>
              </a:defRPr>
            </a:pPr>
            <a:r>
              <a:rPr sz="1289" b="1" i="0">
                <a:solidFill>
                  <a:srgbClr val="009051"/>
                </a:solidFill>
                <a:latin typeface="Arial"/>
                <a:ea typeface="Arial"/>
                <a:cs typeface="Arial"/>
              </a:rPr>
              <a:t>friendly</a:t>
            </a:r>
          </a:p>
        </p:txBody>
      </p:sp>
      <p:sp>
        <p:nvSpPr>
          <p:cNvPr id="1161" name="text-1105 ,">
            <a:extLst xmlns:a="http://schemas.openxmlformats.org/drawingml/2006/main">
              <a:ext uri="{FF2B5EF4-FFF2-40B4-BE49-F238E27FC236}">
                <a16:creationId xmlns:a16="http://schemas.microsoft.com/office/drawing/2014/main" id="{3EA4EC21-809B-4675-B83D-15A04B05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2402" y="6237320"/>
            <a:ext cx="74941" cy="229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</a:t>
            </a:r>
          </a:p>
        </p:txBody>
      </p:sp>
      <p:sp>
        <p:nvSpPr>
          <p:cNvPr id="1162" name="text-1106 but">
            <a:extLst xmlns:a="http://schemas.openxmlformats.org/drawingml/2006/main">
              <a:ext uri="{FF2B5EF4-FFF2-40B4-BE49-F238E27FC236}">
                <a16:creationId xmlns:a16="http://schemas.microsoft.com/office/drawing/2014/main" id="{B6418C56-608C-4DB7-A133-680966A5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3388" y="6237157"/>
            <a:ext cx="284031" cy="229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but</a:t>
            </a:r>
          </a:p>
        </p:txBody>
      </p:sp>
      <p:sp>
        <p:nvSpPr>
          <p:cNvPr id="1163" name="text-1106 with">
            <a:extLst xmlns:a="http://schemas.openxmlformats.org/drawingml/2006/main">
              <a:ext uri="{FF2B5EF4-FFF2-40B4-BE49-F238E27FC236}">
                <a16:creationId xmlns:a16="http://schemas.microsoft.com/office/drawing/2014/main" id="{2FC6B0C9-9B30-4872-9610-4BCA1EEC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3426" y="6237178"/>
            <a:ext cx="356865" cy="229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</a:t>
            </a:r>
          </a:p>
        </p:txBody>
      </p:sp>
      <p:sp>
        <p:nvSpPr>
          <p:cNvPr id="1164" name="text-1107 limited">
            <a:extLst xmlns:a="http://schemas.openxmlformats.org/drawingml/2006/main">
              <a:ext uri="{FF2B5EF4-FFF2-40B4-BE49-F238E27FC236}">
                <a16:creationId xmlns:a16="http://schemas.microsoft.com/office/drawing/2014/main" id="{C4C7C8D9-A28D-4A2B-8C43-966B2677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6340" y="6237158"/>
            <a:ext cx="557156" cy="22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1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1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290" b="1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limited</a:t>
            </a:r>
          </a:p>
        </p:txBody>
      </p:sp>
      <p:sp>
        <p:nvSpPr>
          <p:cNvPr id="1165" name="text-1107 performance">
            <a:extLst xmlns:a="http://schemas.openxmlformats.org/drawingml/2006/main">
              <a:ext uri="{FF2B5EF4-FFF2-40B4-BE49-F238E27FC236}">
                <a16:creationId xmlns:a16="http://schemas.microsoft.com/office/drawing/2014/main" id="{4971D117-8CF9-482E-95A6-E1263896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9499" y="6237160"/>
            <a:ext cx="1021379" cy="229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1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1" i="0">
                <a:solidFill>
                  <a:srgbClr val="931100"/>
                </a:solidFill>
                <a:latin typeface="Arial"/>
                <a:ea typeface="Arial"/>
                <a:cs typeface="Arial"/>
              </a:defRPr>
            </a:pPr>
            <a:r>
              <a:rPr sz="1290" b="1" i="0">
                <a:solidFill>
                  <a:srgbClr val="931100"/>
                </a:solidFill>
                <a:latin typeface="Arial"/>
                <a:ea typeface="Arial"/>
                <a:cs typeface="Arial"/>
              </a:rPr>
              <a:t>performance</a:t>
            </a:r>
          </a:p>
        </p:txBody>
      </p:sp>
      <p:sp>
        <p:nvSpPr>
          <p:cNvPr id="1166" name="text-1108 .">
            <a:extLst xmlns:a="http://schemas.openxmlformats.org/drawingml/2006/main">
              <a:ext uri="{FF2B5EF4-FFF2-40B4-BE49-F238E27FC236}">
                <a16:creationId xmlns:a16="http://schemas.microsoft.com/office/drawing/2014/main" id="{61D85100-7764-4DA9-AEE5-C543E60C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1390" y="6237320"/>
            <a:ext cx="74941" cy="229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8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167" name="path-1109">
            <a:extLst xmlns:a="http://schemas.openxmlformats.org/drawingml/2006/main">
              <a:ext uri="{FF2B5EF4-FFF2-40B4-BE49-F238E27FC236}">
                <a16:creationId xmlns:a16="http://schemas.microsoft.com/office/drawing/2014/main" id="{BE0D4888-197D-4B69-8FD2-038B9991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462" y="5827196"/>
            <a:ext cx="783336" cy="217140"/>
          </a:xfrm>
          <a:custGeom xmlns:a="http://schemas.openxmlformats.org/drawingml/2006/main">
            <a:pathLst>
              <a:path w="783336" h="217140">
                <a:moveTo>
                  <a:pt x="0" y="217140"/>
                </a:moveTo>
                <a:lnTo>
                  <a:pt x="604194" y="217140"/>
                </a:lnTo>
                <a:lnTo>
                  <a:pt x="604194" y="0"/>
                </a:lnTo>
                <a:lnTo>
                  <a:pt x="7833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193">
            <a:solidFill>
              <a:srgbClr val="666666"/>
            </a:solidFill>
            <a:prstDash val="solid"/>
          </a:ln>
        </p:spPr>
      </p:sp>
      <p:sp>
        <p:nvSpPr>
          <p:cNvPr id="1168" name="path-1110">
            <a:extLst xmlns:a="http://schemas.openxmlformats.org/drawingml/2006/main">
              <a:ext uri="{FF2B5EF4-FFF2-40B4-BE49-F238E27FC236}">
                <a16:creationId xmlns:a16="http://schemas.microsoft.com/office/drawing/2014/main" id="{99CBB9F1-33ED-4FA2-A63A-FCF6E008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462" y="6044336"/>
            <a:ext cx="783336" cy="217228"/>
          </a:xfrm>
          <a:custGeom xmlns:a="http://schemas.openxmlformats.org/drawingml/2006/main">
            <a:pathLst>
              <a:path w="783336" h="217228">
                <a:moveTo>
                  <a:pt x="0" y="0"/>
                </a:moveTo>
                <a:lnTo>
                  <a:pt x="604594" y="0"/>
                </a:lnTo>
                <a:lnTo>
                  <a:pt x="604594" y="217228"/>
                </a:lnTo>
                <a:lnTo>
                  <a:pt x="783336" y="217228"/>
                </a:lnTo>
              </a:path>
            </a:pathLst>
          </a:custGeom>
          <a:noFill xmlns:a="http://schemas.openxmlformats.org/drawingml/2006/main"/>
          <a:ln xmlns:a="http://schemas.openxmlformats.org/drawingml/2006/main" w="18193">
            <a:solidFill>
              <a:srgbClr val="666666"/>
            </a:solidFill>
            <a:prstDash val="solid"/>
          </a:ln>
        </p:spPr>
      </p:sp>
      <p:pic>
        <p:nvPicPr>
          <p:cNvPr id="1169" name="">
            <a:extLst xmlns:a="http://schemas.openxmlformats.org/drawingml/2006/main">
              <a:ext uri="{FF2B5EF4-FFF2-40B4-BE49-F238E27FC236}">
                <a16:creationId xmlns:a16="http://schemas.microsoft.com/office/drawing/2014/main" id="{70AB3F48-52C2-468C-B514-0C240A6BB2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7352b54884e5c"/>
          <a:stretch xmlns:a="http://schemas.openxmlformats.org/drawingml/2006/main"/>
        </p:blipFill>
        <p:spPr>
          <a:xfrm xmlns:a="http://schemas.openxmlformats.org/drawingml/2006/main">
            <a:off x="8298610" y="5475462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1170" name="path-1112">
            <a:extLst xmlns:a="http://schemas.openxmlformats.org/drawingml/2006/main">
              <a:ext uri="{FF2B5EF4-FFF2-40B4-BE49-F238E27FC236}">
                <a16:creationId xmlns:a16="http://schemas.microsoft.com/office/drawing/2014/main" id="{DA0E226F-B79C-4E6A-9487-E61F51DB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876" y="5632347"/>
            <a:ext cx="1623762" cy="389673"/>
          </a:xfrm>
          <a:custGeom xmlns:a="http://schemas.openxmlformats.org/drawingml/2006/main">
            <a:pathLst>
              <a:path w="1623762" h="389673">
                <a:moveTo>
                  <a:pt x="0" y="0"/>
                </a:moveTo>
                <a:lnTo>
                  <a:pt x="1623762" y="0"/>
                </a:lnTo>
                <a:lnTo>
                  <a:pt x="1623762" y="389673"/>
                </a:lnTo>
                <a:lnTo>
                  <a:pt x="0" y="38967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1" name="path-1113">
            <a:extLst xmlns:a="http://schemas.openxmlformats.org/drawingml/2006/main">
              <a:ext uri="{FF2B5EF4-FFF2-40B4-BE49-F238E27FC236}">
                <a16:creationId xmlns:a16="http://schemas.microsoft.com/office/drawing/2014/main" id="{9F73E016-FA62-4830-8C9C-9DA2E1F3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894" y="5632345"/>
            <a:ext cx="1623762" cy="389702"/>
          </a:xfrm>
          <a:custGeom xmlns:a="http://schemas.openxmlformats.org/drawingml/2006/main">
            <a:pathLst>
              <a:path w="1623762" h="389702">
                <a:moveTo>
                  <a:pt x="0" y="0"/>
                </a:moveTo>
                <a:lnTo>
                  <a:pt x="0" y="389702"/>
                </a:lnTo>
                <a:lnTo>
                  <a:pt x="1623762" y="389702"/>
                </a:lnTo>
                <a:lnTo>
                  <a:pt x="162376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193">
            <a:solidFill>
              <a:srgbClr val="666666"/>
            </a:solidFill>
            <a:prstDash val="solid"/>
          </a:ln>
        </p:spPr>
      </p:sp>
      <p:sp>
        <p:nvSpPr>
          <p:cNvPr id="1172" name="text-1114 Real-world">
            <a:extLst xmlns:a="http://schemas.openxmlformats.org/drawingml/2006/main">
              <a:ext uri="{FF2B5EF4-FFF2-40B4-BE49-F238E27FC236}">
                <a16:creationId xmlns:a16="http://schemas.microsoft.com/office/drawing/2014/main" id="{813E41C4-E71B-4E64-84D8-D32B36F8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5264" y="5621674"/>
            <a:ext cx="866495" cy="229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9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Real-world</a:t>
            </a:r>
          </a:p>
        </p:txBody>
      </p:sp>
      <p:sp>
        <p:nvSpPr>
          <p:cNvPr id="1173" name="text-1115 Applications">
            <a:extLst xmlns:a="http://schemas.openxmlformats.org/drawingml/2006/main">
              <a:ext uri="{FF2B5EF4-FFF2-40B4-BE49-F238E27FC236}">
                <a16:creationId xmlns:a16="http://schemas.microsoft.com/office/drawing/2014/main" id="{A067BB33-C55B-48B7-A83D-585192C0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32507" y="5808973"/>
            <a:ext cx="1011982" cy="229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9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Applications</a:t>
            </a:r>
          </a:p>
        </p:txBody>
      </p:sp>
      <p:sp>
        <p:nvSpPr>
          <p:cNvPr id="1174" name="path-1116">
            <a:extLst xmlns:a="http://schemas.openxmlformats.org/drawingml/2006/main">
              <a:ext uri="{FF2B5EF4-FFF2-40B4-BE49-F238E27FC236}">
                <a16:creationId xmlns:a16="http://schemas.microsoft.com/office/drawing/2014/main" id="{140C28DA-A793-42CE-9046-7BBD1F1E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876" y="6066724"/>
            <a:ext cx="1623762" cy="389673"/>
          </a:xfrm>
          <a:custGeom xmlns:a="http://schemas.openxmlformats.org/drawingml/2006/main">
            <a:pathLst>
              <a:path w="1623762" h="389673">
                <a:moveTo>
                  <a:pt x="0" y="0"/>
                </a:moveTo>
                <a:lnTo>
                  <a:pt x="1623762" y="0"/>
                </a:lnTo>
                <a:lnTo>
                  <a:pt x="1623762" y="389673"/>
                </a:lnTo>
                <a:lnTo>
                  <a:pt x="0" y="38967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5" name="path-1117">
            <a:extLst xmlns:a="http://schemas.openxmlformats.org/drawingml/2006/main">
              <a:ext uri="{FF2B5EF4-FFF2-40B4-BE49-F238E27FC236}">
                <a16:creationId xmlns:a16="http://schemas.microsoft.com/office/drawing/2014/main" id="{3A68D9A4-E9F4-4B3E-85AB-B441679D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894" y="6066713"/>
            <a:ext cx="1623762" cy="389702"/>
          </a:xfrm>
          <a:custGeom xmlns:a="http://schemas.openxmlformats.org/drawingml/2006/main">
            <a:pathLst>
              <a:path w="1623762" h="389702">
                <a:moveTo>
                  <a:pt x="0" y="0"/>
                </a:moveTo>
                <a:lnTo>
                  <a:pt x="0" y="389702"/>
                </a:lnTo>
                <a:lnTo>
                  <a:pt x="1623762" y="389702"/>
                </a:lnTo>
                <a:lnTo>
                  <a:pt x="162376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193">
            <a:solidFill>
              <a:srgbClr val="666666"/>
            </a:solidFill>
            <a:prstDash val="solid"/>
          </a:ln>
        </p:spPr>
      </p:sp>
      <p:sp>
        <p:nvSpPr>
          <p:cNvPr id="1176" name="text-1118 Future">
            <a:extLst xmlns:a="http://schemas.openxmlformats.org/drawingml/2006/main">
              <a:ext uri="{FF2B5EF4-FFF2-40B4-BE49-F238E27FC236}">
                <a16:creationId xmlns:a16="http://schemas.microsoft.com/office/drawing/2014/main" id="{A4E100AD-53C1-4152-86E8-52F8DDA7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9086" y="6056054"/>
            <a:ext cx="538833" cy="2292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9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89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89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Future</a:t>
            </a:r>
          </a:p>
        </p:txBody>
      </p:sp>
      <p:sp>
        <p:nvSpPr>
          <p:cNvPr id="1177" name="text-1119 Advancements">
            <a:extLst xmlns:a="http://schemas.openxmlformats.org/drawingml/2006/main">
              <a:ext uri="{FF2B5EF4-FFF2-40B4-BE49-F238E27FC236}">
                <a16:creationId xmlns:a16="http://schemas.microsoft.com/office/drawing/2014/main" id="{96495D1B-6B17-4FF6-BBC9-4BBBDA9C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1368" y="6243341"/>
            <a:ext cx="1194322" cy="229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90" b="1" i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90" b="1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Advancements</a:t>
            </a:r>
          </a:p>
        </p:txBody>
      </p:sp>
      <p:sp>
        <p:nvSpPr>
          <p:cNvPr id="1178" name="path-1120">
            <a:extLst xmlns:a="http://schemas.openxmlformats.org/drawingml/2006/main">
              <a:ext uri="{FF2B5EF4-FFF2-40B4-BE49-F238E27FC236}">
                <a16:creationId xmlns:a16="http://schemas.microsoft.com/office/drawing/2014/main" id="{6115709E-03BC-41C5-9236-81E60BBE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070" y="5830507"/>
            <a:ext cx="427728" cy="427718"/>
          </a:xfrm>
          <a:custGeom xmlns:a="http://schemas.openxmlformats.org/drawingml/2006/main">
            <a:pathLst>
              <a:path w="427728" h="427718">
                <a:moveTo>
                  <a:pt x="351588" y="76094"/>
                </a:moveTo>
                <a:cubicBezTo>
                  <a:pt x="427728" y="152179"/>
                  <a:pt x="427728" y="275540"/>
                  <a:pt x="351588" y="351633"/>
                </a:cubicBezTo>
                <a:cubicBezTo>
                  <a:pt x="275540" y="427718"/>
                  <a:pt x="152188" y="427718"/>
                  <a:pt x="76049" y="351633"/>
                </a:cubicBezTo>
                <a:cubicBezTo>
                  <a:pt x="0" y="275540"/>
                  <a:pt x="0" y="152179"/>
                  <a:pt x="76049" y="76094"/>
                </a:cubicBezTo>
                <a:cubicBezTo>
                  <a:pt x="152188" y="0"/>
                  <a:pt x="275540" y="0"/>
                  <a:pt x="351588" y="76094"/>
                </a:cubicBezTo>
              </a:path>
            </a:pathLst>
          </a:custGeom>
          <a:solidFill xmlns:a="http://schemas.openxmlformats.org/drawingml/2006/main">
            <a:srgbClr val="F121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9" name="path-1121">
            <a:extLst xmlns:a="http://schemas.openxmlformats.org/drawingml/2006/main">
              <a:ext uri="{FF2B5EF4-FFF2-40B4-BE49-F238E27FC236}">
                <a16:creationId xmlns:a16="http://schemas.microsoft.com/office/drawing/2014/main" id="{BDBEB8FA-D93B-4C32-A806-5727CDCB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0050" y="5909567"/>
            <a:ext cx="203676" cy="245628"/>
          </a:xfrm>
          <a:custGeom xmlns:a="http://schemas.openxmlformats.org/drawingml/2006/main">
            <a:pathLst>
              <a:path w="203676" h="245628">
                <a:moveTo>
                  <a:pt x="187302" y="94250"/>
                </a:moveTo>
                <a:lnTo>
                  <a:pt x="168199" y="94250"/>
                </a:lnTo>
                <a:lnTo>
                  <a:pt x="168199" y="60674"/>
                </a:lnTo>
                <a:cubicBezTo>
                  <a:pt x="168381" y="24315"/>
                  <a:pt x="138543" y="0"/>
                  <a:pt x="101884" y="0"/>
                </a:cubicBezTo>
                <a:cubicBezTo>
                  <a:pt x="65224" y="0"/>
                  <a:pt x="35295" y="24624"/>
                  <a:pt x="35295" y="60993"/>
                </a:cubicBezTo>
                <a:lnTo>
                  <a:pt x="35295" y="94250"/>
                </a:lnTo>
                <a:lnTo>
                  <a:pt x="16284" y="94250"/>
                </a:lnTo>
                <a:cubicBezTo>
                  <a:pt x="7278" y="94323"/>
                  <a:pt x="91" y="101591"/>
                  <a:pt x="0" y="110561"/>
                </a:cubicBezTo>
                <a:lnTo>
                  <a:pt x="0" y="229300"/>
                </a:lnTo>
                <a:cubicBezTo>
                  <a:pt x="91" y="233649"/>
                  <a:pt x="1820" y="237806"/>
                  <a:pt x="4913" y="240863"/>
                </a:cubicBezTo>
                <a:cubicBezTo>
                  <a:pt x="8005" y="243919"/>
                  <a:pt x="12099" y="245628"/>
                  <a:pt x="16466" y="245610"/>
                </a:cubicBezTo>
                <a:lnTo>
                  <a:pt x="187302" y="245610"/>
                </a:lnTo>
                <a:cubicBezTo>
                  <a:pt x="191577" y="245628"/>
                  <a:pt x="195761" y="243919"/>
                  <a:pt x="198855" y="240863"/>
                </a:cubicBezTo>
                <a:cubicBezTo>
                  <a:pt x="201948" y="237806"/>
                  <a:pt x="203676" y="233649"/>
                  <a:pt x="203676" y="229300"/>
                </a:cubicBezTo>
                <a:lnTo>
                  <a:pt x="203676" y="110561"/>
                </a:lnTo>
                <a:cubicBezTo>
                  <a:pt x="203676" y="106221"/>
                  <a:pt x="201948" y="102056"/>
                  <a:pt x="198855" y="98999"/>
                </a:cubicBezTo>
                <a:cubicBezTo>
                  <a:pt x="195761" y="95942"/>
                  <a:pt x="191577" y="94232"/>
                  <a:pt x="187302" y="94250"/>
                </a:cubicBezTo>
                <a:moveTo>
                  <a:pt x="111072" y="173010"/>
                </a:moveTo>
                <a:lnTo>
                  <a:pt x="111072" y="198971"/>
                </a:lnTo>
                <a:cubicBezTo>
                  <a:pt x="111072" y="199536"/>
                  <a:pt x="110889" y="200091"/>
                  <a:pt x="110434" y="200491"/>
                </a:cubicBezTo>
                <a:cubicBezTo>
                  <a:pt x="110071" y="200900"/>
                  <a:pt x="109524" y="201128"/>
                  <a:pt x="108980" y="201128"/>
                </a:cubicBezTo>
                <a:lnTo>
                  <a:pt x="94788" y="201128"/>
                </a:lnTo>
                <a:cubicBezTo>
                  <a:pt x="93606" y="201128"/>
                  <a:pt x="92605" y="200163"/>
                  <a:pt x="92605" y="198971"/>
                </a:cubicBezTo>
                <a:lnTo>
                  <a:pt x="92605" y="173010"/>
                </a:lnTo>
                <a:cubicBezTo>
                  <a:pt x="85782" y="169617"/>
                  <a:pt x="81507" y="162676"/>
                  <a:pt x="81417" y="155053"/>
                </a:cubicBezTo>
                <a:cubicBezTo>
                  <a:pt x="82053" y="144192"/>
                  <a:pt x="90967" y="135686"/>
                  <a:pt x="101884" y="135686"/>
                </a:cubicBezTo>
                <a:cubicBezTo>
                  <a:pt x="112709" y="135686"/>
                  <a:pt x="121714" y="144192"/>
                  <a:pt x="122351" y="155053"/>
                </a:cubicBezTo>
                <a:cubicBezTo>
                  <a:pt x="122351" y="162685"/>
                  <a:pt x="117985" y="169635"/>
                  <a:pt x="111072" y="173010"/>
                </a:cubicBezTo>
                <a:moveTo>
                  <a:pt x="142819" y="94696"/>
                </a:moveTo>
                <a:lnTo>
                  <a:pt x="60949" y="94696"/>
                </a:lnTo>
                <a:lnTo>
                  <a:pt x="60949" y="58455"/>
                </a:lnTo>
                <a:cubicBezTo>
                  <a:pt x="60949" y="39415"/>
                  <a:pt x="79324" y="23742"/>
                  <a:pt x="101884" y="23742"/>
                </a:cubicBezTo>
                <a:cubicBezTo>
                  <a:pt x="124534" y="23742"/>
                  <a:pt x="142910" y="39352"/>
                  <a:pt x="142910" y="58455"/>
                </a:cubicBezTo>
                <a:lnTo>
                  <a:pt x="142819" y="9469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0" name="Warning 1 white stem">
            <a:extLst xmlns:a="http://schemas.openxmlformats.org/drawingml/2006/main">
              <a:ext uri="{FF2B5EF4-FFF2-40B4-BE49-F238E27FC236}">
                <a16:creationId xmlns:a16="http://schemas.microsoft.com/office/drawing/2014/main" id="{D5697709-D717-41AB-AA63-364DF321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9863" y="4724400"/>
            <a:ext cx="28575" cy="95250"/>
          </a:xfrm>
          <a:custGeom xmlns:a="http://schemas.openxmlformats.org/drawingml/2006/main">
            <a:pathLst>
              <a:path w="28575" h="95250">
                <a:moveTo>
                  <a:pt x="0" y="0"/>
                </a:moveTo>
                <a:lnTo>
                  <a:pt x="28575" y="0"/>
                </a:lnTo>
                <a:lnTo>
                  <a:pt x="28575" y="952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1" name="Warning 1 white dot">
            <a:extLst xmlns:a="http://schemas.openxmlformats.org/drawingml/2006/main">
              <a:ext uri="{FF2B5EF4-FFF2-40B4-BE49-F238E27FC236}">
                <a16:creationId xmlns:a16="http://schemas.microsoft.com/office/drawing/2014/main" id="{5BF9A31F-3409-4E52-9A0C-9AA8EEF7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9863" y="4848225"/>
            <a:ext cx="28575" cy="28575"/>
          </a:xfrm>
          <a:custGeom xmlns:a="http://schemas.openxmlformats.org/drawingml/2006/main">
            <a:pathLst>
              <a:path w="28575" h="28575">
                <a:moveTo>
                  <a:pt x="0" y="0"/>
                </a:moveTo>
                <a:lnTo>
                  <a:pt x="28575" y="0"/>
                </a:lnTo>
                <a:lnTo>
                  <a:pt x="28575" y="28575"/>
                </a:lnTo>
                <a:lnTo>
                  <a:pt x="0" y="285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2" name="Warning 2 white stem">
            <a:extLst xmlns:a="http://schemas.openxmlformats.org/drawingml/2006/main">
              <a:ext uri="{FF2B5EF4-FFF2-40B4-BE49-F238E27FC236}">
                <a16:creationId xmlns:a16="http://schemas.microsoft.com/office/drawing/2014/main" id="{F9D3A4A1-675F-40A8-9E51-382DA321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9938" y="4724400"/>
            <a:ext cx="28575" cy="95250"/>
          </a:xfrm>
          <a:custGeom xmlns:a="http://schemas.openxmlformats.org/drawingml/2006/main">
            <a:pathLst>
              <a:path w="28575" h="95250">
                <a:moveTo>
                  <a:pt x="0" y="0"/>
                </a:moveTo>
                <a:lnTo>
                  <a:pt x="28575" y="0"/>
                </a:lnTo>
                <a:lnTo>
                  <a:pt x="28575" y="952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3" name="Warning 2 white dot">
            <a:extLst xmlns:a="http://schemas.openxmlformats.org/drawingml/2006/main">
              <a:ext uri="{FF2B5EF4-FFF2-40B4-BE49-F238E27FC236}">
                <a16:creationId xmlns:a16="http://schemas.microsoft.com/office/drawing/2014/main" id="{5BD11B71-CA9B-47F6-AD9C-BAE392C1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9938" y="4848225"/>
            <a:ext cx="28575" cy="28575"/>
          </a:xfrm>
          <a:custGeom xmlns:a="http://schemas.openxmlformats.org/drawingml/2006/main">
            <a:pathLst>
              <a:path w="28575" h="28575">
                <a:moveTo>
                  <a:pt x="0" y="0"/>
                </a:moveTo>
                <a:lnTo>
                  <a:pt x="28575" y="0"/>
                </a:lnTo>
                <a:lnTo>
                  <a:pt x="28575" y="28575"/>
                </a:lnTo>
                <a:lnTo>
                  <a:pt x="0" y="285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4" name="Warning 3 white stem">
            <a:extLst xmlns:a="http://schemas.openxmlformats.org/drawingml/2006/main">
              <a:ext uri="{FF2B5EF4-FFF2-40B4-BE49-F238E27FC236}">
                <a16:creationId xmlns:a16="http://schemas.microsoft.com/office/drawing/2014/main" id="{248250D2-BE90-4DE0-AE0C-2646BD5F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5738" y="4724400"/>
            <a:ext cx="28575" cy="95250"/>
          </a:xfrm>
          <a:custGeom xmlns:a="http://schemas.openxmlformats.org/drawingml/2006/main">
            <a:pathLst>
              <a:path w="28575" h="95250">
                <a:moveTo>
                  <a:pt x="0" y="0"/>
                </a:moveTo>
                <a:lnTo>
                  <a:pt x="28575" y="0"/>
                </a:lnTo>
                <a:lnTo>
                  <a:pt x="28575" y="952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5" name="Warning 3 white dot">
            <a:extLst xmlns:a="http://schemas.openxmlformats.org/drawingml/2006/main">
              <a:ext uri="{FF2B5EF4-FFF2-40B4-BE49-F238E27FC236}">
                <a16:creationId xmlns:a16="http://schemas.microsoft.com/office/drawing/2014/main" id="{77C86937-2DE2-4CFE-BEB5-4388172D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5738" y="4848225"/>
            <a:ext cx="28575" cy="28575"/>
          </a:xfrm>
          <a:custGeom xmlns:a="http://schemas.openxmlformats.org/drawingml/2006/main">
            <a:pathLst>
              <a:path w="28575" h="28575">
                <a:moveTo>
                  <a:pt x="0" y="0"/>
                </a:moveTo>
                <a:lnTo>
                  <a:pt x="28575" y="0"/>
                </a:lnTo>
                <a:lnTo>
                  <a:pt x="28575" y="28575"/>
                </a:lnTo>
                <a:lnTo>
                  <a:pt x="0" y="285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009072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2026-10-14T12:29:20.0110000Z</dcterms:created>
  <dcterms:modified xsi:type="dcterms:W3CDTF">2026-10-14T12:29:20.0110000Z</dcterms:modified>
</coreProperties>
</file>