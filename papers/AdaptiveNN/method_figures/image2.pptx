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dcea51ec54880" /><Relationship Type="http://schemas.openxmlformats.org/officeDocument/2006/relationships/extended-properties" Target="/docProps/app.xml" Id="R12bba2d074bf4c0c" /><Relationship Type="http://schemas.openxmlformats.org/officeDocument/2006/relationships/officeDocument" Target="/ppt/presentation.xml" Id="Re17e9d275d824b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f1b44e8094e9e"/>
  </p:sldMasterIdLst>
  <p:notesMasterIdLst>
    <p:notesMasterId xmlns:r="http://schemas.openxmlformats.org/officeDocument/2006/relationships" r:id="R05cb01ba83454a1e"/>
  </p:notesMasterIdLst>
  <p:sldIdLst>
    <p:sldId xmlns:r="http://schemas.openxmlformats.org/officeDocument/2006/relationships" id="256" r:id="Rc00ae8f30b614dba"/>
  </p:sldIdLst>
  <p:sldSz cx="12296775" cy="7019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422d146ec747af" /><Relationship Type="http://schemas.openxmlformats.org/officeDocument/2006/relationships/slideMaster" Target="/ppt/slideMasters/slideMaster1.xml" Id="Rf2cf1b44e8094e9e" /><Relationship Type="http://schemas.openxmlformats.org/officeDocument/2006/relationships/notesMaster" Target="/ppt/notesMasters/notesMaster1.xml" Id="R05cb01ba83454a1e" /><Relationship Type="http://schemas.openxmlformats.org/officeDocument/2006/relationships/presProps" Target="/ppt/presProps.xml" Id="R5795cc3544244470" /><Relationship Type="http://schemas.openxmlformats.org/officeDocument/2006/relationships/tableStyles" Target="/ppt/tableStyles.xml" Id="Rb023b056633e4193" /><Relationship Type="http://schemas.openxmlformats.org/officeDocument/2006/relationships/slide" Target="/ppt/slides/slide1.xml" Id="Rc00ae8f30b61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a4fa241ea7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463041dab14bab" /><Relationship Type="http://schemas.openxmlformats.org/officeDocument/2006/relationships/notesMaster" Target="/ppt/notesMasters/notesMaster1.xml" Id="R8b7bc0efeb2744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AdaptiveNN Sequential Fixation Pipeline</a:t>
            </a:r>
          </a:p>
          <a:p xmlns:a="http://schemas.openxmlformats.org/drawingml/2006/main">
            <a:r>
              <a:t>Source: https://arxiv.org/abs/2509.15333</a:t>
            </a:r>
          </a:p>
          <a:p xmlns:a="http://schemas.openxmlformats.org/drawingml/2006/main">
            <a:r>
              <a:t>Approved image: image2.png; SHA-256: 73712e02899820ee58064abd57753b9f3aaef13365f35adf47fd1413809ffab6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(11).</a:t>
            </a:r>
          </a:p>
          <a:p xmlns:a="http://schemas.openxmlformats.org/drawingml/2006/main">
            <a:r>
              <a:t>Font substitution: source PDF families mapped to Times New Roman,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e29ac83d34f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655e9be9849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29f77f6f048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fcad1535347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6a42ba91d42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cb1a85cb7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4C1B55-4F10-4018-965A-346A48377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29678" y="2651972"/>
            <a:ext cx="9837420" cy="1013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3118BD-FFD4-4097-A527-C010AAFFB0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44516" y="3860959"/>
            <a:ext cx="8607743" cy="77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0ACA33-CC83-4139-94E7-2E63546B9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29678" y="2924969"/>
            <a:ext cx="9837420" cy="1169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3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A534C7-873E-4E33-A81C-3F2EF14AF4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1694" y="545994"/>
            <a:ext cx="10913388" cy="85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12C0D0-7EFD-424C-8941-20EB27418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1694" y="1949979"/>
            <a:ext cx="10913388" cy="436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65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984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40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82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60242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66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508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250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92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F6280C-1F47-40B8-B521-CC3ECB461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1694" y="545994"/>
            <a:ext cx="10913388" cy="85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19F459-80E6-4BC7-87B5-C4126D04D7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1694" y="1949979"/>
            <a:ext cx="5072420" cy="436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65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984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40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82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60242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66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508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250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92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C546C6-D6A1-4565-9DC1-26C59BB0C8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32662" y="1949979"/>
            <a:ext cx="5072420" cy="436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65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984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40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82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60242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66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508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250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92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493EEB-4281-4CF6-AB3F-CA1D70EDE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1694" y="545994"/>
            <a:ext cx="10913388" cy="85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39DD63-18FF-4445-9A40-E6A68D5115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1694" y="1949979"/>
            <a:ext cx="5072420" cy="436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0565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1pPr>
            <a:lvl2pPr marL="537984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2pPr>
            <a:lvl3pPr marL="84540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3pPr>
            <a:lvl4pPr marL="1152823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4pPr>
            <a:lvl5pPr marL="1460242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5pPr>
            <a:lvl6pPr marL="176766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6pPr>
            <a:lvl7pPr marL="2075081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7pPr>
            <a:lvl8pPr marL="238250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8pPr>
            <a:lvl9pPr marL="2689920" indent="-230565">
              <a:lnSpc>
                <a:spcPct val="110000"/>
              </a:lnSpc>
              <a:spcBef>
                <a:spcPts val="0"/>
              </a:spcBef>
              <a:spcAft>
                <a:spcPts val="12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4fa7544e94b48" /><Relationship Type="http://schemas.openxmlformats.org/officeDocument/2006/relationships/slideLayout" Target="/ppt/slideLayouts/slideLayout1.xml" Id="Ra401ab62aa59498e" /><Relationship Type="http://schemas.openxmlformats.org/officeDocument/2006/relationships/slideLayout" Target="/ppt/slideLayouts/slideLayout2.xml" Id="R6671af6b4d314e5e" /><Relationship Type="http://schemas.openxmlformats.org/officeDocument/2006/relationships/slideLayout" Target="/ppt/slideLayouts/slideLayout3.xml" Id="R8e32479a462b40cb" /><Relationship Type="http://schemas.openxmlformats.org/officeDocument/2006/relationships/slideLayout" Target="/ppt/slideLayouts/slideLayout4.xml" Id="Rfaf96be589824b49" /><Relationship Type="http://schemas.openxmlformats.org/officeDocument/2006/relationships/slideLayout" Target="/ppt/slideLayouts/slideLayout5.xml" Id="R1a598292acf24680" /><Relationship Type="http://schemas.openxmlformats.org/officeDocument/2006/relationships/slideLayout" Target="/ppt/slideLayouts/slideLayout6.xml" Id="R7810d82e0924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1ab62aa59498e"/>
    <p:sldLayoutId xmlns:r="http://schemas.openxmlformats.org/officeDocument/2006/relationships" id="2147483650" r:id="R6671af6b4d314e5e"/>
    <p:sldLayoutId xmlns:r="http://schemas.openxmlformats.org/officeDocument/2006/relationships" id="2147483651" r:id="R8e32479a462b40cb"/>
    <p:sldLayoutId xmlns:r="http://schemas.openxmlformats.org/officeDocument/2006/relationships" id="2147483652" r:id="Rfaf96be589824b49"/>
    <p:sldLayoutId xmlns:r="http://schemas.openxmlformats.org/officeDocument/2006/relationships" id="2147483653" r:id="R1a598292acf24680"/>
    <p:sldLayoutId xmlns:r="http://schemas.openxmlformats.org/officeDocument/2006/relationships" id="2147483654" r:id="R7810d82e0924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01533dc4b42bc" /><Relationship Type="http://schemas.openxmlformats.org/officeDocument/2006/relationships/image" Target="/ppt/media/image.png" Id="Rd96969c438d044e7" /><Relationship Type="http://schemas.openxmlformats.org/officeDocument/2006/relationships/image" Target="/ppt/media/image2.png" Id="R59278261d88d419f" /><Relationship Type="http://schemas.openxmlformats.org/officeDocument/2006/relationships/image" Target="/ppt/media/image3.png" Id="Re122f26bccf340b5" /><Relationship Type="http://schemas.openxmlformats.org/officeDocument/2006/relationships/image" Target="/ppt/media/image4.png" Id="R1fddd6a1f2804310" /><Relationship Type="http://schemas.openxmlformats.org/officeDocument/2006/relationships/image" Target="/ppt/media/image5.png" Id="Rbf8c3ac5c48240b0" /><Relationship Type="http://schemas.openxmlformats.org/officeDocument/2006/relationships/image" Target="/ppt/media/image6.png" Id="Rb8178a46ec96456b" /><Relationship Type="http://schemas.openxmlformats.org/officeDocument/2006/relationships/image" Target="/ppt/media/image7.png" Id="R0cb36b5531a046e9" /><Relationship Type="http://schemas.openxmlformats.org/officeDocument/2006/relationships/image" Target="/ppt/media/image8.png" Id="Rf2c3d84fe62340a2" /><Relationship Type="http://schemas.openxmlformats.org/officeDocument/2006/relationships/image" Target="/ppt/media/image9.png" Id="R11b4bfdb6dba42bc" /><Relationship Type="http://schemas.openxmlformats.org/officeDocument/2006/relationships/image" Target="/ppt/media/image10.png" Id="R66d4b8aec51e4452" /><Relationship Type="http://schemas.openxmlformats.org/officeDocument/2006/relationships/image" Target="/ppt/media/image11.png" Id="R2b00764c637c4ff6" /><Relationship Type="http://schemas.openxmlformats.org/officeDocument/2006/relationships/notesSlide" Target="/ppt/notesSlides/notesSlide1.xml" Id="R76c922690ecf4e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0" name="path-1">
            <a:extLst xmlns:a="http://schemas.openxmlformats.org/drawingml/2006/main">
              <a:ext uri="{FF2B5EF4-FFF2-40B4-BE49-F238E27FC236}">
                <a16:creationId xmlns:a16="http://schemas.microsoft.com/office/drawing/2014/main" id="{8BBFF1B7-98A4-4035-AF1F-E34A5C7C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674" y="290735"/>
            <a:ext cx="139063" cy="150362"/>
          </a:xfrm>
          <a:custGeom xmlns:a="http://schemas.openxmlformats.org/drawingml/2006/main">
            <a:pathLst>
              <a:path w="139063" h="150362">
                <a:moveTo>
                  <a:pt x="139063" y="104070"/>
                </a:moveTo>
                <a:lnTo>
                  <a:pt x="132833" y="104070"/>
                </a:lnTo>
                <a:cubicBezTo>
                  <a:pt x="126159" y="118537"/>
                  <a:pt x="121708" y="124770"/>
                  <a:pt x="114143" y="131224"/>
                </a:cubicBezTo>
                <a:cubicBezTo>
                  <a:pt x="103686" y="139681"/>
                  <a:pt x="91447" y="143467"/>
                  <a:pt x="74095" y="143467"/>
                </a:cubicBezTo>
                <a:cubicBezTo>
                  <a:pt x="59632" y="143467"/>
                  <a:pt x="55625" y="140574"/>
                  <a:pt x="55625" y="131003"/>
                </a:cubicBezTo>
                <a:lnTo>
                  <a:pt x="55625" y="77137"/>
                </a:lnTo>
                <a:cubicBezTo>
                  <a:pt x="79880" y="77137"/>
                  <a:pt x="89003" y="85818"/>
                  <a:pt x="91671" y="111638"/>
                </a:cubicBezTo>
                <a:lnTo>
                  <a:pt x="97456" y="111638"/>
                </a:lnTo>
                <a:lnTo>
                  <a:pt x="97456" y="36521"/>
                </a:lnTo>
                <a:lnTo>
                  <a:pt x="91671" y="36521"/>
                </a:lnTo>
                <a:cubicBezTo>
                  <a:pt x="88334" y="61821"/>
                  <a:pt x="79656" y="69797"/>
                  <a:pt x="55625" y="69572"/>
                </a:cubicBezTo>
                <a:lnTo>
                  <a:pt x="55625" y="18035"/>
                </a:lnTo>
                <a:cubicBezTo>
                  <a:pt x="55625" y="9571"/>
                  <a:pt x="58518" y="7568"/>
                  <a:pt x="70088" y="7568"/>
                </a:cubicBezTo>
                <a:cubicBezTo>
                  <a:pt x="106355" y="7568"/>
                  <a:pt x="117260" y="15139"/>
                  <a:pt x="122821" y="44761"/>
                </a:cubicBezTo>
                <a:lnTo>
                  <a:pt x="128382" y="44761"/>
                </a:lnTo>
                <a:lnTo>
                  <a:pt x="128382" y="0"/>
                </a:lnTo>
                <a:lnTo>
                  <a:pt x="0" y="0"/>
                </a:lnTo>
                <a:lnTo>
                  <a:pt x="0" y="5565"/>
                </a:lnTo>
                <a:cubicBezTo>
                  <a:pt x="15353" y="6454"/>
                  <a:pt x="19580" y="10019"/>
                  <a:pt x="19580" y="21379"/>
                </a:cubicBezTo>
                <a:lnTo>
                  <a:pt x="19580" y="129000"/>
                </a:lnTo>
                <a:cubicBezTo>
                  <a:pt x="19580" y="140574"/>
                  <a:pt x="16466" y="143022"/>
                  <a:pt x="0" y="144801"/>
                </a:cubicBezTo>
                <a:lnTo>
                  <a:pt x="0" y="150362"/>
                </a:lnTo>
                <a:lnTo>
                  <a:pt x="130165" y="150362"/>
                </a:lnTo>
                <a:lnTo>
                  <a:pt x="139063" y="104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94245C1A-D0EC-483A-889F-41BDFB84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083" y="335931"/>
            <a:ext cx="177557" cy="105167"/>
          </a:xfrm>
          <a:custGeom xmlns:a="http://schemas.openxmlformats.org/drawingml/2006/main">
            <a:pathLst>
              <a:path w="177557" h="105167">
                <a:moveTo>
                  <a:pt x="177557" y="105167"/>
                </a:moveTo>
                <a:lnTo>
                  <a:pt x="177557" y="99830"/>
                </a:lnTo>
                <a:cubicBezTo>
                  <a:pt x="168879" y="99385"/>
                  <a:pt x="166431" y="96716"/>
                  <a:pt x="166431" y="87156"/>
                </a:cubicBezTo>
                <a:lnTo>
                  <a:pt x="166431" y="31361"/>
                </a:lnTo>
                <a:cubicBezTo>
                  <a:pt x="166431" y="12239"/>
                  <a:pt x="154640" y="0"/>
                  <a:pt x="136395" y="0"/>
                </a:cubicBezTo>
                <a:cubicBezTo>
                  <a:pt x="123711" y="0"/>
                  <a:pt x="115257" y="5120"/>
                  <a:pt x="103686" y="19355"/>
                </a:cubicBezTo>
                <a:cubicBezTo>
                  <a:pt x="97012" y="5340"/>
                  <a:pt x="89223" y="0"/>
                  <a:pt x="75205" y="0"/>
                </a:cubicBezTo>
                <a:cubicBezTo>
                  <a:pt x="61190" y="0"/>
                  <a:pt x="50954" y="6009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91" y="9282"/>
                  <a:pt x="12239" y="11954"/>
                  <a:pt x="12239" y="21073"/>
                </a:cubicBezTo>
                <a:lnTo>
                  <a:pt x="12239" y="86480"/>
                </a:lnTo>
                <a:cubicBezTo>
                  <a:pt x="12239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3402" y="105167"/>
                </a:lnTo>
                <a:lnTo>
                  <a:pt x="53402" y="99830"/>
                </a:lnTo>
                <a:cubicBezTo>
                  <a:pt x="45613" y="98716"/>
                  <a:pt x="43165" y="95603"/>
                  <a:pt x="43165" y="87149"/>
                </a:cubicBezTo>
                <a:lnTo>
                  <a:pt x="43165" y="27748"/>
                </a:lnTo>
                <a:cubicBezTo>
                  <a:pt x="43165" y="26414"/>
                  <a:pt x="46727" y="22187"/>
                  <a:pt x="49619" y="19963"/>
                </a:cubicBezTo>
                <a:cubicBezTo>
                  <a:pt x="54291" y="16466"/>
                  <a:pt x="58073" y="14908"/>
                  <a:pt x="61855" y="14908"/>
                </a:cubicBezTo>
                <a:cubicBezTo>
                  <a:pt x="70533" y="14908"/>
                  <a:pt x="73871" y="20024"/>
                  <a:pt x="73871" y="33360"/>
                </a:cubicBezTo>
                <a:lnTo>
                  <a:pt x="73871" y="87156"/>
                </a:lnTo>
                <a:cubicBezTo>
                  <a:pt x="73871" y="96272"/>
                  <a:pt x="71423" y="99161"/>
                  <a:pt x="63190" y="99830"/>
                </a:cubicBezTo>
                <a:lnTo>
                  <a:pt x="63190" y="105167"/>
                </a:lnTo>
                <a:lnTo>
                  <a:pt x="115257" y="105167"/>
                </a:lnTo>
                <a:lnTo>
                  <a:pt x="115257" y="99830"/>
                </a:lnTo>
                <a:cubicBezTo>
                  <a:pt x="107469" y="98940"/>
                  <a:pt x="104800" y="95606"/>
                  <a:pt x="104800" y="87156"/>
                </a:cubicBezTo>
                <a:lnTo>
                  <a:pt x="104800" y="27802"/>
                </a:lnTo>
                <a:cubicBezTo>
                  <a:pt x="104800" y="26692"/>
                  <a:pt x="108358" y="22469"/>
                  <a:pt x="111251" y="20245"/>
                </a:cubicBezTo>
                <a:cubicBezTo>
                  <a:pt x="116146" y="16466"/>
                  <a:pt x="119929" y="14908"/>
                  <a:pt x="123711" y="14908"/>
                </a:cubicBezTo>
                <a:cubicBezTo>
                  <a:pt x="132168" y="14908"/>
                  <a:pt x="135505" y="20245"/>
                  <a:pt x="135505" y="33360"/>
                </a:cubicBezTo>
                <a:lnTo>
                  <a:pt x="135505" y="87156"/>
                </a:lnTo>
                <a:cubicBezTo>
                  <a:pt x="135505" y="96492"/>
                  <a:pt x="133057" y="99161"/>
                  <a:pt x="124600" y="99830"/>
                </a:cubicBezTo>
                <a:lnTo>
                  <a:pt x="124600" y="105167"/>
                </a:lnTo>
                <a:lnTo>
                  <a:pt x="177557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6BBD86B0-BEC8-45C7-A531-FEA2A1B4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427" y="338538"/>
            <a:ext cx="115922" cy="105601"/>
          </a:xfrm>
          <a:custGeom xmlns:a="http://schemas.openxmlformats.org/drawingml/2006/main">
            <a:pathLst>
              <a:path w="115922" h="105601">
                <a:moveTo>
                  <a:pt x="115922" y="97996"/>
                </a:moveTo>
                <a:lnTo>
                  <a:pt x="115922" y="92880"/>
                </a:lnTo>
                <a:cubicBezTo>
                  <a:pt x="106134" y="92435"/>
                  <a:pt x="103462" y="89549"/>
                  <a:pt x="103462" y="79995"/>
                </a:cubicBezTo>
                <a:lnTo>
                  <a:pt x="103462" y="0"/>
                </a:lnTo>
                <a:lnTo>
                  <a:pt x="58742" y="0"/>
                </a:lnTo>
                <a:lnTo>
                  <a:pt x="58742" y="5340"/>
                </a:lnTo>
                <a:cubicBezTo>
                  <a:pt x="69864" y="6230"/>
                  <a:pt x="72536" y="8895"/>
                  <a:pt x="72536" y="18449"/>
                </a:cubicBezTo>
                <a:lnTo>
                  <a:pt x="72536" y="81326"/>
                </a:lnTo>
                <a:cubicBezTo>
                  <a:pt x="65193" y="88694"/>
                  <a:pt x="60742" y="91142"/>
                  <a:pt x="54291" y="91142"/>
                </a:cubicBezTo>
                <a:cubicBezTo>
                  <a:pt x="45168" y="91142"/>
                  <a:pt x="41831" y="86694"/>
                  <a:pt x="41831" y="75358"/>
                </a:cubicBezTo>
                <a:lnTo>
                  <a:pt x="41831" y="0"/>
                </a:lnTo>
                <a:lnTo>
                  <a:pt x="0" y="0"/>
                </a:lnTo>
                <a:lnTo>
                  <a:pt x="0" y="5340"/>
                </a:lnTo>
                <a:cubicBezTo>
                  <a:pt x="9123" y="7120"/>
                  <a:pt x="10902" y="9119"/>
                  <a:pt x="10902" y="18456"/>
                </a:cubicBezTo>
                <a:lnTo>
                  <a:pt x="10902" y="74468"/>
                </a:lnTo>
                <a:cubicBezTo>
                  <a:pt x="10902" y="94034"/>
                  <a:pt x="22027" y="105601"/>
                  <a:pt x="40497" y="105601"/>
                </a:cubicBezTo>
                <a:cubicBezTo>
                  <a:pt x="52067" y="105601"/>
                  <a:pt x="59852" y="102043"/>
                  <a:pt x="72757" y="90917"/>
                </a:cubicBezTo>
                <a:lnTo>
                  <a:pt x="72757" y="105381"/>
                </a:lnTo>
                <a:cubicBezTo>
                  <a:pt x="82324" y="102043"/>
                  <a:pt x="87665" y="101154"/>
                  <a:pt x="102128" y="99595"/>
                </a:cubicBezTo>
                <a:lnTo>
                  <a:pt x="115922" y="97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D63B9A1A-ACC2-4F54-8BE2-AA9C404C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138" y="290735"/>
            <a:ext cx="53177" cy="150362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B88C27A1-C065-4F5A-AD3D-90BEA221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996" y="335931"/>
            <a:ext cx="103018" cy="10820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21E68034-1FA2-4521-BE96-78165373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133" y="300937"/>
            <a:ext cx="69420" cy="142767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979003E1-99BC-46B2-AF22-BC21527E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337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52C7D942-7C23-4386-8AA8-583A5C60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06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3093EFF3-F536-4AD8-B6D7-F5754FC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575" y="335931"/>
            <a:ext cx="101235" cy="151014"/>
          </a:xfrm>
          <a:custGeom xmlns:a="http://schemas.openxmlformats.org/drawingml/2006/main">
            <a:pathLst>
              <a:path w="101235" h="151014">
                <a:moveTo>
                  <a:pt x="101235" y="117355"/>
                </a:moveTo>
                <a:cubicBezTo>
                  <a:pt x="101235" y="100220"/>
                  <a:pt x="87441" y="89984"/>
                  <a:pt x="64748" y="89984"/>
                </a:cubicBezTo>
                <a:lnTo>
                  <a:pt x="50285" y="89984"/>
                </a:lnTo>
                <a:cubicBezTo>
                  <a:pt x="32484" y="89984"/>
                  <a:pt x="28033" y="88439"/>
                  <a:pt x="28033" y="82250"/>
                </a:cubicBezTo>
                <a:cubicBezTo>
                  <a:pt x="28033" y="75623"/>
                  <a:pt x="34263" y="70761"/>
                  <a:pt x="43165" y="70761"/>
                </a:cubicBezTo>
                <a:lnTo>
                  <a:pt x="53177" y="70981"/>
                </a:lnTo>
                <a:cubicBezTo>
                  <a:pt x="63634" y="70981"/>
                  <a:pt x="69196" y="69647"/>
                  <a:pt x="76760" y="65200"/>
                </a:cubicBezTo>
                <a:cubicBezTo>
                  <a:pt x="86775" y="59418"/>
                  <a:pt x="91892" y="50302"/>
                  <a:pt x="91892" y="38521"/>
                </a:cubicBezTo>
                <a:cubicBezTo>
                  <a:pt x="91892" y="29626"/>
                  <a:pt x="89223" y="22958"/>
                  <a:pt x="82990" y="16731"/>
                </a:cubicBezTo>
                <a:lnTo>
                  <a:pt x="101014" y="16731"/>
                </a:lnTo>
                <a:lnTo>
                  <a:pt x="101014" y="4940"/>
                </a:lnTo>
                <a:lnTo>
                  <a:pt x="72088" y="4940"/>
                </a:lnTo>
                <a:cubicBezTo>
                  <a:pt x="62300" y="1338"/>
                  <a:pt x="56070" y="0"/>
                  <a:pt x="47168" y="0"/>
                </a:cubicBezTo>
                <a:cubicBezTo>
                  <a:pt x="20690" y="0"/>
                  <a:pt x="2000" y="14687"/>
                  <a:pt x="2000" y="35825"/>
                </a:cubicBezTo>
                <a:cubicBezTo>
                  <a:pt x="2000" y="43393"/>
                  <a:pt x="4892" y="50733"/>
                  <a:pt x="10012" y="56966"/>
                </a:cubicBezTo>
                <a:cubicBezTo>
                  <a:pt x="14904" y="62307"/>
                  <a:pt x="19135" y="65200"/>
                  <a:pt x="29592" y="69647"/>
                </a:cubicBezTo>
                <a:cubicBezTo>
                  <a:pt x="12012" y="75623"/>
                  <a:pt x="3113" y="84019"/>
                  <a:pt x="3113" y="95548"/>
                </a:cubicBezTo>
                <a:cubicBezTo>
                  <a:pt x="3113" y="104671"/>
                  <a:pt x="7120" y="108674"/>
                  <a:pt x="21359" y="113794"/>
                </a:cubicBezTo>
                <a:cubicBezTo>
                  <a:pt x="7340" y="115793"/>
                  <a:pt x="0" y="121368"/>
                  <a:pt x="0" y="130515"/>
                </a:cubicBezTo>
                <a:cubicBezTo>
                  <a:pt x="0" y="143450"/>
                  <a:pt x="16687" y="151014"/>
                  <a:pt x="44720" y="151014"/>
                </a:cubicBezTo>
                <a:cubicBezTo>
                  <a:pt x="81656" y="151014"/>
                  <a:pt x="101235" y="139433"/>
                  <a:pt x="101235" y="117355"/>
                </a:cubicBezTo>
                <a:moveTo>
                  <a:pt x="83659" y="127836"/>
                </a:moveTo>
                <a:cubicBezTo>
                  <a:pt x="83659" y="138096"/>
                  <a:pt x="71423" y="143895"/>
                  <a:pt x="49395" y="143895"/>
                </a:cubicBezTo>
                <a:cubicBezTo>
                  <a:pt x="29812" y="143895"/>
                  <a:pt x="19580" y="138765"/>
                  <a:pt x="19580" y="128953"/>
                </a:cubicBezTo>
                <a:cubicBezTo>
                  <a:pt x="19580" y="124268"/>
                  <a:pt x="21135" y="121816"/>
                  <a:pt x="27365" y="116683"/>
                </a:cubicBezTo>
                <a:lnTo>
                  <a:pt x="65858" y="116683"/>
                </a:lnTo>
                <a:cubicBezTo>
                  <a:pt x="77873" y="116683"/>
                  <a:pt x="83659" y="120475"/>
                  <a:pt x="83659" y="127836"/>
                </a:cubicBezTo>
                <a:moveTo>
                  <a:pt x="61855" y="36049"/>
                </a:moveTo>
                <a:cubicBezTo>
                  <a:pt x="61855" y="56742"/>
                  <a:pt x="57625" y="64751"/>
                  <a:pt x="47168" y="64751"/>
                </a:cubicBezTo>
                <a:cubicBezTo>
                  <a:pt x="36487" y="64751"/>
                  <a:pt x="32484" y="56742"/>
                  <a:pt x="32484" y="36049"/>
                </a:cubicBezTo>
                <a:cubicBezTo>
                  <a:pt x="32484" y="15132"/>
                  <a:pt x="36711" y="6899"/>
                  <a:pt x="47168" y="6899"/>
                </a:cubicBezTo>
                <a:cubicBezTo>
                  <a:pt x="57625" y="6899"/>
                  <a:pt x="61855" y="15356"/>
                  <a:pt x="61855" y="360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EDCA5AD3-FF5C-4FE1-ABDF-3345D94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893" y="290735"/>
            <a:ext cx="164204" cy="150362"/>
          </a:xfrm>
          <a:custGeom xmlns:a="http://schemas.openxmlformats.org/drawingml/2006/main">
            <a:pathLst>
              <a:path w="164204" h="150362">
                <a:moveTo>
                  <a:pt x="164204" y="150362"/>
                </a:moveTo>
                <a:lnTo>
                  <a:pt x="164204" y="144801"/>
                </a:lnTo>
                <a:cubicBezTo>
                  <a:pt x="148186" y="142798"/>
                  <a:pt x="144625" y="139905"/>
                  <a:pt x="144625" y="129000"/>
                </a:cubicBezTo>
                <a:lnTo>
                  <a:pt x="144625" y="21345"/>
                </a:lnTo>
                <a:cubicBezTo>
                  <a:pt x="144625" y="10233"/>
                  <a:pt x="149076" y="6675"/>
                  <a:pt x="164204" y="5565"/>
                </a:cubicBezTo>
                <a:lnTo>
                  <a:pt x="164204" y="0"/>
                </a:lnTo>
                <a:lnTo>
                  <a:pt x="88554" y="0"/>
                </a:lnTo>
                <a:lnTo>
                  <a:pt x="88554" y="5565"/>
                </a:lnTo>
                <a:cubicBezTo>
                  <a:pt x="104131" y="6675"/>
                  <a:pt x="108579" y="10233"/>
                  <a:pt x="108579" y="21345"/>
                </a:cubicBezTo>
                <a:lnTo>
                  <a:pt x="108579" y="67359"/>
                </a:lnTo>
                <a:lnTo>
                  <a:pt x="54957" y="67359"/>
                </a:lnTo>
                <a:lnTo>
                  <a:pt x="54957" y="21345"/>
                </a:lnTo>
                <a:cubicBezTo>
                  <a:pt x="54957" y="10233"/>
                  <a:pt x="59407" y="6675"/>
                  <a:pt x="74981" y="5565"/>
                </a:cubicBezTo>
                <a:lnTo>
                  <a:pt x="74981" y="0"/>
                </a:lnTo>
                <a:lnTo>
                  <a:pt x="0" y="0"/>
                </a:lnTo>
                <a:lnTo>
                  <a:pt x="0" y="5565"/>
                </a:lnTo>
                <a:cubicBezTo>
                  <a:pt x="14908" y="6899"/>
                  <a:pt x="18911" y="10233"/>
                  <a:pt x="18911" y="21345"/>
                </a:cubicBezTo>
                <a:lnTo>
                  <a:pt x="18911" y="129000"/>
                </a:lnTo>
                <a:cubicBezTo>
                  <a:pt x="18911" y="139905"/>
                  <a:pt x="15573" y="142798"/>
                  <a:pt x="0" y="144801"/>
                </a:cubicBezTo>
                <a:lnTo>
                  <a:pt x="0" y="150362"/>
                </a:lnTo>
                <a:lnTo>
                  <a:pt x="74981" y="150362"/>
                </a:lnTo>
                <a:lnTo>
                  <a:pt x="74981" y="144801"/>
                </a:lnTo>
                <a:cubicBezTo>
                  <a:pt x="58739" y="143022"/>
                  <a:pt x="54957" y="139905"/>
                  <a:pt x="54957" y="129000"/>
                </a:cubicBezTo>
                <a:lnTo>
                  <a:pt x="54957" y="77819"/>
                </a:lnTo>
                <a:lnTo>
                  <a:pt x="108579" y="77819"/>
                </a:lnTo>
                <a:lnTo>
                  <a:pt x="108579" y="129000"/>
                </a:lnTo>
                <a:cubicBezTo>
                  <a:pt x="108579" y="139905"/>
                  <a:pt x="104797" y="143022"/>
                  <a:pt x="88554" y="144801"/>
                </a:cubicBezTo>
                <a:lnTo>
                  <a:pt x="88554" y="150362"/>
                </a:lnTo>
                <a:lnTo>
                  <a:pt x="164204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07425182-0E19-4E6B-AEA1-498821B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885" y="338538"/>
            <a:ext cx="115922" cy="105601"/>
          </a:xfrm>
          <a:custGeom xmlns:a="http://schemas.openxmlformats.org/drawingml/2006/main">
            <a:pathLst>
              <a:path w="115922" h="105601">
                <a:moveTo>
                  <a:pt x="115922" y="97996"/>
                </a:moveTo>
                <a:lnTo>
                  <a:pt x="115922" y="92880"/>
                </a:lnTo>
                <a:cubicBezTo>
                  <a:pt x="106134" y="92435"/>
                  <a:pt x="103462" y="89549"/>
                  <a:pt x="103462" y="79995"/>
                </a:cubicBezTo>
                <a:lnTo>
                  <a:pt x="103462" y="0"/>
                </a:lnTo>
                <a:lnTo>
                  <a:pt x="58742" y="0"/>
                </a:lnTo>
                <a:lnTo>
                  <a:pt x="58742" y="5340"/>
                </a:lnTo>
                <a:cubicBezTo>
                  <a:pt x="69864" y="6230"/>
                  <a:pt x="72536" y="8895"/>
                  <a:pt x="72536" y="18449"/>
                </a:cubicBezTo>
                <a:lnTo>
                  <a:pt x="72536" y="81326"/>
                </a:lnTo>
                <a:cubicBezTo>
                  <a:pt x="65193" y="88694"/>
                  <a:pt x="60742" y="91142"/>
                  <a:pt x="54291" y="91142"/>
                </a:cubicBezTo>
                <a:cubicBezTo>
                  <a:pt x="45168" y="91142"/>
                  <a:pt x="41831" y="86694"/>
                  <a:pt x="41831" y="75358"/>
                </a:cubicBezTo>
                <a:lnTo>
                  <a:pt x="41831" y="0"/>
                </a:lnTo>
                <a:lnTo>
                  <a:pt x="0" y="0"/>
                </a:lnTo>
                <a:lnTo>
                  <a:pt x="0" y="5340"/>
                </a:lnTo>
                <a:cubicBezTo>
                  <a:pt x="9123" y="7120"/>
                  <a:pt x="10902" y="9119"/>
                  <a:pt x="10902" y="18456"/>
                </a:cubicBezTo>
                <a:lnTo>
                  <a:pt x="10902" y="74468"/>
                </a:lnTo>
                <a:cubicBezTo>
                  <a:pt x="10902" y="94034"/>
                  <a:pt x="22027" y="105601"/>
                  <a:pt x="40497" y="105601"/>
                </a:cubicBezTo>
                <a:cubicBezTo>
                  <a:pt x="52067" y="105601"/>
                  <a:pt x="59852" y="102043"/>
                  <a:pt x="72757" y="90917"/>
                </a:cubicBezTo>
                <a:lnTo>
                  <a:pt x="72757" y="105381"/>
                </a:lnTo>
                <a:cubicBezTo>
                  <a:pt x="82324" y="102043"/>
                  <a:pt x="87665" y="101154"/>
                  <a:pt x="102128" y="99595"/>
                </a:cubicBezTo>
                <a:lnTo>
                  <a:pt x="115922" y="97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BE844C2C-02E2-4D29-98B4-DC91C314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596" y="335931"/>
            <a:ext cx="177557" cy="105167"/>
          </a:xfrm>
          <a:custGeom xmlns:a="http://schemas.openxmlformats.org/drawingml/2006/main">
            <a:pathLst>
              <a:path w="177557" h="105167">
                <a:moveTo>
                  <a:pt x="177557" y="105167"/>
                </a:moveTo>
                <a:lnTo>
                  <a:pt x="177557" y="99830"/>
                </a:lnTo>
                <a:cubicBezTo>
                  <a:pt x="168879" y="99385"/>
                  <a:pt x="166431" y="96716"/>
                  <a:pt x="166431" y="87156"/>
                </a:cubicBezTo>
                <a:lnTo>
                  <a:pt x="166431" y="31361"/>
                </a:lnTo>
                <a:cubicBezTo>
                  <a:pt x="166431" y="12239"/>
                  <a:pt x="154640" y="0"/>
                  <a:pt x="136395" y="0"/>
                </a:cubicBezTo>
                <a:cubicBezTo>
                  <a:pt x="123711" y="0"/>
                  <a:pt x="115257" y="5120"/>
                  <a:pt x="103686" y="19355"/>
                </a:cubicBezTo>
                <a:cubicBezTo>
                  <a:pt x="97012" y="5340"/>
                  <a:pt x="89223" y="0"/>
                  <a:pt x="75205" y="0"/>
                </a:cubicBezTo>
                <a:cubicBezTo>
                  <a:pt x="61190" y="0"/>
                  <a:pt x="50954" y="6009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91" y="9282"/>
                  <a:pt x="12239" y="11954"/>
                  <a:pt x="12239" y="21073"/>
                </a:cubicBezTo>
                <a:lnTo>
                  <a:pt x="12239" y="86480"/>
                </a:lnTo>
                <a:cubicBezTo>
                  <a:pt x="12239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3402" y="105167"/>
                </a:lnTo>
                <a:lnTo>
                  <a:pt x="53402" y="99830"/>
                </a:lnTo>
                <a:cubicBezTo>
                  <a:pt x="45613" y="98716"/>
                  <a:pt x="43165" y="95603"/>
                  <a:pt x="43165" y="87149"/>
                </a:cubicBezTo>
                <a:lnTo>
                  <a:pt x="43165" y="27748"/>
                </a:lnTo>
                <a:cubicBezTo>
                  <a:pt x="43165" y="26414"/>
                  <a:pt x="46727" y="22187"/>
                  <a:pt x="49619" y="19963"/>
                </a:cubicBezTo>
                <a:cubicBezTo>
                  <a:pt x="54291" y="16466"/>
                  <a:pt x="58073" y="14908"/>
                  <a:pt x="61855" y="14908"/>
                </a:cubicBezTo>
                <a:cubicBezTo>
                  <a:pt x="70533" y="14908"/>
                  <a:pt x="73871" y="20024"/>
                  <a:pt x="73871" y="33360"/>
                </a:cubicBezTo>
                <a:lnTo>
                  <a:pt x="73871" y="87156"/>
                </a:lnTo>
                <a:cubicBezTo>
                  <a:pt x="73871" y="96272"/>
                  <a:pt x="71423" y="99161"/>
                  <a:pt x="63190" y="99830"/>
                </a:cubicBezTo>
                <a:lnTo>
                  <a:pt x="63190" y="105167"/>
                </a:lnTo>
                <a:lnTo>
                  <a:pt x="115257" y="105167"/>
                </a:lnTo>
                <a:lnTo>
                  <a:pt x="115257" y="99830"/>
                </a:lnTo>
                <a:cubicBezTo>
                  <a:pt x="107469" y="98940"/>
                  <a:pt x="104800" y="95606"/>
                  <a:pt x="104800" y="87156"/>
                </a:cubicBezTo>
                <a:lnTo>
                  <a:pt x="104800" y="27802"/>
                </a:lnTo>
                <a:cubicBezTo>
                  <a:pt x="104800" y="26692"/>
                  <a:pt x="108358" y="22469"/>
                  <a:pt x="111251" y="20245"/>
                </a:cubicBezTo>
                <a:cubicBezTo>
                  <a:pt x="116146" y="16466"/>
                  <a:pt x="119929" y="14908"/>
                  <a:pt x="123711" y="14908"/>
                </a:cubicBezTo>
                <a:cubicBezTo>
                  <a:pt x="132168" y="14908"/>
                  <a:pt x="135505" y="20245"/>
                  <a:pt x="135505" y="33360"/>
                </a:cubicBezTo>
                <a:lnTo>
                  <a:pt x="135505" y="87156"/>
                </a:lnTo>
                <a:cubicBezTo>
                  <a:pt x="135505" y="96492"/>
                  <a:pt x="133057" y="99161"/>
                  <a:pt x="124600" y="99830"/>
                </a:cubicBezTo>
                <a:lnTo>
                  <a:pt x="124600" y="105167"/>
                </a:lnTo>
                <a:lnTo>
                  <a:pt x="177557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6CCEE758-D296-4415-BBD3-99DE3BCF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943" y="335931"/>
            <a:ext cx="103018" cy="10820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21D47F68-F60F-470A-9F87-DCDBEA3C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304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8E914600-DBD0-4EDA-AA83-7EECBD14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131" y="377263"/>
            <a:ext cx="54067" cy="25810"/>
          </a:xfrm>
          <a:custGeom xmlns:a="http://schemas.openxmlformats.org/drawingml/2006/main">
            <a:pathLst>
              <a:path w="54067" h="25810">
                <a:moveTo>
                  <a:pt x="54067" y="25810"/>
                </a:moveTo>
                <a:lnTo>
                  <a:pt x="54067" y="0"/>
                </a:lnTo>
                <a:lnTo>
                  <a:pt x="0" y="0"/>
                </a:lnTo>
                <a:lnTo>
                  <a:pt x="0" y="25810"/>
                </a:lnTo>
                <a:lnTo>
                  <a:pt x="54067" y="258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BB7C0594-39AA-4F0A-94E0-2FE5340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994" y="290735"/>
            <a:ext cx="53177" cy="150362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5A6C86F9-7932-4C31-AEEB-0576208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849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FB2EED69-30F0-4EE9-A665-DA4436C8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39" y="290735"/>
            <a:ext cx="115926" cy="150362"/>
          </a:xfrm>
          <a:custGeom xmlns:a="http://schemas.openxmlformats.org/drawingml/2006/main">
            <a:pathLst>
              <a:path w="115926" h="150362">
                <a:moveTo>
                  <a:pt x="115926" y="150362"/>
                </a:moveTo>
                <a:lnTo>
                  <a:pt x="115926" y="145025"/>
                </a:lnTo>
                <a:cubicBezTo>
                  <a:pt x="113478" y="145025"/>
                  <a:pt x="112364" y="144356"/>
                  <a:pt x="110361" y="141688"/>
                </a:cubicBezTo>
                <a:lnTo>
                  <a:pt x="67196" y="82066"/>
                </a:lnTo>
                <a:cubicBezTo>
                  <a:pt x="89447" y="58705"/>
                  <a:pt x="95233" y="54702"/>
                  <a:pt x="109251" y="52923"/>
                </a:cubicBezTo>
                <a:lnTo>
                  <a:pt x="109251" y="47803"/>
                </a:lnTo>
                <a:lnTo>
                  <a:pt x="61635" y="47803"/>
                </a:lnTo>
                <a:lnTo>
                  <a:pt x="61635" y="52923"/>
                </a:lnTo>
                <a:cubicBezTo>
                  <a:pt x="64083" y="53368"/>
                  <a:pt x="66306" y="53588"/>
                  <a:pt x="66975" y="53812"/>
                </a:cubicBezTo>
                <a:cubicBezTo>
                  <a:pt x="72316" y="54478"/>
                  <a:pt x="74760" y="56036"/>
                  <a:pt x="74760" y="58929"/>
                </a:cubicBezTo>
                <a:cubicBezTo>
                  <a:pt x="74760" y="60932"/>
                  <a:pt x="72536" y="64935"/>
                  <a:pt x="70088" y="67383"/>
                </a:cubicBezTo>
                <a:lnTo>
                  <a:pt x="41610" y="95857"/>
                </a:lnTo>
                <a:lnTo>
                  <a:pt x="41610" y="0"/>
                </a:lnTo>
                <a:lnTo>
                  <a:pt x="0" y="0"/>
                </a:lnTo>
                <a:lnTo>
                  <a:pt x="0" y="5340"/>
                </a:lnTo>
                <a:cubicBezTo>
                  <a:pt x="7568" y="6009"/>
                  <a:pt x="10681" y="9788"/>
                  <a:pt x="10681" y="18235"/>
                </a:cubicBezTo>
                <a:lnTo>
                  <a:pt x="10681" y="131676"/>
                </a:lnTo>
                <a:cubicBezTo>
                  <a:pt x="10681" y="140354"/>
                  <a:pt x="734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lnTo>
                  <a:pt x="53177" y="145025"/>
                </a:lnTo>
                <a:cubicBezTo>
                  <a:pt x="42721" y="143467"/>
                  <a:pt x="41610" y="142133"/>
                  <a:pt x="41610" y="131676"/>
                </a:cubicBezTo>
                <a:lnTo>
                  <a:pt x="41610" y="106314"/>
                </a:lnTo>
                <a:lnTo>
                  <a:pt x="46727" y="100974"/>
                </a:lnTo>
                <a:lnTo>
                  <a:pt x="67865" y="130786"/>
                </a:lnTo>
                <a:cubicBezTo>
                  <a:pt x="71647" y="136347"/>
                  <a:pt x="73205" y="139016"/>
                  <a:pt x="73205" y="140798"/>
                </a:cubicBezTo>
                <a:cubicBezTo>
                  <a:pt x="73205" y="143467"/>
                  <a:pt x="70088" y="144801"/>
                  <a:pt x="63858" y="145025"/>
                </a:cubicBezTo>
                <a:lnTo>
                  <a:pt x="63858" y="150362"/>
                </a:lnTo>
                <a:lnTo>
                  <a:pt x="115926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2C74CD97-5E76-4A03-845F-36E5D2B5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631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AD69EF39-BF57-4748-8714-29FFE06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486" y="287476"/>
            <a:ext cx="151303" cy="153622"/>
          </a:xfrm>
          <a:custGeom xmlns:a="http://schemas.openxmlformats.org/drawingml/2006/main">
            <a:pathLst>
              <a:path w="151303" h="153622">
                <a:moveTo>
                  <a:pt x="151303" y="153622"/>
                </a:moveTo>
                <a:lnTo>
                  <a:pt x="151303" y="148060"/>
                </a:lnTo>
                <a:cubicBezTo>
                  <a:pt x="141511" y="148060"/>
                  <a:pt x="139063" y="144940"/>
                  <a:pt x="127048" y="117087"/>
                </a:cubicBezTo>
                <a:lnTo>
                  <a:pt x="77432" y="0"/>
                </a:lnTo>
                <a:lnTo>
                  <a:pt x="71202" y="0"/>
                </a:lnTo>
                <a:lnTo>
                  <a:pt x="21807" y="121989"/>
                </a:lnTo>
                <a:cubicBezTo>
                  <a:pt x="13350" y="142934"/>
                  <a:pt x="10681" y="146054"/>
                  <a:pt x="0" y="148060"/>
                </a:cubicBezTo>
                <a:lnTo>
                  <a:pt x="0" y="153622"/>
                </a:lnTo>
                <a:lnTo>
                  <a:pt x="45168" y="153622"/>
                </a:lnTo>
                <a:lnTo>
                  <a:pt x="45168" y="148060"/>
                </a:lnTo>
                <a:cubicBezTo>
                  <a:pt x="32043" y="147171"/>
                  <a:pt x="26923" y="144720"/>
                  <a:pt x="26923" y="138924"/>
                </a:cubicBezTo>
                <a:cubicBezTo>
                  <a:pt x="26923" y="136028"/>
                  <a:pt x="28482" y="130902"/>
                  <a:pt x="33377" y="118645"/>
                </a:cubicBezTo>
                <a:lnTo>
                  <a:pt x="36715" y="109730"/>
                </a:lnTo>
                <a:lnTo>
                  <a:pt x="86775" y="109730"/>
                </a:lnTo>
                <a:cubicBezTo>
                  <a:pt x="94343" y="127337"/>
                  <a:pt x="97012" y="135135"/>
                  <a:pt x="97012" y="140038"/>
                </a:cubicBezTo>
                <a:cubicBezTo>
                  <a:pt x="97012" y="144940"/>
                  <a:pt x="94119" y="146947"/>
                  <a:pt x="86331" y="147392"/>
                </a:cubicBezTo>
                <a:lnTo>
                  <a:pt x="79211" y="148060"/>
                </a:lnTo>
                <a:lnTo>
                  <a:pt x="79211" y="153622"/>
                </a:lnTo>
                <a:lnTo>
                  <a:pt x="151303" y="153622"/>
                </a:lnTo>
                <a:moveTo>
                  <a:pt x="83438" y="101055"/>
                </a:moveTo>
                <a:lnTo>
                  <a:pt x="40052" y="101055"/>
                </a:lnTo>
                <a:lnTo>
                  <a:pt x="60966" y="46968"/>
                </a:lnTo>
                <a:lnTo>
                  <a:pt x="83438" y="101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5BB0F893-95E1-4CDD-A69B-9DC83D4B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18" y="290735"/>
            <a:ext cx="113254" cy="153404"/>
          </a:xfrm>
          <a:custGeom xmlns:a="http://schemas.openxmlformats.org/drawingml/2006/main">
            <a:pathLst>
              <a:path w="113254" h="153404">
                <a:moveTo>
                  <a:pt x="113254" y="145799"/>
                </a:moveTo>
                <a:lnTo>
                  <a:pt x="113254" y="140683"/>
                </a:lnTo>
                <a:cubicBezTo>
                  <a:pt x="103018" y="140017"/>
                  <a:pt x="100125" y="137132"/>
                  <a:pt x="100125" y="127809"/>
                </a:cubicBezTo>
                <a:lnTo>
                  <a:pt x="100125" y="0"/>
                </a:lnTo>
                <a:lnTo>
                  <a:pt x="52288" y="0"/>
                </a:lnTo>
                <a:lnTo>
                  <a:pt x="52288" y="5340"/>
                </a:lnTo>
                <a:cubicBezTo>
                  <a:pt x="67196" y="6454"/>
                  <a:pt x="69199" y="8012"/>
                  <a:pt x="69199" y="18255"/>
                </a:cubicBezTo>
                <a:lnTo>
                  <a:pt x="69199" y="58990"/>
                </a:lnTo>
                <a:cubicBezTo>
                  <a:pt x="59632" y="48757"/>
                  <a:pt x="52957" y="45196"/>
                  <a:pt x="42721" y="45196"/>
                </a:cubicBezTo>
                <a:cubicBezTo>
                  <a:pt x="18245" y="45196"/>
                  <a:pt x="0" y="68978"/>
                  <a:pt x="0" y="101167"/>
                </a:cubicBezTo>
                <a:cubicBezTo>
                  <a:pt x="0" y="131394"/>
                  <a:pt x="16911" y="153404"/>
                  <a:pt x="40273" y="153404"/>
                </a:cubicBezTo>
                <a:cubicBezTo>
                  <a:pt x="52064" y="153404"/>
                  <a:pt x="59407" y="149846"/>
                  <a:pt x="69864" y="138724"/>
                </a:cubicBezTo>
                <a:lnTo>
                  <a:pt x="69864" y="153184"/>
                </a:lnTo>
                <a:cubicBezTo>
                  <a:pt x="80101" y="150291"/>
                  <a:pt x="85662" y="149177"/>
                  <a:pt x="99460" y="147622"/>
                </a:cubicBezTo>
                <a:lnTo>
                  <a:pt x="113254" y="145799"/>
                </a:lnTo>
                <a:moveTo>
                  <a:pt x="69199" y="125398"/>
                </a:moveTo>
                <a:cubicBezTo>
                  <a:pt x="69199" y="126732"/>
                  <a:pt x="66972" y="130508"/>
                  <a:pt x="64303" y="133394"/>
                </a:cubicBezTo>
                <a:cubicBezTo>
                  <a:pt x="59852" y="138503"/>
                  <a:pt x="55181" y="140944"/>
                  <a:pt x="50285" y="140944"/>
                </a:cubicBezTo>
                <a:cubicBezTo>
                  <a:pt x="38494" y="140944"/>
                  <a:pt x="32929" y="127618"/>
                  <a:pt x="32929" y="99412"/>
                </a:cubicBezTo>
                <a:cubicBezTo>
                  <a:pt x="32929" y="70761"/>
                  <a:pt x="38938" y="57659"/>
                  <a:pt x="51843" y="57659"/>
                </a:cubicBezTo>
                <a:cubicBezTo>
                  <a:pt x="59187" y="57659"/>
                  <a:pt x="66082" y="62986"/>
                  <a:pt x="69199" y="71426"/>
                </a:cubicBezTo>
                <a:lnTo>
                  <a:pt x="69199" y="125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7765737C-5217-49CA-8F4F-908B423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729" y="335931"/>
            <a:ext cx="103018" cy="10820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07070D24-BC4A-477C-A127-91368F1E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646" y="335931"/>
            <a:ext cx="112361" cy="150692"/>
          </a:xfrm>
          <a:custGeom xmlns:a="http://schemas.openxmlformats.org/drawingml/2006/main">
            <a:pathLst>
              <a:path w="112361" h="150692">
                <a:moveTo>
                  <a:pt x="112361" y="51999"/>
                </a:moveTo>
                <a:cubicBezTo>
                  <a:pt x="112361" y="21124"/>
                  <a:pt x="95674" y="0"/>
                  <a:pt x="70978" y="0"/>
                </a:cubicBezTo>
                <a:cubicBezTo>
                  <a:pt x="57849" y="0"/>
                  <a:pt x="49840" y="5120"/>
                  <a:pt x="42941" y="18014"/>
                </a:cubicBezTo>
                <a:lnTo>
                  <a:pt x="42941" y="2607"/>
                </a:lnTo>
                <a:lnTo>
                  <a:pt x="445" y="2607"/>
                </a:lnTo>
                <a:lnTo>
                  <a:pt x="445" y="7948"/>
                </a:lnTo>
                <a:cubicBezTo>
                  <a:pt x="10233" y="9506"/>
                  <a:pt x="12460" y="11730"/>
                  <a:pt x="12460" y="21067"/>
                </a:cubicBezTo>
                <a:lnTo>
                  <a:pt x="12460" y="132453"/>
                </a:lnTo>
                <a:cubicBezTo>
                  <a:pt x="12460" y="141572"/>
                  <a:pt x="10678" y="143572"/>
                  <a:pt x="0" y="145351"/>
                </a:cubicBezTo>
                <a:lnTo>
                  <a:pt x="0" y="150692"/>
                </a:lnTo>
                <a:lnTo>
                  <a:pt x="60742" y="150692"/>
                </a:lnTo>
                <a:lnTo>
                  <a:pt x="60742" y="146017"/>
                </a:lnTo>
                <a:cubicBezTo>
                  <a:pt x="47168" y="145351"/>
                  <a:pt x="43386" y="140904"/>
                  <a:pt x="43386" y="126006"/>
                </a:cubicBezTo>
                <a:lnTo>
                  <a:pt x="43386" y="94645"/>
                </a:lnTo>
                <a:cubicBezTo>
                  <a:pt x="54067" y="105102"/>
                  <a:pt x="59852" y="107991"/>
                  <a:pt x="69640" y="107991"/>
                </a:cubicBezTo>
                <a:cubicBezTo>
                  <a:pt x="94564" y="107991"/>
                  <a:pt x="112361" y="84864"/>
                  <a:pt x="112361" y="51965"/>
                </a:cubicBezTo>
                <a:lnTo>
                  <a:pt x="112361" y="51999"/>
                </a:lnTo>
                <a:moveTo>
                  <a:pt x="79432" y="55075"/>
                </a:moveTo>
                <a:cubicBezTo>
                  <a:pt x="79432" y="82640"/>
                  <a:pt x="73202" y="95755"/>
                  <a:pt x="60521" y="95755"/>
                </a:cubicBezTo>
                <a:cubicBezTo>
                  <a:pt x="53177" y="95755"/>
                  <a:pt x="46723" y="90642"/>
                  <a:pt x="43386" y="82195"/>
                </a:cubicBezTo>
                <a:lnTo>
                  <a:pt x="43386" y="28179"/>
                </a:lnTo>
                <a:cubicBezTo>
                  <a:pt x="43386" y="26621"/>
                  <a:pt x="45389" y="23066"/>
                  <a:pt x="48058" y="20177"/>
                </a:cubicBezTo>
                <a:cubicBezTo>
                  <a:pt x="52509" y="15349"/>
                  <a:pt x="57628" y="12684"/>
                  <a:pt x="62521" y="12684"/>
                </a:cubicBezTo>
                <a:cubicBezTo>
                  <a:pt x="74091" y="12684"/>
                  <a:pt x="79432" y="26013"/>
                  <a:pt x="79432" y="55109"/>
                </a:cubicBezTo>
                <a:lnTo>
                  <a:pt x="79432" y="55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F5F2795C-84AF-4477-A06C-7B99C615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52" y="300937"/>
            <a:ext cx="69420" cy="142767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EA6651A6-38C8-4FB9-ABF0-BAF1A17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555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9F04C2C5-0EDC-41E6-8830-E6653E58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524" y="338538"/>
            <a:ext cx="103242" cy="105601"/>
          </a:xfrm>
          <a:custGeom xmlns:a="http://schemas.openxmlformats.org/drawingml/2006/main">
            <a:pathLst>
              <a:path w="103242" h="105601">
                <a:moveTo>
                  <a:pt x="103242" y="5340"/>
                </a:moveTo>
                <a:lnTo>
                  <a:pt x="103242" y="0"/>
                </a:lnTo>
                <a:lnTo>
                  <a:pt x="69644" y="0"/>
                </a:lnTo>
                <a:lnTo>
                  <a:pt x="69644" y="5340"/>
                </a:lnTo>
                <a:cubicBezTo>
                  <a:pt x="79211" y="5785"/>
                  <a:pt x="81880" y="7344"/>
                  <a:pt x="81880" y="12677"/>
                </a:cubicBezTo>
                <a:cubicBezTo>
                  <a:pt x="81880" y="15122"/>
                  <a:pt x="80990" y="18680"/>
                  <a:pt x="79432" y="22683"/>
                </a:cubicBezTo>
                <a:lnTo>
                  <a:pt x="63414" y="63142"/>
                </a:lnTo>
                <a:lnTo>
                  <a:pt x="45834" y="18014"/>
                </a:lnTo>
                <a:cubicBezTo>
                  <a:pt x="44276" y="13788"/>
                  <a:pt x="43831" y="12457"/>
                  <a:pt x="43831" y="11122"/>
                </a:cubicBezTo>
                <a:cubicBezTo>
                  <a:pt x="43831" y="7788"/>
                  <a:pt x="46058" y="6230"/>
                  <a:pt x="51619" y="5785"/>
                </a:cubicBezTo>
                <a:lnTo>
                  <a:pt x="55625" y="5340"/>
                </a:lnTo>
                <a:lnTo>
                  <a:pt x="55625" y="0"/>
                </a:lnTo>
                <a:lnTo>
                  <a:pt x="0" y="0"/>
                </a:lnTo>
                <a:lnTo>
                  <a:pt x="0" y="5340"/>
                </a:lnTo>
                <a:cubicBezTo>
                  <a:pt x="5116" y="6009"/>
                  <a:pt x="6451" y="6675"/>
                  <a:pt x="7788" y="8674"/>
                </a:cubicBezTo>
                <a:cubicBezTo>
                  <a:pt x="8233" y="8454"/>
                  <a:pt x="18690" y="30685"/>
                  <a:pt x="22248" y="39801"/>
                </a:cubicBezTo>
                <a:lnTo>
                  <a:pt x="48951" y="105601"/>
                </a:lnTo>
                <a:lnTo>
                  <a:pt x="54736" y="105601"/>
                </a:lnTo>
                <a:lnTo>
                  <a:pt x="90333" y="17570"/>
                </a:lnTo>
                <a:cubicBezTo>
                  <a:pt x="94564" y="7788"/>
                  <a:pt x="96343" y="6009"/>
                  <a:pt x="103242" y="5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70F68A33-1467-41A1-88CF-CD48420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877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10F676DF-66F7-4BBB-93DB-C98EC36A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90" y="290735"/>
            <a:ext cx="152413" cy="154273"/>
          </a:xfrm>
          <a:custGeom xmlns:a="http://schemas.openxmlformats.org/drawingml/2006/main">
            <a:pathLst>
              <a:path w="152413" h="154273">
                <a:moveTo>
                  <a:pt x="152413" y="5565"/>
                </a:moveTo>
                <a:lnTo>
                  <a:pt x="152413" y="0"/>
                </a:lnTo>
                <a:lnTo>
                  <a:pt x="105021" y="0"/>
                </a:lnTo>
                <a:lnTo>
                  <a:pt x="105021" y="5565"/>
                </a:lnTo>
                <a:cubicBezTo>
                  <a:pt x="120818" y="6675"/>
                  <a:pt x="124155" y="8230"/>
                  <a:pt x="124155" y="15342"/>
                </a:cubicBezTo>
                <a:cubicBezTo>
                  <a:pt x="124155" y="18901"/>
                  <a:pt x="123490" y="21569"/>
                  <a:pt x="119708" y="31126"/>
                </a:cubicBezTo>
                <a:lnTo>
                  <a:pt x="91447" y="104260"/>
                </a:lnTo>
                <a:lnTo>
                  <a:pt x="60742" y="30016"/>
                </a:lnTo>
                <a:cubicBezTo>
                  <a:pt x="56515" y="20011"/>
                  <a:pt x="55625" y="17346"/>
                  <a:pt x="55625" y="14012"/>
                </a:cubicBezTo>
                <a:cubicBezTo>
                  <a:pt x="55625" y="8899"/>
                  <a:pt x="58963" y="6454"/>
                  <a:pt x="67420" y="6009"/>
                </a:cubicBezTo>
                <a:cubicBezTo>
                  <a:pt x="68530" y="6009"/>
                  <a:pt x="71423" y="5785"/>
                  <a:pt x="74760" y="5565"/>
                </a:cubicBezTo>
                <a:lnTo>
                  <a:pt x="74760" y="0"/>
                </a:lnTo>
                <a:lnTo>
                  <a:pt x="0" y="0"/>
                </a:lnTo>
                <a:lnTo>
                  <a:pt x="0" y="5565"/>
                </a:lnTo>
                <a:cubicBezTo>
                  <a:pt x="11126" y="7120"/>
                  <a:pt x="13129" y="8899"/>
                  <a:pt x="18690" y="21124"/>
                </a:cubicBezTo>
                <a:lnTo>
                  <a:pt x="75650" y="154273"/>
                </a:lnTo>
                <a:lnTo>
                  <a:pt x="81659" y="154273"/>
                </a:lnTo>
                <a:lnTo>
                  <a:pt x="132389" y="23789"/>
                </a:lnTo>
                <a:cubicBezTo>
                  <a:pt x="137729" y="10009"/>
                  <a:pt x="140842" y="7120"/>
                  <a:pt x="152413" y="5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44F16A7C-704D-48EC-83A8-1E4F3D2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711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A64A2F03-E5A9-4DE0-B026-A01121CE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569" y="335931"/>
            <a:ext cx="74760" cy="108209"/>
          </a:xfrm>
          <a:custGeom xmlns:a="http://schemas.openxmlformats.org/drawingml/2006/main">
            <a:pathLst>
              <a:path w="74760" h="108209">
                <a:moveTo>
                  <a:pt x="74760" y="74431"/>
                </a:moveTo>
                <a:cubicBezTo>
                  <a:pt x="74760" y="58661"/>
                  <a:pt x="66306" y="48886"/>
                  <a:pt x="44055" y="39777"/>
                </a:cubicBezTo>
                <a:cubicBezTo>
                  <a:pt x="28926" y="33337"/>
                  <a:pt x="22696" y="27782"/>
                  <a:pt x="22696" y="20228"/>
                </a:cubicBezTo>
                <a:cubicBezTo>
                  <a:pt x="22696" y="12898"/>
                  <a:pt x="28926" y="7344"/>
                  <a:pt x="37380" y="7344"/>
                </a:cubicBezTo>
                <a:cubicBezTo>
                  <a:pt x="43386" y="7344"/>
                  <a:pt x="49171" y="9788"/>
                  <a:pt x="54067" y="14453"/>
                </a:cubicBezTo>
                <a:cubicBezTo>
                  <a:pt x="58739" y="18897"/>
                  <a:pt x="61187" y="23117"/>
                  <a:pt x="64524" y="32668"/>
                </a:cubicBezTo>
                <a:lnTo>
                  <a:pt x="70088" y="32668"/>
                </a:lnTo>
                <a:lnTo>
                  <a:pt x="70088" y="448"/>
                </a:lnTo>
                <a:lnTo>
                  <a:pt x="65193" y="448"/>
                </a:lnTo>
                <a:cubicBezTo>
                  <a:pt x="63858" y="3786"/>
                  <a:pt x="62524" y="4896"/>
                  <a:pt x="59632" y="4896"/>
                </a:cubicBezTo>
                <a:cubicBezTo>
                  <a:pt x="58294" y="4896"/>
                  <a:pt x="56294" y="4451"/>
                  <a:pt x="52733" y="3341"/>
                </a:cubicBezTo>
                <a:cubicBezTo>
                  <a:pt x="45613" y="893"/>
                  <a:pt x="40493" y="0"/>
                  <a:pt x="35377" y="0"/>
                </a:cubicBezTo>
                <a:cubicBezTo>
                  <a:pt x="15129" y="0"/>
                  <a:pt x="445" y="13788"/>
                  <a:pt x="445" y="32447"/>
                </a:cubicBezTo>
                <a:cubicBezTo>
                  <a:pt x="445" y="47107"/>
                  <a:pt x="9567" y="57326"/>
                  <a:pt x="32040" y="66880"/>
                </a:cubicBezTo>
                <a:cubicBezTo>
                  <a:pt x="47392" y="73545"/>
                  <a:pt x="53402" y="79096"/>
                  <a:pt x="53402" y="86205"/>
                </a:cubicBezTo>
                <a:cubicBezTo>
                  <a:pt x="53402" y="94869"/>
                  <a:pt x="46723" y="100644"/>
                  <a:pt x="36711" y="100644"/>
                </a:cubicBezTo>
                <a:cubicBezTo>
                  <a:pt x="21138" y="100644"/>
                  <a:pt x="10902" y="90649"/>
                  <a:pt x="6230" y="71321"/>
                </a:cubicBezTo>
                <a:lnTo>
                  <a:pt x="0" y="71321"/>
                </a:lnTo>
                <a:lnTo>
                  <a:pt x="0" y="107988"/>
                </a:lnTo>
                <a:lnTo>
                  <a:pt x="5561" y="107988"/>
                </a:lnTo>
                <a:cubicBezTo>
                  <a:pt x="8009" y="103316"/>
                  <a:pt x="9343" y="101758"/>
                  <a:pt x="11346" y="101758"/>
                </a:cubicBezTo>
                <a:cubicBezTo>
                  <a:pt x="12460" y="101758"/>
                  <a:pt x="14239" y="102203"/>
                  <a:pt x="16466" y="103092"/>
                </a:cubicBezTo>
                <a:cubicBezTo>
                  <a:pt x="22917" y="105764"/>
                  <a:pt x="34263" y="108209"/>
                  <a:pt x="40493" y="108209"/>
                </a:cubicBezTo>
                <a:cubicBezTo>
                  <a:pt x="60742" y="108209"/>
                  <a:pt x="74760" y="94425"/>
                  <a:pt x="74760" y="74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7080F1EC-ACF5-47DD-A3FC-784C6D3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119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7390ECD9-7E21-4EE2-A353-FF24C68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77" y="335931"/>
            <a:ext cx="100349" cy="108209"/>
          </a:xfrm>
          <a:custGeom xmlns:a="http://schemas.openxmlformats.org/drawingml/2006/main">
            <a:pathLst>
              <a:path w="100349" h="108209">
                <a:moveTo>
                  <a:pt x="100349" y="54216"/>
                </a:moveTo>
                <a:cubicBezTo>
                  <a:pt x="100349" y="23117"/>
                  <a:pt x="78987" y="0"/>
                  <a:pt x="50285" y="0"/>
                </a:cubicBezTo>
                <a:cubicBezTo>
                  <a:pt x="22027" y="0"/>
                  <a:pt x="0" y="23338"/>
                  <a:pt x="0" y="53551"/>
                </a:cubicBezTo>
                <a:cubicBezTo>
                  <a:pt x="0" y="85319"/>
                  <a:pt x="21138" y="108209"/>
                  <a:pt x="50285" y="108209"/>
                </a:cubicBezTo>
                <a:cubicBezTo>
                  <a:pt x="78987" y="108209"/>
                  <a:pt x="100349" y="85095"/>
                  <a:pt x="100349" y="54216"/>
                </a:cubicBezTo>
                <a:moveTo>
                  <a:pt x="67641" y="55551"/>
                </a:moveTo>
                <a:cubicBezTo>
                  <a:pt x="67641" y="89760"/>
                  <a:pt x="63190" y="101313"/>
                  <a:pt x="50285" y="101313"/>
                </a:cubicBezTo>
                <a:cubicBezTo>
                  <a:pt x="37156" y="101313"/>
                  <a:pt x="32708" y="89984"/>
                  <a:pt x="32708" y="57550"/>
                </a:cubicBezTo>
                <a:cubicBezTo>
                  <a:pt x="32708" y="18452"/>
                  <a:pt x="36711" y="6899"/>
                  <a:pt x="50509" y="6899"/>
                </a:cubicBezTo>
                <a:cubicBezTo>
                  <a:pt x="63414" y="6899"/>
                  <a:pt x="67641" y="19118"/>
                  <a:pt x="67641" y="55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D170CFDA-AE22-45FC-A46C-F55C53EC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339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58A10D89-B4FE-40E1-808A-4E9D7BC9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117" y="287259"/>
            <a:ext cx="83438" cy="153839"/>
          </a:xfrm>
          <a:custGeom xmlns:a="http://schemas.openxmlformats.org/drawingml/2006/main">
            <a:pathLst>
              <a:path w="83438" h="153839">
                <a:moveTo>
                  <a:pt x="83438" y="22289"/>
                </a:moveTo>
                <a:cubicBezTo>
                  <a:pt x="83438" y="9129"/>
                  <a:pt x="70533" y="0"/>
                  <a:pt x="51619" y="0"/>
                </a:cubicBezTo>
                <a:cubicBezTo>
                  <a:pt x="36711" y="0"/>
                  <a:pt x="25144" y="5340"/>
                  <a:pt x="19135" y="15152"/>
                </a:cubicBezTo>
                <a:cubicBezTo>
                  <a:pt x="14239" y="22958"/>
                  <a:pt x="12684" y="32101"/>
                  <a:pt x="12684" y="51280"/>
                </a:cubicBezTo>
                <a:lnTo>
                  <a:pt x="0" y="51280"/>
                </a:lnTo>
                <a:lnTo>
                  <a:pt x="0" y="61071"/>
                </a:lnTo>
                <a:lnTo>
                  <a:pt x="12684" y="61071"/>
                </a:lnTo>
                <a:lnTo>
                  <a:pt x="12684" y="135152"/>
                </a:lnTo>
                <a:cubicBezTo>
                  <a:pt x="12684" y="144720"/>
                  <a:pt x="10236" y="147388"/>
                  <a:pt x="0" y="148502"/>
                </a:cubicBezTo>
                <a:lnTo>
                  <a:pt x="0" y="153839"/>
                </a:lnTo>
                <a:lnTo>
                  <a:pt x="61855" y="153839"/>
                </a:lnTo>
                <a:lnTo>
                  <a:pt x="61855" y="148502"/>
                </a:lnTo>
                <a:cubicBezTo>
                  <a:pt x="46282" y="148057"/>
                  <a:pt x="43610" y="145385"/>
                  <a:pt x="43610" y="130925"/>
                </a:cubicBezTo>
                <a:lnTo>
                  <a:pt x="43610" y="61071"/>
                </a:lnTo>
                <a:lnTo>
                  <a:pt x="62969" y="61071"/>
                </a:lnTo>
                <a:lnTo>
                  <a:pt x="62969" y="51280"/>
                </a:lnTo>
                <a:lnTo>
                  <a:pt x="43610" y="51280"/>
                </a:lnTo>
                <a:lnTo>
                  <a:pt x="43610" y="24071"/>
                </a:lnTo>
                <a:cubicBezTo>
                  <a:pt x="43610" y="11805"/>
                  <a:pt x="46727" y="6899"/>
                  <a:pt x="54736" y="6899"/>
                </a:cubicBezTo>
                <a:cubicBezTo>
                  <a:pt x="58742" y="6899"/>
                  <a:pt x="61187" y="8461"/>
                  <a:pt x="61187" y="11136"/>
                </a:cubicBezTo>
                <a:cubicBezTo>
                  <a:pt x="61187" y="12253"/>
                  <a:pt x="60742" y="13591"/>
                  <a:pt x="59187" y="15821"/>
                </a:cubicBezTo>
                <a:cubicBezTo>
                  <a:pt x="57184" y="19165"/>
                  <a:pt x="56294" y="21396"/>
                  <a:pt x="56294" y="23851"/>
                </a:cubicBezTo>
                <a:cubicBezTo>
                  <a:pt x="56294" y="30763"/>
                  <a:pt x="62079" y="36117"/>
                  <a:pt x="69644" y="36117"/>
                </a:cubicBezTo>
                <a:cubicBezTo>
                  <a:pt x="77877" y="36117"/>
                  <a:pt x="83438" y="30539"/>
                  <a:pt x="83438" y="222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B0520B1C-B73A-4E20-B9DA-FB7307A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983" y="335931"/>
            <a:ext cx="100349" cy="108209"/>
          </a:xfrm>
          <a:custGeom xmlns:a="http://schemas.openxmlformats.org/drawingml/2006/main">
            <a:pathLst>
              <a:path w="100349" h="108209">
                <a:moveTo>
                  <a:pt x="100349" y="54216"/>
                </a:moveTo>
                <a:cubicBezTo>
                  <a:pt x="100349" y="23117"/>
                  <a:pt x="78987" y="0"/>
                  <a:pt x="50285" y="0"/>
                </a:cubicBezTo>
                <a:cubicBezTo>
                  <a:pt x="22027" y="0"/>
                  <a:pt x="0" y="23338"/>
                  <a:pt x="0" y="53551"/>
                </a:cubicBezTo>
                <a:cubicBezTo>
                  <a:pt x="0" y="85319"/>
                  <a:pt x="21138" y="108209"/>
                  <a:pt x="50285" y="108209"/>
                </a:cubicBezTo>
                <a:cubicBezTo>
                  <a:pt x="78987" y="108209"/>
                  <a:pt x="100349" y="85095"/>
                  <a:pt x="100349" y="54216"/>
                </a:cubicBezTo>
                <a:moveTo>
                  <a:pt x="67641" y="55551"/>
                </a:moveTo>
                <a:cubicBezTo>
                  <a:pt x="67641" y="89760"/>
                  <a:pt x="63190" y="101313"/>
                  <a:pt x="50285" y="101313"/>
                </a:cubicBezTo>
                <a:cubicBezTo>
                  <a:pt x="37156" y="101313"/>
                  <a:pt x="32708" y="89984"/>
                  <a:pt x="32708" y="57550"/>
                </a:cubicBezTo>
                <a:cubicBezTo>
                  <a:pt x="32708" y="18452"/>
                  <a:pt x="36711" y="6899"/>
                  <a:pt x="50509" y="6899"/>
                </a:cubicBezTo>
                <a:cubicBezTo>
                  <a:pt x="63414" y="6899"/>
                  <a:pt x="67641" y="19118"/>
                  <a:pt x="67641" y="55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D8EF7EDF-C472-4D18-96B5-68C56BF7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122" y="335931"/>
            <a:ext cx="90113" cy="105167"/>
          </a:xfrm>
          <a:custGeom xmlns:a="http://schemas.openxmlformats.org/drawingml/2006/main">
            <a:pathLst>
              <a:path w="90113" h="105167">
                <a:moveTo>
                  <a:pt x="90113" y="17356"/>
                </a:moveTo>
                <a:cubicBezTo>
                  <a:pt x="90113" y="7344"/>
                  <a:pt x="82549" y="0"/>
                  <a:pt x="72092" y="0"/>
                </a:cubicBezTo>
                <a:cubicBezTo>
                  <a:pt x="60966" y="0"/>
                  <a:pt x="52512" y="6009"/>
                  <a:pt x="42052" y="20914"/>
                </a:cubicBezTo>
                <a:lnTo>
                  <a:pt x="42052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567" y="9282"/>
                  <a:pt x="12015" y="12175"/>
                  <a:pt x="12015" y="21073"/>
                </a:cubicBezTo>
                <a:lnTo>
                  <a:pt x="12015" y="86480"/>
                </a:lnTo>
                <a:cubicBezTo>
                  <a:pt x="12015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9187" y="105167"/>
                </a:lnTo>
                <a:lnTo>
                  <a:pt x="59187" y="99830"/>
                </a:lnTo>
                <a:cubicBezTo>
                  <a:pt x="45613" y="98940"/>
                  <a:pt x="42945" y="96047"/>
                  <a:pt x="42945" y="82253"/>
                </a:cubicBezTo>
                <a:lnTo>
                  <a:pt x="42945" y="40208"/>
                </a:lnTo>
                <a:cubicBezTo>
                  <a:pt x="42945" y="28695"/>
                  <a:pt x="49175" y="19138"/>
                  <a:pt x="56515" y="19138"/>
                </a:cubicBezTo>
                <a:cubicBezTo>
                  <a:pt x="58297" y="19138"/>
                  <a:pt x="60297" y="20693"/>
                  <a:pt x="62745" y="24251"/>
                </a:cubicBezTo>
                <a:cubicBezTo>
                  <a:pt x="66972" y="30250"/>
                  <a:pt x="70309" y="32253"/>
                  <a:pt x="76094" y="32253"/>
                </a:cubicBezTo>
                <a:cubicBezTo>
                  <a:pt x="84328" y="32253"/>
                  <a:pt x="90113" y="26027"/>
                  <a:pt x="90113" y="17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5E57F8B0-C079-4640-8020-ECB6E25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646" y="290735"/>
            <a:ext cx="139063" cy="150362"/>
          </a:xfrm>
          <a:custGeom xmlns:a="http://schemas.openxmlformats.org/drawingml/2006/main">
            <a:pathLst>
              <a:path w="139063" h="150362">
                <a:moveTo>
                  <a:pt x="139063" y="104070"/>
                </a:moveTo>
                <a:lnTo>
                  <a:pt x="132833" y="104070"/>
                </a:lnTo>
                <a:cubicBezTo>
                  <a:pt x="126159" y="118537"/>
                  <a:pt x="121708" y="124770"/>
                  <a:pt x="114143" y="131224"/>
                </a:cubicBezTo>
                <a:cubicBezTo>
                  <a:pt x="103686" y="139681"/>
                  <a:pt x="91447" y="143467"/>
                  <a:pt x="74095" y="143467"/>
                </a:cubicBezTo>
                <a:cubicBezTo>
                  <a:pt x="59632" y="143467"/>
                  <a:pt x="55625" y="140574"/>
                  <a:pt x="55625" y="131003"/>
                </a:cubicBezTo>
                <a:lnTo>
                  <a:pt x="55625" y="77137"/>
                </a:lnTo>
                <a:cubicBezTo>
                  <a:pt x="79880" y="77137"/>
                  <a:pt x="89003" y="85818"/>
                  <a:pt x="91671" y="111638"/>
                </a:cubicBezTo>
                <a:lnTo>
                  <a:pt x="97456" y="111638"/>
                </a:lnTo>
                <a:lnTo>
                  <a:pt x="97456" y="36521"/>
                </a:lnTo>
                <a:lnTo>
                  <a:pt x="91671" y="36521"/>
                </a:lnTo>
                <a:cubicBezTo>
                  <a:pt x="88334" y="61821"/>
                  <a:pt x="79656" y="69797"/>
                  <a:pt x="55625" y="69572"/>
                </a:cubicBezTo>
                <a:lnTo>
                  <a:pt x="55625" y="18035"/>
                </a:lnTo>
                <a:cubicBezTo>
                  <a:pt x="55625" y="9571"/>
                  <a:pt x="58518" y="7568"/>
                  <a:pt x="70088" y="7568"/>
                </a:cubicBezTo>
                <a:cubicBezTo>
                  <a:pt x="106355" y="7568"/>
                  <a:pt x="117260" y="15139"/>
                  <a:pt x="122821" y="44761"/>
                </a:cubicBezTo>
                <a:lnTo>
                  <a:pt x="128382" y="44761"/>
                </a:lnTo>
                <a:lnTo>
                  <a:pt x="128382" y="0"/>
                </a:lnTo>
                <a:lnTo>
                  <a:pt x="0" y="0"/>
                </a:lnTo>
                <a:lnTo>
                  <a:pt x="0" y="5565"/>
                </a:lnTo>
                <a:cubicBezTo>
                  <a:pt x="15353" y="6454"/>
                  <a:pt x="19580" y="10019"/>
                  <a:pt x="19580" y="21379"/>
                </a:cubicBezTo>
                <a:lnTo>
                  <a:pt x="19580" y="129000"/>
                </a:lnTo>
                <a:cubicBezTo>
                  <a:pt x="19580" y="140574"/>
                  <a:pt x="16466" y="143022"/>
                  <a:pt x="0" y="144801"/>
                </a:cubicBezTo>
                <a:lnTo>
                  <a:pt x="0" y="150362"/>
                </a:lnTo>
                <a:lnTo>
                  <a:pt x="130165" y="150362"/>
                </a:lnTo>
                <a:lnTo>
                  <a:pt x="139063" y="104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236907CF-97AF-4B27-B4E6-F4D1CB6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610" y="287259"/>
            <a:ext cx="177778" cy="153839"/>
          </a:xfrm>
          <a:custGeom xmlns:a="http://schemas.openxmlformats.org/drawingml/2006/main">
            <a:pathLst>
              <a:path w="177778" h="153839">
                <a:moveTo>
                  <a:pt x="177778" y="153839"/>
                </a:moveTo>
                <a:lnTo>
                  <a:pt x="177778" y="148502"/>
                </a:lnTo>
                <a:cubicBezTo>
                  <a:pt x="169769" y="148057"/>
                  <a:pt x="166876" y="144720"/>
                  <a:pt x="166876" y="135828"/>
                </a:cubicBezTo>
                <a:lnTo>
                  <a:pt x="166876" y="48672"/>
                </a:lnTo>
                <a:cubicBezTo>
                  <a:pt x="146628" y="50611"/>
                  <a:pt x="136615" y="51280"/>
                  <a:pt x="128827" y="51280"/>
                </a:cubicBezTo>
                <a:lnTo>
                  <a:pt x="105245" y="51280"/>
                </a:lnTo>
                <a:cubicBezTo>
                  <a:pt x="105245" y="14259"/>
                  <a:pt x="108803" y="6678"/>
                  <a:pt x="124824" y="6678"/>
                </a:cubicBezTo>
                <a:cubicBezTo>
                  <a:pt x="131499" y="6678"/>
                  <a:pt x="136840" y="9354"/>
                  <a:pt x="136840" y="12698"/>
                </a:cubicBezTo>
                <a:cubicBezTo>
                  <a:pt x="136840" y="12698"/>
                  <a:pt x="136615" y="13591"/>
                  <a:pt x="136395" y="14259"/>
                </a:cubicBezTo>
                <a:cubicBezTo>
                  <a:pt x="135505" y="16714"/>
                  <a:pt x="134836" y="19389"/>
                  <a:pt x="134836" y="22065"/>
                </a:cubicBezTo>
                <a:cubicBezTo>
                  <a:pt x="134836" y="28981"/>
                  <a:pt x="140622" y="33887"/>
                  <a:pt x="149076" y="33887"/>
                </a:cubicBezTo>
                <a:cubicBezTo>
                  <a:pt x="157533" y="33887"/>
                  <a:pt x="163539" y="28532"/>
                  <a:pt x="163539" y="20503"/>
                </a:cubicBezTo>
                <a:cubicBezTo>
                  <a:pt x="163539" y="7792"/>
                  <a:pt x="148410" y="0"/>
                  <a:pt x="123935" y="0"/>
                </a:cubicBezTo>
                <a:cubicBezTo>
                  <a:pt x="111030" y="0"/>
                  <a:pt x="100570" y="2448"/>
                  <a:pt x="92785" y="7568"/>
                </a:cubicBezTo>
                <a:cubicBezTo>
                  <a:pt x="91892" y="6899"/>
                  <a:pt x="91002" y="6233"/>
                  <a:pt x="90113" y="5785"/>
                </a:cubicBezTo>
                <a:cubicBezTo>
                  <a:pt x="82993" y="1782"/>
                  <a:pt x="74315" y="0"/>
                  <a:pt x="62300" y="0"/>
                </a:cubicBezTo>
                <a:cubicBezTo>
                  <a:pt x="45834" y="0"/>
                  <a:pt x="33598" y="4006"/>
                  <a:pt x="25365" y="12029"/>
                </a:cubicBezTo>
                <a:cubicBezTo>
                  <a:pt x="16466" y="20951"/>
                  <a:pt x="13129" y="31208"/>
                  <a:pt x="12684" y="51280"/>
                </a:cubicBezTo>
                <a:lnTo>
                  <a:pt x="0" y="51280"/>
                </a:lnTo>
                <a:lnTo>
                  <a:pt x="0" y="61071"/>
                </a:lnTo>
                <a:lnTo>
                  <a:pt x="12684" y="61071"/>
                </a:lnTo>
                <a:lnTo>
                  <a:pt x="12684" y="135152"/>
                </a:lnTo>
                <a:cubicBezTo>
                  <a:pt x="12684" y="144720"/>
                  <a:pt x="10457" y="147164"/>
                  <a:pt x="0" y="148502"/>
                </a:cubicBezTo>
                <a:lnTo>
                  <a:pt x="0" y="153839"/>
                </a:lnTo>
                <a:lnTo>
                  <a:pt x="54067" y="153839"/>
                </a:lnTo>
                <a:lnTo>
                  <a:pt x="54067" y="148502"/>
                </a:lnTo>
                <a:cubicBezTo>
                  <a:pt x="46058" y="147388"/>
                  <a:pt x="43610" y="144496"/>
                  <a:pt x="43610" y="135821"/>
                </a:cubicBezTo>
                <a:lnTo>
                  <a:pt x="43610" y="61071"/>
                </a:lnTo>
                <a:lnTo>
                  <a:pt x="74315" y="61071"/>
                </a:lnTo>
                <a:lnTo>
                  <a:pt x="74315" y="135152"/>
                </a:lnTo>
                <a:cubicBezTo>
                  <a:pt x="74315" y="144720"/>
                  <a:pt x="72092" y="147164"/>
                  <a:pt x="61635" y="148502"/>
                </a:cubicBezTo>
                <a:lnTo>
                  <a:pt x="61635" y="153839"/>
                </a:lnTo>
                <a:lnTo>
                  <a:pt x="115702" y="153839"/>
                </a:lnTo>
                <a:lnTo>
                  <a:pt x="115702" y="148502"/>
                </a:lnTo>
                <a:cubicBezTo>
                  <a:pt x="107689" y="147388"/>
                  <a:pt x="105245" y="144496"/>
                  <a:pt x="105245" y="135821"/>
                </a:cubicBezTo>
                <a:lnTo>
                  <a:pt x="105245" y="61071"/>
                </a:lnTo>
                <a:lnTo>
                  <a:pt x="128382" y="61071"/>
                </a:lnTo>
                <a:cubicBezTo>
                  <a:pt x="134168" y="61071"/>
                  <a:pt x="135950" y="62850"/>
                  <a:pt x="135950" y="68635"/>
                </a:cubicBezTo>
                <a:lnTo>
                  <a:pt x="135950" y="135821"/>
                </a:lnTo>
                <a:cubicBezTo>
                  <a:pt x="135950" y="144720"/>
                  <a:pt x="133723" y="147612"/>
                  <a:pt x="125490" y="148502"/>
                </a:cubicBezTo>
                <a:lnTo>
                  <a:pt x="125490" y="153839"/>
                </a:lnTo>
                <a:lnTo>
                  <a:pt x="177778" y="153839"/>
                </a:lnTo>
                <a:moveTo>
                  <a:pt x="76094" y="32994"/>
                </a:moveTo>
                <a:cubicBezTo>
                  <a:pt x="74984" y="38124"/>
                  <a:pt x="74539" y="44143"/>
                  <a:pt x="74315" y="51280"/>
                </a:cubicBezTo>
                <a:lnTo>
                  <a:pt x="43610" y="51280"/>
                </a:lnTo>
                <a:cubicBezTo>
                  <a:pt x="43610" y="14259"/>
                  <a:pt x="47172" y="6678"/>
                  <a:pt x="63190" y="6678"/>
                </a:cubicBezTo>
                <a:cubicBezTo>
                  <a:pt x="69644" y="6678"/>
                  <a:pt x="73202" y="9798"/>
                  <a:pt x="73202" y="10915"/>
                </a:cubicBezTo>
                <a:cubicBezTo>
                  <a:pt x="73202" y="12477"/>
                  <a:pt x="72981" y="14704"/>
                  <a:pt x="72092" y="16935"/>
                </a:cubicBezTo>
                <a:cubicBezTo>
                  <a:pt x="71202" y="18721"/>
                  <a:pt x="70533" y="20951"/>
                  <a:pt x="70533" y="22958"/>
                </a:cubicBezTo>
                <a:cubicBezTo>
                  <a:pt x="70754" y="27195"/>
                  <a:pt x="72757" y="30318"/>
                  <a:pt x="76094" y="32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C5B584FD-BD48-412F-9F19-83E128A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401" y="335931"/>
            <a:ext cx="90113" cy="108209"/>
          </a:xfrm>
          <a:custGeom xmlns:a="http://schemas.openxmlformats.org/drawingml/2006/main">
            <a:pathLst>
              <a:path w="90113" h="108209">
                <a:moveTo>
                  <a:pt x="90113" y="84864"/>
                </a:moveTo>
                <a:lnTo>
                  <a:pt x="86107" y="80865"/>
                </a:lnTo>
                <a:cubicBezTo>
                  <a:pt x="77877" y="90194"/>
                  <a:pt x="72092" y="93304"/>
                  <a:pt x="62969" y="93304"/>
                </a:cubicBezTo>
                <a:cubicBezTo>
                  <a:pt x="43610" y="93304"/>
                  <a:pt x="31371" y="73979"/>
                  <a:pt x="31371" y="43770"/>
                </a:cubicBezTo>
                <a:cubicBezTo>
                  <a:pt x="31371" y="20893"/>
                  <a:pt x="38494" y="6899"/>
                  <a:pt x="50064" y="6899"/>
                </a:cubicBezTo>
                <a:cubicBezTo>
                  <a:pt x="53622" y="6899"/>
                  <a:pt x="56960" y="8674"/>
                  <a:pt x="58294" y="11119"/>
                </a:cubicBezTo>
                <a:cubicBezTo>
                  <a:pt x="59407" y="13119"/>
                  <a:pt x="59407" y="13119"/>
                  <a:pt x="59407" y="22448"/>
                </a:cubicBezTo>
                <a:cubicBezTo>
                  <a:pt x="59632" y="33554"/>
                  <a:pt x="63414" y="38439"/>
                  <a:pt x="71868" y="38439"/>
                </a:cubicBezTo>
                <a:cubicBezTo>
                  <a:pt x="81214" y="38439"/>
                  <a:pt x="86999" y="33109"/>
                  <a:pt x="86999" y="24445"/>
                </a:cubicBezTo>
                <a:cubicBezTo>
                  <a:pt x="86999" y="10674"/>
                  <a:pt x="72092" y="0"/>
                  <a:pt x="52733" y="0"/>
                </a:cubicBezTo>
                <a:cubicBezTo>
                  <a:pt x="22251" y="0"/>
                  <a:pt x="0" y="23335"/>
                  <a:pt x="0" y="55544"/>
                </a:cubicBezTo>
                <a:cubicBezTo>
                  <a:pt x="0" y="86416"/>
                  <a:pt x="19804" y="108209"/>
                  <a:pt x="47616" y="108209"/>
                </a:cubicBezTo>
                <a:cubicBezTo>
                  <a:pt x="64748" y="108209"/>
                  <a:pt x="77208" y="101313"/>
                  <a:pt x="90113" y="84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FAADA5B5-B8CE-40C5-BC67-D5009885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189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0313DE98-01E6-41D0-9646-2ED9F6B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47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9E51C33A-65E3-4B49-8DEA-F6E7663C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948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7D38B434-1982-4C1F-8953-A5E91913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435" y="300937"/>
            <a:ext cx="69420" cy="142767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D0E630D6-6573-4959-BF8B-A5E01A5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267" y="335931"/>
            <a:ext cx="103018" cy="10820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F45A9DDD-3706-4BA6-B10A-35989470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629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30BFF3A9-3CC2-46D2-A1A4-57EEB068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229" y="290735"/>
            <a:ext cx="113254" cy="153404"/>
          </a:xfrm>
          <a:custGeom xmlns:a="http://schemas.openxmlformats.org/drawingml/2006/main">
            <a:pathLst>
              <a:path w="113254" h="153404">
                <a:moveTo>
                  <a:pt x="113254" y="145799"/>
                </a:moveTo>
                <a:lnTo>
                  <a:pt x="113254" y="140683"/>
                </a:lnTo>
                <a:cubicBezTo>
                  <a:pt x="103018" y="140017"/>
                  <a:pt x="100125" y="137132"/>
                  <a:pt x="100125" y="127809"/>
                </a:cubicBezTo>
                <a:lnTo>
                  <a:pt x="100125" y="0"/>
                </a:lnTo>
                <a:lnTo>
                  <a:pt x="52288" y="0"/>
                </a:lnTo>
                <a:lnTo>
                  <a:pt x="52288" y="5340"/>
                </a:lnTo>
                <a:cubicBezTo>
                  <a:pt x="67196" y="6454"/>
                  <a:pt x="69199" y="8012"/>
                  <a:pt x="69199" y="18255"/>
                </a:cubicBezTo>
                <a:lnTo>
                  <a:pt x="69199" y="58990"/>
                </a:lnTo>
                <a:cubicBezTo>
                  <a:pt x="59632" y="48757"/>
                  <a:pt x="52957" y="45196"/>
                  <a:pt x="42721" y="45196"/>
                </a:cubicBezTo>
                <a:cubicBezTo>
                  <a:pt x="18245" y="45196"/>
                  <a:pt x="0" y="68978"/>
                  <a:pt x="0" y="101167"/>
                </a:cubicBezTo>
                <a:cubicBezTo>
                  <a:pt x="0" y="131394"/>
                  <a:pt x="16911" y="153404"/>
                  <a:pt x="40273" y="153404"/>
                </a:cubicBezTo>
                <a:cubicBezTo>
                  <a:pt x="52064" y="153404"/>
                  <a:pt x="59407" y="149846"/>
                  <a:pt x="69864" y="138724"/>
                </a:cubicBezTo>
                <a:lnTo>
                  <a:pt x="69864" y="153184"/>
                </a:lnTo>
                <a:cubicBezTo>
                  <a:pt x="80101" y="150291"/>
                  <a:pt x="85662" y="149177"/>
                  <a:pt x="99460" y="147622"/>
                </a:cubicBezTo>
                <a:lnTo>
                  <a:pt x="113254" y="145799"/>
                </a:lnTo>
                <a:moveTo>
                  <a:pt x="69199" y="125398"/>
                </a:moveTo>
                <a:cubicBezTo>
                  <a:pt x="69199" y="126732"/>
                  <a:pt x="66972" y="130508"/>
                  <a:pt x="64303" y="133394"/>
                </a:cubicBezTo>
                <a:cubicBezTo>
                  <a:pt x="59852" y="138503"/>
                  <a:pt x="55181" y="140944"/>
                  <a:pt x="50285" y="140944"/>
                </a:cubicBezTo>
                <a:cubicBezTo>
                  <a:pt x="38494" y="140944"/>
                  <a:pt x="32929" y="127618"/>
                  <a:pt x="32929" y="99412"/>
                </a:cubicBezTo>
                <a:cubicBezTo>
                  <a:pt x="32929" y="70761"/>
                  <a:pt x="38938" y="57659"/>
                  <a:pt x="51843" y="57659"/>
                </a:cubicBezTo>
                <a:cubicBezTo>
                  <a:pt x="59187" y="57659"/>
                  <a:pt x="66082" y="62986"/>
                  <a:pt x="69199" y="71426"/>
                </a:cubicBezTo>
                <a:lnTo>
                  <a:pt x="69199" y="125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377EFA03-E3A5-40BC-A45E-932FBBC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62" y="290735"/>
            <a:ext cx="126159" cy="150362"/>
          </a:xfrm>
          <a:custGeom xmlns:a="http://schemas.openxmlformats.org/drawingml/2006/main">
            <a:pathLst>
              <a:path w="126159" h="150362">
                <a:moveTo>
                  <a:pt x="126159" y="44761"/>
                </a:moveTo>
                <a:lnTo>
                  <a:pt x="126159" y="0"/>
                </a:lnTo>
                <a:lnTo>
                  <a:pt x="0" y="0"/>
                </a:lnTo>
                <a:lnTo>
                  <a:pt x="0" y="5565"/>
                </a:lnTo>
                <a:cubicBezTo>
                  <a:pt x="15353" y="6454"/>
                  <a:pt x="19580" y="9795"/>
                  <a:pt x="19580" y="21379"/>
                </a:cubicBezTo>
                <a:lnTo>
                  <a:pt x="19580" y="129000"/>
                </a:lnTo>
                <a:cubicBezTo>
                  <a:pt x="19580" y="140574"/>
                  <a:pt x="16466" y="143022"/>
                  <a:pt x="0" y="144801"/>
                </a:cubicBezTo>
                <a:lnTo>
                  <a:pt x="0" y="150362"/>
                </a:lnTo>
                <a:lnTo>
                  <a:pt x="80101" y="150362"/>
                </a:lnTo>
                <a:lnTo>
                  <a:pt x="80101" y="144801"/>
                </a:lnTo>
                <a:cubicBezTo>
                  <a:pt x="59632" y="143912"/>
                  <a:pt x="55625" y="141240"/>
                  <a:pt x="55625" y="129000"/>
                </a:cubicBezTo>
                <a:lnTo>
                  <a:pt x="55625" y="77137"/>
                </a:lnTo>
                <a:cubicBezTo>
                  <a:pt x="78322" y="77585"/>
                  <a:pt x="86555" y="85818"/>
                  <a:pt x="89668" y="111638"/>
                </a:cubicBezTo>
                <a:lnTo>
                  <a:pt x="95233" y="111638"/>
                </a:lnTo>
                <a:lnTo>
                  <a:pt x="95233" y="36521"/>
                </a:lnTo>
                <a:lnTo>
                  <a:pt x="89668" y="36521"/>
                </a:lnTo>
                <a:cubicBezTo>
                  <a:pt x="85662" y="61821"/>
                  <a:pt x="77877" y="69572"/>
                  <a:pt x="55625" y="69572"/>
                </a:cubicBezTo>
                <a:lnTo>
                  <a:pt x="55625" y="18038"/>
                </a:lnTo>
                <a:cubicBezTo>
                  <a:pt x="55625" y="9795"/>
                  <a:pt x="58518" y="7568"/>
                  <a:pt x="69864" y="7568"/>
                </a:cubicBezTo>
                <a:cubicBezTo>
                  <a:pt x="90337" y="7568"/>
                  <a:pt x="103462" y="11353"/>
                  <a:pt x="110361" y="19148"/>
                </a:cubicBezTo>
                <a:cubicBezTo>
                  <a:pt x="115257" y="24716"/>
                  <a:pt x="117705" y="30729"/>
                  <a:pt x="120818" y="44761"/>
                </a:cubicBezTo>
                <a:lnTo>
                  <a:pt x="126159" y="447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657255DC-4E61-4C90-9D1C-049F0A38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511" y="290735"/>
            <a:ext cx="53177" cy="150362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95BDACAA-9B34-4D8A-9F1B-E579C5B4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69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F6824538-4885-43F3-9F91-0458CA66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817" y="338538"/>
            <a:ext cx="105021" cy="102559"/>
          </a:xfrm>
          <a:custGeom xmlns:a="http://schemas.openxmlformats.org/drawingml/2006/main">
            <a:pathLst>
              <a:path w="105021" h="102559">
                <a:moveTo>
                  <a:pt x="105021" y="102559"/>
                </a:moveTo>
                <a:lnTo>
                  <a:pt x="105021" y="97222"/>
                </a:lnTo>
                <a:cubicBezTo>
                  <a:pt x="101459" y="96109"/>
                  <a:pt x="99904" y="95219"/>
                  <a:pt x="98346" y="92771"/>
                </a:cubicBezTo>
                <a:lnTo>
                  <a:pt x="65417" y="42048"/>
                </a:lnTo>
                <a:lnTo>
                  <a:pt x="87889" y="14018"/>
                </a:lnTo>
                <a:cubicBezTo>
                  <a:pt x="92116" y="8902"/>
                  <a:pt x="96567" y="6454"/>
                  <a:pt x="103462" y="5340"/>
                </a:cubicBezTo>
                <a:lnTo>
                  <a:pt x="103462" y="0"/>
                </a:lnTo>
                <a:lnTo>
                  <a:pt x="66082" y="0"/>
                </a:lnTo>
                <a:lnTo>
                  <a:pt x="66082" y="5340"/>
                </a:lnTo>
                <a:cubicBezTo>
                  <a:pt x="68085" y="5565"/>
                  <a:pt x="69864" y="5785"/>
                  <a:pt x="70533" y="5785"/>
                </a:cubicBezTo>
                <a:cubicBezTo>
                  <a:pt x="75650" y="6009"/>
                  <a:pt x="77432" y="7344"/>
                  <a:pt x="77432" y="10681"/>
                </a:cubicBezTo>
                <a:cubicBezTo>
                  <a:pt x="77432" y="14018"/>
                  <a:pt x="75205" y="17801"/>
                  <a:pt x="68975" y="24920"/>
                </a:cubicBezTo>
                <a:cubicBezTo>
                  <a:pt x="67641" y="26254"/>
                  <a:pt x="64303" y="30481"/>
                  <a:pt x="60966" y="35153"/>
                </a:cubicBezTo>
                <a:cubicBezTo>
                  <a:pt x="59632" y="33595"/>
                  <a:pt x="58739" y="32260"/>
                  <a:pt x="58073" y="31371"/>
                </a:cubicBezTo>
                <a:cubicBezTo>
                  <a:pt x="50954" y="22027"/>
                  <a:pt x="45168" y="12460"/>
                  <a:pt x="45168" y="9567"/>
                </a:cubicBezTo>
                <a:cubicBezTo>
                  <a:pt x="45168" y="6899"/>
                  <a:pt x="48282" y="5565"/>
                  <a:pt x="55625" y="5340"/>
                </a:cubicBezTo>
                <a:lnTo>
                  <a:pt x="55625" y="0"/>
                </a:lnTo>
                <a:lnTo>
                  <a:pt x="0" y="0"/>
                </a:lnTo>
                <a:lnTo>
                  <a:pt x="0" y="5340"/>
                </a:lnTo>
                <a:cubicBezTo>
                  <a:pt x="5785" y="6230"/>
                  <a:pt x="7120" y="7344"/>
                  <a:pt x="11571" y="14018"/>
                </a:cubicBezTo>
                <a:lnTo>
                  <a:pt x="40049" y="57842"/>
                </a:lnTo>
                <a:cubicBezTo>
                  <a:pt x="33598" y="66075"/>
                  <a:pt x="27589" y="73416"/>
                  <a:pt x="25589" y="76532"/>
                </a:cubicBezTo>
                <a:cubicBezTo>
                  <a:pt x="13129" y="92995"/>
                  <a:pt x="8678" y="96777"/>
                  <a:pt x="445" y="97222"/>
                </a:cubicBezTo>
                <a:lnTo>
                  <a:pt x="445" y="102559"/>
                </a:lnTo>
                <a:lnTo>
                  <a:pt x="38049" y="102559"/>
                </a:lnTo>
                <a:lnTo>
                  <a:pt x="38049" y="97222"/>
                </a:lnTo>
                <a:cubicBezTo>
                  <a:pt x="30036" y="96777"/>
                  <a:pt x="26923" y="95219"/>
                  <a:pt x="26923" y="91882"/>
                </a:cubicBezTo>
                <a:cubicBezTo>
                  <a:pt x="26923" y="88544"/>
                  <a:pt x="32708" y="79201"/>
                  <a:pt x="41162" y="68968"/>
                </a:cubicBezTo>
                <a:cubicBezTo>
                  <a:pt x="41607" y="68299"/>
                  <a:pt x="43165" y="66520"/>
                  <a:pt x="44724" y="64517"/>
                </a:cubicBezTo>
                <a:lnTo>
                  <a:pt x="54067" y="78532"/>
                </a:lnTo>
                <a:cubicBezTo>
                  <a:pt x="59187" y="85876"/>
                  <a:pt x="61411" y="90103"/>
                  <a:pt x="61411" y="92771"/>
                </a:cubicBezTo>
                <a:cubicBezTo>
                  <a:pt x="61411" y="95440"/>
                  <a:pt x="58294" y="96777"/>
                  <a:pt x="51398" y="97222"/>
                </a:cubicBezTo>
                <a:lnTo>
                  <a:pt x="51398" y="102559"/>
                </a:lnTo>
                <a:lnTo>
                  <a:pt x="105021" y="102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1FA0DDA5-FCC3-4247-B9BD-5827AC01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957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F5B4E86D-4EA3-43E4-A5EC-4F93C56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4036" y="290735"/>
            <a:ext cx="112140" cy="153404"/>
          </a:xfrm>
          <a:custGeom xmlns:a="http://schemas.openxmlformats.org/drawingml/2006/main">
            <a:pathLst>
              <a:path w="112140" h="153404">
                <a:moveTo>
                  <a:pt x="112140" y="97195"/>
                </a:moveTo>
                <a:cubicBezTo>
                  <a:pt x="112140" y="66541"/>
                  <a:pt x="95009" y="45196"/>
                  <a:pt x="70309" y="45196"/>
                </a:cubicBezTo>
                <a:cubicBezTo>
                  <a:pt x="59628" y="45196"/>
                  <a:pt x="51395" y="48981"/>
                  <a:pt x="43165" y="57656"/>
                </a:cubicBezTo>
                <a:lnTo>
                  <a:pt x="43165" y="0"/>
                </a:lnTo>
                <a:lnTo>
                  <a:pt x="0" y="0"/>
                </a:lnTo>
                <a:lnTo>
                  <a:pt x="0" y="5340"/>
                </a:lnTo>
                <a:cubicBezTo>
                  <a:pt x="10233" y="7347"/>
                  <a:pt x="12236" y="9350"/>
                  <a:pt x="12236" y="18255"/>
                </a:cubicBezTo>
                <a:lnTo>
                  <a:pt x="12236" y="153184"/>
                </a:lnTo>
                <a:lnTo>
                  <a:pt x="14908" y="153184"/>
                </a:lnTo>
                <a:lnTo>
                  <a:pt x="32484" y="140734"/>
                </a:lnTo>
                <a:cubicBezTo>
                  <a:pt x="42721" y="149846"/>
                  <a:pt x="50730" y="153404"/>
                  <a:pt x="61855" y="153404"/>
                </a:cubicBezTo>
                <a:cubicBezTo>
                  <a:pt x="91447" y="153404"/>
                  <a:pt x="112140" y="130294"/>
                  <a:pt x="112140" y="97195"/>
                </a:cubicBezTo>
                <a:moveTo>
                  <a:pt x="79432" y="101194"/>
                </a:moveTo>
                <a:cubicBezTo>
                  <a:pt x="79432" y="131849"/>
                  <a:pt x="72757" y="146285"/>
                  <a:pt x="58518" y="146285"/>
                </a:cubicBezTo>
                <a:cubicBezTo>
                  <a:pt x="49171" y="146285"/>
                  <a:pt x="43165" y="139399"/>
                  <a:pt x="43165" y="128739"/>
                </a:cubicBezTo>
                <a:lnTo>
                  <a:pt x="43165" y="70319"/>
                </a:lnTo>
                <a:cubicBezTo>
                  <a:pt x="46947" y="60766"/>
                  <a:pt x="51395" y="57211"/>
                  <a:pt x="58739" y="57211"/>
                </a:cubicBezTo>
                <a:cubicBezTo>
                  <a:pt x="72533" y="57211"/>
                  <a:pt x="79432" y="72095"/>
                  <a:pt x="79432" y="1011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A349DBD1-7E22-4785-9192-4F697BF2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23" y="290735"/>
            <a:ext cx="53177" cy="150362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DE08900D-4F73-4962-90A0-BC3AB0B7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81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7CC6B1CE-AC6D-48EB-B4FA-6B9292D9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349" y="290735"/>
            <a:ext cx="201808" cy="150362"/>
          </a:xfrm>
          <a:custGeom xmlns:a="http://schemas.openxmlformats.org/drawingml/2006/main">
            <a:pathLst>
              <a:path w="201808" h="150362">
                <a:moveTo>
                  <a:pt x="201808" y="150362"/>
                </a:moveTo>
                <a:lnTo>
                  <a:pt x="201808" y="144801"/>
                </a:lnTo>
                <a:cubicBezTo>
                  <a:pt x="184452" y="142577"/>
                  <a:pt x="182229" y="140129"/>
                  <a:pt x="182229" y="124339"/>
                </a:cubicBezTo>
                <a:lnTo>
                  <a:pt x="182229" y="26027"/>
                </a:lnTo>
                <a:cubicBezTo>
                  <a:pt x="182229" y="10012"/>
                  <a:pt x="185566" y="6678"/>
                  <a:pt x="201808" y="5565"/>
                </a:cubicBezTo>
                <a:lnTo>
                  <a:pt x="201808" y="0"/>
                </a:lnTo>
                <a:lnTo>
                  <a:pt x="145738" y="0"/>
                </a:lnTo>
                <a:lnTo>
                  <a:pt x="101239" y="104987"/>
                </a:lnTo>
                <a:lnTo>
                  <a:pt x="56739" y="0"/>
                </a:lnTo>
                <a:lnTo>
                  <a:pt x="445" y="0"/>
                </a:lnTo>
                <a:lnTo>
                  <a:pt x="445" y="5565"/>
                </a:lnTo>
                <a:cubicBezTo>
                  <a:pt x="16687" y="6899"/>
                  <a:pt x="20248" y="9791"/>
                  <a:pt x="20248" y="21359"/>
                </a:cubicBezTo>
                <a:lnTo>
                  <a:pt x="20248" y="127007"/>
                </a:lnTo>
                <a:cubicBezTo>
                  <a:pt x="20248" y="140354"/>
                  <a:pt x="17356" y="143022"/>
                  <a:pt x="0" y="144801"/>
                </a:cubicBezTo>
                <a:lnTo>
                  <a:pt x="0" y="150362"/>
                </a:lnTo>
                <a:lnTo>
                  <a:pt x="52064" y="150362"/>
                </a:lnTo>
                <a:lnTo>
                  <a:pt x="52064" y="144801"/>
                </a:lnTo>
                <a:cubicBezTo>
                  <a:pt x="33819" y="143467"/>
                  <a:pt x="29592" y="139240"/>
                  <a:pt x="29592" y="122780"/>
                </a:cubicBezTo>
                <a:lnTo>
                  <a:pt x="29592" y="18242"/>
                </a:lnTo>
                <a:lnTo>
                  <a:pt x="85662" y="150362"/>
                </a:lnTo>
                <a:lnTo>
                  <a:pt x="91671" y="150362"/>
                </a:lnTo>
                <a:lnTo>
                  <a:pt x="147741" y="14908"/>
                </a:lnTo>
                <a:lnTo>
                  <a:pt x="147741" y="128121"/>
                </a:lnTo>
                <a:cubicBezTo>
                  <a:pt x="147741" y="140574"/>
                  <a:pt x="144625" y="143246"/>
                  <a:pt x="127938" y="144801"/>
                </a:cubicBezTo>
                <a:lnTo>
                  <a:pt x="127938" y="150362"/>
                </a:lnTo>
                <a:lnTo>
                  <a:pt x="201808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3CCA5605-C274-49B1-A99C-F09510D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839" y="335931"/>
            <a:ext cx="103018" cy="10820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1886C804-FD86-49AD-ADB6-7E2A1DE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90" y="335931"/>
            <a:ext cx="90113" cy="108209"/>
          </a:xfrm>
          <a:custGeom xmlns:a="http://schemas.openxmlformats.org/drawingml/2006/main">
            <a:pathLst>
              <a:path w="90113" h="108209">
                <a:moveTo>
                  <a:pt x="90113" y="84864"/>
                </a:moveTo>
                <a:lnTo>
                  <a:pt x="86107" y="80865"/>
                </a:lnTo>
                <a:cubicBezTo>
                  <a:pt x="77877" y="90194"/>
                  <a:pt x="72092" y="93304"/>
                  <a:pt x="62969" y="93304"/>
                </a:cubicBezTo>
                <a:cubicBezTo>
                  <a:pt x="43610" y="93304"/>
                  <a:pt x="31371" y="73979"/>
                  <a:pt x="31371" y="43770"/>
                </a:cubicBezTo>
                <a:cubicBezTo>
                  <a:pt x="31371" y="20893"/>
                  <a:pt x="38494" y="6899"/>
                  <a:pt x="50064" y="6899"/>
                </a:cubicBezTo>
                <a:cubicBezTo>
                  <a:pt x="53622" y="6899"/>
                  <a:pt x="56960" y="8674"/>
                  <a:pt x="58294" y="11119"/>
                </a:cubicBezTo>
                <a:cubicBezTo>
                  <a:pt x="59407" y="13119"/>
                  <a:pt x="59407" y="13119"/>
                  <a:pt x="59407" y="22448"/>
                </a:cubicBezTo>
                <a:cubicBezTo>
                  <a:pt x="59632" y="33554"/>
                  <a:pt x="63414" y="38439"/>
                  <a:pt x="71868" y="38439"/>
                </a:cubicBezTo>
                <a:cubicBezTo>
                  <a:pt x="81214" y="38439"/>
                  <a:pt x="86999" y="33109"/>
                  <a:pt x="86999" y="24445"/>
                </a:cubicBezTo>
                <a:cubicBezTo>
                  <a:pt x="86999" y="10674"/>
                  <a:pt x="72092" y="0"/>
                  <a:pt x="52733" y="0"/>
                </a:cubicBezTo>
                <a:cubicBezTo>
                  <a:pt x="22251" y="0"/>
                  <a:pt x="0" y="23335"/>
                  <a:pt x="0" y="55544"/>
                </a:cubicBezTo>
                <a:cubicBezTo>
                  <a:pt x="0" y="86416"/>
                  <a:pt x="19804" y="108209"/>
                  <a:pt x="47616" y="108209"/>
                </a:cubicBezTo>
                <a:cubicBezTo>
                  <a:pt x="64748" y="108209"/>
                  <a:pt x="77208" y="101313"/>
                  <a:pt x="90113" y="84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7601F80E-251B-470B-A09D-6EE76956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540" y="290735"/>
            <a:ext cx="115257" cy="150362"/>
          </a:xfrm>
          <a:custGeom xmlns:a="http://schemas.openxmlformats.org/drawingml/2006/main">
            <a:pathLst>
              <a:path w="115257" h="150362">
                <a:moveTo>
                  <a:pt x="115257" y="150362"/>
                </a:moveTo>
                <a:lnTo>
                  <a:pt x="115257" y="145025"/>
                </a:lnTo>
                <a:cubicBezTo>
                  <a:pt x="107244" y="144356"/>
                  <a:pt x="104355" y="141022"/>
                  <a:pt x="104355" y="131686"/>
                </a:cubicBezTo>
                <a:lnTo>
                  <a:pt x="104355" y="76556"/>
                </a:lnTo>
                <a:cubicBezTo>
                  <a:pt x="104355" y="57435"/>
                  <a:pt x="92561" y="45196"/>
                  <a:pt x="74315" y="45196"/>
                </a:cubicBezTo>
                <a:cubicBezTo>
                  <a:pt x="62524" y="45196"/>
                  <a:pt x="54291" y="49647"/>
                  <a:pt x="42721" y="62551"/>
                </a:cubicBezTo>
                <a:lnTo>
                  <a:pt x="42721" y="0"/>
                </a:lnTo>
                <a:lnTo>
                  <a:pt x="0" y="0"/>
                </a:lnTo>
                <a:lnTo>
                  <a:pt x="0" y="5340"/>
                </a:lnTo>
                <a:cubicBezTo>
                  <a:pt x="10236" y="7347"/>
                  <a:pt x="11791" y="9126"/>
                  <a:pt x="11791" y="18255"/>
                </a:cubicBezTo>
                <a:lnTo>
                  <a:pt x="11791" y="131686"/>
                </a:lnTo>
                <a:cubicBezTo>
                  <a:pt x="11791" y="141022"/>
                  <a:pt x="10012" y="143022"/>
                  <a:pt x="0" y="145025"/>
                </a:cubicBezTo>
                <a:lnTo>
                  <a:pt x="0" y="150362"/>
                </a:lnTo>
                <a:lnTo>
                  <a:pt x="53622" y="150362"/>
                </a:lnTo>
                <a:lnTo>
                  <a:pt x="53622" y="145025"/>
                </a:lnTo>
                <a:cubicBezTo>
                  <a:pt x="45389" y="143912"/>
                  <a:pt x="42721" y="140578"/>
                  <a:pt x="42721" y="132351"/>
                </a:cubicBezTo>
                <a:lnTo>
                  <a:pt x="42721" y="72998"/>
                </a:lnTo>
                <a:cubicBezTo>
                  <a:pt x="42721" y="72109"/>
                  <a:pt x="44279" y="69888"/>
                  <a:pt x="46503" y="67885"/>
                </a:cubicBezTo>
                <a:cubicBezTo>
                  <a:pt x="51398" y="62772"/>
                  <a:pt x="56739" y="60103"/>
                  <a:pt x="61855" y="60103"/>
                </a:cubicBezTo>
                <a:cubicBezTo>
                  <a:pt x="69644" y="60103"/>
                  <a:pt x="73426" y="66106"/>
                  <a:pt x="73426" y="78556"/>
                </a:cubicBezTo>
                <a:lnTo>
                  <a:pt x="73426" y="132351"/>
                </a:lnTo>
                <a:cubicBezTo>
                  <a:pt x="73426" y="140578"/>
                  <a:pt x="70533" y="144136"/>
                  <a:pt x="62969" y="145025"/>
                </a:cubicBezTo>
                <a:lnTo>
                  <a:pt x="62969" y="150362"/>
                </a:lnTo>
                <a:lnTo>
                  <a:pt x="11525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F5E298DA-881D-4BAE-B339-0A3FAC87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250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E4D453FC-4309-4D74-8281-1B4281C5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219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90F5CA6B-1AF0-4969-B7DC-907B2444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820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E2C9D249-1F7F-41FC-998F-994E5DC6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233" y="290735"/>
            <a:ext cx="152413" cy="154273"/>
          </a:xfrm>
          <a:custGeom xmlns:a="http://schemas.openxmlformats.org/drawingml/2006/main">
            <a:pathLst>
              <a:path w="152413" h="154273">
                <a:moveTo>
                  <a:pt x="152413" y="5565"/>
                </a:moveTo>
                <a:lnTo>
                  <a:pt x="152413" y="0"/>
                </a:lnTo>
                <a:lnTo>
                  <a:pt x="105021" y="0"/>
                </a:lnTo>
                <a:lnTo>
                  <a:pt x="105021" y="5565"/>
                </a:lnTo>
                <a:cubicBezTo>
                  <a:pt x="120818" y="6675"/>
                  <a:pt x="124155" y="8230"/>
                  <a:pt x="124155" y="15342"/>
                </a:cubicBezTo>
                <a:cubicBezTo>
                  <a:pt x="124155" y="18901"/>
                  <a:pt x="123490" y="21569"/>
                  <a:pt x="119708" y="31126"/>
                </a:cubicBezTo>
                <a:lnTo>
                  <a:pt x="91447" y="104260"/>
                </a:lnTo>
                <a:lnTo>
                  <a:pt x="60742" y="30016"/>
                </a:lnTo>
                <a:cubicBezTo>
                  <a:pt x="56515" y="20011"/>
                  <a:pt x="55625" y="17346"/>
                  <a:pt x="55625" y="14012"/>
                </a:cubicBezTo>
                <a:cubicBezTo>
                  <a:pt x="55625" y="8899"/>
                  <a:pt x="58963" y="6454"/>
                  <a:pt x="67420" y="6009"/>
                </a:cubicBezTo>
                <a:cubicBezTo>
                  <a:pt x="68530" y="6009"/>
                  <a:pt x="71423" y="5785"/>
                  <a:pt x="74760" y="5565"/>
                </a:cubicBezTo>
                <a:lnTo>
                  <a:pt x="74760" y="0"/>
                </a:lnTo>
                <a:lnTo>
                  <a:pt x="0" y="0"/>
                </a:lnTo>
                <a:lnTo>
                  <a:pt x="0" y="5565"/>
                </a:lnTo>
                <a:cubicBezTo>
                  <a:pt x="11126" y="7120"/>
                  <a:pt x="13129" y="8899"/>
                  <a:pt x="18690" y="21124"/>
                </a:cubicBezTo>
                <a:lnTo>
                  <a:pt x="75650" y="154273"/>
                </a:lnTo>
                <a:lnTo>
                  <a:pt x="81659" y="154273"/>
                </a:lnTo>
                <a:lnTo>
                  <a:pt x="132389" y="23789"/>
                </a:lnTo>
                <a:cubicBezTo>
                  <a:pt x="137729" y="10009"/>
                  <a:pt x="140842" y="7120"/>
                  <a:pt x="152413" y="5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9B2BD4AE-17AC-4998-812E-E361BFA1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54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909E8D40-C6E3-471F-9299-61BCFA4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512" y="335931"/>
            <a:ext cx="74760" cy="108209"/>
          </a:xfrm>
          <a:custGeom xmlns:a="http://schemas.openxmlformats.org/drawingml/2006/main">
            <a:pathLst>
              <a:path w="74760" h="108209">
                <a:moveTo>
                  <a:pt x="74760" y="74431"/>
                </a:moveTo>
                <a:cubicBezTo>
                  <a:pt x="74760" y="58661"/>
                  <a:pt x="66306" y="48886"/>
                  <a:pt x="44055" y="39777"/>
                </a:cubicBezTo>
                <a:cubicBezTo>
                  <a:pt x="28926" y="33337"/>
                  <a:pt x="22696" y="27782"/>
                  <a:pt x="22696" y="20228"/>
                </a:cubicBezTo>
                <a:cubicBezTo>
                  <a:pt x="22696" y="12898"/>
                  <a:pt x="28926" y="7344"/>
                  <a:pt x="37380" y="7344"/>
                </a:cubicBezTo>
                <a:cubicBezTo>
                  <a:pt x="43386" y="7344"/>
                  <a:pt x="49171" y="9788"/>
                  <a:pt x="54067" y="14453"/>
                </a:cubicBezTo>
                <a:cubicBezTo>
                  <a:pt x="58739" y="18897"/>
                  <a:pt x="61187" y="23117"/>
                  <a:pt x="64524" y="32668"/>
                </a:cubicBezTo>
                <a:lnTo>
                  <a:pt x="70088" y="32668"/>
                </a:lnTo>
                <a:lnTo>
                  <a:pt x="70088" y="448"/>
                </a:lnTo>
                <a:lnTo>
                  <a:pt x="65193" y="448"/>
                </a:lnTo>
                <a:cubicBezTo>
                  <a:pt x="63858" y="3786"/>
                  <a:pt x="62524" y="4896"/>
                  <a:pt x="59632" y="4896"/>
                </a:cubicBezTo>
                <a:cubicBezTo>
                  <a:pt x="58294" y="4896"/>
                  <a:pt x="56294" y="4451"/>
                  <a:pt x="52733" y="3341"/>
                </a:cubicBezTo>
                <a:cubicBezTo>
                  <a:pt x="45613" y="893"/>
                  <a:pt x="40493" y="0"/>
                  <a:pt x="35377" y="0"/>
                </a:cubicBezTo>
                <a:cubicBezTo>
                  <a:pt x="15129" y="0"/>
                  <a:pt x="445" y="13788"/>
                  <a:pt x="445" y="32447"/>
                </a:cubicBezTo>
                <a:cubicBezTo>
                  <a:pt x="445" y="47107"/>
                  <a:pt x="9567" y="57326"/>
                  <a:pt x="32040" y="66880"/>
                </a:cubicBezTo>
                <a:cubicBezTo>
                  <a:pt x="47392" y="73545"/>
                  <a:pt x="53402" y="79096"/>
                  <a:pt x="53402" y="86205"/>
                </a:cubicBezTo>
                <a:cubicBezTo>
                  <a:pt x="53402" y="94869"/>
                  <a:pt x="46723" y="100644"/>
                  <a:pt x="36711" y="100644"/>
                </a:cubicBezTo>
                <a:cubicBezTo>
                  <a:pt x="21138" y="100644"/>
                  <a:pt x="10902" y="90649"/>
                  <a:pt x="6230" y="71321"/>
                </a:cubicBezTo>
                <a:lnTo>
                  <a:pt x="0" y="71321"/>
                </a:lnTo>
                <a:lnTo>
                  <a:pt x="0" y="107988"/>
                </a:lnTo>
                <a:lnTo>
                  <a:pt x="5561" y="107988"/>
                </a:lnTo>
                <a:cubicBezTo>
                  <a:pt x="8009" y="103316"/>
                  <a:pt x="9343" y="101758"/>
                  <a:pt x="11346" y="101758"/>
                </a:cubicBezTo>
                <a:cubicBezTo>
                  <a:pt x="12460" y="101758"/>
                  <a:pt x="14239" y="102203"/>
                  <a:pt x="16466" y="103092"/>
                </a:cubicBezTo>
                <a:cubicBezTo>
                  <a:pt x="22917" y="105764"/>
                  <a:pt x="34263" y="108209"/>
                  <a:pt x="40493" y="108209"/>
                </a:cubicBezTo>
                <a:cubicBezTo>
                  <a:pt x="60742" y="108209"/>
                  <a:pt x="74760" y="94425"/>
                  <a:pt x="74760" y="74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93226A86-C1A9-40B7-8BF8-2563E7D3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061" y="338538"/>
            <a:ext cx="115922" cy="105601"/>
          </a:xfrm>
          <a:custGeom xmlns:a="http://schemas.openxmlformats.org/drawingml/2006/main">
            <a:pathLst>
              <a:path w="115922" h="105601">
                <a:moveTo>
                  <a:pt x="115922" y="97996"/>
                </a:moveTo>
                <a:lnTo>
                  <a:pt x="115922" y="92880"/>
                </a:lnTo>
                <a:cubicBezTo>
                  <a:pt x="106134" y="92435"/>
                  <a:pt x="103462" y="89549"/>
                  <a:pt x="103462" y="79995"/>
                </a:cubicBezTo>
                <a:lnTo>
                  <a:pt x="103462" y="0"/>
                </a:lnTo>
                <a:lnTo>
                  <a:pt x="58742" y="0"/>
                </a:lnTo>
                <a:lnTo>
                  <a:pt x="58742" y="5340"/>
                </a:lnTo>
                <a:cubicBezTo>
                  <a:pt x="69864" y="6230"/>
                  <a:pt x="72536" y="8895"/>
                  <a:pt x="72536" y="18449"/>
                </a:cubicBezTo>
                <a:lnTo>
                  <a:pt x="72536" y="81326"/>
                </a:lnTo>
                <a:cubicBezTo>
                  <a:pt x="65193" y="88694"/>
                  <a:pt x="60742" y="91142"/>
                  <a:pt x="54291" y="91142"/>
                </a:cubicBezTo>
                <a:cubicBezTo>
                  <a:pt x="45168" y="91142"/>
                  <a:pt x="41831" y="86694"/>
                  <a:pt x="41831" y="75358"/>
                </a:cubicBezTo>
                <a:lnTo>
                  <a:pt x="41831" y="0"/>
                </a:lnTo>
                <a:lnTo>
                  <a:pt x="0" y="0"/>
                </a:lnTo>
                <a:lnTo>
                  <a:pt x="0" y="5340"/>
                </a:lnTo>
                <a:cubicBezTo>
                  <a:pt x="9123" y="7120"/>
                  <a:pt x="10902" y="9119"/>
                  <a:pt x="10902" y="18456"/>
                </a:cubicBezTo>
                <a:lnTo>
                  <a:pt x="10902" y="74468"/>
                </a:lnTo>
                <a:cubicBezTo>
                  <a:pt x="10902" y="94034"/>
                  <a:pt x="22027" y="105601"/>
                  <a:pt x="40497" y="105601"/>
                </a:cubicBezTo>
                <a:cubicBezTo>
                  <a:pt x="52067" y="105601"/>
                  <a:pt x="59852" y="102043"/>
                  <a:pt x="72757" y="90917"/>
                </a:cubicBezTo>
                <a:lnTo>
                  <a:pt x="72757" y="105381"/>
                </a:lnTo>
                <a:cubicBezTo>
                  <a:pt x="82324" y="102043"/>
                  <a:pt x="87665" y="101154"/>
                  <a:pt x="102128" y="99595"/>
                </a:cubicBezTo>
                <a:lnTo>
                  <a:pt x="115922" y="979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62DDFD29-EBF9-4AB4-A950-7F3D794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776" y="335931"/>
            <a:ext cx="103018" cy="108209"/>
          </a:xfrm>
          <a:custGeom xmlns:a="http://schemas.openxmlformats.org/drawingml/2006/main">
            <a:pathLst>
              <a:path w="103018" h="108209">
                <a:moveTo>
                  <a:pt x="103018" y="95528"/>
                </a:moveTo>
                <a:lnTo>
                  <a:pt x="99680" y="90860"/>
                </a:lnTo>
                <a:lnTo>
                  <a:pt x="97456" y="93080"/>
                </a:lnTo>
                <a:cubicBezTo>
                  <a:pt x="96788" y="93749"/>
                  <a:pt x="96122" y="93970"/>
                  <a:pt x="95009" y="93970"/>
                </a:cubicBezTo>
                <a:cubicBezTo>
                  <a:pt x="91892" y="93970"/>
                  <a:pt x="90337" y="92191"/>
                  <a:pt x="90337" y="88415"/>
                </a:cubicBezTo>
                <a:lnTo>
                  <a:pt x="90337" y="30417"/>
                </a:lnTo>
                <a:cubicBezTo>
                  <a:pt x="90337" y="11560"/>
                  <a:pt x="73426" y="0"/>
                  <a:pt x="46279" y="0"/>
                </a:cubicBezTo>
                <a:cubicBezTo>
                  <a:pt x="21138" y="0"/>
                  <a:pt x="4227" y="11336"/>
                  <a:pt x="4227" y="27976"/>
                </a:cubicBezTo>
                <a:cubicBezTo>
                  <a:pt x="4227" y="37295"/>
                  <a:pt x="9567" y="42619"/>
                  <a:pt x="18690" y="42619"/>
                </a:cubicBezTo>
                <a:cubicBezTo>
                  <a:pt x="27589" y="42619"/>
                  <a:pt x="33819" y="37295"/>
                  <a:pt x="33819" y="29751"/>
                </a:cubicBezTo>
                <a:cubicBezTo>
                  <a:pt x="33819" y="26645"/>
                  <a:pt x="32708" y="23762"/>
                  <a:pt x="29816" y="20211"/>
                </a:cubicBezTo>
                <a:cubicBezTo>
                  <a:pt x="27813" y="17994"/>
                  <a:pt x="27144" y="16663"/>
                  <a:pt x="27144" y="15332"/>
                </a:cubicBezTo>
                <a:cubicBezTo>
                  <a:pt x="27144" y="10671"/>
                  <a:pt x="33153" y="7123"/>
                  <a:pt x="41162" y="7123"/>
                </a:cubicBezTo>
                <a:cubicBezTo>
                  <a:pt x="54291" y="7123"/>
                  <a:pt x="59852" y="13112"/>
                  <a:pt x="59852" y="26645"/>
                </a:cubicBezTo>
                <a:lnTo>
                  <a:pt x="59852" y="42843"/>
                </a:lnTo>
                <a:cubicBezTo>
                  <a:pt x="33819" y="50852"/>
                  <a:pt x="23362" y="54851"/>
                  <a:pt x="14908" y="60409"/>
                </a:cubicBezTo>
                <a:cubicBezTo>
                  <a:pt x="4896" y="67077"/>
                  <a:pt x="0" y="74855"/>
                  <a:pt x="0" y="84633"/>
                </a:cubicBezTo>
                <a:cubicBezTo>
                  <a:pt x="0" y="98197"/>
                  <a:pt x="10236" y="108209"/>
                  <a:pt x="24475" y="108209"/>
                </a:cubicBezTo>
                <a:cubicBezTo>
                  <a:pt x="37380" y="108209"/>
                  <a:pt x="47616" y="103761"/>
                  <a:pt x="59852" y="92635"/>
                </a:cubicBezTo>
                <a:cubicBezTo>
                  <a:pt x="62300" y="103982"/>
                  <a:pt x="67196" y="108209"/>
                  <a:pt x="78098" y="108209"/>
                </a:cubicBezTo>
                <a:cubicBezTo>
                  <a:pt x="87665" y="108209"/>
                  <a:pt x="94564" y="104651"/>
                  <a:pt x="103018" y="95528"/>
                </a:cubicBezTo>
                <a:moveTo>
                  <a:pt x="59632" y="82857"/>
                </a:moveTo>
                <a:cubicBezTo>
                  <a:pt x="53622" y="89746"/>
                  <a:pt x="49171" y="92411"/>
                  <a:pt x="43834" y="92411"/>
                </a:cubicBezTo>
                <a:cubicBezTo>
                  <a:pt x="37156" y="92411"/>
                  <a:pt x="32484" y="86412"/>
                  <a:pt x="32484" y="77520"/>
                </a:cubicBezTo>
                <a:cubicBezTo>
                  <a:pt x="32484" y="64633"/>
                  <a:pt x="41831" y="55520"/>
                  <a:pt x="59632" y="50628"/>
                </a:cubicBezTo>
                <a:lnTo>
                  <a:pt x="59632" y="8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4D0656CD-4771-4477-9F0A-23D1CBB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023" y="290735"/>
            <a:ext cx="53177" cy="150362"/>
          </a:xfrm>
          <a:custGeom xmlns:a="http://schemas.openxmlformats.org/drawingml/2006/main">
            <a:pathLst>
              <a:path w="53177" h="150362">
                <a:moveTo>
                  <a:pt x="53177" y="150362"/>
                </a:moveTo>
                <a:lnTo>
                  <a:pt x="53177" y="145025"/>
                </a:lnTo>
                <a:cubicBezTo>
                  <a:pt x="45837" y="144801"/>
                  <a:pt x="42276" y="140574"/>
                  <a:pt x="42276" y="131679"/>
                </a:cubicBezTo>
                <a:lnTo>
                  <a:pt x="42276" y="0"/>
                </a:lnTo>
                <a:lnTo>
                  <a:pt x="0" y="0"/>
                </a:lnTo>
                <a:lnTo>
                  <a:pt x="0" y="5340"/>
                </a:lnTo>
                <a:cubicBezTo>
                  <a:pt x="7788" y="6009"/>
                  <a:pt x="11346" y="10012"/>
                  <a:pt x="11346" y="18242"/>
                </a:cubicBezTo>
                <a:lnTo>
                  <a:pt x="11346" y="131679"/>
                </a:lnTo>
                <a:cubicBezTo>
                  <a:pt x="11346" y="139909"/>
                  <a:pt x="7564" y="144356"/>
                  <a:pt x="0" y="145025"/>
                </a:cubicBezTo>
                <a:lnTo>
                  <a:pt x="0" y="150362"/>
                </a:lnTo>
                <a:lnTo>
                  <a:pt x="53177" y="150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FD5B0E9B-0067-46F8-A2E2-BEBE136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504" y="290735"/>
            <a:ext cx="129941" cy="150362"/>
          </a:xfrm>
          <a:custGeom xmlns:a="http://schemas.openxmlformats.org/drawingml/2006/main">
            <a:pathLst>
              <a:path w="129941" h="150362">
                <a:moveTo>
                  <a:pt x="129941" y="40487"/>
                </a:moveTo>
                <a:cubicBezTo>
                  <a:pt x="129941" y="14684"/>
                  <a:pt x="108803" y="0"/>
                  <a:pt x="71647" y="0"/>
                </a:cubicBezTo>
                <a:lnTo>
                  <a:pt x="0" y="0"/>
                </a:lnTo>
                <a:lnTo>
                  <a:pt x="0" y="5565"/>
                </a:lnTo>
                <a:cubicBezTo>
                  <a:pt x="15577" y="6899"/>
                  <a:pt x="18690" y="10457"/>
                  <a:pt x="18690" y="26027"/>
                </a:cubicBezTo>
                <a:lnTo>
                  <a:pt x="18690" y="124339"/>
                </a:lnTo>
                <a:cubicBezTo>
                  <a:pt x="18690" y="138130"/>
                  <a:pt x="15797" y="142577"/>
                  <a:pt x="5340" y="143912"/>
                </a:cubicBezTo>
                <a:cubicBezTo>
                  <a:pt x="4672" y="143912"/>
                  <a:pt x="2448" y="144356"/>
                  <a:pt x="0" y="144801"/>
                </a:cubicBezTo>
                <a:lnTo>
                  <a:pt x="0" y="150362"/>
                </a:lnTo>
                <a:lnTo>
                  <a:pt x="74315" y="150362"/>
                </a:lnTo>
                <a:lnTo>
                  <a:pt x="74315" y="144801"/>
                </a:lnTo>
                <a:cubicBezTo>
                  <a:pt x="56739" y="142577"/>
                  <a:pt x="54736" y="140574"/>
                  <a:pt x="54736" y="124339"/>
                </a:cubicBezTo>
                <a:lnTo>
                  <a:pt x="54736" y="82970"/>
                </a:lnTo>
                <a:cubicBezTo>
                  <a:pt x="84772" y="82749"/>
                  <a:pt x="92340" y="82080"/>
                  <a:pt x="102128" y="78074"/>
                </a:cubicBezTo>
                <a:cubicBezTo>
                  <a:pt x="120153" y="71178"/>
                  <a:pt x="129941" y="57611"/>
                  <a:pt x="129941" y="40487"/>
                </a:cubicBezTo>
                <a:moveTo>
                  <a:pt x="91671" y="41597"/>
                </a:moveTo>
                <a:cubicBezTo>
                  <a:pt x="91671" y="55608"/>
                  <a:pt x="89003" y="64062"/>
                  <a:pt x="83217" y="69179"/>
                </a:cubicBezTo>
                <a:cubicBezTo>
                  <a:pt x="77877" y="73626"/>
                  <a:pt x="70533" y="75181"/>
                  <a:pt x="54736" y="75181"/>
                </a:cubicBezTo>
                <a:lnTo>
                  <a:pt x="54736" y="15573"/>
                </a:lnTo>
                <a:cubicBezTo>
                  <a:pt x="54736" y="10457"/>
                  <a:pt x="58518" y="7788"/>
                  <a:pt x="65862" y="7788"/>
                </a:cubicBezTo>
                <a:cubicBezTo>
                  <a:pt x="84328" y="7788"/>
                  <a:pt x="91671" y="17576"/>
                  <a:pt x="91671" y="41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8A7500B6-A72D-42C7-B888-7347297F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781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A029F0B2-E196-4818-9AED-0B4E3168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461" y="335931"/>
            <a:ext cx="90113" cy="105167"/>
          </a:xfrm>
          <a:custGeom xmlns:a="http://schemas.openxmlformats.org/drawingml/2006/main">
            <a:pathLst>
              <a:path w="90113" h="105167">
                <a:moveTo>
                  <a:pt x="90113" y="17356"/>
                </a:moveTo>
                <a:cubicBezTo>
                  <a:pt x="90113" y="7344"/>
                  <a:pt x="82549" y="0"/>
                  <a:pt x="72092" y="0"/>
                </a:cubicBezTo>
                <a:cubicBezTo>
                  <a:pt x="60966" y="0"/>
                  <a:pt x="52512" y="6009"/>
                  <a:pt x="42052" y="20914"/>
                </a:cubicBezTo>
                <a:lnTo>
                  <a:pt x="42052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567" y="9282"/>
                  <a:pt x="12015" y="12175"/>
                  <a:pt x="12015" y="21073"/>
                </a:cubicBezTo>
                <a:lnTo>
                  <a:pt x="12015" y="86480"/>
                </a:lnTo>
                <a:cubicBezTo>
                  <a:pt x="12015" y="95603"/>
                  <a:pt x="9791" y="98047"/>
                  <a:pt x="0" y="99830"/>
                </a:cubicBezTo>
                <a:lnTo>
                  <a:pt x="0" y="105167"/>
                </a:lnTo>
                <a:lnTo>
                  <a:pt x="59187" y="105167"/>
                </a:lnTo>
                <a:lnTo>
                  <a:pt x="59187" y="99830"/>
                </a:lnTo>
                <a:cubicBezTo>
                  <a:pt x="45613" y="98940"/>
                  <a:pt x="42945" y="96047"/>
                  <a:pt x="42945" y="82253"/>
                </a:cubicBezTo>
                <a:lnTo>
                  <a:pt x="42945" y="40208"/>
                </a:lnTo>
                <a:cubicBezTo>
                  <a:pt x="42945" y="28695"/>
                  <a:pt x="49175" y="19138"/>
                  <a:pt x="56515" y="19138"/>
                </a:cubicBezTo>
                <a:cubicBezTo>
                  <a:pt x="58297" y="19138"/>
                  <a:pt x="60297" y="20693"/>
                  <a:pt x="62745" y="24251"/>
                </a:cubicBezTo>
                <a:cubicBezTo>
                  <a:pt x="66972" y="30250"/>
                  <a:pt x="70309" y="32253"/>
                  <a:pt x="76094" y="32253"/>
                </a:cubicBezTo>
                <a:cubicBezTo>
                  <a:pt x="84328" y="32253"/>
                  <a:pt x="90113" y="26027"/>
                  <a:pt x="90113" y="17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C7A832F8-B047-4DB2-B298-0074825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024" y="335931"/>
            <a:ext cx="90113" cy="108209"/>
          </a:xfrm>
          <a:custGeom xmlns:a="http://schemas.openxmlformats.org/drawingml/2006/main">
            <a:pathLst>
              <a:path w="90113" h="108209">
                <a:moveTo>
                  <a:pt x="90113" y="84864"/>
                </a:moveTo>
                <a:lnTo>
                  <a:pt x="86107" y="80865"/>
                </a:lnTo>
                <a:cubicBezTo>
                  <a:pt x="77877" y="90194"/>
                  <a:pt x="72092" y="93304"/>
                  <a:pt x="62969" y="93304"/>
                </a:cubicBezTo>
                <a:cubicBezTo>
                  <a:pt x="43610" y="93304"/>
                  <a:pt x="31371" y="73979"/>
                  <a:pt x="31371" y="43770"/>
                </a:cubicBezTo>
                <a:cubicBezTo>
                  <a:pt x="31371" y="20893"/>
                  <a:pt x="38494" y="6899"/>
                  <a:pt x="50064" y="6899"/>
                </a:cubicBezTo>
                <a:cubicBezTo>
                  <a:pt x="53622" y="6899"/>
                  <a:pt x="56960" y="8674"/>
                  <a:pt x="58294" y="11119"/>
                </a:cubicBezTo>
                <a:cubicBezTo>
                  <a:pt x="59407" y="13119"/>
                  <a:pt x="59407" y="13119"/>
                  <a:pt x="59407" y="22448"/>
                </a:cubicBezTo>
                <a:cubicBezTo>
                  <a:pt x="59632" y="33554"/>
                  <a:pt x="63414" y="38439"/>
                  <a:pt x="71868" y="38439"/>
                </a:cubicBezTo>
                <a:cubicBezTo>
                  <a:pt x="81214" y="38439"/>
                  <a:pt x="86999" y="33109"/>
                  <a:pt x="86999" y="24445"/>
                </a:cubicBezTo>
                <a:cubicBezTo>
                  <a:pt x="86999" y="10674"/>
                  <a:pt x="72092" y="0"/>
                  <a:pt x="52733" y="0"/>
                </a:cubicBezTo>
                <a:cubicBezTo>
                  <a:pt x="22251" y="0"/>
                  <a:pt x="0" y="23335"/>
                  <a:pt x="0" y="55544"/>
                </a:cubicBezTo>
                <a:cubicBezTo>
                  <a:pt x="0" y="86416"/>
                  <a:pt x="19804" y="108209"/>
                  <a:pt x="47616" y="108209"/>
                </a:cubicBezTo>
                <a:cubicBezTo>
                  <a:pt x="64748" y="108209"/>
                  <a:pt x="77208" y="101313"/>
                  <a:pt x="90113" y="84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20F54D25-4364-469C-8860-DE490ACF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815" y="335931"/>
            <a:ext cx="89223" cy="108209"/>
          </a:xfrm>
          <a:custGeom xmlns:a="http://schemas.openxmlformats.org/drawingml/2006/main">
            <a:pathLst>
              <a:path w="89223" h="108209">
                <a:moveTo>
                  <a:pt x="89223" y="80410"/>
                </a:moveTo>
                <a:lnTo>
                  <a:pt x="83883" y="77300"/>
                </a:lnTo>
                <a:cubicBezTo>
                  <a:pt x="74760" y="88191"/>
                  <a:pt x="68085" y="92191"/>
                  <a:pt x="58518" y="92191"/>
                </a:cubicBezTo>
                <a:cubicBezTo>
                  <a:pt x="50064" y="92191"/>
                  <a:pt x="43386" y="88412"/>
                  <a:pt x="38938" y="80854"/>
                </a:cubicBezTo>
                <a:cubicBezTo>
                  <a:pt x="34712" y="73745"/>
                  <a:pt x="32929" y="66188"/>
                  <a:pt x="32040" y="50628"/>
                </a:cubicBezTo>
                <a:lnTo>
                  <a:pt x="88110" y="50628"/>
                </a:lnTo>
                <a:cubicBezTo>
                  <a:pt x="86775" y="32192"/>
                  <a:pt x="83438" y="21987"/>
                  <a:pt x="76539" y="13333"/>
                </a:cubicBezTo>
                <a:cubicBezTo>
                  <a:pt x="69420" y="4675"/>
                  <a:pt x="58963" y="0"/>
                  <a:pt x="46503" y="0"/>
                </a:cubicBezTo>
                <a:cubicBezTo>
                  <a:pt x="18690" y="0"/>
                  <a:pt x="0" y="21987"/>
                  <a:pt x="0" y="54407"/>
                </a:cubicBezTo>
                <a:cubicBezTo>
                  <a:pt x="0" y="86857"/>
                  <a:pt x="18245" y="108209"/>
                  <a:pt x="45834" y="108209"/>
                </a:cubicBezTo>
                <a:cubicBezTo>
                  <a:pt x="63858" y="108209"/>
                  <a:pt x="74760" y="101313"/>
                  <a:pt x="89223" y="80410"/>
                </a:cubicBezTo>
                <a:moveTo>
                  <a:pt x="60742" y="42398"/>
                </a:moveTo>
                <a:lnTo>
                  <a:pt x="30926" y="42398"/>
                </a:lnTo>
                <a:cubicBezTo>
                  <a:pt x="31595" y="15774"/>
                  <a:pt x="35601" y="6899"/>
                  <a:pt x="46503" y="6899"/>
                </a:cubicBezTo>
                <a:cubicBezTo>
                  <a:pt x="52957" y="6899"/>
                  <a:pt x="56960" y="10450"/>
                  <a:pt x="58739" y="17325"/>
                </a:cubicBezTo>
                <a:cubicBezTo>
                  <a:pt x="59852" y="21542"/>
                  <a:pt x="60297" y="27755"/>
                  <a:pt x="60742" y="39067"/>
                </a:cubicBezTo>
                <a:lnTo>
                  <a:pt x="60742" y="4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9B0C04E2-5E98-4C1B-A4DF-75FFBA9C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271" y="335931"/>
            <a:ext cx="112361" cy="150692"/>
          </a:xfrm>
          <a:custGeom xmlns:a="http://schemas.openxmlformats.org/drawingml/2006/main">
            <a:pathLst>
              <a:path w="112361" h="150692">
                <a:moveTo>
                  <a:pt x="112361" y="51999"/>
                </a:moveTo>
                <a:cubicBezTo>
                  <a:pt x="112361" y="21124"/>
                  <a:pt x="95674" y="0"/>
                  <a:pt x="70978" y="0"/>
                </a:cubicBezTo>
                <a:cubicBezTo>
                  <a:pt x="57849" y="0"/>
                  <a:pt x="49840" y="5120"/>
                  <a:pt x="42941" y="18014"/>
                </a:cubicBezTo>
                <a:lnTo>
                  <a:pt x="42941" y="2607"/>
                </a:lnTo>
                <a:lnTo>
                  <a:pt x="445" y="2607"/>
                </a:lnTo>
                <a:lnTo>
                  <a:pt x="445" y="7948"/>
                </a:lnTo>
                <a:cubicBezTo>
                  <a:pt x="10233" y="9506"/>
                  <a:pt x="12460" y="11730"/>
                  <a:pt x="12460" y="21067"/>
                </a:cubicBezTo>
                <a:lnTo>
                  <a:pt x="12460" y="132453"/>
                </a:lnTo>
                <a:cubicBezTo>
                  <a:pt x="12460" y="141572"/>
                  <a:pt x="10678" y="143572"/>
                  <a:pt x="0" y="145351"/>
                </a:cubicBezTo>
                <a:lnTo>
                  <a:pt x="0" y="150692"/>
                </a:lnTo>
                <a:lnTo>
                  <a:pt x="60742" y="150692"/>
                </a:lnTo>
                <a:lnTo>
                  <a:pt x="60742" y="146017"/>
                </a:lnTo>
                <a:cubicBezTo>
                  <a:pt x="47168" y="145351"/>
                  <a:pt x="43386" y="140904"/>
                  <a:pt x="43386" y="126006"/>
                </a:cubicBezTo>
                <a:lnTo>
                  <a:pt x="43386" y="94645"/>
                </a:lnTo>
                <a:cubicBezTo>
                  <a:pt x="54067" y="105102"/>
                  <a:pt x="59852" y="107991"/>
                  <a:pt x="69640" y="107991"/>
                </a:cubicBezTo>
                <a:cubicBezTo>
                  <a:pt x="94564" y="107991"/>
                  <a:pt x="112361" y="84864"/>
                  <a:pt x="112361" y="51965"/>
                </a:cubicBezTo>
                <a:lnTo>
                  <a:pt x="112361" y="51999"/>
                </a:lnTo>
                <a:moveTo>
                  <a:pt x="79432" y="55075"/>
                </a:moveTo>
                <a:cubicBezTo>
                  <a:pt x="79432" y="82640"/>
                  <a:pt x="73202" y="95755"/>
                  <a:pt x="60521" y="95755"/>
                </a:cubicBezTo>
                <a:cubicBezTo>
                  <a:pt x="53177" y="95755"/>
                  <a:pt x="46723" y="90642"/>
                  <a:pt x="43386" y="82195"/>
                </a:cubicBezTo>
                <a:lnTo>
                  <a:pt x="43386" y="28179"/>
                </a:lnTo>
                <a:cubicBezTo>
                  <a:pt x="43386" y="26621"/>
                  <a:pt x="45389" y="23066"/>
                  <a:pt x="48058" y="20177"/>
                </a:cubicBezTo>
                <a:cubicBezTo>
                  <a:pt x="52509" y="15349"/>
                  <a:pt x="57628" y="12684"/>
                  <a:pt x="62521" y="12684"/>
                </a:cubicBezTo>
                <a:cubicBezTo>
                  <a:pt x="74091" y="12684"/>
                  <a:pt x="79432" y="26013"/>
                  <a:pt x="79432" y="55109"/>
                </a:cubicBezTo>
                <a:lnTo>
                  <a:pt x="79432" y="55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F4EF88B4-5ED1-4DC7-ACB9-30DEE18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978" y="300937"/>
            <a:ext cx="69420" cy="142767"/>
          </a:xfrm>
          <a:custGeom xmlns:a="http://schemas.openxmlformats.org/drawingml/2006/main">
            <a:pathLst>
              <a:path w="69420" h="142767">
                <a:moveTo>
                  <a:pt x="69420" y="117858"/>
                </a:moveTo>
                <a:lnTo>
                  <a:pt x="63858" y="115413"/>
                </a:lnTo>
                <a:cubicBezTo>
                  <a:pt x="59407" y="123860"/>
                  <a:pt x="55849" y="126970"/>
                  <a:pt x="51178" y="126970"/>
                </a:cubicBezTo>
                <a:cubicBezTo>
                  <a:pt x="44948" y="126970"/>
                  <a:pt x="42500" y="123191"/>
                  <a:pt x="42500" y="114299"/>
                </a:cubicBezTo>
                <a:lnTo>
                  <a:pt x="42500" y="47392"/>
                </a:lnTo>
                <a:lnTo>
                  <a:pt x="63414" y="47392"/>
                </a:lnTo>
                <a:lnTo>
                  <a:pt x="63414" y="37601"/>
                </a:lnTo>
                <a:lnTo>
                  <a:pt x="42500" y="37601"/>
                </a:lnTo>
                <a:lnTo>
                  <a:pt x="42500" y="0"/>
                </a:lnTo>
                <a:lnTo>
                  <a:pt x="36935" y="0"/>
                </a:lnTo>
                <a:cubicBezTo>
                  <a:pt x="23365" y="19135"/>
                  <a:pt x="14463" y="29147"/>
                  <a:pt x="0" y="41386"/>
                </a:cubicBezTo>
                <a:lnTo>
                  <a:pt x="0" y="47392"/>
                </a:lnTo>
                <a:lnTo>
                  <a:pt x="11571" y="47392"/>
                </a:lnTo>
                <a:lnTo>
                  <a:pt x="11571" y="119413"/>
                </a:lnTo>
                <a:cubicBezTo>
                  <a:pt x="11571" y="133869"/>
                  <a:pt x="21138" y="142767"/>
                  <a:pt x="36491" y="142767"/>
                </a:cubicBezTo>
                <a:cubicBezTo>
                  <a:pt x="51398" y="142767"/>
                  <a:pt x="60300" y="136093"/>
                  <a:pt x="69420" y="1178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3D6FFC92-D3E1-40B2-BCF3-F2A78A9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181" y="287456"/>
            <a:ext cx="53177" cy="153642"/>
          </a:xfrm>
          <a:custGeom xmlns:a="http://schemas.openxmlformats.org/drawingml/2006/main">
            <a:pathLst>
              <a:path w="53177" h="153642">
                <a:moveTo>
                  <a:pt x="53177" y="153642"/>
                </a:moveTo>
                <a:lnTo>
                  <a:pt x="53177" y="148305"/>
                </a:lnTo>
                <a:cubicBezTo>
                  <a:pt x="45389" y="147191"/>
                  <a:pt x="42721" y="144078"/>
                  <a:pt x="42721" y="135624"/>
                </a:cubicBezTo>
                <a:lnTo>
                  <a:pt x="42721" y="51083"/>
                </a:lnTo>
                <a:lnTo>
                  <a:pt x="0" y="51083"/>
                </a:lnTo>
                <a:lnTo>
                  <a:pt x="0" y="56423"/>
                </a:lnTo>
                <a:cubicBezTo>
                  <a:pt x="9791" y="58426"/>
                  <a:pt x="11791" y="60429"/>
                  <a:pt x="11791" y="69549"/>
                </a:cubicBezTo>
                <a:lnTo>
                  <a:pt x="11791" y="134955"/>
                </a:lnTo>
                <a:cubicBezTo>
                  <a:pt x="11791" y="144078"/>
                  <a:pt x="10236" y="145857"/>
                  <a:pt x="0" y="148305"/>
                </a:cubicBezTo>
                <a:lnTo>
                  <a:pt x="0" y="153642"/>
                </a:lnTo>
                <a:lnTo>
                  <a:pt x="53177" y="153642"/>
                </a:lnTo>
                <a:moveTo>
                  <a:pt x="44055" y="17135"/>
                </a:moveTo>
                <a:cubicBezTo>
                  <a:pt x="44055" y="7344"/>
                  <a:pt x="36491" y="0"/>
                  <a:pt x="26923" y="0"/>
                </a:cubicBezTo>
                <a:cubicBezTo>
                  <a:pt x="17356" y="0"/>
                  <a:pt x="9791" y="7344"/>
                  <a:pt x="9791" y="17135"/>
                </a:cubicBezTo>
                <a:cubicBezTo>
                  <a:pt x="9791" y="26923"/>
                  <a:pt x="17356" y="34267"/>
                  <a:pt x="26923" y="34267"/>
                </a:cubicBezTo>
                <a:cubicBezTo>
                  <a:pt x="36491" y="34267"/>
                  <a:pt x="44055" y="26923"/>
                  <a:pt x="44055" y="17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96EED34F-8CF2-4B50-A589-20DE4C89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039" y="335931"/>
            <a:ext cx="100349" cy="108209"/>
          </a:xfrm>
          <a:custGeom xmlns:a="http://schemas.openxmlformats.org/drawingml/2006/main">
            <a:pathLst>
              <a:path w="100349" h="108209">
                <a:moveTo>
                  <a:pt x="100349" y="54216"/>
                </a:moveTo>
                <a:cubicBezTo>
                  <a:pt x="100349" y="23117"/>
                  <a:pt x="78987" y="0"/>
                  <a:pt x="50285" y="0"/>
                </a:cubicBezTo>
                <a:cubicBezTo>
                  <a:pt x="22027" y="0"/>
                  <a:pt x="0" y="23338"/>
                  <a:pt x="0" y="53551"/>
                </a:cubicBezTo>
                <a:cubicBezTo>
                  <a:pt x="0" y="85319"/>
                  <a:pt x="21138" y="108209"/>
                  <a:pt x="50285" y="108209"/>
                </a:cubicBezTo>
                <a:cubicBezTo>
                  <a:pt x="78987" y="108209"/>
                  <a:pt x="100349" y="85095"/>
                  <a:pt x="100349" y="54216"/>
                </a:cubicBezTo>
                <a:moveTo>
                  <a:pt x="67641" y="55551"/>
                </a:moveTo>
                <a:cubicBezTo>
                  <a:pt x="67641" y="89760"/>
                  <a:pt x="63190" y="101313"/>
                  <a:pt x="50285" y="101313"/>
                </a:cubicBezTo>
                <a:cubicBezTo>
                  <a:pt x="37156" y="101313"/>
                  <a:pt x="32708" y="89984"/>
                  <a:pt x="32708" y="57550"/>
                </a:cubicBezTo>
                <a:cubicBezTo>
                  <a:pt x="32708" y="18452"/>
                  <a:pt x="36711" y="6899"/>
                  <a:pt x="50509" y="6899"/>
                </a:cubicBezTo>
                <a:cubicBezTo>
                  <a:pt x="63414" y="6899"/>
                  <a:pt x="67641" y="19118"/>
                  <a:pt x="67641" y="555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452E6C5D-D58E-4325-B06E-12FCA493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400" y="335931"/>
            <a:ext cx="115254" cy="105167"/>
          </a:xfrm>
          <a:custGeom xmlns:a="http://schemas.openxmlformats.org/drawingml/2006/main">
            <a:pathLst>
              <a:path w="115254" h="105167">
                <a:moveTo>
                  <a:pt x="115254" y="105167"/>
                </a:moveTo>
                <a:lnTo>
                  <a:pt x="115254" y="99830"/>
                </a:lnTo>
                <a:cubicBezTo>
                  <a:pt x="106579" y="99161"/>
                  <a:pt x="104352" y="96492"/>
                  <a:pt x="104352" y="87156"/>
                </a:cubicBezTo>
                <a:lnTo>
                  <a:pt x="104352" y="31361"/>
                </a:lnTo>
                <a:cubicBezTo>
                  <a:pt x="104352" y="12239"/>
                  <a:pt x="92561" y="0"/>
                  <a:pt x="74315" y="0"/>
                </a:cubicBezTo>
                <a:cubicBezTo>
                  <a:pt x="60966" y="0"/>
                  <a:pt x="50730" y="6233"/>
                  <a:pt x="42496" y="19355"/>
                </a:cubicBezTo>
                <a:lnTo>
                  <a:pt x="42496" y="2607"/>
                </a:lnTo>
                <a:lnTo>
                  <a:pt x="0" y="2607"/>
                </a:lnTo>
                <a:lnTo>
                  <a:pt x="0" y="7948"/>
                </a:lnTo>
                <a:cubicBezTo>
                  <a:pt x="9788" y="9506"/>
                  <a:pt x="11791" y="11730"/>
                  <a:pt x="11791" y="21073"/>
                </a:cubicBezTo>
                <a:lnTo>
                  <a:pt x="11791" y="86480"/>
                </a:lnTo>
                <a:cubicBezTo>
                  <a:pt x="11791" y="95823"/>
                  <a:pt x="10012" y="97826"/>
                  <a:pt x="0" y="99830"/>
                </a:cubicBezTo>
                <a:lnTo>
                  <a:pt x="0" y="105167"/>
                </a:lnTo>
                <a:lnTo>
                  <a:pt x="53622" y="105167"/>
                </a:lnTo>
                <a:lnTo>
                  <a:pt x="53622" y="99830"/>
                </a:lnTo>
                <a:cubicBezTo>
                  <a:pt x="45389" y="98716"/>
                  <a:pt x="42721" y="95379"/>
                  <a:pt x="42721" y="87149"/>
                </a:cubicBezTo>
                <a:lnTo>
                  <a:pt x="42721" y="27748"/>
                </a:lnTo>
                <a:cubicBezTo>
                  <a:pt x="42721" y="26859"/>
                  <a:pt x="44276" y="24635"/>
                  <a:pt x="46503" y="22632"/>
                </a:cubicBezTo>
                <a:cubicBezTo>
                  <a:pt x="51398" y="17576"/>
                  <a:pt x="56736" y="14908"/>
                  <a:pt x="61855" y="14908"/>
                </a:cubicBezTo>
                <a:cubicBezTo>
                  <a:pt x="69644" y="14908"/>
                  <a:pt x="73426" y="20910"/>
                  <a:pt x="73426" y="33360"/>
                </a:cubicBezTo>
                <a:lnTo>
                  <a:pt x="73426" y="87156"/>
                </a:lnTo>
                <a:cubicBezTo>
                  <a:pt x="73426" y="95382"/>
                  <a:pt x="70533" y="98940"/>
                  <a:pt x="62966" y="99830"/>
                </a:cubicBezTo>
                <a:lnTo>
                  <a:pt x="62966" y="105167"/>
                </a:lnTo>
                <a:lnTo>
                  <a:pt x="115254" y="10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ext-78 fi">
            <a:extLst xmlns:a="http://schemas.openxmlformats.org/drawingml/2006/main">
              <a:ext uri="{FF2B5EF4-FFF2-40B4-BE49-F238E27FC236}">
                <a16:creationId xmlns:a16="http://schemas.microsoft.com/office/drawing/2014/main" id="{B81D0969-5237-47D6-88FC-5C3AC86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2496" y="218596"/>
            <a:ext cx="153722" cy="311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5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</a:t>
            </a:r>
          </a:p>
        </p:txBody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0AAC2575-F548-4860-A13C-F17754F9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8" y="527627"/>
            <a:ext cx="12060100" cy="191"/>
          </a:xfrm>
          <a:custGeom xmlns:a="http://schemas.openxmlformats.org/drawingml/2006/main">
            <a:pathLst>
              <a:path w="12060100" h="191">
                <a:moveTo>
                  <a:pt x="0" y="0"/>
                </a:moveTo>
                <a:lnTo>
                  <a:pt x="1206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16">
            <a:solidFill>
              <a:srgbClr val="000000"/>
            </a:solidFill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ADC76A6B-556D-4276-9EEC-858ABC75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8" y="47659"/>
            <a:ext cx="12059903" cy="6972266"/>
          </a:xfrm>
          <a:custGeom xmlns:a="http://schemas.openxmlformats.org/drawingml/2006/main">
            <a:pathLst>
              <a:path w="12059903" h="6972266">
                <a:moveTo>
                  <a:pt x="0" y="0"/>
                </a:moveTo>
                <a:lnTo>
                  <a:pt x="0" y="6972266"/>
                </a:lnTo>
                <a:lnTo>
                  <a:pt x="12059903" y="6972266"/>
                </a:lnTo>
                <a:lnTo>
                  <a:pt x="120599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72B15C87-735A-4B06-9798-AE93C41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8" y="47659"/>
            <a:ext cx="12059903" cy="6972266"/>
          </a:xfrm>
          <a:custGeom xmlns:a="http://schemas.openxmlformats.org/drawingml/2006/main">
            <a:pathLst>
              <a:path w="12059903" h="6972266">
                <a:moveTo>
                  <a:pt x="0" y="0"/>
                </a:moveTo>
                <a:lnTo>
                  <a:pt x="0" y="6972266"/>
                </a:lnTo>
                <a:lnTo>
                  <a:pt x="12059903" y="6972266"/>
                </a:lnTo>
                <a:lnTo>
                  <a:pt x="120599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ext-82 a">
            <a:extLst xmlns:a="http://schemas.openxmlformats.org/drawingml/2006/main">
              <a:ext uri="{FF2B5EF4-FFF2-40B4-BE49-F238E27FC236}">
                <a16:creationId xmlns:a16="http://schemas.microsoft.com/office/drawing/2014/main" id="{023A4060-2FDF-46E0-9915-7A991C3E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80" y="65061"/>
            <a:ext cx="181349" cy="345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4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3" name="path-84">
            <a:extLst xmlns:a="http://schemas.openxmlformats.org/drawingml/2006/main">
              <a:ext uri="{FF2B5EF4-FFF2-40B4-BE49-F238E27FC236}">
                <a16:creationId xmlns:a16="http://schemas.microsoft.com/office/drawing/2014/main" id="{7A3542F7-2D21-4B05-B9DA-7AB33BBD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046" y="4367849"/>
            <a:ext cx="100641" cy="122758"/>
          </a:xfrm>
          <a:custGeom xmlns:a="http://schemas.openxmlformats.org/drawingml/2006/main">
            <a:pathLst>
              <a:path w="100641" h="122758">
                <a:moveTo>
                  <a:pt x="14848" y="108846"/>
                </a:moveTo>
                <a:cubicBezTo>
                  <a:pt x="13303" y="115427"/>
                  <a:pt x="12918" y="116783"/>
                  <a:pt x="4436" y="116783"/>
                </a:cubicBezTo>
                <a:cubicBezTo>
                  <a:pt x="2121" y="116783"/>
                  <a:pt x="0" y="116783"/>
                  <a:pt x="0" y="120446"/>
                </a:cubicBezTo>
                <a:cubicBezTo>
                  <a:pt x="0" y="121987"/>
                  <a:pt x="965" y="122758"/>
                  <a:pt x="2506" y="122758"/>
                </a:cubicBezTo>
                <a:cubicBezTo>
                  <a:pt x="7714" y="122758"/>
                  <a:pt x="13303" y="122181"/>
                  <a:pt x="18701" y="122181"/>
                </a:cubicBezTo>
                <a:cubicBezTo>
                  <a:pt x="25065" y="122181"/>
                  <a:pt x="31619" y="122758"/>
                  <a:pt x="37788" y="122758"/>
                </a:cubicBezTo>
                <a:cubicBezTo>
                  <a:pt x="38753" y="122758"/>
                  <a:pt x="41260" y="122758"/>
                  <a:pt x="41260" y="118904"/>
                </a:cubicBezTo>
                <a:cubicBezTo>
                  <a:pt x="41260" y="116783"/>
                  <a:pt x="39333" y="116783"/>
                  <a:pt x="36632" y="116783"/>
                </a:cubicBezTo>
                <a:cubicBezTo>
                  <a:pt x="26992" y="116783"/>
                  <a:pt x="26992" y="115427"/>
                  <a:pt x="26992" y="113685"/>
                </a:cubicBezTo>
                <a:cubicBezTo>
                  <a:pt x="26992" y="111364"/>
                  <a:pt x="35090" y="79842"/>
                  <a:pt x="36441" y="75020"/>
                </a:cubicBezTo>
                <a:cubicBezTo>
                  <a:pt x="38947" y="80613"/>
                  <a:pt x="44346" y="87361"/>
                  <a:pt x="54177" y="87361"/>
                </a:cubicBezTo>
                <a:cubicBezTo>
                  <a:pt x="76541" y="87361"/>
                  <a:pt x="100641" y="59208"/>
                  <a:pt x="100641" y="30857"/>
                </a:cubicBezTo>
                <a:cubicBezTo>
                  <a:pt x="100641" y="12729"/>
                  <a:pt x="89653" y="0"/>
                  <a:pt x="75000" y="0"/>
                </a:cubicBezTo>
                <a:cubicBezTo>
                  <a:pt x="65359" y="0"/>
                  <a:pt x="56104" y="6943"/>
                  <a:pt x="49744" y="14465"/>
                </a:cubicBezTo>
                <a:cubicBezTo>
                  <a:pt x="47814" y="4051"/>
                  <a:pt x="39524" y="0"/>
                  <a:pt x="32390" y="0"/>
                </a:cubicBezTo>
                <a:cubicBezTo>
                  <a:pt x="23523" y="0"/>
                  <a:pt x="19860" y="7522"/>
                  <a:pt x="18125" y="10994"/>
                </a:cubicBezTo>
                <a:cubicBezTo>
                  <a:pt x="14653" y="17551"/>
                  <a:pt x="12147" y="29121"/>
                  <a:pt x="12147" y="29701"/>
                </a:cubicBezTo>
                <a:cubicBezTo>
                  <a:pt x="12147" y="31628"/>
                  <a:pt x="14074" y="31628"/>
                  <a:pt x="14462" y="31628"/>
                </a:cubicBezTo>
                <a:cubicBezTo>
                  <a:pt x="16389" y="31628"/>
                  <a:pt x="16580" y="31437"/>
                  <a:pt x="17739" y="27195"/>
                </a:cubicBezTo>
                <a:cubicBezTo>
                  <a:pt x="21017" y="13500"/>
                  <a:pt x="24873" y="4242"/>
                  <a:pt x="31813" y="4242"/>
                </a:cubicBezTo>
                <a:cubicBezTo>
                  <a:pt x="35090" y="4242"/>
                  <a:pt x="37788" y="5787"/>
                  <a:pt x="37788" y="13115"/>
                </a:cubicBezTo>
                <a:cubicBezTo>
                  <a:pt x="37788" y="17551"/>
                  <a:pt x="37212" y="19672"/>
                  <a:pt x="36441" y="22949"/>
                </a:cubicBezTo>
                <a:lnTo>
                  <a:pt x="14848" y="108846"/>
                </a:lnTo>
                <a:moveTo>
                  <a:pt x="48779" y="25071"/>
                </a:moveTo>
                <a:cubicBezTo>
                  <a:pt x="50129" y="19863"/>
                  <a:pt x="55333" y="14465"/>
                  <a:pt x="58805" y="11573"/>
                </a:cubicBezTo>
                <a:cubicBezTo>
                  <a:pt x="65553" y="5592"/>
                  <a:pt x="71143" y="4242"/>
                  <a:pt x="74420" y="4242"/>
                </a:cubicBezTo>
                <a:cubicBezTo>
                  <a:pt x="82134" y="4242"/>
                  <a:pt x="86761" y="10994"/>
                  <a:pt x="86761" y="22373"/>
                </a:cubicBezTo>
                <a:cubicBezTo>
                  <a:pt x="86761" y="33749"/>
                  <a:pt x="80398" y="55928"/>
                  <a:pt x="76927" y="63256"/>
                </a:cubicBezTo>
                <a:cubicBezTo>
                  <a:pt x="70372" y="76756"/>
                  <a:pt x="61117" y="83122"/>
                  <a:pt x="53983" y="83122"/>
                </a:cubicBezTo>
                <a:cubicBezTo>
                  <a:pt x="41260" y="83122"/>
                  <a:pt x="38753" y="67116"/>
                  <a:pt x="38753" y="65956"/>
                </a:cubicBezTo>
                <a:cubicBezTo>
                  <a:pt x="38753" y="65571"/>
                  <a:pt x="38753" y="65186"/>
                  <a:pt x="39333" y="62870"/>
                </a:cubicBezTo>
                <a:lnTo>
                  <a:pt x="48779" y="250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5">
            <a:extLst xmlns:a="http://schemas.openxmlformats.org/drawingml/2006/main">
              <a:ext uri="{FF2B5EF4-FFF2-40B4-BE49-F238E27FC236}">
                <a16:creationId xmlns:a16="http://schemas.microsoft.com/office/drawing/2014/main" id="{ADD03CBA-FDDA-487F-888E-822311BA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6897" y="4422104"/>
            <a:ext cx="95821" cy="61153"/>
          </a:xfrm>
          <a:custGeom xmlns:a="http://schemas.openxmlformats.org/drawingml/2006/main">
            <a:pathLst>
              <a:path w="95821" h="61153">
                <a:moveTo>
                  <a:pt x="43052" y="14576"/>
                </a:moveTo>
                <a:lnTo>
                  <a:pt x="58437" y="14576"/>
                </a:lnTo>
                <a:cubicBezTo>
                  <a:pt x="57358" y="19166"/>
                  <a:pt x="54794" y="29833"/>
                  <a:pt x="54794" y="38744"/>
                </a:cubicBezTo>
                <a:cubicBezTo>
                  <a:pt x="54794" y="48463"/>
                  <a:pt x="58437" y="61153"/>
                  <a:pt x="65994" y="61153"/>
                </a:cubicBezTo>
                <a:cubicBezTo>
                  <a:pt x="70718" y="61153"/>
                  <a:pt x="76116" y="56295"/>
                  <a:pt x="76116" y="51435"/>
                </a:cubicBezTo>
                <a:cubicBezTo>
                  <a:pt x="76116" y="49275"/>
                  <a:pt x="75173" y="47924"/>
                  <a:pt x="73958" y="46033"/>
                </a:cubicBezTo>
                <a:cubicBezTo>
                  <a:pt x="66939" y="36044"/>
                  <a:pt x="66939" y="25377"/>
                  <a:pt x="66939" y="21868"/>
                </a:cubicBezTo>
                <a:cubicBezTo>
                  <a:pt x="66939" y="21732"/>
                  <a:pt x="66939" y="17411"/>
                  <a:pt x="67345" y="14576"/>
                </a:cubicBezTo>
                <a:lnTo>
                  <a:pt x="85564" y="14576"/>
                </a:lnTo>
                <a:cubicBezTo>
                  <a:pt x="88397" y="14576"/>
                  <a:pt x="90288" y="14576"/>
                  <a:pt x="92852" y="12418"/>
                </a:cubicBezTo>
                <a:cubicBezTo>
                  <a:pt x="93797" y="11608"/>
                  <a:pt x="95821" y="9448"/>
                  <a:pt x="95821" y="6075"/>
                </a:cubicBezTo>
                <a:cubicBezTo>
                  <a:pt x="95821" y="0"/>
                  <a:pt x="90422" y="0"/>
                  <a:pt x="87994" y="0"/>
                </a:cubicBezTo>
                <a:lnTo>
                  <a:pt x="28476" y="0"/>
                </a:lnTo>
                <a:cubicBezTo>
                  <a:pt x="25237" y="0"/>
                  <a:pt x="18894" y="0"/>
                  <a:pt x="9988" y="7424"/>
                </a:cubicBezTo>
                <a:cubicBezTo>
                  <a:pt x="6748" y="10123"/>
                  <a:pt x="0" y="16872"/>
                  <a:pt x="0" y="19032"/>
                </a:cubicBezTo>
                <a:cubicBezTo>
                  <a:pt x="0" y="21462"/>
                  <a:pt x="2024" y="21462"/>
                  <a:pt x="4184" y="21462"/>
                </a:cubicBezTo>
                <a:cubicBezTo>
                  <a:pt x="6882" y="21462"/>
                  <a:pt x="7152" y="21462"/>
                  <a:pt x="8097" y="20381"/>
                </a:cubicBezTo>
                <a:cubicBezTo>
                  <a:pt x="10257" y="17951"/>
                  <a:pt x="13361" y="14576"/>
                  <a:pt x="25103" y="14576"/>
                </a:cubicBezTo>
                <a:lnTo>
                  <a:pt x="34009" y="14576"/>
                </a:lnTo>
                <a:cubicBezTo>
                  <a:pt x="30230" y="26592"/>
                  <a:pt x="22267" y="41038"/>
                  <a:pt x="18219" y="47924"/>
                </a:cubicBezTo>
                <a:cubicBezTo>
                  <a:pt x="16870" y="50220"/>
                  <a:pt x="15791" y="52108"/>
                  <a:pt x="15791" y="54269"/>
                </a:cubicBezTo>
                <a:cubicBezTo>
                  <a:pt x="15791" y="57374"/>
                  <a:pt x="18219" y="61019"/>
                  <a:pt x="23212" y="61019"/>
                </a:cubicBezTo>
                <a:cubicBezTo>
                  <a:pt x="27261" y="61019"/>
                  <a:pt x="30636" y="58049"/>
                  <a:pt x="31985" y="55080"/>
                </a:cubicBezTo>
                <a:cubicBezTo>
                  <a:pt x="32525" y="53865"/>
                  <a:pt x="34145" y="48869"/>
                  <a:pt x="35494" y="43739"/>
                </a:cubicBezTo>
                <a:lnTo>
                  <a:pt x="43052" y="14576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6">
            <a:extLst xmlns:a="http://schemas.openxmlformats.org/drawingml/2006/main">
              <a:ext uri="{FF2B5EF4-FFF2-40B4-BE49-F238E27FC236}">
                <a16:creationId xmlns:a16="http://schemas.microsoft.com/office/drawing/2014/main" id="{CEBFB2CB-6DC3-4FDB-8CC5-6ADAE297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203" y="4308541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7">
            <a:extLst xmlns:a="http://schemas.openxmlformats.org/drawingml/2006/main">
              <a:ext uri="{FF2B5EF4-FFF2-40B4-BE49-F238E27FC236}">
                <a16:creationId xmlns:a16="http://schemas.microsoft.com/office/drawing/2014/main" id="{F2E83D4D-B6E8-4DBD-9FBB-FFDFBBC9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447" y="4319273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8">
            <a:extLst xmlns:a="http://schemas.openxmlformats.org/drawingml/2006/main">
              <a:ext uri="{FF2B5EF4-FFF2-40B4-BE49-F238E27FC236}">
                <a16:creationId xmlns:a16="http://schemas.microsoft.com/office/drawing/2014/main" id="{5226D65B-6643-4FAA-A00D-B249767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700" y="4392450"/>
            <a:ext cx="59652" cy="89621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9">
            <a:extLst xmlns:a="http://schemas.openxmlformats.org/drawingml/2006/main">
              <a:ext uri="{FF2B5EF4-FFF2-40B4-BE49-F238E27FC236}">
                <a16:creationId xmlns:a16="http://schemas.microsoft.com/office/drawing/2014/main" id="{3C517C26-8692-423C-8126-E34656F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2645" y="4308541"/>
            <a:ext cx="7714" cy="192798"/>
          </a:xfrm>
          <a:custGeom xmlns:a="http://schemas.openxmlformats.org/drawingml/2006/main">
            <a:pathLst>
              <a:path w="7714" h="192798">
                <a:moveTo>
                  <a:pt x="7714" y="6943"/>
                </a:moveTo>
                <a:cubicBezTo>
                  <a:pt x="7714" y="3471"/>
                  <a:pt x="7714" y="0"/>
                  <a:pt x="3857" y="0"/>
                </a:cubicBezTo>
                <a:cubicBezTo>
                  <a:pt x="0" y="0"/>
                  <a:pt x="0" y="3471"/>
                  <a:pt x="0" y="6943"/>
                </a:cubicBezTo>
                <a:lnTo>
                  <a:pt x="0" y="185858"/>
                </a:lnTo>
                <a:cubicBezTo>
                  <a:pt x="0" y="189329"/>
                  <a:pt x="0" y="192798"/>
                  <a:pt x="3857" y="192798"/>
                </a:cubicBezTo>
                <a:cubicBezTo>
                  <a:pt x="7714" y="192798"/>
                  <a:pt x="7714" y="189329"/>
                  <a:pt x="7714" y="185858"/>
                </a:cubicBezTo>
                <a:lnTo>
                  <a:pt x="7714" y="694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90">
            <a:extLst xmlns:a="http://schemas.openxmlformats.org/drawingml/2006/main">
              <a:ext uri="{FF2B5EF4-FFF2-40B4-BE49-F238E27FC236}">
                <a16:creationId xmlns:a16="http://schemas.microsoft.com/office/drawing/2014/main" id="{A34BCD6C-C697-432E-B27E-7A02C674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240" y="4365966"/>
            <a:ext cx="80783" cy="88679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1">
            <a:extLst xmlns:a="http://schemas.openxmlformats.org/drawingml/2006/main">
              <a:ext uri="{FF2B5EF4-FFF2-40B4-BE49-F238E27FC236}">
                <a16:creationId xmlns:a16="http://schemas.microsoft.com/office/drawing/2014/main" id="{0D2E1700-8CDB-4565-B4E2-C4399678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392" y="4392450"/>
            <a:ext cx="49124" cy="89621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2">
            <a:extLst xmlns:a="http://schemas.openxmlformats.org/drawingml/2006/main">
              <a:ext uri="{FF2B5EF4-FFF2-40B4-BE49-F238E27FC236}">
                <a16:creationId xmlns:a16="http://schemas.microsoft.com/office/drawing/2014/main" id="{13841A1F-CAF0-43E5-954E-EAE64F4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3155" y="4308541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E572B8-C2BB-49AF-AEB5-CAA51031E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969c438d044e7"/>
          <a:stretch xmlns:a="http://schemas.openxmlformats.org/drawingml/2006/main"/>
        </p:blipFill>
        <p:spPr>
          <a:xfrm xmlns:a="http://schemas.openxmlformats.org/drawingml/2006/main">
            <a:off x="9776028" y="3889456"/>
            <a:ext cx="952500" cy="885825"/>
          </a:xfrm>
          <a:prstGeom xmlns:a="http://schemas.openxmlformats.org/drawingml/2006/main" prst="rect">
            <a:avLst/>
          </a:prstGeom>
        </p:spPr>
      </p:pic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05CCF2-67BA-4BD7-844C-4443FC559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78261d88d419f"/>
          <a:stretch xmlns:a="http://schemas.openxmlformats.org/drawingml/2006/main"/>
        </p:blipFill>
        <p:spPr>
          <a:xfrm xmlns:a="http://schemas.openxmlformats.org/drawingml/2006/main">
            <a:off x="9776028" y="1841581"/>
            <a:ext cx="952500" cy="885825"/>
          </a:xfrm>
          <a:prstGeom xmlns:a="http://schemas.openxmlformats.org/drawingml/2006/main" prst="rect">
            <a:avLst/>
          </a:prstGeom>
        </p:spPr>
      </p:pic>
      <p:sp>
        <p:nvSpPr>
          <p:cNvPr id="94" name="path-95">
            <a:extLst xmlns:a="http://schemas.openxmlformats.org/drawingml/2006/main">
              <a:ext uri="{FF2B5EF4-FFF2-40B4-BE49-F238E27FC236}">
                <a16:creationId xmlns:a16="http://schemas.microsoft.com/office/drawing/2014/main" id="{04DF3D8C-784E-40E4-81EA-EF2B08F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3255" y="47659"/>
            <a:ext cx="1819427" cy="6887603"/>
          </a:xfrm>
          <a:custGeom xmlns:a="http://schemas.openxmlformats.org/drawingml/2006/main">
            <a:pathLst>
              <a:path w="1819427" h="6887603">
                <a:moveTo>
                  <a:pt x="131946" y="0"/>
                </a:moveTo>
                <a:lnTo>
                  <a:pt x="1687480" y="0"/>
                </a:lnTo>
                <a:cubicBezTo>
                  <a:pt x="1760315" y="0"/>
                  <a:pt x="1819427" y="59111"/>
                  <a:pt x="1819427" y="131946"/>
                </a:cubicBezTo>
                <a:lnTo>
                  <a:pt x="1819427" y="6755657"/>
                </a:lnTo>
                <a:cubicBezTo>
                  <a:pt x="1819427" y="6828492"/>
                  <a:pt x="1760315" y="6887603"/>
                  <a:pt x="1687480" y="6887603"/>
                </a:cubicBezTo>
                <a:lnTo>
                  <a:pt x="131946" y="6887603"/>
                </a:lnTo>
                <a:cubicBezTo>
                  <a:pt x="59077" y="6887603"/>
                  <a:pt x="0" y="6828492"/>
                  <a:pt x="0" y="6755657"/>
                </a:cubicBezTo>
                <a:lnTo>
                  <a:pt x="0" y="131946"/>
                </a:lnTo>
                <a:cubicBezTo>
                  <a:pt x="0" y="59111"/>
                  <a:pt x="59077" y="0"/>
                  <a:pt x="131946" y="0"/>
                </a:cubicBezTo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6">
            <a:extLst xmlns:a="http://schemas.openxmlformats.org/drawingml/2006/main">
              <a:ext uri="{FF2B5EF4-FFF2-40B4-BE49-F238E27FC236}">
                <a16:creationId xmlns:a16="http://schemas.microsoft.com/office/drawing/2014/main" id="{B587D0C4-C7E5-44A8-BE07-E80D710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832" y="47659"/>
            <a:ext cx="1737892" cy="6887603"/>
          </a:xfrm>
          <a:custGeom xmlns:a="http://schemas.openxmlformats.org/drawingml/2006/main">
            <a:pathLst>
              <a:path w="1737892" h="6887603">
                <a:moveTo>
                  <a:pt x="131946" y="0"/>
                </a:moveTo>
                <a:lnTo>
                  <a:pt x="1605946" y="0"/>
                </a:lnTo>
                <a:cubicBezTo>
                  <a:pt x="1678815" y="0"/>
                  <a:pt x="1737892" y="59111"/>
                  <a:pt x="1737892" y="131946"/>
                </a:cubicBezTo>
                <a:lnTo>
                  <a:pt x="1737892" y="6755657"/>
                </a:lnTo>
                <a:cubicBezTo>
                  <a:pt x="1737892" y="6828492"/>
                  <a:pt x="1678815" y="6887603"/>
                  <a:pt x="1605946" y="6887603"/>
                </a:cubicBezTo>
                <a:lnTo>
                  <a:pt x="131946" y="6887603"/>
                </a:lnTo>
                <a:cubicBezTo>
                  <a:pt x="59068" y="6887603"/>
                  <a:pt x="0" y="6828492"/>
                  <a:pt x="0" y="6755657"/>
                </a:cubicBezTo>
                <a:lnTo>
                  <a:pt x="0" y="131946"/>
                </a:lnTo>
                <a:cubicBezTo>
                  <a:pt x="0" y="59111"/>
                  <a:pt x="59068" y="0"/>
                  <a:pt x="131946" y="0"/>
                </a:cubicBezTo>
              </a:path>
            </a:pathLst>
          </a:custGeom>
          <a:solidFill xmlns:a="http://schemas.openxmlformats.org/drawingml/2006/main">
            <a:srgbClr val="5A1599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410F6B-80A5-4A3F-A737-34FC39E05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2f26bccf340b5"/>
          <a:stretch xmlns:a="http://schemas.openxmlformats.org/drawingml/2006/main"/>
        </p:blipFill>
        <p:spPr>
          <a:xfrm xmlns:a="http://schemas.openxmlformats.org/drawingml/2006/main">
            <a:off x="508203" y="1231981"/>
            <a:ext cx="2105025" cy="1504950"/>
          </a:xfrm>
          <a:prstGeom xmlns:a="http://schemas.openxmlformats.org/drawingml/2006/main" prst="rect">
            <a:avLst/>
          </a:prstGeom>
        </p:spPr>
      </p:pic>
      <p:sp>
        <p:nvSpPr>
          <p:cNvPr id="97" name="path-98">
            <a:extLst xmlns:a="http://schemas.openxmlformats.org/drawingml/2006/main">
              <a:ext uri="{FF2B5EF4-FFF2-40B4-BE49-F238E27FC236}">
                <a16:creationId xmlns:a16="http://schemas.microsoft.com/office/drawing/2014/main" id="{5BD9803D-7F70-44A8-A901-5745C7AA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90" y="1233415"/>
            <a:ext cx="1438750" cy="1495393"/>
          </a:xfrm>
          <a:custGeom xmlns:a="http://schemas.openxmlformats.org/drawingml/2006/main">
            <a:pathLst>
              <a:path w="1438750" h="1495393">
                <a:moveTo>
                  <a:pt x="0" y="0"/>
                </a:moveTo>
                <a:lnTo>
                  <a:pt x="0" y="1495393"/>
                </a:lnTo>
                <a:lnTo>
                  <a:pt x="1438750" y="1495393"/>
                </a:lnTo>
                <a:lnTo>
                  <a:pt x="143875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0000"/>
            </a:solidFill>
            <a:prstDash val="solid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A50A08-858E-4D39-B959-88ADF110C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dd6a1f2804310"/>
          <a:stretch xmlns:a="http://schemas.openxmlformats.org/drawingml/2006/main"/>
        </p:blipFill>
        <p:spPr>
          <a:xfrm xmlns:a="http://schemas.openxmlformats.org/drawingml/2006/main">
            <a:off x="2565603" y="1536781"/>
            <a:ext cx="685800" cy="485775"/>
          </a:xfrm>
          <a:prstGeom xmlns:a="http://schemas.openxmlformats.org/drawingml/2006/main" prst="rect">
            <a:avLst/>
          </a:prstGeom>
        </p:spPr>
      </p:pic>
      <p:sp>
        <p:nvSpPr>
          <p:cNvPr id="99" name="path-100">
            <a:extLst xmlns:a="http://schemas.openxmlformats.org/drawingml/2006/main">
              <a:ext uri="{FF2B5EF4-FFF2-40B4-BE49-F238E27FC236}">
                <a16:creationId xmlns:a16="http://schemas.microsoft.com/office/drawing/2014/main" id="{5ACF93FF-E3AB-4B6E-B49F-07B626B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70" y="1538123"/>
            <a:ext cx="465421" cy="483805"/>
          </a:xfrm>
          <a:custGeom xmlns:a="http://schemas.openxmlformats.org/drawingml/2006/main">
            <a:pathLst>
              <a:path w="465421" h="483805">
                <a:moveTo>
                  <a:pt x="0" y="0"/>
                </a:moveTo>
                <a:lnTo>
                  <a:pt x="0" y="483805"/>
                </a:lnTo>
                <a:lnTo>
                  <a:pt x="465421" y="483805"/>
                </a:lnTo>
                <a:lnTo>
                  <a:pt x="46542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00" name="path-101">
            <a:extLst xmlns:a="http://schemas.openxmlformats.org/drawingml/2006/main">
              <a:ext uri="{FF2B5EF4-FFF2-40B4-BE49-F238E27FC236}">
                <a16:creationId xmlns:a16="http://schemas.microsoft.com/office/drawing/2014/main" id="{0E60BABD-3C13-465E-829F-12738C56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298" y="1775629"/>
            <a:ext cx="286063" cy="191"/>
          </a:xfrm>
          <a:custGeom xmlns:a="http://schemas.openxmlformats.org/drawingml/2006/main">
            <a:pathLst>
              <a:path w="286063" h="191">
                <a:moveTo>
                  <a:pt x="0" y="0"/>
                </a:moveTo>
                <a:lnTo>
                  <a:pt x="2860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01" name="path-102">
            <a:extLst xmlns:a="http://schemas.openxmlformats.org/drawingml/2006/main">
              <a:ext uri="{FF2B5EF4-FFF2-40B4-BE49-F238E27FC236}">
                <a16:creationId xmlns:a16="http://schemas.microsoft.com/office/drawing/2014/main" id="{408EB6AE-1F04-48F5-9B59-0F9B9412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60" y="1746602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9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3">
            <a:extLst xmlns:a="http://schemas.openxmlformats.org/drawingml/2006/main">
              <a:ext uri="{FF2B5EF4-FFF2-40B4-BE49-F238E27FC236}">
                <a16:creationId xmlns:a16="http://schemas.microsoft.com/office/drawing/2014/main" id="{9748098F-B1D2-42C5-BE3B-8C65A9DC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30" y="1746600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15F4A3C-0B99-4F30-8167-EAA271CE5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c3ac5c48240b0"/>
          <a:stretch xmlns:a="http://schemas.openxmlformats.org/drawingml/2006/main"/>
        </p:blipFill>
        <p:spPr>
          <a:xfrm xmlns:a="http://schemas.openxmlformats.org/drawingml/2006/main">
            <a:off x="1517853" y="2908381"/>
            <a:ext cx="2095500" cy="1504950"/>
          </a:xfrm>
          <a:prstGeom xmlns:a="http://schemas.openxmlformats.org/drawingml/2006/main" prst="rect">
            <a:avLst/>
          </a:prstGeom>
        </p:spPr>
      </p:pic>
      <p:sp>
        <p:nvSpPr>
          <p:cNvPr id="104" name="path-105">
            <a:extLst xmlns:a="http://schemas.openxmlformats.org/drawingml/2006/main">
              <a:ext uri="{FF2B5EF4-FFF2-40B4-BE49-F238E27FC236}">
                <a16:creationId xmlns:a16="http://schemas.microsoft.com/office/drawing/2014/main" id="{C49E10E5-4C64-4A1B-A4A8-C48DA217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26" y="2914415"/>
            <a:ext cx="1438659" cy="1495393"/>
          </a:xfrm>
          <a:custGeom xmlns:a="http://schemas.openxmlformats.org/drawingml/2006/main">
            <a:pathLst>
              <a:path w="1438659" h="1495393">
                <a:moveTo>
                  <a:pt x="0" y="0"/>
                </a:moveTo>
                <a:lnTo>
                  <a:pt x="0" y="1495393"/>
                </a:lnTo>
                <a:lnTo>
                  <a:pt x="1438659" y="1495393"/>
                </a:lnTo>
                <a:lnTo>
                  <a:pt x="143865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0000"/>
            </a:solidFill>
            <a:prstDash val="dash"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AA2BC06-151D-4737-85C4-C1401A0595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78a46ec96456b"/>
          <a:stretch xmlns:a="http://schemas.openxmlformats.org/drawingml/2006/main"/>
        </p:blipFill>
        <p:spPr>
          <a:xfrm xmlns:a="http://schemas.openxmlformats.org/drawingml/2006/main">
            <a:off x="2165553" y="3136981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093830C-7B0F-4E4E-BD14-E6CCAADC9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36b5531a046e9"/>
          <a:stretch xmlns:a="http://schemas.openxmlformats.org/drawingml/2006/main"/>
        </p:blipFill>
        <p:spPr>
          <a:xfrm xmlns:a="http://schemas.openxmlformats.org/drawingml/2006/main">
            <a:off x="1517853" y="2908381"/>
            <a:ext cx="2095500" cy="1504950"/>
          </a:xfrm>
          <a:prstGeom xmlns:a="http://schemas.openxmlformats.org/drawingml/2006/main" prst="rect">
            <a:avLst/>
          </a:prstGeom>
        </p:spPr>
      </p:pic>
      <p:sp>
        <p:nvSpPr>
          <p:cNvPr id="107" name="path-108">
            <a:extLst xmlns:a="http://schemas.openxmlformats.org/drawingml/2006/main">
              <a:ext uri="{FF2B5EF4-FFF2-40B4-BE49-F238E27FC236}">
                <a16:creationId xmlns:a16="http://schemas.microsoft.com/office/drawing/2014/main" id="{99A083FC-EFAB-4569-80DC-B356291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04" y="3158957"/>
            <a:ext cx="483802" cy="483802"/>
          </a:xfrm>
          <a:custGeom xmlns:a="http://schemas.openxmlformats.org/drawingml/2006/main">
            <a:pathLst>
              <a:path w="483802" h="483802">
                <a:moveTo>
                  <a:pt x="0" y="0"/>
                </a:moveTo>
                <a:lnTo>
                  <a:pt x="0" y="483802"/>
                </a:lnTo>
                <a:lnTo>
                  <a:pt x="483802" y="483802"/>
                </a:lnTo>
                <a:lnTo>
                  <a:pt x="4838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0000"/>
            </a:solidFill>
            <a:prstDash val="solid"/>
          </a:ln>
        </p:spPr>
      </p:sp>
      <p:sp>
        <p:nvSpPr>
          <p:cNvPr id="108" name="text-109 1">
            <a:extLst xmlns:a="http://schemas.openxmlformats.org/drawingml/2006/main">
              <a:ext uri="{FF2B5EF4-FFF2-40B4-BE49-F238E27FC236}">
                <a16:creationId xmlns:a16="http://schemas.microsoft.com/office/drawing/2014/main" id="{10678725-C70F-4013-BEBE-083054A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4619" y="3306074"/>
            <a:ext cx="103632" cy="197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path-110">
            <a:extLst xmlns:a="http://schemas.openxmlformats.org/drawingml/2006/main">
              <a:ext uri="{FF2B5EF4-FFF2-40B4-BE49-F238E27FC236}">
                <a16:creationId xmlns:a16="http://schemas.microsoft.com/office/drawing/2014/main" id="{2E425063-FD55-484B-8CCB-54831623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23" y="2820556"/>
            <a:ext cx="345611" cy="841554"/>
          </a:xfrm>
          <a:custGeom xmlns:a="http://schemas.openxmlformats.org/drawingml/2006/main">
            <a:pathLst>
              <a:path w="345611" h="841554">
                <a:moveTo>
                  <a:pt x="0" y="0"/>
                </a:moveTo>
                <a:lnTo>
                  <a:pt x="0" y="771183"/>
                </a:lnTo>
                <a:cubicBezTo>
                  <a:pt x="0" y="810063"/>
                  <a:pt x="31491" y="841554"/>
                  <a:pt x="70368" y="841554"/>
                </a:cubicBezTo>
                <a:lnTo>
                  <a:pt x="345611" y="841554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666666"/>
            </a:solidFill>
            <a:prstDash val="dash"/>
          </a:ln>
        </p:spPr>
      </p:sp>
      <p:sp>
        <p:nvSpPr>
          <p:cNvPr id="110" name="path-111">
            <a:extLst xmlns:a="http://schemas.openxmlformats.org/drawingml/2006/main">
              <a:ext uri="{FF2B5EF4-FFF2-40B4-BE49-F238E27FC236}">
                <a16:creationId xmlns:a16="http://schemas.microsoft.com/office/drawing/2014/main" id="{0BCF06DC-FAE6-4450-B073-E4F69F7B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12" y="3635722"/>
            <a:ext cx="70371" cy="52779"/>
          </a:xfrm>
          <a:custGeom xmlns:a="http://schemas.openxmlformats.org/drawingml/2006/main">
            <a:pathLst>
              <a:path w="70371" h="52779">
                <a:moveTo>
                  <a:pt x="70371" y="26389"/>
                </a:moveTo>
                <a:lnTo>
                  <a:pt x="0" y="0"/>
                </a:lnTo>
                <a:lnTo>
                  <a:pt x="26389" y="26389"/>
                </a:lnTo>
                <a:lnTo>
                  <a:pt x="0" y="52779"/>
                </a:lnTo>
                <a:lnTo>
                  <a:pt x="70371" y="26389"/>
                </a:ln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2">
            <a:extLst xmlns:a="http://schemas.openxmlformats.org/drawingml/2006/main">
              <a:ext uri="{FF2B5EF4-FFF2-40B4-BE49-F238E27FC236}">
                <a16:creationId xmlns:a16="http://schemas.microsoft.com/office/drawing/2014/main" id="{7652BF9D-DC40-44C7-8ACE-DF82D0FF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44" y="3635719"/>
            <a:ext cx="70374" cy="52780"/>
          </a:xfrm>
          <a:custGeom xmlns:a="http://schemas.openxmlformats.org/drawingml/2006/main">
            <a:pathLst>
              <a:path w="70374" h="52780">
                <a:moveTo>
                  <a:pt x="70374" y="26390"/>
                </a:moveTo>
                <a:lnTo>
                  <a:pt x="0" y="0"/>
                </a:lnTo>
                <a:lnTo>
                  <a:pt x="26390" y="26390"/>
                </a:lnTo>
                <a:lnTo>
                  <a:pt x="0" y="52780"/>
                </a:lnTo>
                <a:lnTo>
                  <a:pt x="70374" y="26390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666666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C186B2F-CA06-4D75-AEEC-8234166C65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3d84fe62340a2"/>
          <a:stretch xmlns:a="http://schemas.openxmlformats.org/drawingml/2006/main"/>
        </p:blipFill>
        <p:spPr>
          <a:xfrm xmlns:a="http://schemas.openxmlformats.org/drawingml/2006/main">
            <a:off x="1517853" y="4956256"/>
            <a:ext cx="2095500" cy="1504950"/>
          </a:xfrm>
          <a:prstGeom xmlns:a="http://schemas.openxmlformats.org/drawingml/2006/main" prst="rect">
            <a:avLst/>
          </a:prstGeom>
        </p:spPr>
      </p:pic>
      <p:sp>
        <p:nvSpPr>
          <p:cNvPr id="113" name="path-114">
            <a:extLst xmlns:a="http://schemas.openxmlformats.org/drawingml/2006/main">
              <a:ext uri="{FF2B5EF4-FFF2-40B4-BE49-F238E27FC236}">
                <a16:creationId xmlns:a16="http://schemas.microsoft.com/office/drawing/2014/main" id="{7C752695-8B54-4B82-BCB1-DB9A5E2C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26" y="4961254"/>
            <a:ext cx="1438659" cy="1495393"/>
          </a:xfrm>
          <a:custGeom xmlns:a="http://schemas.openxmlformats.org/drawingml/2006/main">
            <a:pathLst>
              <a:path w="1438659" h="1495393">
                <a:moveTo>
                  <a:pt x="0" y="0"/>
                </a:moveTo>
                <a:lnTo>
                  <a:pt x="0" y="1495393"/>
                </a:lnTo>
                <a:lnTo>
                  <a:pt x="1438659" y="1495393"/>
                </a:lnTo>
                <a:lnTo>
                  <a:pt x="143865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0000"/>
            </a:solidFill>
            <a:prstDash val="dash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876236F-259F-431B-B346-3E8607430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4bfdb6dba42bc"/>
          <a:stretch xmlns:a="http://schemas.openxmlformats.org/drawingml/2006/main"/>
        </p:blipFill>
        <p:spPr>
          <a:xfrm xmlns:a="http://schemas.openxmlformats.org/drawingml/2006/main">
            <a:off x="2356053" y="5775406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36DA148-4359-45F6-9B9D-285FCD312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4b8aec51e4452"/>
          <a:stretch xmlns:a="http://schemas.openxmlformats.org/drawingml/2006/main"/>
        </p:blipFill>
        <p:spPr>
          <a:xfrm xmlns:a="http://schemas.openxmlformats.org/drawingml/2006/main">
            <a:off x="1517853" y="4956256"/>
            <a:ext cx="2095500" cy="1504950"/>
          </a:xfrm>
          <a:prstGeom xmlns:a="http://schemas.openxmlformats.org/drawingml/2006/main" prst="rect">
            <a:avLst/>
          </a:prstGeom>
        </p:spPr>
      </p:pic>
      <p:sp>
        <p:nvSpPr>
          <p:cNvPr id="116" name="path-117">
            <a:extLst xmlns:a="http://schemas.openxmlformats.org/drawingml/2006/main">
              <a:ext uri="{FF2B5EF4-FFF2-40B4-BE49-F238E27FC236}">
                <a16:creationId xmlns:a16="http://schemas.microsoft.com/office/drawing/2014/main" id="{2B92CDF8-E123-49FC-888F-5AA5E1D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26" y="5799642"/>
            <a:ext cx="483802" cy="483802"/>
          </a:xfrm>
          <a:custGeom xmlns:a="http://schemas.openxmlformats.org/drawingml/2006/main">
            <a:pathLst>
              <a:path w="483802" h="483802">
                <a:moveTo>
                  <a:pt x="0" y="0"/>
                </a:moveTo>
                <a:lnTo>
                  <a:pt x="0" y="483802"/>
                </a:lnTo>
                <a:lnTo>
                  <a:pt x="483802" y="483802"/>
                </a:lnTo>
                <a:lnTo>
                  <a:pt x="4838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0000"/>
            </a:solidFill>
            <a:prstDash val="solid"/>
          </a:ln>
        </p:spPr>
      </p:sp>
      <p:sp>
        <p:nvSpPr>
          <p:cNvPr id="117" name="text-118 2">
            <a:extLst xmlns:a="http://schemas.openxmlformats.org/drawingml/2006/main">
              <a:ext uri="{FF2B5EF4-FFF2-40B4-BE49-F238E27FC236}">
                <a16:creationId xmlns:a16="http://schemas.microsoft.com/office/drawing/2014/main" id="{8B88BDF5-BBE7-4C9B-83B8-43BBB82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8141" y="5946762"/>
            <a:ext cx="103632" cy="197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8" name="path-119">
            <a:extLst xmlns:a="http://schemas.openxmlformats.org/drawingml/2006/main">
              <a:ext uri="{FF2B5EF4-FFF2-40B4-BE49-F238E27FC236}">
                <a16:creationId xmlns:a16="http://schemas.microsoft.com/office/drawing/2014/main" id="{192BA233-107D-44CC-BD12-C940626E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23" y="2820556"/>
            <a:ext cx="345611" cy="2888393"/>
          </a:xfrm>
          <a:custGeom xmlns:a="http://schemas.openxmlformats.org/drawingml/2006/main">
            <a:pathLst>
              <a:path w="345611" h="2888393">
                <a:moveTo>
                  <a:pt x="0" y="0"/>
                </a:moveTo>
                <a:lnTo>
                  <a:pt x="0" y="2818022"/>
                </a:lnTo>
                <a:cubicBezTo>
                  <a:pt x="0" y="2856902"/>
                  <a:pt x="31491" y="2888393"/>
                  <a:pt x="70368" y="2888393"/>
                </a:cubicBezTo>
                <a:lnTo>
                  <a:pt x="345611" y="2888393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666666"/>
            </a:solidFill>
            <a:prstDash val="dash"/>
          </a:ln>
        </p:spPr>
      </p:sp>
      <p:sp>
        <p:nvSpPr>
          <p:cNvPr id="119" name="path-120">
            <a:extLst xmlns:a="http://schemas.openxmlformats.org/drawingml/2006/main">
              <a:ext uri="{FF2B5EF4-FFF2-40B4-BE49-F238E27FC236}">
                <a16:creationId xmlns:a16="http://schemas.microsoft.com/office/drawing/2014/main" id="{5C93C6A5-D51B-467E-AE43-BA4996A6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12" y="5682562"/>
            <a:ext cx="70371" cy="52779"/>
          </a:xfrm>
          <a:custGeom xmlns:a="http://schemas.openxmlformats.org/drawingml/2006/main">
            <a:pathLst>
              <a:path w="70371" h="52779">
                <a:moveTo>
                  <a:pt x="70371" y="26389"/>
                </a:moveTo>
                <a:lnTo>
                  <a:pt x="0" y="0"/>
                </a:lnTo>
                <a:lnTo>
                  <a:pt x="26389" y="26389"/>
                </a:lnTo>
                <a:lnTo>
                  <a:pt x="0" y="52779"/>
                </a:lnTo>
                <a:lnTo>
                  <a:pt x="70371" y="26389"/>
                </a:ln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1">
            <a:extLst xmlns:a="http://schemas.openxmlformats.org/drawingml/2006/main">
              <a:ext uri="{FF2B5EF4-FFF2-40B4-BE49-F238E27FC236}">
                <a16:creationId xmlns:a16="http://schemas.microsoft.com/office/drawing/2014/main" id="{BED3A48D-F2EE-4939-AB38-958707A5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044" y="5682562"/>
            <a:ext cx="70374" cy="52777"/>
          </a:xfrm>
          <a:custGeom xmlns:a="http://schemas.openxmlformats.org/drawingml/2006/main">
            <a:pathLst>
              <a:path w="70374" h="52777">
                <a:moveTo>
                  <a:pt x="70374" y="26387"/>
                </a:moveTo>
                <a:lnTo>
                  <a:pt x="0" y="0"/>
                </a:lnTo>
                <a:lnTo>
                  <a:pt x="26390" y="26387"/>
                </a:lnTo>
                <a:lnTo>
                  <a:pt x="0" y="52777"/>
                </a:lnTo>
                <a:lnTo>
                  <a:pt x="70374" y="26387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666666"/>
            </a:solidFill>
            <a:prstDash val="solid"/>
          </a:ln>
        </p:spPr>
      </p:sp>
      <p:sp>
        <p:nvSpPr>
          <p:cNvPr id="121" name="text-122 Glance">
            <a:extLst xmlns:a="http://schemas.openxmlformats.org/drawingml/2006/main">
              <a:ext uri="{FF2B5EF4-FFF2-40B4-BE49-F238E27FC236}">
                <a16:creationId xmlns:a16="http://schemas.microsoft.com/office/drawing/2014/main" id="{3EABA824-447E-4B09-8BD8-0DD87795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2139" y="2048182"/>
            <a:ext cx="556566" cy="221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Glance</a:t>
            </a:r>
          </a:p>
        </p:txBody>
      </p:sp>
      <p:sp>
        <p:nvSpPr>
          <p:cNvPr id="122" name="text-122 Input">
            <a:extLst xmlns:a="http://schemas.openxmlformats.org/drawingml/2006/main">
              <a:ext uri="{FF2B5EF4-FFF2-40B4-BE49-F238E27FC236}">
                <a16:creationId xmlns:a16="http://schemas.microsoft.com/office/drawing/2014/main" id="{304B0F38-9805-4A78-9BDD-4312BDFE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4169" y="2048181"/>
            <a:ext cx="415382" cy="221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3" name="text-124 (down-sampled">
            <a:extLst xmlns:a="http://schemas.openxmlformats.org/drawingml/2006/main">
              <a:ext uri="{FF2B5EF4-FFF2-40B4-BE49-F238E27FC236}">
                <a16:creationId xmlns:a16="http://schemas.microsoft.com/office/drawing/2014/main" id="{206D85C5-F146-4296-AAB7-DA1D5278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301" y="2238468"/>
            <a:ext cx="987591" cy="1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(down-sampled</a:t>
            </a:r>
          </a:p>
        </p:txBody>
      </p:sp>
      <p:sp>
        <p:nvSpPr>
          <p:cNvPr id="124" name="text-124 to">
            <a:extLst xmlns:a="http://schemas.openxmlformats.org/drawingml/2006/main">
              <a:ext uri="{FF2B5EF4-FFF2-40B4-BE49-F238E27FC236}">
                <a16:creationId xmlns:a16="http://schemas.microsoft.com/office/drawing/2014/main" id="{C19A58F0-B75D-493B-A213-38956207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5644" y="2238436"/>
            <a:ext cx="142735" cy="197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25" name="text-125 the">
            <a:extLst xmlns:a="http://schemas.openxmlformats.org/drawingml/2006/main">
              <a:ext uri="{FF2B5EF4-FFF2-40B4-BE49-F238E27FC236}">
                <a16:creationId xmlns:a16="http://schemas.microsoft.com/office/drawing/2014/main" id="{5E09A522-6A9A-40DF-AA45-7845325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149" y="2392618"/>
            <a:ext cx="221002" cy="197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6" name="text-125 fixation">
            <a:extLst xmlns:a="http://schemas.openxmlformats.org/drawingml/2006/main">
              <a:ext uri="{FF2B5EF4-FFF2-40B4-BE49-F238E27FC236}">
                <a16:creationId xmlns:a16="http://schemas.microsoft.com/office/drawing/2014/main" id="{C7B7CC64-1441-44A4-91B5-499F0929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9910" y="2392576"/>
            <a:ext cx="471311" cy="19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27" name="text-125 size)">
            <a:extLst xmlns:a="http://schemas.openxmlformats.org/drawingml/2006/main">
              <a:ext uri="{FF2B5EF4-FFF2-40B4-BE49-F238E27FC236}">
                <a16:creationId xmlns:a16="http://schemas.microsoft.com/office/drawing/2014/main" id="{ED2C2A6E-251E-4AC0-B6F8-1A944ACF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4972" y="2392610"/>
            <a:ext cx="322519" cy="19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size)</a:t>
            </a:r>
          </a:p>
        </p:txBody>
      </p:sp>
      <p:sp>
        <p:nvSpPr>
          <p:cNvPr id="128" name="path-127">
            <a:extLst xmlns:a="http://schemas.openxmlformats.org/drawingml/2006/main">
              <a:ext uri="{FF2B5EF4-FFF2-40B4-BE49-F238E27FC236}">
                <a16:creationId xmlns:a16="http://schemas.microsoft.com/office/drawing/2014/main" id="{F4195660-8809-4C79-AC23-7502E7AB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901" y="2076397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8">
            <a:extLst xmlns:a="http://schemas.openxmlformats.org/drawingml/2006/main">
              <a:ext uri="{FF2B5EF4-FFF2-40B4-BE49-F238E27FC236}">
                <a16:creationId xmlns:a16="http://schemas.microsoft.com/office/drawing/2014/main" id="{23126BE9-1619-4D73-A298-552DFF9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670" y="2149575"/>
            <a:ext cx="62621" cy="92256"/>
          </a:xfrm>
          <a:custGeom xmlns:a="http://schemas.openxmlformats.org/drawingml/2006/main">
            <a:pathLst>
              <a:path w="62621" h="92256">
                <a:moveTo>
                  <a:pt x="62621" y="46534"/>
                </a:moveTo>
                <a:cubicBezTo>
                  <a:pt x="62621" y="31699"/>
                  <a:pt x="60867" y="21044"/>
                  <a:pt x="54660" y="11602"/>
                </a:cubicBezTo>
                <a:cubicBezTo>
                  <a:pt x="50475" y="5399"/>
                  <a:pt x="42108" y="0"/>
                  <a:pt x="31312" y="0"/>
                </a:cubicBezTo>
                <a:cubicBezTo>
                  <a:pt x="0" y="0"/>
                  <a:pt x="0" y="36824"/>
                  <a:pt x="0" y="46534"/>
                </a:cubicBezTo>
                <a:cubicBezTo>
                  <a:pt x="0" y="56246"/>
                  <a:pt x="0" y="92256"/>
                  <a:pt x="31312" y="92256"/>
                </a:cubicBezTo>
                <a:cubicBezTo>
                  <a:pt x="62621" y="92256"/>
                  <a:pt x="62621" y="56246"/>
                  <a:pt x="62621" y="46534"/>
                </a:cubicBezTo>
                <a:moveTo>
                  <a:pt x="31312" y="88478"/>
                </a:moveTo>
                <a:cubicBezTo>
                  <a:pt x="25103" y="88478"/>
                  <a:pt x="16870" y="84837"/>
                  <a:pt x="14172" y="73778"/>
                </a:cubicBezTo>
                <a:cubicBezTo>
                  <a:pt x="12282" y="65821"/>
                  <a:pt x="12282" y="54761"/>
                  <a:pt x="12282" y="44781"/>
                </a:cubicBezTo>
                <a:cubicBezTo>
                  <a:pt x="12282" y="34936"/>
                  <a:pt x="12282" y="24685"/>
                  <a:pt x="14306" y="17267"/>
                </a:cubicBezTo>
                <a:cubicBezTo>
                  <a:pt x="17140" y="6612"/>
                  <a:pt x="25778" y="3781"/>
                  <a:pt x="31312" y="3781"/>
                </a:cubicBezTo>
                <a:cubicBezTo>
                  <a:pt x="38599" y="3781"/>
                  <a:pt x="45618" y="8231"/>
                  <a:pt x="48045" y="16054"/>
                </a:cubicBezTo>
                <a:cubicBezTo>
                  <a:pt x="50206" y="23336"/>
                  <a:pt x="50339" y="33048"/>
                  <a:pt x="50339" y="44781"/>
                </a:cubicBezTo>
                <a:cubicBezTo>
                  <a:pt x="50339" y="54761"/>
                  <a:pt x="50339" y="64742"/>
                  <a:pt x="48585" y="73239"/>
                </a:cubicBezTo>
                <a:cubicBezTo>
                  <a:pt x="45887" y="85512"/>
                  <a:pt x="36709" y="88478"/>
                  <a:pt x="31312" y="88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ext-129 Visual">
            <a:extLst xmlns:a="http://schemas.openxmlformats.org/drawingml/2006/main">
              <a:ext uri="{FF2B5EF4-FFF2-40B4-BE49-F238E27FC236}">
                <a16:creationId xmlns:a16="http://schemas.microsoft.com/office/drawing/2014/main" id="{27C73E0C-DDAD-4FF6-BCA7-FEE42BE0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435" y="4441177"/>
            <a:ext cx="492078" cy="22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31" name="text-129 Fixation">
            <a:extLst xmlns:a="http://schemas.openxmlformats.org/drawingml/2006/main">
              <a:ext uri="{FF2B5EF4-FFF2-40B4-BE49-F238E27FC236}">
                <a16:creationId xmlns:a16="http://schemas.microsoft.com/office/drawing/2014/main" id="{33CEFB42-AC4C-4422-A796-F69671C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8973" y="4441164"/>
            <a:ext cx="635495" cy="221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32" name="path-131">
            <a:extLst xmlns:a="http://schemas.openxmlformats.org/drawingml/2006/main">
              <a:ext uri="{FF2B5EF4-FFF2-40B4-BE49-F238E27FC236}">
                <a16:creationId xmlns:a16="http://schemas.microsoft.com/office/drawing/2014/main" id="{DA494D9E-51DC-4716-AD32-A6FFBABF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219" y="4467466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2">
            <a:extLst xmlns:a="http://schemas.openxmlformats.org/drawingml/2006/main">
              <a:ext uri="{FF2B5EF4-FFF2-40B4-BE49-F238E27FC236}">
                <a16:creationId xmlns:a16="http://schemas.microsoft.com/office/drawing/2014/main" id="{06948B8C-60D4-4221-B05B-BA15813E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682" y="4540644"/>
            <a:ext cx="49124" cy="89621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2B94B305-49E2-40D7-9D72-EFD3326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847" y="6509392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5">
            <a:extLst xmlns:a="http://schemas.openxmlformats.org/drawingml/2006/main">
              <a:ext uri="{FF2B5EF4-FFF2-40B4-BE49-F238E27FC236}">
                <a16:creationId xmlns:a16="http://schemas.microsoft.com/office/drawing/2014/main" id="{DD11604F-132F-4822-8E39-47CA48FF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100" y="6582570"/>
            <a:ext cx="59652" cy="89621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ext-136 Visual">
            <a:extLst xmlns:a="http://schemas.openxmlformats.org/drawingml/2006/main">
              <a:ext uri="{FF2B5EF4-FFF2-40B4-BE49-F238E27FC236}">
                <a16:creationId xmlns:a16="http://schemas.microsoft.com/office/drawing/2014/main" id="{A672754B-2CFE-404C-84DC-CB782A8D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106" y="6483088"/>
            <a:ext cx="492085" cy="221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37" name="text-136 Fixation">
            <a:extLst xmlns:a="http://schemas.openxmlformats.org/drawingml/2006/main">
              <a:ext uri="{FF2B5EF4-FFF2-40B4-BE49-F238E27FC236}">
                <a16:creationId xmlns:a16="http://schemas.microsoft.com/office/drawing/2014/main" id="{57630D9F-5E8C-4831-BB6A-F6EF9F41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9651" y="6483078"/>
            <a:ext cx="635495" cy="221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38" name="path-137">
            <a:extLst xmlns:a="http://schemas.openxmlformats.org/drawingml/2006/main">
              <a:ext uri="{FF2B5EF4-FFF2-40B4-BE49-F238E27FC236}">
                <a16:creationId xmlns:a16="http://schemas.microsoft.com/office/drawing/2014/main" id="{1D1393EA-11C5-48FF-B7F8-521D834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52" y="982236"/>
            <a:ext cx="223576" cy="1397356"/>
          </a:xfrm>
          <a:custGeom xmlns:a="http://schemas.openxmlformats.org/drawingml/2006/main">
            <a:pathLst>
              <a:path w="223576" h="1397356">
                <a:moveTo>
                  <a:pt x="0" y="0"/>
                </a:moveTo>
                <a:lnTo>
                  <a:pt x="223576" y="0"/>
                </a:lnTo>
                <a:lnTo>
                  <a:pt x="223576" y="1397356"/>
                </a:lnTo>
                <a:lnTo>
                  <a:pt x="0" y="139735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8">
            <a:extLst xmlns:a="http://schemas.openxmlformats.org/drawingml/2006/main">
              <a:ext uri="{FF2B5EF4-FFF2-40B4-BE49-F238E27FC236}">
                <a16:creationId xmlns:a16="http://schemas.microsoft.com/office/drawing/2014/main" id="{BD3383FB-788C-45B9-A9BF-5B1F62AB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17" y="982193"/>
            <a:ext cx="223602" cy="1397399"/>
          </a:xfrm>
          <a:custGeom xmlns:a="http://schemas.openxmlformats.org/drawingml/2006/main">
            <a:pathLst>
              <a:path w="223602" h="1397399">
                <a:moveTo>
                  <a:pt x="0" y="0"/>
                </a:moveTo>
                <a:lnTo>
                  <a:pt x="0" y="1397399"/>
                </a:lnTo>
                <a:lnTo>
                  <a:pt x="223602" y="1397399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140" name="path-139">
            <a:extLst xmlns:a="http://schemas.openxmlformats.org/drawingml/2006/main">
              <a:ext uri="{FF2B5EF4-FFF2-40B4-BE49-F238E27FC236}">
                <a16:creationId xmlns:a16="http://schemas.microsoft.com/office/drawing/2014/main" id="{12AC0F3F-A3A2-4669-9EA2-72B7053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88" y="1121931"/>
            <a:ext cx="223576" cy="1117886"/>
          </a:xfrm>
          <a:custGeom xmlns:a="http://schemas.openxmlformats.org/drawingml/2006/main">
            <a:pathLst>
              <a:path w="223576" h="1117886">
                <a:moveTo>
                  <a:pt x="0" y="0"/>
                </a:moveTo>
                <a:lnTo>
                  <a:pt x="223576" y="0"/>
                </a:lnTo>
                <a:lnTo>
                  <a:pt x="223576" y="1117886"/>
                </a:lnTo>
                <a:lnTo>
                  <a:pt x="0" y="111788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40">
            <a:extLst xmlns:a="http://schemas.openxmlformats.org/drawingml/2006/main">
              <a:ext uri="{FF2B5EF4-FFF2-40B4-BE49-F238E27FC236}">
                <a16:creationId xmlns:a16="http://schemas.microsoft.com/office/drawing/2014/main" id="{22149F7D-61F4-45A2-8A2B-4FDF024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49" y="1121966"/>
            <a:ext cx="223608" cy="1117851"/>
          </a:xfrm>
          <a:custGeom xmlns:a="http://schemas.openxmlformats.org/drawingml/2006/main">
            <a:pathLst>
              <a:path w="223608" h="1117851">
                <a:moveTo>
                  <a:pt x="0" y="0"/>
                </a:moveTo>
                <a:lnTo>
                  <a:pt x="0" y="1117851"/>
                </a:lnTo>
                <a:lnTo>
                  <a:pt x="223608" y="1117851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142" name="path-141">
            <a:extLst xmlns:a="http://schemas.openxmlformats.org/drawingml/2006/main">
              <a:ext uri="{FF2B5EF4-FFF2-40B4-BE49-F238E27FC236}">
                <a16:creationId xmlns:a16="http://schemas.microsoft.com/office/drawing/2014/main" id="{79856ACF-8F93-4611-8608-543B0C0B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515" y="1261717"/>
            <a:ext cx="223576" cy="838413"/>
          </a:xfrm>
          <a:custGeom xmlns:a="http://schemas.openxmlformats.org/drawingml/2006/main">
            <a:pathLst>
              <a:path w="223576" h="838413">
                <a:moveTo>
                  <a:pt x="0" y="0"/>
                </a:moveTo>
                <a:lnTo>
                  <a:pt x="223576" y="0"/>
                </a:lnTo>
                <a:lnTo>
                  <a:pt x="223576" y="838413"/>
                </a:lnTo>
                <a:lnTo>
                  <a:pt x="0" y="838413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2">
            <a:extLst xmlns:a="http://schemas.openxmlformats.org/drawingml/2006/main">
              <a:ext uri="{FF2B5EF4-FFF2-40B4-BE49-F238E27FC236}">
                <a16:creationId xmlns:a16="http://schemas.microsoft.com/office/drawing/2014/main" id="{CCBFBD2B-1672-4CF2-AB33-C2FA7551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488" y="1261650"/>
            <a:ext cx="223602" cy="838479"/>
          </a:xfrm>
          <a:custGeom xmlns:a="http://schemas.openxmlformats.org/drawingml/2006/main">
            <a:pathLst>
              <a:path w="223602" h="838479">
                <a:moveTo>
                  <a:pt x="0" y="0"/>
                </a:moveTo>
                <a:lnTo>
                  <a:pt x="0" y="838479"/>
                </a:lnTo>
                <a:lnTo>
                  <a:pt x="223602" y="838479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144" name="path-143">
            <a:extLst xmlns:a="http://schemas.openxmlformats.org/drawingml/2006/main">
              <a:ext uri="{FF2B5EF4-FFF2-40B4-BE49-F238E27FC236}">
                <a16:creationId xmlns:a16="http://schemas.microsoft.com/office/drawing/2014/main" id="{9C5F1335-3AC2-47A4-A76B-E43916C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242" y="1401412"/>
            <a:ext cx="223576" cy="558942"/>
          </a:xfrm>
          <a:custGeom xmlns:a="http://schemas.openxmlformats.org/drawingml/2006/main">
            <a:pathLst>
              <a:path w="223576" h="558942">
                <a:moveTo>
                  <a:pt x="0" y="0"/>
                </a:moveTo>
                <a:lnTo>
                  <a:pt x="223576" y="0"/>
                </a:lnTo>
                <a:lnTo>
                  <a:pt x="223576" y="558942"/>
                </a:lnTo>
                <a:lnTo>
                  <a:pt x="0" y="55894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4">
            <a:extLst xmlns:a="http://schemas.openxmlformats.org/drawingml/2006/main">
              <a:ext uri="{FF2B5EF4-FFF2-40B4-BE49-F238E27FC236}">
                <a16:creationId xmlns:a16="http://schemas.microsoft.com/office/drawing/2014/main" id="{AA57721C-7B0B-4323-8BEB-FAB8346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220" y="1401428"/>
            <a:ext cx="223608" cy="558926"/>
          </a:xfrm>
          <a:custGeom xmlns:a="http://schemas.openxmlformats.org/drawingml/2006/main">
            <a:pathLst>
              <a:path w="223608" h="558926">
                <a:moveTo>
                  <a:pt x="0" y="0"/>
                </a:moveTo>
                <a:lnTo>
                  <a:pt x="0" y="558926"/>
                </a:lnTo>
                <a:lnTo>
                  <a:pt x="223608" y="558926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146" name="path-145">
            <a:extLst xmlns:a="http://schemas.openxmlformats.org/drawingml/2006/main">
              <a:ext uri="{FF2B5EF4-FFF2-40B4-BE49-F238E27FC236}">
                <a16:creationId xmlns:a16="http://schemas.microsoft.com/office/drawing/2014/main" id="{C8FB14AC-7912-4815-8329-8945571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91" y="843381"/>
            <a:ext cx="297580" cy="185782"/>
          </a:xfrm>
          <a:custGeom xmlns:a="http://schemas.openxmlformats.org/drawingml/2006/main">
            <a:pathLst>
              <a:path w="297580" h="185782">
                <a:moveTo>
                  <a:pt x="527" y="127816"/>
                </a:moveTo>
                <a:lnTo>
                  <a:pt x="527" y="51638"/>
                </a:lnTo>
                <a:lnTo>
                  <a:pt x="0" y="51638"/>
                </a:lnTo>
                <a:lnTo>
                  <a:pt x="0" y="0"/>
                </a:lnTo>
                <a:lnTo>
                  <a:pt x="297580" y="0"/>
                </a:lnTo>
                <a:lnTo>
                  <a:pt x="296266" y="144001"/>
                </a:lnTo>
                <a:lnTo>
                  <a:pt x="296266" y="185782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147" name="path-146">
            <a:extLst xmlns:a="http://schemas.openxmlformats.org/drawingml/2006/main">
              <a:ext uri="{FF2B5EF4-FFF2-40B4-BE49-F238E27FC236}">
                <a16:creationId xmlns:a16="http://schemas.microsoft.com/office/drawing/2014/main" id="{FD911EDF-D1CC-4134-9097-30BFB3C9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906" y="997497"/>
            <a:ext cx="63334" cy="84446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7">
            <a:extLst xmlns:a="http://schemas.openxmlformats.org/drawingml/2006/main">
              <a:ext uri="{FF2B5EF4-FFF2-40B4-BE49-F238E27FC236}">
                <a16:creationId xmlns:a16="http://schemas.microsoft.com/office/drawing/2014/main" id="{E918401C-CF78-4BAF-97E1-3C323CD2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9" y="997497"/>
            <a:ext cx="63328" cy="84447"/>
          </a:xfrm>
          <a:custGeom xmlns:a="http://schemas.openxmlformats.org/drawingml/2006/main">
            <a:pathLst>
              <a:path w="63328" h="84447">
                <a:moveTo>
                  <a:pt x="31667" y="84447"/>
                </a:moveTo>
                <a:lnTo>
                  <a:pt x="63328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149" name="path-148">
            <a:extLst xmlns:a="http://schemas.openxmlformats.org/drawingml/2006/main">
              <a:ext uri="{FF2B5EF4-FFF2-40B4-BE49-F238E27FC236}">
                <a16:creationId xmlns:a16="http://schemas.microsoft.com/office/drawing/2014/main" id="{11AC0378-CC4E-48A6-919E-C57EE89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902" y="946388"/>
            <a:ext cx="298556" cy="222463"/>
          </a:xfrm>
          <a:custGeom xmlns:a="http://schemas.openxmlformats.org/drawingml/2006/main">
            <a:pathLst>
              <a:path w="298556" h="222463">
                <a:moveTo>
                  <a:pt x="0" y="0"/>
                </a:moveTo>
                <a:lnTo>
                  <a:pt x="96764" y="0"/>
                </a:lnTo>
                <a:lnTo>
                  <a:pt x="298556" y="618"/>
                </a:lnTo>
                <a:lnTo>
                  <a:pt x="295387" y="180678"/>
                </a:lnTo>
                <a:lnTo>
                  <a:pt x="295387" y="222463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150" name="path-149">
            <a:extLst xmlns:a="http://schemas.openxmlformats.org/drawingml/2006/main">
              <a:ext uri="{FF2B5EF4-FFF2-40B4-BE49-F238E27FC236}">
                <a16:creationId xmlns:a16="http://schemas.microsoft.com/office/drawing/2014/main" id="{596C79B1-5A14-4AEF-84DC-C9E18AB2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33" y="1137184"/>
            <a:ext cx="63334" cy="84446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0">
            <a:extLst xmlns:a="http://schemas.openxmlformats.org/drawingml/2006/main">
              <a:ext uri="{FF2B5EF4-FFF2-40B4-BE49-F238E27FC236}">
                <a16:creationId xmlns:a16="http://schemas.microsoft.com/office/drawing/2014/main" id="{92CC6B38-C64D-4A76-B756-409EB543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22" y="1137181"/>
            <a:ext cx="63334" cy="84447"/>
          </a:xfrm>
          <a:custGeom xmlns:a="http://schemas.openxmlformats.org/drawingml/2006/main">
            <a:pathLst>
              <a:path w="63334" h="84447">
                <a:moveTo>
                  <a:pt x="31667" y="84447"/>
                </a:moveTo>
                <a:lnTo>
                  <a:pt x="63334" y="0"/>
                </a:lnTo>
                <a:lnTo>
                  <a:pt x="31667" y="31670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152" name="path-151">
            <a:extLst xmlns:a="http://schemas.openxmlformats.org/drawingml/2006/main">
              <a:ext uri="{FF2B5EF4-FFF2-40B4-BE49-F238E27FC236}">
                <a16:creationId xmlns:a16="http://schemas.microsoft.com/office/drawing/2014/main" id="{0BCE61BF-6959-42EF-8AD9-D02AC57E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82" y="1079745"/>
            <a:ext cx="294945" cy="228882"/>
          </a:xfrm>
          <a:custGeom xmlns:a="http://schemas.openxmlformats.org/drawingml/2006/main">
            <a:pathLst>
              <a:path w="294945" h="228882">
                <a:moveTo>
                  <a:pt x="0" y="351"/>
                </a:moveTo>
                <a:lnTo>
                  <a:pt x="96758" y="351"/>
                </a:lnTo>
                <a:lnTo>
                  <a:pt x="186131" y="0"/>
                </a:lnTo>
                <a:lnTo>
                  <a:pt x="294945" y="0"/>
                </a:lnTo>
                <a:lnTo>
                  <a:pt x="294945" y="228882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153" name="path-152">
            <a:extLst xmlns:a="http://schemas.openxmlformats.org/drawingml/2006/main">
              <a:ext uri="{FF2B5EF4-FFF2-40B4-BE49-F238E27FC236}">
                <a16:creationId xmlns:a16="http://schemas.microsoft.com/office/drawing/2014/main" id="{EA3368FC-0B61-4B22-8327-6EF29ED7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9" y="1276960"/>
            <a:ext cx="63334" cy="84446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3">
            <a:extLst xmlns:a="http://schemas.openxmlformats.org/drawingml/2006/main">
              <a:ext uri="{FF2B5EF4-FFF2-40B4-BE49-F238E27FC236}">
                <a16:creationId xmlns:a16="http://schemas.microsoft.com/office/drawing/2014/main" id="{81298920-DB13-4E8C-ABE2-5B51E977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54" y="1276960"/>
            <a:ext cx="63340" cy="84447"/>
          </a:xfrm>
          <a:custGeom xmlns:a="http://schemas.openxmlformats.org/drawingml/2006/main">
            <a:pathLst>
              <a:path w="63340" h="84447">
                <a:moveTo>
                  <a:pt x="31673" y="84447"/>
                </a:moveTo>
                <a:lnTo>
                  <a:pt x="63340" y="0"/>
                </a:lnTo>
                <a:lnTo>
                  <a:pt x="31673" y="31667"/>
                </a:lnTo>
                <a:lnTo>
                  <a:pt x="0" y="0"/>
                </a:lnTo>
                <a:lnTo>
                  <a:pt x="31673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155" name="path-154">
            <a:extLst xmlns:a="http://schemas.openxmlformats.org/drawingml/2006/main">
              <a:ext uri="{FF2B5EF4-FFF2-40B4-BE49-F238E27FC236}">
                <a16:creationId xmlns:a16="http://schemas.microsoft.com/office/drawing/2014/main" id="{82CF9525-74A5-41E6-86D1-95953C0C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859" y="1368192"/>
            <a:ext cx="997154" cy="486518"/>
          </a:xfrm>
          <a:custGeom xmlns:a="http://schemas.openxmlformats.org/drawingml/2006/main">
            <a:pathLst>
              <a:path w="997154" h="486518">
                <a:moveTo>
                  <a:pt x="0" y="0"/>
                </a:moveTo>
                <a:lnTo>
                  <a:pt x="997154" y="0"/>
                </a:lnTo>
                <a:lnTo>
                  <a:pt x="997154" y="486518"/>
                </a:lnTo>
                <a:lnTo>
                  <a:pt x="0" y="486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text-155 Perception">
            <a:extLst xmlns:a="http://schemas.openxmlformats.org/drawingml/2006/main">
              <a:ext uri="{FF2B5EF4-FFF2-40B4-BE49-F238E27FC236}">
                <a16:creationId xmlns:a16="http://schemas.microsoft.com/office/drawing/2014/main" id="{CC4A1564-2B24-4F78-8185-BF21EFF6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7822" y="1394646"/>
            <a:ext cx="940877" cy="24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57" name="text-156 Net">
            <a:extLst xmlns:a="http://schemas.openxmlformats.org/drawingml/2006/main">
              <a:ext uri="{FF2B5EF4-FFF2-40B4-BE49-F238E27FC236}">
                <a16:creationId xmlns:a16="http://schemas.microsoft.com/office/drawing/2014/main" id="{890E056D-C067-4E50-A7D5-27696E40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0712" y="1593877"/>
            <a:ext cx="315160" cy="246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158" name="path-157">
            <a:extLst xmlns:a="http://schemas.openxmlformats.org/drawingml/2006/main">
              <a:ext uri="{FF2B5EF4-FFF2-40B4-BE49-F238E27FC236}">
                <a16:creationId xmlns:a16="http://schemas.microsoft.com/office/drawing/2014/main" id="{4D41C11A-DA7E-47B9-9308-79658493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51" y="3655778"/>
            <a:ext cx="752532" cy="191"/>
          </a:xfrm>
          <a:custGeom xmlns:a="http://schemas.openxmlformats.org/drawingml/2006/main">
            <a:pathLst>
              <a:path w="752532" h="191">
                <a:moveTo>
                  <a:pt x="0" y="0"/>
                </a:moveTo>
                <a:lnTo>
                  <a:pt x="752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59" name="path-158">
            <a:extLst xmlns:a="http://schemas.openxmlformats.org/drawingml/2006/main">
              <a:ext uri="{FF2B5EF4-FFF2-40B4-BE49-F238E27FC236}">
                <a16:creationId xmlns:a16="http://schemas.microsoft.com/office/drawing/2014/main" id="{CE16F610-3818-47AE-A146-7EC16948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551" y="3626750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8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59">
            <a:extLst xmlns:a="http://schemas.openxmlformats.org/drawingml/2006/main">
              <a:ext uri="{FF2B5EF4-FFF2-40B4-BE49-F238E27FC236}">
                <a16:creationId xmlns:a16="http://schemas.microsoft.com/office/drawing/2014/main" id="{FC0F7B1C-2A6F-4168-89A7-1EEF8157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558" y="3626747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32"/>
                </a:moveTo>
                <a:lnTo>
                  <a:pt x="0" y="0"/>
                </a:lnTo>
                <a:lnTo>
                  <a:pt x="29026" y="29032"/>
                </a:lnTo>
                <a:lnTo>
                  <a:pt x="0" y="58057"/>
                </a:lnTo>
                <a:lnTo>
                  <a:pt x="77408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61" name="path-160">
            <a:extLst xmlns:a="http://schemas.openxmlformats.org/drawingml/2006/main">
              <a:ext uri="{FF2B5EF4-FFF2-40B4-BE49-F238E27FC236}">
                <a16:creationId xmlns:a16="http://schemas.microsoft.com/office/drawing/2014/main" id="{CD83B13D-5E96-4A14-BD31-1954D57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848" y="3538198"/>
            <a:ext cx="524757" cy="244073"/>
          </a:xfrm>
          <a:custGeom xmlns:a="http://schemas.openxmlformats.org/drawingml/2006/main">
            <a:pathLst>
              <a:path w="524757" h="244073">
                <a:moveTo>
                  <a:pt x="0" y="0"/>
                </a:moveTo>
                <a:lnTo>
                  <a:pt x="524757" y="0"/>
                </a:lnTo>
                <a:lnTo>
                  <a:pt x="524757" y="244073"/>
                </a:lnTo>
                <a:lnTo>
                  <a:pt x="0" y="2440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1">
            <a:extLst xmlns:a="http://schemas.openxmlformats.org/drawingml/2006/main">
              <a:ext uri="{FF2B5EF4-FFF2-40B4-BE49-F238E27FC236}">
                <a16:creationId xmlns:a16="http://schemas.microsoft.com/office/drawing/2014/main" id="{26C440FE-D406-4B6F-B660-0F305CB0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873" y="3538171"/>
            <a:ext cx="524702" cy="244100"/>
          </a:xfrm>
          <a:custGeom xmlns:a="http://schemas.openxmlformats.org/drawingml/2006/main">
            <a:pathLst>
              <a:path w="524702" h="244100">
                <a:moveTo>
                  <a:pt x="0" y="0"/>
                </a:moveTo>
                <a:lnTo>
                  <a:pt x="0" y="244100"/>
                </a:lnTo>
                <a:lnTo>
                  <a:pt x="524702" y="244100"/>
                </a:lnTo>
                <a:lnTo>
                  <a:pt x="5247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0000"/>
            </a:solidFill>
            <a:prstDash val="solid"/>
          </a:ln>
        </p:spPr>
      </p:sp>
      <p:sp>
        <p:nvSpPr>
          <p:cNvPr id="163" name="text-162 Crop">
            <a:extLst xmlns:a="http://schemas.openxmlformats.org/drawingml/2006/main">
              <a:ext uri="{FF2B5EF4-FFF2-40B4-BE49-F238E27FC236}">
                <a16:creationId xmlns:a16="http://schemas.microsoft.com/office/drawing/2014/main" id="{6DF0ECA9-0837-4A75-BA46-06DE40E3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741" y="3565402"/>
            <a:ext cx="330425" cy="197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64" name="path-163">
            <a:extLst xmlns:a="http://schemas.openxmlformats.org/drawingml/2006/main">
              <a:ext uri="{FF2B5EF4-FFF2-40B4-BE49-F238E27FC236}">
                <a16:creationId xmlns:a16="http://schemas.microsoft.com/office/drawing/2014/main" id="{E40C1543-BF5C-4B1C-99E3-8E3B1F0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51" y="5704550"/>
            <a:ext cx="752532" cy="191"/>
          </a:xfrm>
          <a:custGeom xmlns:a="http://schemas.openxmlformats.org/drawingml/2006/main">
            <a:pathLst>
              <a:path w="752532" h="191">
                <a:moveTo>
                  <a:pt x="0" y="0"/>
                </a:moveTo>
                <a:lnTo>
                  <a:pt x="752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65" name="path-164">
            <a:extLst xmlns:a="http://schemas.openxmlformats.org/drawingml/2006/main">
              <a:ext uri="{FF2B5EF4-FFF2-40B4-BE49-F238E27FC236}">
                <a16:creationId xmlns:a16="http://schemas.microsoft.com/office/drawing/2014/main" id="{05E9E6CF-9E7F-4178-8A92-8A65F722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551" y="5675526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8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5">
            <a:extLst xmlns:a="http://schemas.openxmlformats.org/drawingml/2006/main">
              <a:ext uri="{FF2B5EF4-FFF2-40B4-BE49-F238E27FC236}">
                <a16:creationId xmlns:a16="http://schemas.microsoft.com/office/drawing/2014/main" id="{7BCD0580-5A4A-4E5A-9A05-D5F4759C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558" y="5675525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26"/>
                </a:moveTo>
                <a:lnTo>
                  <a:pt x="0" y="0"/>
                </a:lnTo>
                <a:lnTo>
                  <a:pt x="29026" y="29026"/>
                </a:lnTo>
                <a:lnTo>
                  <a:pt x="0" y="58057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67" name="path-166">
            <a:extLst xmlns:a="http://schemas.openxmlformats.org/drawingml/2006/main">
              <a:ext uri="{FF2B5EF4-FFF2-40B4-BE49-F238E27FC236}">
                <a16:creationId xmlns:a16="http://schemas.microsoft.com/office/drawing/2014/main" id="{A81D7BBE-14D9-4D5F-99A8-BE47FCAC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848" y="5586885"/>
            <a:ext cx="524757" cy="244073"/>
          </a:xfrm>
          <a:custGeom xmlns:a="http://schemas.openxmlformats.org/drawingml/2006/main">
            <a:pathLst>
              <a:path w="524757" h="244073">
                <a:moveTo>
                  <a:pt x="0" y="0"/>
                </a:moveTo>
                <a:lnTo>
                  <a:pt x="524757" y="0"/>
                </a:lnTo>
                <a:lnTo>
                  <a:pt x="524757" y="244073"/>
                </a:lnTo>
                <a:lnTo>
                  <a:pt x="0" y="2440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7">
            <a:extLst xmlns:a="http://schemas.openxmlformats.org/drawingml/2006/main">
              <a:ext uri="{FF2B5EF4-FFF2-40B4-BE49-F238E27FC236}">
                <a16:creationId xmlns:a16="http://schemas.microsoft.com/office/drawing/2014/main" id="{FF05A69D-CA01-4E71-A501-E2C50D6E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873" y="5586946"/>
            <a:ext cx="524702" cy="244012"/>
          </a:xfrm>
          <a:custGeom xmlns:a="http://schemas.openxmlformats.org/drawingml/2006/main">
            <a:pathLst>
              <a:path w="524702" h="244012">
                <a:moveTo>
                  <a:pt x="0" y="0"/>
                </a:moveTo>
                <a:lnTo>
                  <a:pt x="0" y="244012"/>
                </a:lnTo>
                <a:lnTo>
                  <a:pt x="524702" y="244012"/>
                </a:lnTo>
                <a:lnTo>
                  <a:pt x="5247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0000"/>
            </a:solidFill>
            <a:prstDash val="solid"/>
          </a:ln>
        </p:spPr>
      </p:sp>
      <p:sp>
        <p:nvSpPr>
          <p:cNvPr id="169" name="text-168 Crop">
            <a:extLst xmlns:a="http://schemas.openxmlformats.org/drawingml/2006/main">
              <a:ext uri="{FF2B5EF4-FFF2-40B4-BE49-F238E27FC236}">
                <a16:creationId xmlns:a16="http://schemas.microsoft.com/office/drawing/2014/main" id="{CC92123F-BE98-4EDE-A6FE-8BCA8007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741" y="5614180"/>
            <a:ext cx="330425" cy="197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70" name="path-169">
            <a:extLst xmlns:a="http://schemas.openxmlformats.org/drawingml/2006/main">
              <a:ext uri="{FF2B5EF4-FFF2-40B4-BE49-F238E27FC236}">
                <a16:creationId xmlns:a16="http://schemas.microsoft.com/office/drawing/2014/main" id="{1A1B7077-DC93-4558-B06B-2903201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40" y="1775629"/>
            <a:ext cx="636860" cy="191"/>
          </a:xfrm>
          <a:custGeom xmlns:a="http://schemas.openxmlformats.org/drawingml/2006/main">
            <a:pathLst>
              <a:path w="636860" h="191">
                <a:moveTo>
                  <a:pt x="0" y="0"/>
                </a:moveTo>
                <a:lnTo>
                  <a:pt x="636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71" name="path-170">
            <a:extLst xmlns:a="http://schemas.openxmlformats.org/drawingml/2006/main">
              <a:ext uri="{FF2B5EF4-FFF2-40B4-BE49-F238E27FC236}">
                <a16:creationId xmlns:a16="http://schemas.microsoft.com/office/drawing/2014/main" id="{9153FF61-106C-40D7-BAE5-C5DD555C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445" y="1746602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8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1">
            <a:extLst xmlns:a="http://schemas.openxmlformats.org/drawingml/2006/main">
              <a:ext uri="{FF2B5EF4-FFF2-40B4-BE49-F238E27FC236}">
                <a16:creationId xmlns:a16="http://schemas.microsoft.com/office/drawing/2014/main" id="{B0E65A47-53F3-4971-B10B-C0CFAEDD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468" y="1746600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73" name="text-172 Representation">
            <a:extLst xmlns:a="http://schemas.openxmlformats.org/drawingml/2006/main">
              <a:ext uri="{FF2B5EF4-FFF2-40B4-BE49-F238E27FC236}">
                <a16:creationId xmlns:a16="http://schemas.microsoft.com/office/drawing/2014/main" id="{C3E03E39-2BFD-48C0-AF34-ADF630FA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6490" y="111643"/>
            <a:ext cx="1181112" cy="221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74" name="text-173 Learning">
            <a:extLst xmlns:a="http://schemas.openxmlformats.org/drawingml/2006/main">
              <a:ext uri="{FF2B5EF4-FFF2-40B4-BE49-F238E27FC236}">
                <a16:creationId xmlns:a16="http://schemas.microsoft.com/office/drawing/2014/main" id="{B4D72623-545C-4688-915F-51116988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473" y="292822"/>
            <a:ext cx="696929" cy="221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75" name="text-174 Neural">
            <a:extLst xmlns:a="http://schemas.openxmlformats.org/drawingml/2006/main">
              <a:ext uri="{FF2B5EF4-FFF2-40B4-BE49-F238E27FC236}">
                <a16:creationId xmlns:a16="http://schemas.microsoft.com/office/drawing/2014/main" id="{CD3B12D1-C883-4F0E-93E8-EC0EB308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7602" y="473894"/>
            <a:ext cx="494965" cy="221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176" name="text-174 Networks">
            <a:extLst xmlns:a="http://schemas.openxmlformats.org/drawingml/2006/main">
              <a:ext uri="{FF2B5EF4-FFF2-40B4-BE49-F238E27FC236}">
                <a16:creationId xmlns:a16="http://schemas.microsoft.com/office/drawing/2014/main" id="{8B0E09BA-83E4-46D8-9E03-15B9C40D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8037" y="473891"/>
            <a:ext cx="688397" cy="22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177" name="text-175 Internal">
            <a:extLst xmlns:a="http://schemas.openxmlformats.org/drawingml/2006/main">
              <a:ext uri="{FF2B5EF4-FFF2-40B4-BE49-F238E27FC236}">
                <a16:creationId xmlns:a16="http://schemas.microsoft.com/office/drawing/2014/main" id="{AA4EA675-ABE0-4A1A-9A9F-800EF0B0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3424" y="120627"/>
            <a:ext cx="600403" cy="221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178" name="text-175 Vision">
            <a:extLst xmlns:a="http://schemas.openxmlformats.org/drawingml/2006/main">
              <a:ext uri="{FF2B5EF4-FFF2-40B4-BE49-F238E27FC236}">
                <a16:creationId xmlns:a16="http://schemas.microsoft.com/office/drawing/2014/main" id="{92FF2F02-B118-41B8-A21E-93BC8936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9286" y="120644"/>
            <a:ext cx="500730" cy="221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79" name="text-176 Representation">
            <a:extLst xmlns:a="http://schemas.openxmlformats.org/drawingml/2006/main">
              <a:ext uri="{FF2B5EF4-FFF2-40B4-BE49-F238E27FC236}">
                <a16:creationId xmlns:a16="http://schemas.microsoft.com/office/drawing/2014/main" id="{D5732FEA-62F6-4AF5-AFDE-E3AC68B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230" y="301733"/>
            <a:ext cx="1181112" cy="221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80" name="text-178 (dynamic,">
            <a:extLst xmlns:a="http://schemas.openxmlformats.org/drawingml/2006/main">
              <a:ext uri="{FF2B5EF4-FFF2-40B4-BE49-F238E27FC236}">
                <a16:creationId xmlns:a16="http://schemas.microsoft.com/office/drawing/2014/main" id="{6DA0BE5E-24FF-4A83-8BC3-7A858CC5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1320" y="491943"/>
            <a:ext cx="635432" cy="19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(dynamic,</a:t>
            </a:r>
          </a:p>
        </p:txBody>
      </p:sp>
      <p:sp>
        <p:nvSpPr>
          <p:cNvPr id="181" name="text-178 evolving)">
            <a:extLst xmlns:a="http://schemas.openxmlformats.org/drawingml/2006/main">
              <a:ext uri="{FF2B5EF4-FFF2-40B4-BE49-F238E27FC236}">
                <a16:creationId xmlns:a16="http://schemas.microsoft.com/office/drawing/2014/main" id="{7A2CCBA7-81BC-4861-B871-AA62DA9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0491" y="491939"/>
            <a:ext cx="588643" cy="1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evolving)</a:t>
            </a:r>
          </a:p>
        </p:txBody>
      </p:sp>
      <p:sp>
        <p:nvSpPr>
          <p:cNvPr id="182" name="path-179">
            <a:extLst xmlns:a="http://schemas.openxmlformats.org/drawingml/2006/main">
              <a:ext uri="{FF2B5EF4-FFF2-40B4-BE49-F238E27FC236}">
                <a16:creationId xmlns:a16="http://schemas.microsoft.com/office/drawing/2014/main" id="{DBEB9796-10BE-46B7-8AEB-A05FEF1E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44" y="1478750"/>
            <a:ext cx="265476" cy="265476"/>
          </a:xfrm>
          <a:custGeom xmlns:a="http://schemas.openxmlformats.org/drawingml/2006/main">
            <a:pathLst>
              <a:path w="265476" h="265476">
                <a:moveTo>
                  <a:pt x="218239" y="47237"/>
                </a:moveTo>
                <a:cubicBezTo>
                  <a:pt x="265476" y="94474"/>
                  <a:pt x="265476" y="171003"/>
                  <a:pt x="218239" y="218240"/>
                </a:cubicBezTo>
                <a:cubicBezTo>
                  <a:pt x="171002" y="265476"/>
                  <a:pt x="94474" y="265476"/>
                  <a:pt x="47237" y="218240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74" y="0"/>
                  <a:pt x="171002" y="0"/>
                  <a:pt x="218239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0">
            <a:extLst xmlns:a="http://schemas.openxmlformats.org/drawingml/2006/main">
              <a:ext uri="{FF2B5EF4-FFF2-40B4-BE49-F238E27FC236}">
                <a16:creationId xmlns:a16="http://schemas.microsoft.com/office/drawing/2014/main" id="{50BED588-E276-4AC8-BCAB-EAED87F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39" y="1478748"/>
            <a:ext cx="265477" cy="265477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7"/>
                  <a:pt x="265477" y="171003"/>
                  <a:pt x="218240" y="218240"/>
                </a:cubicBezTo>
                <a:cubicBezTo>
                  <a:pt x="171009" y="265477"/>
                  <a:pt x="94474" y="265477"/>
                  <a:pt x="47237" y="218240"/>
                </a:cubicBezTo>
                <a:cubicBezTo>
                  <a:pt x="0" y="171003"/>
                  <a:pt x="0" y="94477"/>
                  <a:pt x="47237" y="47237"/>
                </a:cubicBezTo>
                <a:cubicBezTo>
                  <a:pt x="94474" y="0"/>
                  <a:pt x="171009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184" name="path-181">
            <a:extLst xmlns:a="http://schemas.openxmlformats.org/drawingml/2006/main">
              <a:ext uri="{FF2B5EF4-FFF2-40B4-BE49-F238E27FC236}">
                <a16:creationId xmlns:a16="http://schemas.microsoft.com/office/drawing/2014/main" id="{61F950EE-A0F7-4874-9C38-27F4EFF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1204126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85" name="path-182">
            <a:extLst xmlns:a="http://schemas.openxmlformats.org/drawingml/2006/main">
              <a:ext uri="{FF2B5EF4-FFF2-40B4-BE49-F238E27FC236}">
                <a16:creationId xmlns:a16="http://schemas.microsoft.com/office/drawing/2014/main" id="{58F835CF-6227-4505-843A-5E1715F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1189083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5190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1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83">
            <a:extLst xmlns:a="http://schemas.openxmlformats.org/drawingml/2006/main">
              <a:ext uri="{FF2B5EF4-FFF2-40B4-BE49-F238E27FC236}">
                <a16:creationId xmlns:a16="http://schemas.microsoft.com/office/drawing/2014/main" id="{1E0B707F-5D7B-4682-BDA0-3A4F681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1189080"/>
            <a:ext cx="61838" cy="41872"/>
          </a:xfrm>
          <a:custGeom xmlns:a="http://schemas.openxmlformats.org/drawingml/2006/main">
            <a:pathLst>
              <a:path w="61838" h="41872">
                <a:moveTo>
                  <a:pt x="61838" y="5192"/>
                </a:moveTo>
                <a:lnTo>
                  <a:pt x="0" y="0"/>
                </a:lnTo>
                <a:lnTo>
                  <a:pt x="26917" y="15046"/>
                </a:lnTo>
                <a:lnTo>
                  <a:pt x="11783" y="41872"/>
                </a:lnTo>
                <a:lnTo>
                  <a:pt x="61838" y="519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87" name="path-184">
            <a:extLst xmlns:a="http://schemas.openxmlformats.org/drawingml/2006/main">
              <a:ext uri="{FF2B5EF4-FFF2-40B4-BE49-F238E27FC236}">
                <a16:creationId xmlns:a16="http://schemas.microsoft.com/office/drawing/2014/main" id="{2C83C04F-45B3-41C1-904E-05D3264E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1341172"/>
            <a:ext cx="232665" cy="65448"/>
          </a:xfrm>
          <a:custGeom xmlns:a="http://schemas.openxmlformats.org/drawingml/2006/main">
            <a:pathLst>
              <a:path w="232665" h="65448">
                <a:moveTo>
                  <a:pt x="0" y="0"/>
                </a:moveTo>
                <a:lnTo>
                  <a:pt x="232665" y="6544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88" name="path-185">
            <a:extLst xmlns:a="http://schemas.openxmlformats.org/drawingml/2006/main">
              <a:ext uri="{FF2B5EF4-FFF2-40B4-BE49-F238E27FC236}">
                <a16:creationId xmlns:a16="http://schemas.microsoft.com/office/drawing/2014/main" id="{F39403DB-7F01-450C-925C-B6A05ADF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1379789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6">
            <a:extLst xmlns:a="http://schemas.openxmlformats.org/drawingml/2006/main">
              <a:ext uri="{FF2B5EF4-FFF2-40B4-BE49-F238E27FC236}">
                <a16:creationId xmlns:a16="http://schemas.microsoft.com/office/drawing/2014/main" id="{6A64239C-5309-4083-A947-D403CDAE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1379788"/>
            <a:ext cx="61838" cy="41875"/>
          </a:xfrm>
          <a:custGeom xmlns:a="http://schemas.openxmlformats.org/drawingml/2006/main">
            <a:pathLst>
              <a:path w="61838" h="41875">
                <a:moveTo>
                  <a:pt x="61838" y="36680"/>
                </a:moveTo>
                <a:lnTo>
                  <a:pt x="11783" y="0"/>
                </a:lnTo>
                <a:lnTo>
                  <a:pt x="26917" y="26832"/>
                </a:lnTo>
                <a:lnTo>
                  <a:pt x="0" y="41875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0" name="path-187">
            <a:extLst xmlns:a="http://schemas.openxmlformats.org/drawingml/2006/main">
              <a:ext uri="{FF2B5EF4-FFF2-40B4-BE49-F238E27FC236}">
                <a16:creationId xmlns:a16="http://schemas.microsoft.com/office/drawing/2014/main" id="{34D31F4B-4B7A-4CC6-99B2-A4097E1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1390523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1" name="path-188">
            <a:extLst xmlns:a="http://schemas.openxmlformats.org/drawingml/2006/main">
              <a:ext uri="{FF2B5EF4-FFF2-40B4-BE49-F238E27FC236}">
                <a16:creationId xmlns:a16="http://schemas.microsoft.com/office/drawing/2014/main" id="{CCA4F65F-709C-4C8A-A424-FDC23CE6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1610520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0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89">
            <a:extLst xmlns:a="http://schemas.openxmlformats.org/drawingml/2006/main">
              <a:ext uri="{FF2B5EF4-FFF2-40B4-BE49-F238E27FC236}">
                <a16:creationId xmlns:a16="http://schemas.microsoft.com/office/drawing/2014/main" id="{C1E0A553-8C0F-4354-AB89-849F1C39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1610517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704"/>
                </a:lnTo>
                <a:lnTo>
                  <a:pt x="0" y="33339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3" name="path-190">
            <a:extLst xmlns:a="http://schemas.openxmlformats.org/drawingml/2006/main">
              <a:ext uri="{FF2B5EF4-FFF2-40B4-BE49-F238E27FC236}">
                <a16:creationId xmlns:a16="http://schemas.microsoft.com/office/drawing/2014/main" id="{3851854A-D29F-4410-9CA0-B5BB3C7B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4" y="1412951"/>
            <a:ext cx="356522" cy="501926"/>
          </a:xfrm>
          <a:custGeom xmlns:a="http://schemas.openxmlformats.org/drawingml/2006/main">
            <a:pathLst>
              <a:path w="356522" h="501926">
                <a:moveTo>
                  <a:pt x="0" y="0"/>
                </a:moveTo>
                <a:lnTo>
                  <a:pt x="356522" y="5019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4" name="path-191">
            <a:extLst xmlns:a="http://schemas.openxmlformats.org/drawingml/2006/main">
              <a:ext uri="{FF2B5EF4-FFF2-40B4-BE49-F238E27FC236}">
                <a16:creationId xmlns:a16="http://schemas.microsoft.com/office/drawing/2014/main" id="{91BE7D6F-3FC5-4EB3-BCE9-265A407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22" y="1884529"/>
            <a:ext cx="51371" cy="59903"/>
          </a:xfrm>
          <a:custGeom xmlns:a="http://schemas.openxmlformats.org/drawingml/2006/main">
            <a:pathLst>
              <a:path w="51371" h="59903">
                <a:moveTo>
                  <a:pt x="51371" y="59903"/>
                </a:moveTo>
                <a:lnTo>
                  <a:pt x="35494" y="0"/>
                </a:lnTo>
                <a:lnTo>
                  <a:pt x="30356" y="30348"/>
                </a:lnTo>
                <a:lnTo>
                  <a:pt x="0" y="25159"/>
                </a:lnTo>
                <a:lnTo>
                  <a:pt x="51371" y="59903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2">
            <a:extLst xmlns:a="http://schemas.openxmlformats.org/drawingml/2006/main">
              <a:ext uri="{FF2B5EF4-FFF2-40B4-BE49-F238E27FC236}">
                <a16:creationId xmlns:a16="http://schemas.microsoft.com/office/drawing/2014/main" id="{9D7C1B7B-5CAE-4D5D-A61A-ED6C0EC8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53" y="1884528"/>
            <a:ext cx="51369" cy="59902"/>
          </a:xfrm>
          <a:custGeom xmlns:a="http://schemas.openxmlformats.org/drawingml/2006/main">
            <a:pathLst>
              <a:path w="51369" h="59902">
                <a:moveTo>
                  <a:pt x="51369" y="59902"/>
                </a:moveTo>
                <a:lnTo>
                  <a:pt x="35447" y="0"/>
                </a:lnTo>
                <a:lnTo>
                  <a:pt x="30352" y="30349"/>
                </a:lnTo>
                <a:lnTo>
                  <a:pt x="0" y="25160"/>
                </a:lnTo>
                <a:lnTo>
                  <a:pt x="51369" y="5990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6" name="path-193">
            <a:extLst xmlns:a="http://schemas.openxmlformats.org/drawingml/2006/main">
              <a:ext uri="{FF2B5EF4-FFF2-40B4-BE49-F238E27FC236}">
                <a16:creationId xmlns:a16="http://schemas.microsoft.com/office/drawing/2014/main" id="{999EAB66-FEC5-4FD7-8C1E-3264C292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4" y="1308099"/>
            <a:ext cx="356522" cy="501923"/>
          </a:xfrm>
          <a:custGeom xmlns:a="http://schemas.openxmlformats.org/drawingml/2006/main">
            <a:pathLst>
              <a:path w="356522" h="501923">
                <a:moveTo>
                  <a:pt x="0" y="501923"/>
                </a:moveTo>
                <a:lnTo>
                  <a:pt x="356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7" name="path-194">
            <a:extLst xmlns:a="http://schemas.openxmlformats.org/drawingml/2006/main">
              <a:ext uri="{FF2B5EF4-FFF2-40B4-BE49-F238E27FC236}">
                <a16:creationId xmlns:a16="http://schemas.microsoft.com/office/drawing/2014/main" id="{792354D9-B913-4BA9-8F0B-4C5AFCF2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22" y="1278544"/>
            <a:ext cx="51371" cy="59903"/>
          </a:xfrm>
          <a:custGeom xmlns:a="http://schemas.openxmlformats.org/drawingml/2006/main">
            <a:pathLst>
              <a:path w="51371" h="59903">
                <a:moveTo>
                  <a:pt x="51371" y="0"/>
                </a:moveTo>
                <a:lnTo>
                  <a:pt x="0" y="34745"/>
                </a:lnTo>
                <a:lnTo>
                  <a:pt x="30356" y="29556"/>
                </a:lnTo>
                <a:lnTo>
                  <a:pt x="35494" y="59903"/>
                </a:lnTo>
                <a:lnTo>
                  <a:pt x="5137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5">
            <a:extLst xmlns:a="http://schemas.openxmlformats.org/drawingml/2006/main">
              <a:ext uri="{FF2B5EF4-FFF2-40B4-BE49-F238E27FC236}">
                <a16:creationId xmlns:a16="http://schemas.microsoft.com/office/drawing/2014/main" id="{769EDA22-F952-4E8A-8CA8-A7F15601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53" y="1278544"/>
            <a:ext cx="51369" cy="59905"/>
          </a:xfrm>
          <a:custGeom xmlns:a="http://schemas.openxmlformats.org/drawingml/2006/main">
            <a:pathLst>
              <a:path w="51369" h="59905">
                <a:moveTo>
                  <a:pt x="51369" y="0"/>
                </a:moveTo>
                <a:lnTo>
                  <a:pt x="0" y="34745"/>
                </a:lnTo>
                <a:lnTo>
                  <a:pt x="30352" y="29556"/>
                </a:lnTo>
                <a:lnTo>
                  <a:pt x="35447" y="59905"/>
                </a:lnTo>
                <a:lnTo>
                  <a:pt x="51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199" name="path-196">
            <a:extLst xmlns:a="http://schemas.openxmlformats.org/drawingml/2006/main">
              <a:ext uri="{FF2B5EF4-FFF2-40B4-BE49-F238E27FC236}">
                <a16:creationId xmlns:a16="http://schemas.microsoft.com/office/drawing/2014/main" id="{05813193-2D1C-40E7-9A89-29DDA87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1581755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00" name="path-197">
            <a:extLst xmlns:a="http://schemas.openxmlformats.org/drawingml/2006/main">
              <a:ext uri="{FF2B5EF4-FFF2-40B4-BE49-F238E27FC236}">
                <a16:creationId xmlns:a16="http://schemas.microsoft.com/office/drawing/2014/main" id="{3E30D6BE-A5B3-4CE9-844F-343A020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1558358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0"/>
                </a:moveTo>
                <a:lnTo>
                  <a:pt x="0" y="20847"/>
                </a:lnTo>
                <a:lnTo>
                  <a:pt x="30683" y="23399"/>
                </a:lnTo>
                <a:lnTo>
                  <a:pt x="28096" y="54098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98">
            <a:extLst xmlns:a="http://schemas.openxmlformats.org/drawingml/2006/main">
              <a:ext uri="{FF2B5EF4-FFF2-40B4-BE49-F238E27FC236}">
                <a16:creationId xmlns:a16="http://schemas.microsoft.com/office/drawing/2014/main" id="{6B353B0C-368D-4548-9221-4AEB5F9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1558358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844"/>
                </a:lnTo>
                <a:lnTo>
                  <a:pt x="30704" y="23397"/>
                </a:lnTo>
                <a:lnTo>
                  <a:pt x="28153" y="54098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02" name="path-199">
            <a:extLst xmlns:a="http://schemas.openxmlformats.org/drawingml/2006/main">
              <a:ext uri="{FF2B5EF4-FFF2-40B4-BE49-F238E27FC236}">
                <a16:creationId xmlns:a16="http://schemas.microsoft.com/office/drawing/2014/main" id="{4575366C-0B36-4369-812B-2F2FDE42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1953402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03" name="path-200">
            <a:extLst xmlns:a="http://schemas.openxmlformats.org/drawingml/2006/main">
              <a:ext uri="{FF2B5EF4-FFF2-40B4-BE49-F238E27FC236}">
                <a16:creationId xmlns:a16="http://schemas.microsoft.com/office/drawing/2014/main" id="{AA2D03C6-0D95-4903-BA46-07E399F2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1992021"/>
            <a:ext cx="61787" cy="41872"/>
          </a:xfrm>
          <a:custGeom xmlns:a="http://schemas.openxmlformats.org/drawingml/2006/main">
            <a:pathLst>
              <a:path w="61787" h="41872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2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1">
            <a:extLst xmlns:a="http://schemas.openxmlformats.org/drawingml/2006/main">
              <a:ext uri="{FF2B5EF4-FFF2-40B4-BE49-F238E27FC236}">
                <a16:creationId xmlns:a16="http://schemas.microsoft.com/office/drawing/2014/main" id="{BBCC18E5-BC6E-4684-BC74-C1C0FDEA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1992021"/>
            <a:ext cx="61838" cy="41869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05" name="path-202">
            <a:extLst xmlns:a="http://schemas.openxmlformats.org/drawingml/2006/main">
              <a:ext uri="{FF2B5EF4-FFF2-40B4-BE49-F238E27FC236}">
                <a16:creationId xmlns:a16="http://schemas.microsoft.com/office/drawing/2014/main" id="{47C6D334-3D0A-4AD1-8249-82AFF8CC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1816353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06" name="path-203">
            <a:extLst xmlns:a="http://schemas.openxmlformats.org/drawingml/2006/main">
              <a:ext uri="{FF2B5EF4-FFF2-40B4-BE49-F238E27FC236}">
                <a16:creationId xmlns:a16="http://schemas.microsoft.com/office/drawing/2014/main" id="{24E382ED-460F-4E85-A327-6C580AD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1801315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1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4">
            <a:extLst xmlns:a="http://schemas.openxmlformats.org/drawingml/2006/main">
              <a:ext uri="{FF2B5EF4-FFF2-40B4-BE49-F238E27FC236}">
                <a16:creationId xmlns:a16="http://schemas.microsoft.com/office/drawing/2014/main" id="{65830502-EFCA-42D3-BCD6-B2F77025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1801313"/>
            <a:ext cx="61838" cy="41872"/>
          </a:xfrm>
          <a:custGeom xmlns:a="http://schemas.openxmlformats.org/drawingml/2006/main">
            <a:pathLst>
              <a:path w="61838" h="41872">
                <a:moveTo>
                  <a:pt x="61838" y="5192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72"/>
                </a:lnTo>
                <a:lnTo>
                  <a:pt x="61838" y="519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08" name="path-205">
            <a:extLst xmlns:a="http://schemas.openxmlformats.org/drawingml/2006/main">
              <a:ext uri="{FF2B5EF4-FFF2-40B4-BE49-F238E27FC236}">
                <a16:creationId xmlns:a16="http://schemas.microsoft.com/office/drawing/2014/main" id="{9C28FBB1-8AD8-4EFA-A57D-3A99AF55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1172635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2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6" y="218239"/>
                </a:cubicBezTo>
                <a:cubicBezTo>
                  <a:pt x="0" y="171002"/>
                  <a:pt x="0" y="94472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6">
            <a:extLst xmlns:a="http://schemas.openxmlformats.org/drawingml/2006/main">
              <a:ext uri="{FF2B5EF4-FFF2-40B4-BE49-F238E27FC236}">
                <a16:creationId xmlns:a16="http://schemas.microsoft.com/office/drawing/2014/main" id="{1B8148F1-1DA4-4B83-8BAE-88EDBF9D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1172635"/>
            <a:ext cx="265471" cy="265474"/>
          </a:xfrm>
          <a:custGeom xmlns:a="http://schemas.openxmlformats.org/drawingml/2006/main">
            <a:pathLst>
              <a:path w="265471" h="265474">
                <a:moveTo>
                  <a:pt x="218240" y="47234"/>
                </a:moveTo>
                <a:cubicBezTo>
                  <a:pt x="265471" y="94471"/>
                  <a:pt x="265471" y="171003"/>
                  <a:pt x="218240" y="218240"/>
                </a:cubicBezTo>
                <a:cubicBezTo>
                  <a:pt x="171003" y="265474"/>
                  <a:pt x="94468" y="265474"/>
                  <a:pt x="47231" y="218240"/>
                </a:cubicBezTo>
                <a:cubicBezTo>
                  <a:pt x="0" y="171003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10" name="path-207">
            <a:extLst xmlns:a="http://schemas.openxmlformats.org/drawingml/2006/main">
              <a:ext uri="{FF2B5EF4-FFF2-40B4-BE49-F238E27FC236}">
                <a16:creationId xmlns:a16="http://schemas.microsoft.com/office/drawing/2014/main" id="{DB50EDB4-51C3-4A32-9C7E-E7B88B78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1478750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6"/>
                  <a:pt x="94465" y="265476"/>
                  <a:pt x="47236" y="218240"/>
                </a:cubicBezTo>
                <a:cubicBezTo>
                  <a:pt x="0" y="171003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8">
            <a:extLst xmlns:a="http://schemas.openxmlformats.org/drawingml/2006/main">
              <a:ext uri="{FF2B5EF4-FFF2-40B4-BE49-F238E27FC236}">
                <a16:creationId xmlns:a16="http://schemas.microsoft.com/office/drawing/2014/main" id="{FC0B9077-06F5-49F4-B2D4-FC2028E4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1478748"/>
            <a:ext cx="265471" cy="265477"/>
          </a:xfrm>
          <a:custGeom xmlns:a="http://schemas.openxmlformats.org/drawingml/2006/main">
            <a:pathLst>
              <a:path w="265471" h="265477">
                <a:moveTo>
                  <a:pt x="218240" y="47237"/>
                </a:moveTo>
                <a:cubicBezTo>
                  <a:pt x="265471" y="94477"/>
                  <a:pt x="265471" y="171003"/>
                  <a:pt x="218240" y="218240"/>
                </a:cubicBezTo>
                <a:cubicBezTo>
                  <a:pt x="171003" y="265477"/>
                  <a:pt x="94468" y="265477"/>
                  <a:pt x="47231" y="218240"/>
                </a:cubicBezTo>
                <a:cubicBezTo>
                  <a:pt x="0" y="171003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12" name="path-209">
            <a:extLst xmlns:a="http://schemas.openxmlformats.org/drawingml/2006/main">
              <a:ext uri="{FF2B5EF4-FFF2-40B4-BE49-F238E27FC236}">
                <a16:creationId xmlns:a16="http://schemas.microsoft.com/office/drawing/2014/main" id="{515708F6-0A96-4AAC-8CC1-196E6923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1784865"/>
            <a:ext cx="265520" cy="265477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7"/>
                  <a:pt x="94465" y="265477"/>
                  <a:pt x="47236" y="218240"/>
                </a:cubicBezTo>
                <a:cubicBezTo>
                  <a:pt x="0" y="171003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0">
            <a:extLst xmlns:a="http://schemas.openxmlformats.org/drawingml/2006/main">
              <a:ext uri="{FF2B5EF4-FFF2-40B4-BE49-F238E27FC236}">
                <a16:creationId xmlns:a16="http://schemas.microsoft.com/office/drawing/2014/main" id="{6476D793-D33A-46A7-A0F1-1F5A39ED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1784868"/>
            <a:ext cx="265471" cy="265471"/>
          </a:xfrm>
          <a:custGeom xmlns:a="http://schemas.openxmlformats.org/drawingml/2006/main">
            <a:pathLst>
              <a:path w="265471" h="265471">
                <a:moveTo>
                  <a:pt x="218240" y="47234"/>
                </a:moveTo>
                <a:cubicBezTo>
                  <a:pt x="265471" y="94471"/>
                  <a:pt x="265471" y="171000"/>
                  <a:pt x="218240" y="218234"/>
                </a:cubicBezTo>
                <a:cubicBezTo>
                  <a:pt x="171003" y="265471"/>
                  <a:pt x="94468" y="265471"/>
                  <a:pt x="47231" y="218234"/>
                </a:cubicBezTo>
                <a:cubicBezTo>
                  <a:pt x="0" y="171000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14" name="path-211">
            <a:extLst xmlns:a="http://schemas.openxmlformats.org/drawingml/2006/main">
              <a:ext uri="{FF2B5EF4-FFF2-40B4-BE49-F238E27FC236}">
                <a16:creationId xmlns:a16="http://schemas.microsoft.com/office/drawing/2014/main" id="{55461C14-3630-4BE5-B3E4-4E74032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1019576"/>
            <a:ext cx="265520" cy="265477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7"/>
                  <a:pt x="94465" y="265477"/>
                  <a:pt x="47237" y="218240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2">
            <a:extLst xmlns:a="http://schemas.openxmlformats.org/drawingml/2006/main">
              <a:ext uri="{FF2B5EF4-FFF2-40B4-BE49-F238E27FC236}">
                <a16:creationId xmlns:a16="http://schemas.microsoft.com/office/drawing/2014/main" id="{D725C522-CA22-44DB-9632-B3537AB0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1019576"/>
            <a:ext cx="265477" cy="265474"/>
          </a:xfrm>
          <a:custGeom xmlns:a="http://schemas.openxmlformats.org/drawingml/2006/main">
            <a:pathLst>
              <a:path w="265477" h="265474">
                <a:moveTo>
                  <a:pt x="218240" y="47234"/>
                </a:moveTo>
                <a:cubicBezTo>
                  <a:pt x="265477" y="94474"/>
                  <a:pt x="265477" y="171003"/>
                  <a:pt x="218240" y="218237"/>
                </a:cubicBezTo>
                <a:cubicBezTo>
                  <a:pt x="171003" y="265474"/>
                  <a:pt x="94474" y="265474"/>
                  <a:pt x="47237" y="218237"/>
                </a:cubicBezTo>
                <a:cubicBezTo>
                  <a:pt x="0" y="171003"/>
                  <a:pt x="0" y="94474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16" name="path-213">
            <a:extLst xmlns:a="http://schemas.openxmlformats.org/drawingml/2006/main">
              <a:ext uri="{FF2B5EF4-FFF2-40B4-BE49-F238E27FC236}">
                <a16:creationId xmlns:a16="http://schemas.microsoft.com/office/drawing/2014/main" id="{7E558ABA-017D-44A0-BBD8-A44475D5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1325693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5"/>
                </a:moveTo>
                <a:cubicBezTo>
                  <a:pt x="265520" y="94472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2"/>
                  <a:pt x="0" y="94472"/>
                  <a:pt x="47237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4">
            <a:extLst xmlns:a="http://schemas.openxmlformats.org/drawingml/2006/main">
              <a:ext uri="{FF2B5EF4-FFF2-40B4-BE49-F238E27FC236}">
                <a16:creationId xmlns:a16="http://schemas.microsoft.com/office/drawing/2014/main" id="{45A87559-0BA9-41BB-B8AC-8198CE4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1325693"/>
            <a:ext cx="265477" cy="265477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1"/>
                  <a:pt x="265477" y="171000"/>
                  <a:pt x="218240" y="218237"/>
                </a:cubicBezTo>
                <a:cubicBezTo>
                  <a:pt x="171003" y="265477"/>
                  <a:pt x="94474" y="265477"/>
                  <a:pt x="47237" y="218237"/>
                </a:cubicBezTo>
                <a:cubicBezTo>
                  <a:pt x="0" y="171000"/>
                  <a:pt x="0" y="94471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18" name="path-215">
            <a:extLst xmlns:a="http://schemas.openxmlformats.org/drawingml/2006/main">
              <a:ext uri="{FF2B5EF4-FFF2-40B4-BE49-F238E27FC236}">
                <a16:creationId xmlns:a16="http://schemas.microsoft.com/office/drawing/2014/main" id="{C7D64A05-CAFE-479C-8D4F-4AC75F2B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1631808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5"/>
                </a:moveTo>
                <a:cubicBezTo>
                  <a:pt x="265520" y="94472"/>
                  <a:pt x="265520" y="171003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3"/>
                  <a:pt x="0" y="94472"/>
                  <a:pt x="47237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6">
            <a:extLst xmlns:a="http://schemas.openxmlformats.org/drawingml/2006/main">
              <a:ext uri="{FF2B5EF4-FFF2-40B4-BE49-F238E27FC236}">
                <a16:creationId xmlns:a16="http://schemas.microsoft.com/office/drawing/2014/main" id="{4CB0836F-C276-492D-894E-FB69E4DE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1631806"/>
            <a:ext cx="265477" cy="265477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4"/>
                  <a:pt x="265477" y="171000"/>
                  <a:pt x="218240" y="218240"/>
                </a:cubicBezTo>
                <a:cubicBezTo>
                  <a:pt x="171003" y="265477"/>
                  <a:pt x="94474" y="265477"/>
                  <a:pt x="47237" y="218240"/>
                </a:cubicBezTo>
                <a:cubicBezTo>
                  <a:pt x="0" y="171000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20" name="path-217">
            <a:extLst xmlns:a="http://schemas.openxmlformats.org/drawingml/2006/main">
              <a:ext uri="{FF2B5EF4-FFF2-40B4-BE49-F238E27FC236}">
                <a16:creationId xmlns:a16="http://schemas.microsoft.com/office/drawing/2014/main" id="{B8A16AD6-422F-4502-AEC9-953D7A91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1937923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4"/>
                  <a:pt x="265520" y="171003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8">
            <a:extLst xmlns:a="http://schemas.openxmlformats.org/drawingml/2006/main">
              <a:ext uri="{FF2B5EF4-FFF2-40B4-BE49-F238E27FC236}">
                <a16:creationId xmlns:a16="http://schemas.microsoft.com/office/drawing/2014/main" id="{C02224DF-ED1B-418D-8B65-5E3FD907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1937923"/>
            <a:ext cx="265477" cy="265474"/>
          </a:xfrm>
          <a:custGeom xmlns:a="http://schemas.openxmlformats.org/drawingml/2006/main">
            <a:pathLst>
              <a:path w="265477" h="265474">
                <a:moveTo>
                  <a:pt x="218240" y="47234"/>
                </a:moveTo>
                <a:cubicBezTo>
                  <a:pt x="265477" y="94471"/>
                  <a:pt x="265477" y="171003"/>
                  <a:pt x="218240" y="218240"/>
                </a:cubicBezTo>
                <a:cubicBezTo>
                  <a:pt x="171003" y="265474"/>
                  <a:pt x="94474" y="265474"/>
                  <a:pt x="47237" y="218240"/>
                </a:cubicBezTo>
                <a:cubicBezTo>
                  <a:pt x="0" y="171003"/>
                  <a:pt x="0" y="94471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22" name="path-219">
            <a:extLst xmlns:a="http://schemas.openxmlformats.org/drawingml/2006/main">
              <a:ext uri="{FF2B5EF4-FFF2-40B4-BE49-F238E27FC236}">
                <a16:creationId xmlns:a16="http://schemas.microsoft.com/office/drawing/2014/main" id="{82A1AFFC-D30F-4623-BA28-41DA069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1275639"/>
            <a:ext cx="296793" cy="250701"/>
          </a:xfrm>
          <a:custGeom xmlns:a="http://schemas.openxmlformats.org/drawingml/2006/main">
            <a:pathLst>
              <a:path w="296793" h="250701">
                <a:moveTo>
                  <a:pt x="0" y="250701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23" name="path-220">
            <a:extLst xmlns:a="http://schemas.openxmlformats.org/drawingml/2006/main">
              <a:ext uri="{FF2B5EF4-FFF2-40B4-BE49-F238E27FC236}">
                <a16:creationId xmlns:a16="http://schemas.microsoft.com/office/drawing/2014/main" id="{4EF820ED-DF07-4876-92AC-9210167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1252241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0"/>
                </a:moveTo>
                <a:lnTo>
                  <a:pt x="0" y="20848"/>
                </a:lnTo>
                <a:lnTo>
                  <a:pt x="30683" y="23399"/>
                </a:lnTo>
                <a:lnTo>
                  <a:pt x="28096" y="54098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1">
            <a:extLst xmlns:a="http://schemas.openxmlformats.org/drawingml/2006/main">
              <a:ext uri="{FF2B5EF4-FFF2-40B4-BE49-F238E27FC236}">
                <a16:creationId xmlns:a16="http://schemas.microsoft.com/office/drawing/2014/main" id="{CC0BCE4A-0748-49AB-9480-A5EFAE5F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1252241"/>
            <a:ext cx="58409" cy="54095"/>
          </a:xfrm>
          <a:custGeom xmlns:a="http://schemas.openxmlformats.org/drawingml/2006/main">
            <a:pathLst>
              <a:path w="58409" h="54095">
                <a:moveTo>
                  <a:pt x="58409" y="0"/>
                </a:moveTo>
                <a:lnTo>
                  <a:pt x="0" y="20847"/>
                </a:lnTo>
                <a:lnTo>
                  <a:pt x="30704" y="23397"/>
                </a:lnTo>
                <a:lnTo>
                  <a:pt x="28153" y="54095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25" name="path-222">
            <a:extLst xmlns:a="http://schemas.openxmlformats.org/drawingml/2006/main">
              <a:ext uri="{FF2B5EF4-FFF2-40B4-BE49-F238E27FC236}">
                <a16:creationId xmlns:a16="http://schemas.microsoft.com/office/drawing/2014/main" id="{9D691EC7-57D9-459B-B557-2AECCE3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1510239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26" name="path-223">
            <a:extLst xmlns:a="http://schemas.openxmlformats.org/drawingml/2006/main">
              <a:ext uri="{FF2B5EF4-FFF2-40B4-BE49-F238E27FC236}">
                <a16:creationId xmlns:a16="http://schemas.microsoft.com/office/drawing/2014/main" id="{4CB27B83-717C-4C14-9555-05B23A8B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1495200"/>
            <a:ext cx="61787" cy="41869"/>
          </a:xfrm>
          <a:custGeom xmlns:a="http://schemas.openxmlformats.org/drawingml/2006/main">
            <a:pathLst>
              <a:path w="61787" h="41869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69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4">
            <a:extLst xmlns:a="http://schemas.openxmlformats.org/drawingml/2006/main">
              <a:ext uri="{FF2B5EF4-FFF2-40B4-BE49-F238E27FC236}">
                <a16:creationId xmlns:a16="http://schemas.microsoft.com/office/drawing/2014/main" id="{16CAD210-092C-4161-82A2-0788ACA8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1495200"/>
            <a:ext cx="61838" cy="41869"/>
          </a:xfrm>
          <a:custGeom xmlns:a="http://schemas.openxmlformats.org/drawingml/2006/main">
            <a:pathLst>
              <a:path w="61838" h="41869">
                <a:moveTo>
                  <a:pt x="61838" y="5189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69"/>
                </a:lnTo>
                <a:lnTo>
                  <a:pt x="61838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28" name="path-225">
            <a:extLst xmlns:a="http://schemas.openxmlformats.org/drawingml/2006/main">
              <a:ext uri="{FF2B5EF4-FFF2-40B4-BE49-F238E27FC236}">
                <a16:creationId xmlns:a16="http://schemas.microsoft.com/office/drawing/2014/main" id="{8B572713-7428-4A84-AECB-8DBCAA1F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1647289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29" name="path-226">
            <a:extLst xmlns:a="http://schemas.openxmlformats.org/drawingml/2006/main">
              <a:ext uri="{FF2B5EF4-FFF2-40B4-BE49-F238E27FC236}">
                <a16:creationId xmlns:a16="http://schemas.microsoft.com/office/drawing/2014/main" id="{76E4E9A2-1410-4B77-AF9D-29DD4613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1685906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27">
            <a:extLst xmlns:a="http://schemas.openxmlformats.org/drawingml/2006/main">
              <a:ext uri="{FF2B5EF4-FFF2-40B4-BE49-F238E27FC236}">
                <a16:creationId xmlns:a16="http://schemas.microsoft.com/office/drawing/2014/main" id="{EC592AC8-0E70-426E-89E4-283B3CE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1685908"/>
            <a:ext cx="61838" cy="41869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31" name="path-228">
            <a:extLst xmlns:a="http://schemas.openxmlformats.org/drawingml/2006/main">
              <a:ext uri="{FF2B5EF4-FFF2-40B4-BE49-F238E27FC236}">
                <a16:creationId xmlns:a16="http://schemas.microsoft.com/office/drawing/2014/main" id="{B655EC65-47B4-4A43-AE07-F44432EA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1696637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32" name="path-229">
            <a:extLst xmlns:a="http://schemas.openxmlformats.org/drawingml/2006/main">
              <a:ext uri="{FF2B5EF4-FFF2-40B4-BE49-F238E27FC236}">
                <a16:creationId xmlns:a16="http://schemas.microsoft.com/office/drawing/2014/main" id="{FDDAF07D-E5D7-4D16-B4AD-D0FC3F77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1916635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1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0">
            <a:extLst xmlns:a="http://schemas.openxmlformats.org/drawingml/2006/main">
              <a:ext uri="{FF2B5EF4-FFF2-40B4-BE49-F238E27FC236}">
                <a16:creationId xmlns:a16="http://schemas.microsoft.com/office/drawing/2014/main" id="{1CB1157E-7B4F-44FB-ADA8-301B098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1916637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336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34" name="path-231">
            <a:extLst xmlns:a="http://schemas.openxmlformats.org/drawingml/2006/main">
              <a:ext uri="{FF2B5EF4-FFF2-40B4-BE49-F238E27FC236}">
                <a16:creationId xmlns:a16="http://schemas.microsoft.com/office/drawing/2014/main" id="{412DAD8C-B2B7-4DB3-A81E-68D451FF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6" y="1237462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35" name="path-232">
            <a:extLst xmlns:a="http://schemas.openxmlformats.org/drawingml/2006/main">
              <a:ext uri="{FF2B5EF4-FFF2-40B4-BE49-F238E27FC236}">
                <a16:creationId xmlns:a16="http://schemas.microsoft.com/office/drawing/2014/main" id="{6E8F75A5-1F1B-41DC-8B83-A17B9D82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62" y="1457462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49" y="0"/>
                </a:lnTo>
                <a:lnTo>
                  <a:pt x="30699" y="30699"/>
                </a:lnTo>
                <a:lnTo>
                  <a:pt x="0" y="33251"/>
                </a:lnTo>
                <a:lnTo>
                  <a:pt x="58409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3">
            <a:extLst xmlns:a="http://schemas.openxmlformats.org/drawingml/2006/main">
              <a:ext uri="{FF2B5EF4-FFF2-40B4-BE49-F238E27FC236}">
                <a16:creationId xmlns:a16="http://schemas.microsoft.com/office/drawing/2014/main" id="{14CF9844-41ED-4D8F-96D9-31E574B1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55" y="1457462"/>
            <a:ext cx="58415" cy="54098"/>
          </a:xfrm>
          <a:custGeom xmlns:a="http://schemas.openxmlformats.org/drawingml/2006/main">
            <a:pathLst>
              <a:path w="58415" h="54098">
                <a:moveTo>
                  <a:pt x="58415" y="54098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339"/>
                </a:lnTo>
                <a:lnTo>
                  <a:pt x="58415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37" name="path-234">
            <a:extLst xmlns:a="http://schemas.openxmlformats.org/drawingml/2006/main">
              <a:ext uri="{FF2B5EF4-FFF2-40B4-BE49-F238E27FC236}">
                <a16:creationId xmlns:a16="http://schemas.microsoft.com/office/drawing/2014/main" id="{7F5F288E-4B09-4304-909C-D0B5241B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81" y="1494233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38" name="path-235">
            <a:extLst xmlns:a="http://schemas.openxmlformats.org/drawingml/2006/main">
              <a:ext uri="{FF2B5EF4-FFF2-40B4-BE49-F238E27FC236}">
                <a16:creationId xmlns:a16="http://schemas.microsoft.com/office/drawing/2014/main" id="{69EE290E-3BAF-4363-AC94-4DEF1737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32" y="1532848"/>
            <a:ext cx="61839" cy="41871"/>
          </a:xfrm>
          <a:custGeom xmlns:a="http://schemas.openxmlformats.org/drawingml/2006/main">
            <a:pathLst>
              <a:path w="61839" h="41871">
                <a:moveTo>
                  <a:pt x="61839" y="36682"/>
                </a:moveTo>
                <a:lnTo>
                  <a:pt x="11787" y="0"/>
                </a:lnTo>
                <a:lnTo>
                  <a:pt x="26917" y="26829"/>
                </a:lnTo>
                <a:lnTo>
                  <a:pt x="0" y="41871"/>
                </a:lnTo>
                <a:lnTo>
                  <a:pt x="61839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6">
            <a:extLst xmlns:a="http://schemas.openxmlformats.org/drawingml/2006/main">
              <a:ext uri="{FF2B5EF4-FFF2-40B4-BE49-F238E27FC236}">
                <a16:creationId xmlns:a16="http://schemas.microsoft.com/office/drawing/2014/main" id="{FC6C9071-DED0-4B9A-9F74-7E7A7A3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29" y="1532846"/>
            <a:ext cx="61844" cy="41872"/>
          </a:xfrm>
          <a:custGeom xmlns:a="http://schemas.openxmlformats.org/drawingml/2006/main">
            <a:pathLst>
              <a:path w="61844" h="41872">
                <a:moveTo>
                  <a:pt x="61844" y="36680"/>
                </a:moveTo>
                <a:lnTo>
                  <a:pt x="11790" y="0"/>
                </a:lnTo>
                <a:lnTo>
                  <a:pt x="26917" y="26832"/>
                </a:lnTo>
                <a:lnTo>
                  <a:pt x="0" y="41872"/>
                </a:lnTo>
                <a:lnTo>
                  <a:pt x="61844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40" name="path-237">
            <a:extLst xmlns:a="http://schemas.openxmlformats.org/drawingml/2006/main">
              <a:ext uri="{FF2B5EF4-FFF2-40B4-BE49-F238E27FC236}">
                <a16:creationId xmlns:a16="http://schemas.microsoft.com/office/drawing/2014/main" id="{33F79569-4719-447D-9828-3C5E8F9C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81" y="1663298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41" name="path-238">
            <a:extLst xmlns:a="http://schemas.openxmlformats.org/drawingml/2006/main">
              <a:ext uri="{FF2B5EF4-FFF2-40B4-BE49-F238E27FC236}">
                <a16:creationId xmlns:a16="http://schemas.microsoft.com/office/drawing/2014/main" id="{A1223AF2-C11F-4348-A7C8-B33C4BF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32" y="1648256"/>
            <a:ext cx="61839" cy="41871"/>
          </a:xfrm>
          <a:custGeom xmlns:a="http://schemas.openxmlformats.org/drawingml/2006/main">
            <a:pathLst>
              <a:path w="61839" h="41871">
                <a:moveTo>
                  <a:pt x="61839" y="5190"/>
                </a:moveTo>
                <a:lnTo>
                  <a:pt x="0" y="0"/>
                </a:lnTo>
                <a:lnTo>
                  <a:pt x="26917" y="15043"/>
                </a:lnTo>
                <a:lnTo>
                  <a:pt x="11787" y="41871"/>
                </a:lnTo>
                <a:lnTo>
                  <a:pt x="61839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39">
            <a:extLst xmlns:a="http://schemas.openxmlformats.org/drawingml/2006/main">
              <a:ext uri="{FF2B5EF4-FFF2-40B4-BE49-F238E27FC236}">
                <a16:creationId xmlns:a16="http://schemas.microsoft.com/office/drawing/2014/main" id="{A90C60E5-DBD3-437D-AC7A-B0E5F056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29" y="1648255"/>
            <a:ext cx="61844" cy="41875"/>
          </a:xfrm>
          <a:custGeom xmlns:a="http://schemas.openxmlformats.org/drawingml/2006/main">
            <a:pathLst>
              <a:path w="61844" h="41875">
                <a:moveTo>
                  <a:pt x="61844" y="5189"/>
                </a:moveTo>
                <a:lnTo>
                  <a:pt x="0" y="0"/>
                </a:lnTo>
                <a:lnTo>
                  <a:pt x="26917" y="15043"/>
                </a:lnTo>
                <a:lnTo>
                  <a:pt x="11790" y="41875"/>
                </a:lnTo>
                <a:lnTo>
                  <a:pt x="61844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43" name="path-240">
            <a:extLst xmlns:a="http://schemas.openxmlformats.org/drawingml/2006/main">
              <a:ext uri="{FF2B5EF4-FFF2-40B4-BE49-F238E27FC236}">
                <a16:creationId xmlns:a16="http://schemas.microsoft.com/office/drawing/2014/main" id="{6C59642A-142D-4FDE-BD0A-A2E9490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6" y="1734811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44" name="path-241">
            <a:extLst xmlns:a="http://schemas.openxmlformats.org/drawingml/2006/main">
              <a:ext uri="{FF2B5EF4-FFF2-40B4-BE49-F238E27FC236}">
                <a16:creationId xmlns:a16="http://schemas.microsoft.com/office/drawing/2014/main" id="{9A15A0F4-E94F-4DB6-ADBE-1BC47F3D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62" y="1711415"/>
            <a:ext cx="58409" cy="54100"/>
          </a:xfrm>
          <a:custGeom xmlns:a="http://schemas.openxmlformats.org/drawingml/2006/main">
            <a:pathLst>
              <a:path w="58409" h="54100">
                <a:moveTo>
                  <a:pt x="58409" y="0"/>
                </a:moveTo>
                <a:lnTo>
                  <a:pt x="0" y="20848"/>
                </a:lnTo>
                <a:lnTo>
                  <a:pt x="30699" y="23399"/>
                </a:lnTo>
                <a:lnTo>
                  <a:pt x="28149" y="54100"/>
                </a:lnTo>
                <a:lnTo>
                  <a:pt x="58409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42">
            <a:extLst xmlns:a="http://schemas.openxmlformats.org/drawingml/2006/main">
              <a:ext uri="{FF2B5EF4-FFF2-40B4-BE49-F238E27FC236}">
                <a16:creationId xmlns:a16="http://schemas.microsoft.com/office/drawing/2014/main" id="{46EA8E7E-90FD-427A-AF3C-DEEA1ED6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55" y="1711416"/>
            <a:ext cx="58415" cy="54098"/>
          </a:xfrm>
          <a:custGeom xmlns:a="http://schemas.openxmlformats.org/drawingml/2006/main">
            <a:pathLst>
              <a:path w="58415" h="54098">
                <a:moveTo>
                  <a:pt x="58415" y="0"/>
                </a:moveTo>
                <a:lnTo>
                  <a:pt x="0" y="20844"/>
                </a:lnTo>
                <a:lnTo>
                  <a:pt x="30704" y="23394"/>
                </a:lnTo>
                <a:lnTo>
                  <a:pt x="28153" y="54098"/>
                </a:lnTo>
                <a:lnTo>
                  <a:pt x="58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46" name="path-243">
            <a:extLst xmlns:a="http://schemas.openxmlformats.org/drawingml/2006/main">
              <a:ext uri="{FF2B5EF4-FFF2-40B4-BE49-F238E27FC236}">
                <a16:creationId xmlns:a16="http://schemas.microsoft.com/office/drawing/2014/main" id="{C9921392-6B4E-4211-8717-991ADD38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244" y="1485485"/>
            <a:ext cx="1118228" cy="252055"/>
          </a:xfrm>
          <a:custGeom xmlns:a="http://schemas.openxmlformats.org/drawingml/2006/main">
            <a:pathLst>
              <a:path w="1118228" h="252055">
                <a:moveTo>
                  <a:pt x="0" y="0"/>
                </a:moveTo>
                <a:lnTo>
                  <a:pt x="1118228" y="0"/>
                </a:lnTo>
                <a:lnTo>
                  <a:pt x="1118228" y="252055"/>
                </a:lnTo>
                <a:lnTo>
                  <a:pt x="0" y="25205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ext-244 Vision">
            <a:extLst xmlns:a="http://schemas.openxmlformats.org/drawingml/2006/main">
              <a:ext uri="{FF2B5EF4-FFF2-40B4-BE49-F238E27FC236}">
                <a16:creationId xmlns:a16="http://schemas.microsoft.com/office/drawing/2014/main" id="{AC1E1832-E182-49C2-95DD-473123A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8650" y="1494219"/>
            <a:ext cx="556348" cy="24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248" name="text-244 Agent">
            <a:extLst xmlns:a="http://schemas.openxmlformats.org/drawingml/2006/main">
              <a:ext uri="{FF2B5EF4-FFF2-40B4-BE49-F238E27FC236}">
                <a16:creationId xmlns:a16="http://schemas.microsoft.com/office/drawing/2014/main" id="{391969E3-29A4-4B14-A877-D52A1BD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5718" y="1494239"/>
            <a:ext cx="529998" cy="24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49" name="text-245 Decision-">
            <a:extLst xmlns:a="http://schemas.openxmlformats.org/drawingml/2006/main">
              <a:ext uri="{FF2B5EF4-FFF2-40B4-BE49-F238E27FC236}">
                <a16:creationId xmlns:a16="http://schemas.microsoft.com/office/drawing/2014/main" id="{74525C46-F34B-4BC0-98F5-6982E89A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607" y="111596"/>
            <a:ext cx="741465" cy="221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</a:t>
            </a:r>
          </a:p>
        </p:txBody>
      </p:sp>
      <p:sp>
        <p:nvSpPr>
          <p:cNvPr id="250" name="text-246 making">
            <a:extLst xmlns:a="http://schemas.openxmlformats.org/drawingml/2006/main">
              <a:ext uri="{FF2B5EF4-FFF2-40B4-BE49-F238E27FC236}">
                <a16:creationId xmlns:a16="http://schemas.microsoft.com/office/drawing/2014/main" id="{79F6115C-9E26-4465-AB2F-17C9C7E5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777" y="292732"/>
            <a:ext cx="583000" cy="221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making</a:t>
            </a:r>
          </a:p>
        </p:txBody>
      </p:sp>
      <p:sp>
        <p:nvSpPr>
          <p:cNvPr id="251" name="text-247 Neural">
            <a:extLst xmlns:a="http://schemas.openxmlformats.org/drawingml/2006/main">
              <a:ext uri="{FF2B5EF4-FFF2-40B4-BE49-F238E27FC236}">
                <a16:creationId xmlns:a16="http://schemas.microsoft.com/office/drawing/2014/main" id="{54BC2087-4229-489A-ACE9-7D96867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7813" y="473892"/>
            <a:ext cx="494971" cy="221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252" name="text-247 Networks">
            <a:extLst xmlns:a="http://schemas.openxmlformats.org/drawingml/2006/main">
              <a:ext uri="{FF2B5EF4-FFF2-40B4-BE49-F238E27FC236}">
                <a16:creationId xmlns:a16="http://schemas.microsoft.com/office/drawing/2014/main" id="{CED147F6-9324-44CD-90F2-07FFED4C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8247" y="473891"/>
            <a:ext cx="688397" cy="22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253" name="path-248">
            <a:extLst xmlns:a="http://schemas.openxmlformats.org/drawingml/2006/main">
              <a:ext uri="{FF2B5EF4-FFF2-40B4-BE49-F238E27FC236}">
                <a16:creationId xmlns:a16="http://schemas.microsoft.com/office/drawing/2014/main" id="{6ECFDA5B-D448-4009-BB9C-9D8E55C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44" y="3527438"/>
            <a:ext cx="265476" cy="265563"/>
          </a:xfrm>
          <a:custGeom xmlns:a="http://schemas.openxmlformats.org/drawingml/2006/main">
            <a:pathLst>
              <a:path w="265476" h="265563">
                <a:moveTo>
                  <a:pt x="218239" y="47235"/>
                </a:moveTo>
                <a:cubicBezTo>
                  <a:pt x="265476" y="94472"/>
                  <a:pt x="265476" y="171091"/>
                  <a:pt x="218239" y="218328"/>
                </a:cubicBezTo>
                <a:cubicBezTo>
                  <a:pt x="171002" y="265563"/>
                  <a:pt x="94474" y="265563"/>
                  <a:pt x="47237" y="218328"/>
                </a:cubicBezTo>
                <a:cubicBezTo>
                  <a:pt x="0" y="171091"/>
                  <a:pt x="0" y="94472"/>
                  <a:pt x="47237" y="47235"/>
                </a:cubicBezTo>
                <a:cubicBezTo>
                  <a:pt x="94474" y="0"/>
                  <a:pt x="171002" y="0"/>
                  <a:pt x="218239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9">
            <a:extLst xmlns:a="http://schemas.openxmlformats.org/drawingml/2006/main">
              <a:ext uri="{FF2B5EF4-FFF2-40B4-BE49-F238E27FC236}">
                <a16:creationId xmlns:a16="http://schemas.microsoft.com/office/drawing/2014/main" id="{A4CDD1A7-8636-4161-A4CF-FF3647F3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39" y="3527435"/>
            <a:ext cx="265477" cy="265565"/>
          </a:xfrm>
          <a:custGeom xmlns:a="http://schemas.openxmlformats.org/drawingml/2006/main">
            <a:pathLst>
              <a:path w="265477" h="265565">
                <a:moveTo>
                  <a:pt x="218240" y="47237"/>
                </a:moveTo>
                <a:cubicBezTo>
                  <a:pt x="265477" y="94477"/>
                  <a:pt x="265477" y="171094"/>
                  <a:pt x="218240" y="218331"/>
                </a:cubicBezTo>
                <a:cubicBezTo>
                  <a:pt x="171009" y="265565"/>
                  <a:pt x="94474" y="265565"/>
                  <a:pt x="47237" y="218331"/>
                </a:cubicBezTo>
                <a:cubicBezTo>
                  <a:pt x="0" y="171094"/>
                  <a:pt x="0" y="94477"/>
                  <a:pt x="47237" y="47237"/>
                </a:cubicBezTo>
                <a:cubicBezTo>
                  <a:pt x="94474" y="0"/>
                  <a:pt x="171009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55" name="path-250">
            <a:extLst xmlns:a="http://schemas.openxmlformats.org/drawingml/2006/main">
              <a:ext uri="{FF2B5EF4-FFF2-40B4-BE49-F238E27FC236}">
                <a16:creationId xmlns:a16="http://schemas.microsoft.com/office/drawing/2014/main" id="{BD5E03BF-295A-441E-85FF-6B7C10A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3252813"/>
            <a:ext cx="232665" cy="65530"/>
          </a:xfrm>
          <a:custGeom xmlns:a="http://schemas.openxmlformats.org/drawingml/2006/main">
            <a:pathLst>
              <a:path w="232665" h="65530">
                <a:moveTo>
                  <a:pt x="0" y="65530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56" name="path-251">
            <a:extLst xmlns:a="http://schemas.openxmlformats.org/drawingml/2006/main">
              <a:ext uri="{FF2B5EF4-FFF2-40B4-BE49-F238E27FC236}">
                <a16:creationId xmlns:a16="http://schemas.microsoft.com/office/drawing/2014/main" id="{B9069D09-5B84-476D-B606-E3E69B8D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3237772"/>
            <a:ext cx="61787" cy="41959"/>
          </a:xfrm>
          <a:custGeom xmlns:a="http://schemas.openxmlformats.org/drawingml/2006/main">
            <a:pathLst>
              <a:path w="61787" h="41959">
                <a:moveTo>
                  <a:pt x="61787" y="5190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959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2">
            <a:extLst xmlns:a="http://schemas.openxmlformats.org/drawingml/2006/main">
              <a:ext uri="{FF2B5EF4-FFF2-40B4-BE49-F238E27FC236}">
                <a16:creationId xmlns:a16="http://schemas.microsoft.com/office/drawing/2014/main" id="{127F95E3-1AD8-424A-A37C-A002A476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3237773"/>
            <a:ext cx="61838" cy="41957"/>
          </a:xfrm>
          <a:custGeom xmlns:a="http://schemas.openxmlformats.org/drawingml/2006/main">
            <a:pathLst>
              <a:path w="61838" h="41957">
                <a:moveTo>
                  <a:pt x="61838" y="5274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957"/>
                </a:lnTo>
                <a:lnTo>
                  <a:pt x="61838" y="5274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58" name="path-253">
            <a:extLst xmlns:a="http://schemas.openxmlformats.org/drawingml/2006/main">
              <a:ext uri="{FF2B5EF4-FFF2-40B4-BE49-F238E27FC236}">
                <a16:creationId xmlns:a16="http://schemas.microsoft.com/office/drawing/2014/main" id="{CD90C431-B19D-45E9-9728-32CAF871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3389862"/>
            <a:ext cx="232665" cy="65530"/>
          </a:xfrm>
          <a:custGeom xmlns:a="http://schemas.openxmlformats.org/drawingml/2006/main">
            <a:pathLst>
              <a:path w="232665" h="65530">
                <a:moveTo>
                  <a:pt x="0" y="0"/>
                </a:moveTo>
                <a:lnTo>
                  <a:pt x="232665" y="6553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59" name="path-254">
            <a:extLst xmlns:a="http://schemas.openxmlformats.org/drawingml/2006/main">
              <a:ext uri="{FF2B5EF4-FFF2-40B4-BE49-F238E27FC236}">
                <a16:creationId xmlns:a16="http://schemas.microsoft.com/office/drawing/2014/main" id="{1D42DF06-D8DD-4D61-A74D-BF4AE69D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3428478"/>
            <a:ext cx="61787" cy="41959"/>
          </a:xfrm>
          <a:custGeom xmlns:a="http://schemas.openxmlformats.org/drawingml/2006/main">
            <a:pathLst>
              <a:path w="61787" h="41959">
                <a:moveTo>
                  <a:pt x="61787" y="36682"/>
                </a:moveTo>
                <a:lnTo>
                  <a:pt x="11796" y="0"/>
                </a:lnTo>
                <a:lnTo>
                  <a:pt x="26856" y="26917"/>
                </a:lnTo>
                <a:lnTo>
                  <a:pt x="0" y="41959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5">
            <a:extLst xmlns:a="http://schemas.openxmlformats.org/drawingml/2006/main">
              <a:ext uri="{FF2B5EF4-FFF2-40B4-BE49-F238E27FC236}">
                <a16:creationId xmlns:a16="http://schemas.microsoft.com/office/drawing/2014/main" id="{E77063D6-E156-4F9C-9041-B8ED359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3428475"/>
            <a:ext cx="61838" cy="41960"/>
          </a:xfrm>
          <a:custGeom xmlns:a="http://schemas.openxmlformats.org/drawingml/2006/main">
            <a:pathLst>
              <a:path w="61838" h="41960">
                <a:moveTo>
                  <a:pt x="61838" y="36680"/>
                </a:moveTo>
                <a:lnTo>
                  <a:pt x="11783" y="0"/>
                </a:lnTo>
                <a:lnTo>
                  <a:pt x="26917" y="26917"/>
                </a:lnTo>
                <a:lnTo>
                  <a:pt x="0" y="41960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61" name="path-256">
            <a:extLst xmlns:a="http://schemas.openxmlformats.org/drawingml/2006/main">
              <a:ext uri="{FF2B5EF4-FFF2-40B4-BE49-F238E27FC236}">
                <a16:creationId xmlns:a16="http://schemas.microsoft.com/office/drawing/2014/main" id="{8CD47C1A-619C-487F-9F45-8C327C4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3439210"/>
            <a:ext cx="296793" cy="250783"/>
          </a:xfrm>
          <a:custGeom xmlns:a="http://schemas.openxmlformats.org/drawingml/2006/main">
            <a:pathLst>
              <a:path w="296793" h="250783">
                <a:moveTo>
                  <a:pt x="0" y="0"/>
                </a:moveTo>
                <a:lnTo>
                  <a:pt x="296793" y="250783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62" name="path-257">
            <a:extLst xmlns:a="http://schemas.openxmlformats.org/drawingml/2006/main">
              <a:ext uri="{FF2B5EF4-FFF2-40B4-BE49-F238E27FC236}">
                <a16:creationId xmlns:a16="http://schemas.microsoft.com/office/drawing/2014/main" id="{57555443-622A-488A-AE2A-83D7A609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3659295"/>
            <a:ext cx="58400" cy="54100"/>
          </a:xfrm>
          <a:custGeom xmlns:a="http://schemas.openxmlformats.org/drawingml/2006/main">
            <a:pathLst>
              <a:path w="58400" h="54100">
                <a:moveTo>
                  <a:pt x="58400" y="54100"/>
                </a:moveTo>
                <a:lnTo>
                  <a:pt x="28096" y="0"/>
                </a:lnTo>
                <a:lnTo>
                  <a:pt x="30683" y="30613"/>
                </a:lnTo>
                <a:lnTo>
                  <a:pt x="0" y="33251"/>
                </a:lnTo>
                <a:lnTo>
                  <a:pt x="58400" y="5410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58">
            <a:extLst xmlns:a="http://schemas.openxmlformats.org/drawingml/2006/main">
              <a:ext uri="{FF2B5EF4-FFF2-40B4-BE49-F238E27FC236}">
                <a16:creationId xmlns:a16="http://schemas.microsoft.com/office/drawing/2014/main" id="{B6008F8D-4AEE-4B87-9EB6-752D923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3659295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248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64" name="path-259">
            <a:extLst xmlns:a="http://schemas.openxmlformats.org/drawingml/2006/main">
              <a:ext uri="{FF2B5EF4-FFF2-40B4-BE49-F238E27FC236}">
                <a16:creationId xmlns:a16="http://schemas.microsoft.com/office/drawing/2014/main" id="{CA9DA480-101D-46C9-B417-C88BCB8D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4" y="3461729"/>
            <a:ext cx="356522" cy="501835"/>
          </a:xfrm>
          <a:custGeom xmlns:a="http://schemas.openxmlformats.org/drawingml/2006/main">
            <a:pathLst>
              <a:path w="356522" h="501835">
                <a:moveTo>
                  <a:pt x="0" y="0"/>
                </a:moveTo>
                <a:lnTo>
                  <a:pt x="356522" y="50183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65" name="path-260">
            <a:extLst xmlns:a="http://schemas.openxmlformats.org/drawingml/2006/main">
              <a:ext uri="{FF2B5EF4-FFF2-40B4-BE49-F238E27FC236}">
                <a16:creationId xmlns:a16="http://schemas.microsoft.com/office/drawing/2014/main" id="{D237F061-8B87-4A6F-B3D4-AE3BFC48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22" y="3933217"/>
            <a:ext cx="51371" cy="59904"/>
          </a:xfrm>
          <a:custGeom xmlns:a="http://schemas.openxmlformats.org/drawingml/2006/main">
            <a:pathLst>
              <a:path w="51371" h="59904">
                <a:moveTo>
                  <a:pt x="51371" y="59904"/>
                </a:moveTo>
                <a:lnTo>
                  <a:pt x="35494" y="0"/>
                </a:lnTo>
                <a:lnTo>
                  <a:pt x="30356" y="30349"/>
                </a:lnTo>
                <a:lnTo>
                  <a:pt x="0" y="25246"/>
                </a:lnTo>
                <a:lnTo>
                  <a:pt x="51371" y="59904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61">
            <a:extLst xmlns:a="http://schemas.openxmlformats.org/drawingml/2006/main">
              <a:ext uri="{FF2B5EF4-FFF2-40B4-BE49-F238E27FC236}">
                <a16:creationId xmlns:a16="http://schemas.microsoft.com/office/drawing/2014/main" id="{E14D2759-FB85-4177-8415-805D67B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53" y="3933218"/>
            <a:ext cx="51369" cy="59899"/>
          </a:xfrm>
          <a:custGeom xmlns:a="http://schemas.openxmlformats.org/drawingml/2006/main">
            <a:pathLst>
              <a:path w="51369" h="59899">
                <a:moveTo>
                  <a:pt x="51369" y="59899"/>
                </a:moveTo>
                <a:lnTo>
                  <a:pt x="35447" y="0"/>
                </a:lnTo>
                <a:lnTo>
                  <a:pt x="30352" y="30346"/>
                </a:lnTo>
                <a:lnTo>
                  <a:pt x="0" y="25242"/>
                </a:lnTo>
                <a:lnTo>
                  <a:pt x="51369" y="5989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67" name="path-262">
            <a:extLst xmlns:a="http://schemas.openxmlformats.org/drawingml/2006/main">
              <a:ext uri="{FF2B5EF4-FFF2-40B4-BE49-F238E27FC236}">
                <a16:creationId xmlns:a16="http://schemas.microsoft.com/office/drawing/2014/main" id="{16D34043-FEA0-4E3B-8481-1D7D6673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4" y="3356877"/>
            <a:ext cx="356522" cy="501832"/>
          </a:xfrm>
          <a:custGeom xmlns:a="http://schemas.openxmlformats.org/drawingml/2006/main">
            <a:pathLst>
              <a:path w="356522" h="501832">
                <a:moveTo>
                  <a:pt x="0" y="501832"/>
                </a:moveTo>
                <a:lnTo>
                  <a:pt x="356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68" name="path-263">
            <a:extLst xmlns:a="http://schemas.openxmlformats.org/drawingml/2006/main">
              <a:ext uri="{FF2B5EF4-FFF2-40B4-BE49-F238E27FC236}">
                <a16:creationId xmlns:a16="http://schemas.microsoft.com/office/drawing/2014/main" id="{5F377B4E-57AD-419C-852F-47927259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22" y="3327231"/>
            <a:ext cx="51371" cy="59993"/>
          </a:xfrm>
          <a:custGeom xmlns:a="http://schemas.openxmlformats.org/drawingml/2006/main">
            <a:pathLst>
              <a:path w="51371" h="59993">
                <a:moveTo>
                  <a:pt x="51371" y="0"/>
                </a:moveTo>
                <a:lnTo>
                  <a:pt x="0" y="34746"/>
                </a:lnTo>
                <a:lnTo>
                  <a:pt x="30356" y="29644"/>
                </a:lnTo>
                <a:lnTo>
                  <a:pt x="35494" y="59993"/>
                </a:lnTo>
                <a:lnTo>
                  <a:pt x="5137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4">
            <a:extLst xmlns:a="http://schemas.openxmlformats.org/drawingml/2006/main">
              <a:ext uri="{FF2B5EF4-FFF2-40B4-BE49-F238E27FC236}">
                <a16:creationId xmlns:a16="http://schemas.microsoft.com/office/drawing/2014/main" id="{4EDDBF6C-1284-4C03-AA68-F4EE01E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53" y="3327316"/>
            <a:ext cx="51369" cy="59905"/>
          </a:xfrm>
          <a:custGeom xmlns:a="http://schemas.openxmlformats.org/drawingml/2006/main">
            <a:pathLst>
              <a:path w="51369" h="59905">
                <a:moveTo>
                  <a:pt x="51369" y="0"/>
                </a:moveTo>
                <a:lnTo>
                  <a:pt x="0" y="34660"/>
                </a:lnTo>
                <a:lnTo>
                  <a:pt x="30352" y="29562"/>
                </a:lnTo>
                <a:lnTo>
                  <a:pt x="35447" y="59905"/>
                </a:lnTo>
                <a:lnTo>
                  <a:pt x="51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0" name="path-265">
            <a:extLst xmlns:a="http://schemas.openxmlformats.org/drawingml/2006/main">
              <a:ext uri="{FF2B5EF4-FFF2-40B4-BE49-F238E27FC236}">
                <a16:creationId xmlns:a16="http://schemas.microsoft.com/office/drawing/2014/main" id="{5AF634C3-B357-463B-A186-DB19B22D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3630442"/>
            <a:ext cx="296793" cy="250789"/>
          </a:xfrm>
          <a:custGeom xmlns:a="http://schemas.openxmlformats.org/drawingml/2006/main">
            <a:pathLst>
              <a:path w="296793" h="250789">
                <a:moveTo>
                  <a:pt x="0" y="250789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1" name="path-266">
            <a:extLst xmlns:a="http://schemas.openxmlformats.org/drawingml/2006/main">
              <a:ext uri="{FF2B5EF4-FFF2-40B4-BE49-F238E27FC236}">
                <a16:creationId xmlns:a16="http://schemas.microsoft.com/office/drawing/2014/main" id="{664EFA02-3350-4A88-8F4D-17167DE0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3607045"/>
            <a:ext cx="58400" cy="54100"/>
          </a:xfrm>
          <a:custGeom xmlns:a="http://schemas.openxmlformats.org/drawingml/2006/main">
            <a:pathLst>
              <a:path w="58400" h="54100">
                <a:moveTo>
                  <a:pt x="58400" y="0"/>
                </a:moveTo>
                <a:lnTo>
                  <a:pt x="0" y="20848"/>
                </a:lnTo>
                <a:lnTo>
                  <a:pt x="30683" y="23399"/>
                </a:lnTo>
                <a:lnTo>
                  <a:pt x="28096" y="54100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67">
            <a:extLst xmlns:a="http://schemas.openxmlformats.org/drawingml/2006/main">
              <a:ext uri="{FF2B5EF4-FFF2-40B4-BE49-F238E27FC236}">
                <a16:creationId xmlns:a16="http://schemas.microsoft.com/office/drawing/2014/main" id="{F3F93745-3E4B-4014-A0ED-6E022AB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3607045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844"/>
                </a:lnTo>
                <a:lnTo>
                  <a:pt x="30704" y="23397"/>
                </a:lnTo>
                <a:lnTo>
                  <a:pt x="28153" y="54098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3" name="path-268">
            <a:extLst xmlns:a="http://schemas.openxmlformats.org/drawingml/2006/main">
              <a:ext uri="{FF2B5EF4-FFF2-40B4-BE49-F238E27FC236}">
                <a16:creationId xmlns:a16="http://schemas.microsoft.com/office/drawing/2014/main" id="{9FBBF507-FAFB-4B82-95A4-91CD2BD9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4002089"/>
            <a:ext cx="232665" cy="65536"/>
          </a:xfrm>
          <a:custGeom xmlns:a="http://schemas.openxmlformats.org/drawingml/2006/main">
            <a:pathLst>
              <a:path w="232665" h="65536">
                <a:moveTo>
                  <a:pt x="0" y="0"/>
                </a:moveTo>
                <a:lnTo>
                  <a:pt x="232665" y="6553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4" name="path-269">
            <a:extLst xmlns:a="http://schemas.openxmlformats.org/drawingml/2006/main">
              <a:ext uri="{FF2B5EF4-FFF2-40B4-BE49-F238E27FC236}">
                <a16:creationId xmlns:a16="http://schemas.microsoft.com/office/drawing/2014/main" id="{C560285A-7B98-4273-92E0-AB1F571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4040709"/>
            <a:ext cx="61787" cy="41959"/>
          </a:xfrm>
          <a:custGeom xmlns:a="http://schemas.openxmlformats.org/drawingml/2006/main">
            <a:pathLst>
              <a:path w="61787" h="41959">
                <a:moveTo>
                  <a:pt x="61787" y="36682"/>
                </a:moveTo>
                <a:lnTo>
                  <a:pt x="11796" y="0"/>
                </a:lnTo>
                <a:lnTo>
                  <a:pt x="26856" y="26918"/>
                </a:lnTo>
                <a:lnTo>
                  <a:pt x="0" y="41959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70">
            <a:extLst xmlns:a="http://schemas.openxmlformats.org/drawingml/2006/main">
              <a:ext uri="{FF2B5EF4-FFF2-40B4-BE49-F238E27FC236}">
                <a16:creationId xmlns:a16="http://schemas.microsoft.com/office/drawing/2014/main" id="{1C19505A-6714-4765-B343-7237A24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4040708"/>
            <a:ext cx="61838" cy="41960"/>
          </a:xfrm>
          <a:custGeom xmlns:a="http://schemas.openxmlformats.org/drawingml/2006/main">
            <a:pathLst>
              <a:path w="61838" h="41960">
                <a:moveTo>
                  <a:pt x="61838" y="36680"/>
                </a:moveTo>
                <a:lnTo>
                  <a:pt x="11783" y="0"/>
                </a:lnTo>
                <a:lnTo>
                  <a:pt x="26917" y="26917"/>
                </a:lnTo>
                <a:lnTo>
                  <a:pt x="0" y="41960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6" name="path-271">
            <a:extLst xmlns:a="http://schemas.openxmlformats.org/drawingml/2006/main">
              <a:ext uri="{FF2B5EF4-FFF2-40B4-BE49-F238E27FC236}">
                <a16:creationId xmlns:a16="http://schemas.microsoft.com/office/drawing/2014/main" id="{57DC2CBE-D5BD-4A7A-858C-116BAC39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3865046"/>
            <a:ext cx="232665" cy="65530"/>
          </a:xfrm>
          <a:custGeom xmlns:a="http://schemas.openxmlformats.org/drawingml/2006/main">
            <a:pathLst>
              <a:path w="232665" h="65530">
                <a:moveTo>
                  <a:pt x="0" y="65530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7" name="path-272">
            <a:extLst xmlns:a="http://schemas.openxmlformats.org/drawingml/2006/main">
              <a:ext uri="{FF2B5EF4-FFF2-40B4-BE49-F238E27FC236}">
                <a16:creationId xmlns:a16="http://schemas.microsoft.com/office/drawing/2014/main" id="{55CF0375-66D2-4FB0-82BD-95556D16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3850003"/>
            <a:ext cx="61787" cy="41959"/>
          </a:xfrm>
          <a:custGeom xmlns:a="http://schemas.openxmlformats.org/drawingml/2006/main">
            <a:pathLst>
              <a:path w="61787" h="41959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959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3">
            <a:extLst xmlns:a="http://schemas.openxmlformats.org/drawingml/2006/main">
              <a:ext uri="{FF2B5EF4-FFF2-40B4-BE49-F238E27FC236}">
                <a16:creationId xmlns:a16="http://schemas.microsoft.com/office/drawing/2014/main" id="{DC7369B7-D245-4131-9BCE-E306D407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3850000"/>
            <a:ext cx="61838" cy="41960"/>
          </a:xfrm>
          <a:custGeom xmlns:a="http://schemas.openxmlformats.org/drawingml/2006/main">
            <a:pathLst>
              <a:path w="61838" h="41960">
                <a:moveTo>
                  <a:pt x="61838" y="5280"/>
                </a:moveTo>
                <a:lnTo>
                  <a:pt x="0" y="0"/>
                </a:lnTo>
                <a:lnTo>
                  <a:pt x="26917" y="15046"/>
                </a:lnTo>
                <a:lnTo>
                  <a:pt x="11783" y="41960"/>
                </a:lnTo>
                <a:lnTo>
                  <a:pt x="61838" y="52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79" name="path-274">
            <a:extLst xmlns:a="http://schemas.openxmlformats.org/drawingml/2006/main">
              <a:ext uri="{FF2B5EF4-FFF2-40B4-BE49-F238E27FC236}">
                <a16:creationId xmlns:a16="http://schemas.microsoft.com/office/drawing/2014/main" id="{AB406EAE-0D6C-47F9-B1E8-21B50D4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3221323"/>
            <a:ext cx="265520" cy="265563"/>
          </a:xfrm>
          <a:custGeom xmlns:a="http://schemas.openxmlformats.org/drawingml/2006/main">
            <a:pathLst>
              <a:path w="265520" h="265563">
                <a:moveTo>
                  <a:pt x="218283" y="47235"/>
                </a:moveTo>
                <a:cubicBezTo>
                  <a:pt x="265520" y="94472"/>
                  <a:pt x="265520" y="171089"/>
                  <a:pt x="218283" y="218326"/>
                </a:cubicBezTo>
                <a:cubicBezTo>
                  <a:pt x="171046" y="265563"/>
                  <a:pt x="94465" y="265563"/>
                  <a:pt x="47236" y="218326"/>
                </a:cubicBezTo>
                <a:cubicBezTo>
                  <a:pt x="0" y="171089"/>
                  <a:pt x="0" y="94472"/>
                  <a:pt x="47236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75">
            <a:extLst xmlns:a="http://schemas.openxmlformats.org/drawingml/2006/main">
              <a:ext uri="{FF2B5EF4-FFF2-40B4-BE49-F238E27FC236}">
                <a16:creationId xmlns:a16="http://schemas.microsoft.com/office/drawing/2014/main" id="{311C55C2-8AED-4BEC-989A-B239C2EE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3221322"/>
            <a:ext cx="265471" cy="265565"/>
          </a:xfrm>
          <a:custGeom xmlns:a="http://schemas.openxmlformats.org/drawingml/2006/main">
            <a:pathLst>
              <a:path w="265471" h="265565">
                <a:moveTo>
                  <a:pt x="218240" y="47237"/>
                </a:moveTo>
                <a:cubicBezTo>
                  <a:pt x="265471" y="94471"/>
                  <a:pt x="265471" y="171091"/>
                  <a:pt x="218240" y="218325"/>
                </a:cubicBezTo>
                <a:cubicBezTo>
                  <a:pt x="171003" y="265565"/>
                  <a:pt x="94468" y="265565"/>
                  <a:pt x="47231" y="218325"/>
                </a:cubicBezTo>
                <a:cubicBezTo>
                  <a:pt x="0" y="171091"/>
                  <a:pt x="0" y="94471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81" name="path-276">
            <a:extLst xmlns:a="http://schemas.openxmlformats.org/drawingml/2006/main">
              <a:ext uri="{FF2B5EF4-FFF2-40B4-BE49-F238E27FC236}">
                <a16:creationId xmlns:a16="http://schemas.microsoft.com/office/drawing/2014/main" id="{A47C6A16-8F8A-4364-8176-CDE7CD8A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3527438"/>
            <a:ext cx="265520" cy="265563"/>
          </a:xfrm>
          <a:custGeom xmlns:a="http://schemas.openxmlformats.org/drawingml/2006/main">
            <a:pathLst>
              <a:path w="265520" h="265563">
                <a:moveTo>
                  <a:pt x="218283" y="47235"/>
                </a:moveTo>
                <a:cubicBezTo>
                  <a:pt x="265520" y="94472"/>
                  <a:pt x="265520" y="171091"/>
                  <a:pt x="218283" y="218328"/>
                </a:cubicBezTo>
                <a:cubicBezTo>
                  <a:pt x="171046" y="265563"/>
                  <a:pt x="94465" y="265563"/>
                  <a:pt x="47236" y="218328"/>
                </a:cubicBezTo>
                <a:cubicBezTo>
                  <a:pt x="0" y="171091"/>
                  <a:pt x="0" y="94472"/>
                  <a:pt x="47236" y="47235"/>
                </a:cubicBezTo>
                <a:cubicBezTo>
                  <a:pt x="94465" y="0"/>
                  <a:pt x="171046" y="0"/>
                  <a:pt x="218283" y="4723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77">
            <a:extLst xmlns:a="http://schemas.openxmlformats.org/drawingml/2006/main">
              <a:ext uri="{FF2B5EF4-FFF2-40B4-BE49-F238E27FC236}">
                <a16:creationId xmlns:a16="http://schemas.microsoft.com/office/drawing/2014/main" id="{83FC4A65-0006-41A0-80C6-8373F35D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3527435"/>
            <a:ext cx="265471" cy="265565"/>
          </a:xfrm>
          <a:custGeom xmlns:a="http://schemas.openxmlformats.org/drawingml/2006/main">
            <a:pathLst>
              <a:path w="265471" h="265565">
                <a:moveTo>
                  <a:pt x="218240" y="47237"/>
                </a:moveTo>
                <a:cubicBezTo>
                  <a:pt x="265471" y="94477"/>
                  <a:pt x="265471" y="171094"/>
                  <a:pt x="218240" y="218331"/>
                </a:cubicBezTo>
                <a:cubicBezTo>
                  <a:pt x="171003" y="265565"/>
                  <a:pt x="94468" y="265565"/>
                  <a:pt x="47231" y="218331"/>
                </a:cubicBezTo>
                <a:cubicBezTo>
                  <a:pt x="0" y="171094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83" name="path-278">
            <a:extLst xmlns:a="http://schemas.openxmlformats.org/drawingml/2006/main">
              <a:ext uri="{FF2B5EF4-FFF2-40B4-BE49-F238E27FC236}">
                <a16:creationId xmlns:a16="http://schemas.microsoft.com/office/drawing/2014/main" id="{0624C686-2AEC-4705-A23F-BB245690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3833553"/>
            <a:ext cx="265520" cy="265564"/>
          </a:xfrm>
          <a:custGeom xmlns:a="http://schemas.openxmlformats.org/drawingml/2006/main">
            <a:pathLst>
              <a:path w="265520" h="265564">
                <a:moveTo>
                  <a:pt x="218283" y="47237"/>
                </a:moveTo>
                <a:cubicBezTo>
                  <a:pt x="265520" y="94474"/>
                  <a:pt x="265520" y="171090"/>
                  <a:pt x="218283" y="218327"/>
                </a:cubicBezTo>
                <a:cubicBezTo>
                  <a:pt x="171046" y="265564"/>
                  <a:pt x="94465" y="265564"/>
                  <a:pt x="47236" y="218327"/>
                </a:cubicBezTo>
                <a:cubicBezTo>
                  <a:pt x="0" y="171090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9">
            <a:extLst xmlns:a="http://schemas.openxmlformats.org/drawingml/2006/main">
              <a:ext uri="{FF2B5EF4-FFF2-40B4-BE49-F238E27FC236}">
                <a16:creationId xmlns:a16="http://schemas.microsoft.com/office/drawing/2014/main" id="{BF1E7DEC-F4A6-48B6-A2F3-26B2FAC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3833555"/>
            <a:ext cx="265471" cy="265562"/>
          </a:xfrm>
          <a:custGeom xmlns:a="http://schemas.openxmlformats.org/drawingml/2006/main">
            <a:pathLst>
              <a:path w="265471" h="265562">
                <a:moveTo>
                  <a:pt x="218240" y="47234"/>
                </a:moveTo>
                <a:cubicBezTo>
                  <a:pt x="265471" y="94471"/>
                  <a:pt x="265471" y="171088"/>
                  <a:pt x="218240" y="218325"/>
                </a:cubicBezTo>
                <a:cubicBezTo>
                  <a:pt x="171003" y="265562"/>
                  <a:pt x="94468" y="265562"/>
                  <a:pt x="47231" y="218325"/>
                </a:cubicBezTo>
                <a:cubicBezTo>
                  <a:pt x="0" y="171088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85" name="path-280">
            <a:extLst xmlns:a="http://schemas.openxmlformats.org/drawingml/2006/main">
              <a:ext uri="{FF2B5EF4-FFF2-40B4-BE49-F238E27FC236}">
                <a16:creationId xmlns:a16="http://schemas.microsoft.com/office/drawing/2014/main" id="{0890D6BA-94ED-4749-9FC7-C6914029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3068265"/>
            <a:ext cx="265520" cy="265563"/>
          </a:xfrm>
          <a:custGeom xmlns:a="http://schemas.openxmlformats.org/drawingml/2006/main">
            <a:pathLst>
              <a:path w="265520" h="265563">
                <a:moveTo>
                  <a:pt x="218283" y="47237"/>
                </a:moveTo>
                <a:cubicBezTo>
                  <a:pt x="265520" y="94472"/>
                  <a:pt x="265520" y="171089"/>
                  <a:pt x="218283" y="218326"/>
                </a:cubicBezTo>
                <a:cubicBezTo>
                  <a:pt x="171046" y="265563"/>
                  <a:pt x="94465" y="265563"/>
                  <a:pt x="47237" y="218326"/>
                </a:cubicBezTo>
                <a:cubicBezTo>
                  <a:pt x="0" y="171089"/>
                  <a:pt x="0" y="94472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81">
            <a:extLst xmlns:a="http://schemas.openxmlformats.org/drawingml/2006/main">
              <a:ext uri="{FF2B5EF4-FFF2-40B4-BE49-F238E27FC236}">
                <a16:creationId xmlns:a16="http://schemas.microsoft.com/office/drawing/2014/main" id="{1DE0A6B9-2DA3-47C3-9E10-8AA64BEF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3068263"/>
            <a:ext cx="265477" cy="265565"/>
          </a:xfrm>
          <a:custGeom xmlns:a="http://schemas.openxmlformats.org/drawingml/2006/main">
            <a:pathLst>
              <a:path w="265477" h="265565">
                <a:moveTo>
                  <a:pt x="218240" y="47234"/>
                </a:moveTo>
                <a:cubicBezTo>
                  <a:pt x="265477" y="94474"/>
                  <a:pt x="265477" y="171088"/>
                  <a:pt x="218240" y="218328"/>
                </a:cubicBezTo>
                <a:cubicBezTo>
                  <a:pt x="171003" y="265565"/>
                  <a:pt x="94474" y="265565"/>
                  <a:pt x="47237" y="218328"/>
                </a:cubicBezTo>
                <a:cubicBezTo>
                  <a:pt x="0" y="171088"/>
                  <a:pt x="0" y="94474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87" name="path-282">
            <a:extLst xmlns:a="http://schemas.openxmlformats.org/drawingml/2006/main">
              <a:ext uri="{FF2B5EF4-FFF2-40B4-BE49-F238E27FC236}">
                <a16:creationId xmlns:a16="http://schemas.microsoft.com/office/drawing/2014/main" id="{811BD792-2BD4-4768-9091-700493B3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3374380"/>
            <a:ext cx="265520" cy="265565"/>
          </a:xfrm>
          <a:custGeom xmlns:a="http://schemas.openxmlformats.org/drawingml/2006/main">
            <a:pathLst>
              <a:path w="265520" h="265565">
                <a:moveTo>
                  <a:pt x="218283" y="47237"/>
                </a:moveTo>
                <a:cubicBezTo>
                  <a:pt x="265520" y="94474"/>
                  <a:pt x="265520" y="171091"/>
                  <a:pt x="218283" y="218328"/>
                </a:cubicBezTo>
                <a:cubicBezTo>
                  <a:pt x="171046" y="265565"/>
                  <a:pt x="94465" y="265565"/>
                  <a:pt x="47237" y="218328"/>
                </a:cubicBezTo>
                <a:cubicBezTo>
                  <a:pt x="0" y="171091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3">
            <a:extLst xmlns:a="http://schemas.openxmlformats.org/drawingml/2006/main">
              <a:ext uri="{FF2B5EF4-FFF2-40B4-BE49-F238E27FC236}">
                <a16:creationId xmlns:a16="http://schemas.microsoft.com/office/drawing/2014/main" id="{13BBF8F1-DAE2-4A58-863F-19BB0AC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3374380"/>
            <a:ext cx="265477" cy="265562"/>
          </a:xfrm>
          <a:custGeom xmlns:a="http://schemas.openxmlformats.org/drawingml/2006/main">
            <a:pathLst>
              <a:path w="265477" h="265562">
                <a:moveTo>
                  <a:pt x="218240" y="47237"/>
                </a:moveTo>
                <a:cubicBezTo>
                  <a:pt x="265477" y="94474"/>
                  <a:pt x="265477" y="171091"/>
                  <a:pt x="218240" y="218325"/>
                </a:cubicBezTo>
                <a:cubicBezTo>
                  <a:pt x="171003" y="265562"/>
                  <a:pt x="94474" y="265562"/>
                  <a:pt x="47237" y="218325"/>
                </a:cubicBezTo>
                <a:cubicBezTo>
                  <a:pt x="0" y="171091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89" name="path-284">
            <a:extLst xmlns:a="http://schemas.openxmlformats.org/drawingml/2006/main">
              <a:ext uri="{FF2B5EF4-FFF2-40B4-BE49-F238E27FC236}">
                <a16:creationId xmlns:a16="http://schemas.microsoft.com/office/drawing/2014/main" id="{28E40F17-17CC-469F-876F-8D709EF5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3680495"/>
            <a:ext cx="265520" cy="265566"/>
          </a:xfrm>
          <a:custGeom xmlns:a="http://schemas.openxmlformats.org/drawingml/2006/main">
            <a:pathLst>
              <a:path w="265520" h="265566">
                <a:moveTo>
                  <a:pt x="218283" y="47237"/>
                </a:moveTo>
                <a:cubicBezTo>
                  <a:pt x="265520" y="94474"/>
                  <a:pt x="265520" y="171091"/>
                  <a:pt x="218283" y="218328"/>
                </a:cubicBezTo>
                <a:cubicBezTo>
                  <a:pt x="171046" y="265566"/>
                  <a:pt x="94465" y="265566"/>
                  <a:pt x="47237" y="218328"/>
                </a:cubicBezTo>
                <a:cubicBezTo>
                  <a:pt x="0" y="171091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85">
            <a:extLst xmlns:a="http://schemas.openxmlformats.org/drawingml/2006/main">
              <a:ext uri="{FF2B5EF4-FFF2-40B4-BE49-F238E27FC236}">
                <a16:creationId xmlns:a16="http://schemas.microsoft.com/office/drawing/2014/main" id="{2A54DC80-310A-4B18-9A62-E7B5571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3680497"/>
            <a:ext cx="265477" cy="265565"/>
          </a:xfrm>
          <a:custGeom xmlns:a="http://schemas.openxmlformats.org/drawingml/2006/main">
            <a:pathLst>
              <a:path w="265477" h="265565">
                <a:moveTo>
                  <a:pt x="218240" y="47234"/>
                </a:moveTo>
                <a:cubicBezTo>
                  <a:pt x="265477" y="94471"/>
                  <a:pt x="265477" y="171088"/>
                  <a:pt x="218240" y="218325"/>
                </a:cubicBezTo>
                <a:cubicBezTo>
                  <a:pt x="171003" y="265565"/>
                  <a:pt x="94474" y="265565"/>
                  <a:pt x="47237" y="218325"/>
                </a:cubicBezTo>
                <a:cubicBezTo>
                  <a:pt x="0" y="171088"/>
                  <a:pt x="0" y="94471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91" name="path-286">
            <a:extLst xmlns:a="http://schemas.openxmlformats.org/drawingml/2006/main">
              <a:ext uri="{FF2B5EF4-FFF2-40B4-BE49-F238E27FC236}">
                <a16:creationId xmlns:a16="http://schemas.microsoft.com/office/drawing/2014/main" id="{7479279E-6E23-4C2C-9CEC-A7868420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3986612"/>
            <a:ext cx="265520" cy="265564"/>
          </a:xfrm>
          <a:custGeom xmlns:a="http://schemas.openxmlformats.org/drawingml/2006/main">
            <a:pathLst>
              <a:path w="265520" h="265564">
                <a:moveTo>
                  <a:pt x="218283" y="47237"/>
                </a:moveTo>
                <a:cubicBezTo>
                  <a:pt x="265520" y="94474"/>
                  <a:pt x="265520" y="171090"/>
                  <a:pt x="218283" y="218327"/>
                </a:cubicBezTo>
                <a:cubicBezTo>
                  <a:pt x="171046" y="265564"/>
                  <a:pt x="94465" y="265564"/>
                  <a:pt x="47237" y="218327"/>
                </a:cubicBezTo>
                <a:cubicBezTo>
                  <a:pt x="0" y="171090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87">
            <a:extLst xmlns:a="http://schemas.openxmlformats.org/drawingml/2006/main">
              <a:ext uri="{FF2B5EF4-FFF2-40B4-BE49-F238E27FC236}">
                <a16:creationId xmlns:a16="http://schemas.microsoft.com/office/drawing/2014/main" id="{F4558BC8-8416-4F6A-96B7-7D28754E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3986610"/>
            <a:ext cx="265477" cy="265565"/>
          </a:xfrm>
          <a:custGeom xmlns:a="http://schemas.openxmlformats.org/drawingml/2006/main">
            <a:pathLst>
              <a:path w="265477" h="265565">
                <a:moveTo>
                  <a:pt x="218240" y="47240"/>
                </a:moveTo>
                <a:cubicBezTo>
                  <a:pt x="265477" y="94471"/>
                  <a:pt x="265477" y="171094"/>
                  <a:pt x="218240" y="218328"/>
                </a:cubicBezTo>
                <a:cubicBezTo>
                  <a:pt x="171003" y="265565"/>
                  <a:pt x="94474" y="265565"/>
                  <a:pt x="47237" y="218328"/>
                </a:cubicBezTo>
                <a:cubicBezTo>
                  <a:pt x="0" y="171094"/>
                  <a:pt x="0" y="94471"/>
                  <a:pt x="47237" y="47240"/>
                </a:cubicBezTo>
                <a:cubicBezTo>
                  <a:pt x="94474" y="0"/>
                  <a:pt x="171003" y="0"/>
                  <a:pt x="218240" y="472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293" name="path-288">
            <a:extLst xmlns:a="http://schemas.openxmlformats.org/drawingml/2006/main">
              <a:ext uri="{FF2B5EF4-FFF2-40B4-BE49-F238E27FC236}">
                <a16:creationId xmlns:a16="http://schemas.microsoft.com/office/drawing/2014/main" id="{63474549-1A43-4D82-BC87-82E6ACE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3324329"/>
            <a:ext cx="296793" cy="250783"/>
          </a:xfrm>
          <a:custGeom xmlns:a="http://schemas.openxmlformats.org/drawingml/2006/main">
            <a:pathLst>
              <a:path w="296793" h="250783">
                <a:moveTo>
                  <a:pt x="0" y="250783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94" name="path-289">
            <a:extLst xmlns:a="http://schemas.openxmlformats.org/drawingml/2006/main">
              <a:ext uri="{FF2B5EF4-FFF2-40B4-BE49-F238E27FC236}">
                <a16:creationId xmlns:a16="http://schemas.microsoft.com/office/drawing/2014/main" id="{891F2551-6DA9-46C9-AB5D-C1A29FE8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3300930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0"/>
                </a:moveTo>
                <a:lnTo>
                  <a:pt x="0" y="20847"/>
                </a:lnTo>
                <a:lnTo>
                  <a:pt x="30683" y="23399"/>
                </a:lnTo>
                <a:lnTo>
                  <a:pt x="28096" y="54098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0">
            <a:extLst xmlns:a="http://schemas.openxmlformats.org/drawingml/2006/main">
              <a:ext uri="{FF2B5EF4-FFF2-40B4-BE49-F238E27FC236}">
                <a16:creationId xmlns:a16="http://schemas.microsoft.com/office/drawing/2014/main" id="{1827E552-886C-4A76-B55F-9F295EAF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3300928"/>
            <a:ext cx="58409" cy="54101"/>
          </a:xfrm>
          <a:custGeom xmlns:a="http://schemas.openxmlformats.org/drawingml/2006/main">
            <a:pathLst>
              <a:path w="58409" h="54101">
                <a:moveTo>
                  <a:pt x="58409" y="0"/>
                </a:moveTo>
                <a:lnTo>
                  <a:pt x="0" y="20847"/>
                </a:lnTo>
                <a:lnTo>
                  <a:pt x="30704" y="23400"/>
                </a:lnTo>
                <a:lnTo>
                  <a:pt x="28153" y="54101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96" name="path-291">
            <a:extLst xmlns:a="http://schemas.openxmlformats.org/drawingml/2006/main">
              <a:ext uri="{FF2B5EF4-FFF2-40B4-BE49-F238E27FC236}">
                <a16:creationId xmlns:a16="http://schemas.microsoft.com/office/drawing/2014/main" id="{F1EEA51C-B42C-4383-A182-FE9C85C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3558927"/>
            <a:ext cx="232665" cy="65536"/>
          </a:xfrm>
          <a:custGeom xmlns:a="http://schemas.openxmlformats.org/drawingml/2006/main">
            <a:pathLst>
              <a:path w="232665" h="65536">
                <a:moveTo>
                  <a:pt x="0" y="65536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97" name="path-292">
            <a:extLst xmlns:a="http://schemas.openxmlformats.org/drawingml/2006/main">
              <a:ext uri="{FF2B5EF4-FFF2-40B4-BE49-F238E27FC236}">
                <a16:creationId xmlns:a16="http://schemas.microsoft.com/office/drawing/2014/main" id="{3FDD0A2A-1E07-45CF-96F0-858AD04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3543887"/>
            <a:ext cx="61787" cy="41959"/>
          </a:xfrm>
          <a:custGeom xmlns:a="http://schemas.openxmlformats.org/drawingml/2006/main">
            <a:pathLst>
              <a:path w="61787" h="41959">
                <a:moveTo>
                  <a:pt x="61787" y="5190"/>
                </a:moveTo>
                <a:lnTo>
                  <a:pt x="0" y="0"/>
                </a:lnTo>
                <a:lnTo>
                  <a:pt x="26856" y="15043"/>
                </a:lnTo>
                <a:lnTo>
                  <a:pt x="11796" y="41959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3">
            <a:extLst xmlns:a="http://schemas.openxmlformats.org/drawingml/2006/main">
              <a:ext uri="{FF2B5EF4-FFF2-40B4-BE49-F238E27FC236}">
                <a16:creationId xmlns:a16="http://schemas.microsoft.com/office/drawing/2014/main" id="{215A463D-231F-470E-8A66-0950BF5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3543887"/>
            <a:ext cx="61838" cy="41957"/>
          </a:xfrm>
          <a:custGeom xmlns:a="http://schemas.openxmlformats.org/drawingml/2006/main">
            <a:pathLst>
              <a:path w="61838" h="41957">
                <a:moveTo>
                  <a:pt x="61838" y="5277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957"/>
                </a:lnTo>
                <a:lnTo>
                  <a:pt x="61838" y="5277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299" name="path-294">
            <a:extLst xmlns:a="http://schemas.openxmlformats.org/drawingml/2006/main">
              <a:ext uri="{FF2B5EF4-FFF2-40B4-BE49-F238E27FC236}">
                <a16:creationId xmlns:a16="http://schemas.microsoft.com/office/drawing/2014/main" id="{51B9DF06-1255-441C-9E09-A72EBA4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3695976"/>
            <a:ext cx="232665" cy="65536"/>
          </a:xfrm>
          <a:custGeom xmlns:a="http://schemas.openxmlformats.org/drawingml/2006/main">
            <a:pathLst>
              <a:path w="232665" h="65536">
                <a:moveTo>
                  <a:pt x="0" y="0"/>
                </a:moveTo>
                <a:lnTo>
                  <a:pt x="232665" y="6553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0" name="path-295">
            <a:extLst xmlns:a="http://schemas.openxmlformats.org/drawingml/2006/main">
              <a:ext uri="{FF2B5EF4-FFF2-40B4-BE49-F238E27FC236}">
                <a16:creationId xmlns:a16="http://schemas.microsoft.com/office/drawing/2014/main" id="{036AEAD2-DB8E-4AD9-8A52-2541BB1D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3734595"/>
            <a:ext cx="61787" cy="41959"/>
          </a:xfrm>
          <a:custGeom xmlns:a="http://schemas.openxmlformats.org/drawingml/2006/main">
            <a:pathLst>
              <a:path w="61787" h="41959">
                <a:moveTo>
                  <a:pt x="61787" y="36680"/>
                </a:moveTo>
                <a:lnTo>
                  <a:pt x="11796" y="0"/>
                </a:lnTo>
                <a:lnTo>
                  <a:pt x="26856" y="26916"/>
                </a:lnTo>
                <a:lnTo>
                  <a:pt x="0" y="41959"/>
                </a:lnTo>
                <a:lnTo>
                  <a:pt x="61787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96">
            <a:extLst xmlns:a="http://schemas.openxmlformats.org/drawingml/2006/main">
              <a:ext uri="{FF2B5EF4-FFF2-40B4-BE49-F238E27FC236}">
                <a16:creationId xmlns:a16="http://schemas.microsoft.com/office/drawing/2014/main" id="{ACE33E67-B97B-401A-84BD-5403A6E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3734595"/>
            <a:ext cx="61838" cy="41960"/>
          </a:xfrm>
          <a:custGeom xmlns:a="http://schemas.openxmlformats.org/drawingml/2006/main">
            <a:pathLst>
              <a:path w="61838" h="41960">
                <a:moveTo>
                  <a:pt x="61838" y="36680"/>
                </a:moveTo>
                <a:lnTo>
                  <a:pt x="11783" y="0"/>
                </a:lnTo>
                <a:lnTo>
                  <a:pt x="26917" y="26917"/>
                </a:lnTo>
                <a:lnTo>
                  <a:pt x="0" y="41960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2" name="path-297">
            <a:extLst xmlns:a="http://schemas.openxmlformats.org/drawingml/2006/main">
              <a:ext uri="{FF2B5EF4-FFF2-40B4-BE49-F238E27FC236}">
                <a16:creationId xmlns:a16="http://schemas.microsoft.com/office/drawing/2014/main" id="{8BF07767-8B9D-4678-9767-0134A8A1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3745324"/>
            <a:ext cx="296793" cy="250789"/>
          </a:xfrm>
          <a:custGeom xmlns:a="http://schemas.openxmlformats.org/drawingml/2006/main">
            <a:pathLst>
              <a:path w="296793" h="250789">
                <a:moveTo>
                  <a:pt x="0" y="0"/>
                </a:moveTo>
                <a:lnTo>
                  <a:pt x="296793" y="25078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3" name="path-298">
            <a:extLst xmlns:a="http://schemas.openxmlformats.org/drawingml/2006/main">
              <a:ext uri="{FF2B5EF4-FFF2-40B4-BE49-F238E27FC236}">
                <a16:creationId xmlns:a16="http://schemas.microsoft.com/office/drawing/2014/main" id="{AE4958D9-A72E-4873-BCF8-6DE7C3A3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3965412"/>
            <a:ext cx="58400" cy="54099"/>
          </a:xfrm>
          <a:custGeom xmlns:a="http://schemas.openxmlformats.org/drawingml/2006/main">
            <a:pathLst>
              <a:path w="58400" h="54099">
                <a:moveTo>
                  <a:pt x="58400" y="54099"/>
                </a:moveTo>
                <a:lnTo>
                  <a:pt x="28096" y="0"/>
                </a:lnTo>
                <a:lnTo>
                  <a:pt x="30683" y="30611"/>
                </a:lnTo>
                <a:lnTo>
                  <a:pt x="0" y="33251"/>
                </a:lnTo>
                <a:lnTo>
                  <a:pt x="58400" y="5409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9">
            <a:extLst xmlns:a="http://schemas.openxmlformats.org/drawingml/2006/main">
              <a:ext uri="{FF2B5EF4-FFF2-40B4-BE49-F238E27FC236}">
                <a16:creationId xmlns:a16="http://schemas.microsoft.com/office/drawing/2014/main" id="{F029E932-F90F-41AA-8A61-C4084E92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3965409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704"/>
                </a:lnTo>
                <a:lnTo>
                  <a:pt x="0" y="33254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5" name="path-300">
            <a:extLst xmlns:a="http://schemas.openxmlformats.org/drawingml/2006/main">
              <a:ext uri="{FF2B5EF4-FFF2-40B4-BE49-F238E27FC236}">
                <a16:creationId xmlns:a16="http://schemas.microsoft.com/office/drawing/2014/main" id="{05C194D8-811A-48D5-A83B-D581792A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6" y="3286152"/>
            <a:ext cx="296793" cy="250786"/>
          </a:xfrm>
          <a:custGeom xmlns:a="http://schemas.openxmlformats.org/drawingml/2006/main">
            <a:pathLst>
              <a:path w="296793" h="250786">
                <a:moveTo>
                  <a:pt x="0" y="0"/>
                </a:moveTo>
                <a:lnTo>
                  <a:pt x="296793" y="25078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6" name="path-301">
            <a:extLst xmlns:a="http://schemas.openxmlformats.org/drawingml/2006/main">
              <a:ext uri="{FF2B5EF4-FFF2-40B4-BE49-F238E27FC236}">
                <a16:creationId xmlns:a16="http://schemas.microsoft.com/office/drawing/2014/main" id="{F68C5819-12A1-4811-B6B6-42322D5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62" y="3506239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49" y="0"/>
                </a:lnTo>
                <a:lnTo>
                  <a:pt x="30699" y="30611"/>
                </a:lnTo>
                <a:lnTo>
                  <a:pt x="0" y="33250"/>
                </a:lnTo>
                <a:lnTo>
                  <a:pt x="58409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2">
            <a:extLst xmlns:a="http://schemas.openxmlformats.org/drawingml/2006/main">
              <a:ext uri="{FF2B5EF4-FFF2-40B4-BE49-F238E27FC236}">
                <a16:creationId xmlns:a16="http://schemas.microsoft.com/office/drawing/2014/main" id="{FCF46A83-4488-48D6-8FDA-D05F7FBC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55" y="3506240"/>
            <a:ext cx="58415" cy="54095"/>
          </a:xfrm>
          <a:custGeom xmlns:a="http://schemas.openxmlformats.org/drawingml/2006/main">
            <a:pathLst>
              <a:path w="58415" h="54095">
                <a:moveTo>
                  <a:pt x="58415" y="54095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248"/>
                </a:lnTo>
                <a:lnTo>
                  <a:pt x="58415" y="5409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8" name="path-303">
            <a:extLst xmlns:a="http://schemas.openxmlformats.org/drawingml/2006/main">
              <a:ext uri="{FF2B5EF4-FFF2-40B4-BE49-F238E27FC236}">
                <a16:creationId xmlns:a16="http://schemas.microsoft.com/office/drawing/2014/main" id="{5155C745-6BEF-4BCB-88DB-BC612FC2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81" y="3542920"/>
            <a:ext cx="232665" cy="65530"/>
          </a:xfrm>
          <a:custGeom xmlns:a="http://schemas.openxmlformats.org/drawingml/2006/main">
            <a:pathLst>
              <a:path w="232665" h="65530">
                <a:moveTo>
                  <a:pt x="0" y="0"/>
                </a:moveTo>
                <a:lnTo>
                  <a:pt x="232665" y="6553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09" name="path-304">
            <a:extLst xmlns:a="http://schemas.openxmlformats.org/drawingml/2006/main">
              <a:ext uri="{FF2B5EF4-FFF2-40B4-BE49-F238E27FC236}">
                <a16:creationId xmlns:a16="http://schemas.microsoft.com/office/drawing/2014/main" id="{17EA3BF4-7285-41A5-A6CF-6B071E8F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32" y="3581536"/>
            <a:ext cx="61839" cy="41959"/>
          </a:xfrm>
          <a:custGeom xmlns:a="http://schemas.openxmlformats.org/drawingml/2006/main">
            <a:pathLst>
              <a:path w="61839" h="41959">
                <a:moveTo>
                  <a:pt x="61839" y="36680"/>
                </a:moveTo>
                <a:lnTo>
                  <a:pt x="11787" y="0"/>
                </a:lnTo>
                <a:lnTo>
                  <a:pt x="26917" y="26917"/>
                </a:lnTo>
                <a:lnTo>
                  <a:pt x="0" y="41959"/>
                </a:lnTo>
                <a:lnTo>
                  <a:pt x="61839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05">
            <a:extLst xmlns:a="http://schemas.openxmlformats.org/drawingml/2006/main">
              <a:ext uri="{FF2B5EF4-FFF2-40B4-BE49-F238E27FC236}">
                <a16:creationId xmlns:a16="http://schemas.microsoft.com/office/drawing/2014/main" id="{6DE6A300-34FC-4A41-ABDF-F404B3D8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29" y="3581536"/>
            <a:ext cx="61844" cy="41957"/>
          </a:xfrm>
          <a:custGeom xmlns:a="http://schemas.openxmlformats.org/drawingml/2006/main">
            <a:pathLst>
              <a:path w="61844" h="41957">
                <a:moveTo>
                  <a:pt x="61844" y="36680"/>
                </a:moveTo>
                <a:lnTo>
                  <a:pt x="11790" y="0"/>
                </a:lnTo>
                <a:lnTo>
                  <a:pt x="26917" y="26914"/>
                </a:lnTo>
                <a:lnTo>
                  <a:pt x="0" y="41957"/>
                </a:lnTo>
                <a:lnTo>
                  <a:pt x="61844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11" name="path-306">
            <a:extLst xmlns:a="http://schemas.openxmlformats.org/drawingml/2006/main">
              <a:ext uri="{FF2B5EF4-FFF2-40B4-BE49-F238E27FC236}">
                <a16:creationId xmlns:a16="http://schemas.microsoft.com/office/drawing/2014/main" id="{7D54AAB1-24E8-4907-8CF3-6492598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81" y="3711985"/>
            <a:ext cx="232665" cy="65536"/>
          </a:xfrm>
          <a:custGeom xmlns:a="http://schemas.openxmlformats.org/drawingml/2006/main">
            <a:pathLst>
              <a:path w="232665" h="65536">
                <a:moveTo>
                  <a:pt x="0" y="65536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12" name="path-307">
            <a:extLst xmlns:a="http://schemas.openxmlformats.org/drawingml/2006/main">
              <a:ext uri="{FF2B5EF4-FFF2-40B4-BE49-F238E27FC236}">
                <a16:creationId xmlns:a16="http://schemas.microsoft.com/office/drawing/2014/main" id="{8FB1AC9F-A322-4F19-9EBF-4BCBA4CC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32" y="3696945"/>
            <a:ext cx="61839" cy="41959"/>
          </a:xfrm>
          <a:custGeom xmlns:a="http://schemas.openxmlformats.org/drawingml/2006/main">
            <a:pathLst>
              <a:path w="61839" h="41959">
                <a:moveTo>
                  <a:pt x="61839" y="5189"/>
                </a:moveTo>
                <a:lnTo>
                  <a:pt x="0" y="0"/>
                </a:lnTo>
                <a:lnTo>
                  <a:pt x="26917" y="15041"/>
                </a:lnTo>
                <a:lnTo>
                  <a:pt x="11787" y="41959"/>
                </a:lnTo>
                <a:lnTo>
                  <a:pt x="61839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8">
            <a:extLst xmlns:a="http://schemas.openxmlformats.org/drawingml/2006/main">
              <a:ext uri="{FF2B5EF4-FFF2-40B4-BE49-F238E27FC236}">
                <a16:creationId xmlns:a16="http://schemas.microsoft.com/office/drawing/2014/main" id="{A560CC8D-9A33-4194-9CD4-1A9BD783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29" y="3696942"/>
            <a:ext cx="61844" cy="41960"/>
          </a:xfrm>
          <a:custGeom xmlns:a="http://schemas.openxmlformats.org/drawingml/2006/main">
            <a:pathLst>
              <a:path w="61844" h="41960">
                <a:moveTo>
                  <a:pt x="61844" y="5280"/>
                </a:moveTo>
                <a:lnTo>
                  <a:pt x="0" y="0"/>
                </a:lnTo>
                <a:lnTo>
                  <a:pt x="26917" y="15043"/>
                </a:lnTo>
                <a:lnTo>
                  <a:pt x="11790" y="41960"/>
                </a:lnTo>
                <a:lnTo>
                  <a:pt x="61844" y="52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14" name="path-309">
            <a:extLst xmlns:a="http://schemas.openxmlformats.org/drawingml/2006/main">
              <a:ext uri="{FF2B5EF4-FFF2-40B4-BE49-F238E27FC236}">
                <a16:creationId xmlns:a16="http://schemas.microsoft.com/office/drawing/2014/main" id="{AC722EEE-96B6-4999-AEA5-73B9B48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6" y="3783504"/>
            <a:ext cx="296793" cy="250783"/>
          </a:xfrm>
          <a:custGeom xmlns:a="http://schemas.openxmlformats.org/drawingml/2006/main">
            <a:pathLst>
              <a:path w="296793" h="250783">
                <a:moveTo>
                  <a:pt x="0" y="250783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15" name="path-310">
            <a:extLst xmlns:a="http://schemas.openxmlformats.org/drawingml/2006/main">
              <a:ext uri="{FF2B5EF4-FFF2-40B4-BE49-F238E27FC236}">
                <a16:creationId xmlns:a16="http://schemas.microsoft.com/office/drawing/2014/main" id="{13A35FCA-1112-4015-8153-B39026C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62" y="3760103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848"/>
                </a:lnTo>
                <a:lnTo>
                  <a:pt x="30699" y="23399"/>
                </a:lnTo>
                <a:lnTo>
                  <a:pt x="28149" y="54098"/>
                </a:lnTo>
                <a:lnTo>
                  <a:pt x="58409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11">
            <a:extLst xmlns:a="http://schemas.openxmlformats.org/drawingml/2006/main">
              <a:ext uri="{FF2B5EF4-FFF2-40B4-BE49-F238E27FC236}">
                <a16:creationId xmlns:a16="http://schemas.microsoft.com/office/drawing/2014/main" id="{F3D4E0EE-B3ED-425F-9D2A-F463839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55" y="3760103"/>
            <a:ext cx="58415" cy="54098"/>
          </a:xfrm>
          <a:custGeom xmlns:a="http://schemas.openxmlformats.org/drawingml/2006/main">
            <a:pathLst>
              <a:path w="58415" h="54098">
                <a:moveTo>
                  <a:pt x="58415" y="0"/>
                </a:moveTo>
                <a:lnTo>
                  <a:pt x="0" y="20847"/>
                </a:lnTo>
                <a:lnTo>
                  <a:pt x="30704" y="23400"/>
                </a:lnTo>
                <a:lnTo>
                  <a:pt x="28153" y="54098"/>
                </a:lnTo>
                <a:lnTo>
                  <a:pt x="58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17" name="path-312">
            <a:extLst xmlns:a="http://schemas.openxmlformats.org/drawingml/2006/main">
              <a:ext uri="{FF2B5EF4-FFF2-40B4-BE49-F238E27FC236}">
                <a16:creationId xmlns:a16="http://schemas.microsoft.com/office/drawing/2014/main" id="{54BD15D9-0655-4FF1-9448-E8D6279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244" y="3534174"/>
            <a:ext cx="1118228" cy="252055"/>
          </a:xfrm>
          <a:custGeom xmlns:a="http://schemas.openxmlformats.org/drawingml/2006/main">
            <a:pathLst>
              <a:path w="1118228" h="252055">
                <a:moveTo>
                  <a:pt x="0" y="0"/>
                </a:moveTo>
                <a:lnTo>
                  <a:pt x="1118228" y="0"/>
                </a:lnTo>
                <a:lnTo>
                  <a:pt x="1118228" y="252055"/>
                </a:lnTo>
                <a:lnTo>
                  <a:pt x="0" y="25205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text-313 Vision">
            <a:extLst xmlns:a="http://schemas.openxmlformats.org/drawingml/2006/main">
              <a:ext uri="{FF2B5EF4-FFF2-40B4-BE49-F238E27FC236}">
                <a16:creationId xmlns:a16="http://schemas.microsoft.com/office/drawing/2014/main" id="{11448E55-A8F7-4A7D-BE19-B285DC04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8650" y="3542991"/>
            <a:ext cx="556348" cy="24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319" name="text-313 Agent">
            <a:extLst xmlns:a="http://schemas.openxmlformats.org/drawingml/2006/main">
              <a:ext uri="{FF2B5EF4-FFF2-40B4-BE49-F238E27FC236}">
                <a16:creationId xmlns:a16="http://schemas.microsoft.com/office/drawing/2014/main" id="{160405DD-0030-4B4C-A3E3-041FFE5C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5718" y="3543011"/>
            <a:ext cx="529998" cy="24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20" name="path-314">
            <a:extLst xmlns:a="http://schemas.openxmlformats.org/drawingml/2006/main">
              <a:ext uri="{FF2B5EF4-FFF2-40B4-BE49-F238E27FC236}">
                <a16:creationId xmlns:a16="http://schemas.microsoft.com/office/drawing/2014/main" id="{698BC0EC-9C2D-4E8F-9100-59E419F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44" y="5576214"/>
            <a:ext cx="265476" cy="265477"/>
          </a:xfrm>
          <a:custGeom xmlns:a="http://schemas.openxmlformats.org/drawingml/2006/main">
            <a:pathLst>
              <a:path w="265476" h="265477">
                <a:moveTo>
                  <a:pt x="218239" y="47237"/>
                </a:moveTo>
                <a:cubicBezTo>
                  <a:pt x="265476" y="94474"/>
                  <a:pt x="265476" y="171002"/>
                  <a:pt x="218239" y="218240"/>
                </a:cubicBezTo>
                <a:cubicBezTo>
                  <a:pt x="171002" y="265477"/>
                  <a:pt x="94474" y="265477"/>
                  <a:pt x="47237" y="218240"/>
                </a:cubicBezTo>
                <a:cubicBezTo>
                  <a:pt x="0" y="171002"/>
                  <a:pt x="0" y="94474"/>
                  <a:pt x="47237" y="47237"/>
                </a:cubicBezTo>
                <a:cubicBezTo>
                  <a:pt x="94474" y="0"/>
                  <a:pt x="171002" y="0"/>
                  <a:pt x="218239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15">
            <a:extLst xmlns:a="http://schemas.openxmlformats.org/drawingml/2006/main">
              <a:ext uri="{FF2B5EF4-FFF2-40B4-BE49-F238E27FC236}">
                <a16:creationId xmlns:a16="http://schemas.microsoft.com/office/drawing/2014/main" id="{FD972F1A-B241-4735-AB13-7E8B94DA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239" y="5576213"/>
            <a:ext cx="265477" cy="265477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7"/>
                  <a:pt x="265477" y="171003"/>
                  <a:pt x="218240" y="218240"/>
                </a:cubicBezTo>
                <a:cubicBezTo>
                  <a:pt x="171009" y="265477"/>
                  <a:pt x="94474" y="265477"/>
                  <a:pt x="47237" y="218240"/>
                </a:cubicBezTo>
                <a:cubicBezTo>
                  <a:pt x="0" y="171003"/>
                  <a:pt x="0" y="94477"/>
                  <a:pt x="47237" y="47237"/>
                </a:cubicBezTo>
                <a:cubicBezTo>
                  <a:pt x="94474" y="0"/>
                  <a:pt x="171009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22" name="path-316">
            <a:extLst xmlns:a="http://schemas.openxmlformats.org/drawingml/2006/main">
              <a:ext uri="{FF2B5EF4-FFF2-40B4-BE49-F238E27FC236}">
                <a16:creationId xmlns:a16="http://schemas.microsoft.com/office/drawing/2014/main" id="{A9199617-2679-440E-8874-54AACB1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5301588"/>
            <a:ext cx="232665" cy="65448"/>
          </a:xfrm>
          <a:custGeom xmlns:a="http://schemas.openxmlformats.org/drawingml/2006/main">
            <a:pathLst>
              <a:path w="232665" h="65448">
                <a:moveTo>
                  <a:pt x="0" y="65448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23" name="path-317">
            <a:extLst xmlns:a="http://schemas.openxmlformats.org/drawingml/2006/main">
              <a:ext uri="{FF2B5EF4-FFF2-40B4-BE49-F238E27FC236}">
                <a16:creationId xmlns:a16="http://schemas.microsoft.com/office/drawing/2014/main" id="{AC460ED1-1DD9-44C6-8FC1-BB966EB2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5286547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5190"/>
                </a:moveTo>
                <a:lnTo>
                  <a:pt x="0" y="0"/>
                </a:lnTo>
                <a:lnTo>
                  <a:pt x="26856" y="15042"/>
                </a:lnTo>
                <a:lnTo>
                  <a:pt x="11796" y="41871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8">
            <a:extLst xmlns:a="http://schemas.openxmlformats.org/drawingml/2006/main">
              <a:ext uri="{FF2B5EF4-FFF2-40B4-BE49-F238E27FC236}">
                <a16:creationId xmlns:a16="http://schemas.microsoft.com/office/drawing/2014/main" id="{E0143080-C4E1-42DE-B367-E22F8276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5286545"/>
            <a:ext cx="61838" cy="41872"/>
          </a:xfrm>
          <a:custGeom xmlns:a="http://schemas.openxmlformats.org/drawingml/2006/main">
            <a:pathLst>
              <a:path w="61838" h="41872">
                <a:moveTo>
                  <a:pt x="61838" y="5192"/>
                </a:moveTo>
                <a:lnTo>
                  <a:pt x="0" y="0"/>
                </a:lnTo>
                <a:lnTo>
                  <a:pt x="26917" y="15043"/>
                </a:lnTo>
                <a:lnTo>
                  <a:pt x="11783" y="41872"/>
                </a:lnTo>
                <a:lnTo>
                  <a:pt x="61838" y="519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25" name="path-319">
            <a:extLst xmlns:a="http://schemas.openxmlformats.org/drawingml/2006/main">
              <a:ext uri="{FF2B5EF4-FFF2-40B4-BE49-F238E27FC236}">
                <a16:creationId xmlns:a16="http://schemas.microsoft.com/office/drawing/2014/main" id="{2EF4BDF1-EABF-4327-BBC0-16B5E27A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5438637"/>
            <a:ext cx="232665" cy="65442"/>
          </a:xfrm>
          <a:custGeom xmlns:a="http://schemas.openxmlformats.org/drawingml/2006/main">
            <a:pathLst>
              <a:path w="232665" h="65442">
                <a:moveTo>
                  <a:pt x="0" y="0"/>
                </a:moveTo>
                <a:lnTo>
                  <a:pt x="232665" y="6544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26" name="path-320">
            <a:extLst xmlns:a="http://schemas.openxmlformats.org/drawingml/2006/main">
              <a:ext uri="{FF2B5EF4-FFF2-40B4-BE49-F238E27FC236}">
                <a16:creationId xmlns:a16="http://schemas.microsoft.com/office/drawing/2014/main" id="{BB1F4C30-0A4F-4627-8655-FD6DA9C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5477254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36681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1">
            <a:extLst xmlns:a="http://schemas.openxmlformats.org/drawingml/2006/main">
              <a:ext uri="{FF2B5EF4-FFF2-40B4-BE49-F238E27FC236}">
                <a16:creationId xmlns:a16="http://schemas.microsoft.com/office/drawing/2014/main" id="{3D57C7DD-9677-4DF3-AB07-541B89B3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5477253"/>
            <a:ext cx="61838" cy="41869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28" name="path-322">
            <a:extLst xmlns:a="http://schemas.openxmlformats.org/drawingml/2006/main">
              <a:ext uri="{FF2B5EF4-FFF2-40B4-BE49-F238E27FC236}">
                <a16:creationId xmlns:a16="http://schemas.microsoft.com/office/drawing/2014/main" id="{AE9FC238-5934-4334-832F-9C8E0441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5487985"/>
            <a:ext cx="296793" cy="250701"/>
          </a:xfrm>
          <a:custGeom xmlns:a="http://schemas.openxmlformats.org/drawingml/2006/main">
            <a:pathLst>
              <a:path w="296793" h="250701">
                <a:moveTo>
                  <a:pt x="0" y="0"/>
                </a:moveTo>
                <a:lnTo>
                  <a:pt x="296793" y="25070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29" name="path-323">
            <a:extLst xmlns:a="http://schemas.openxmlformats.org/drawingml/2006/main">
              <a:ext uri="{FF2B5EF4-FFF2-40B4-BE49-F238E27FC236}">
                <a16:creationId xmlns:a16="http://schemas.microsoft.com/office/drawing/2014/main" id="{58DD7E40-2A45-4680-8328-81C5C15A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5707985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1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4">
            <a:extLst xmlns:a="http://schemas.openxmlformats.org/drawingml/2006/main">
              <a:ext uri="{FF2B5EF4-FFF2-40B4-BE49-F238E27FC236}">
                <a16:creationId xmlns:a16="http://schemas.microsoft.com/office/drawing/2014/main" id="{B99DD547-3341-467F-96E0-60ADA598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5707982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53" y="0"/>
                </a:lnTo>
                <a:lnTo>
                  <a:pt x="30704" y="30704"/>
                </a:lnTo>
                <a:lnTo>
                  <a:pt x="0" y="33248"/>
                </a:lnTo>
                <a:lnTo>
                  <a:pt x="58409" y="540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31" name="path-325">
            <a:extLst xmlns:a="http://schemas.openxmlformats.org/drawingml/2006/main">
              <a:ext uri="{FF2B5EF4-FFF2-40B4-BE49-F238E27FC236}">
                <a16:creationId xmlns:a16="http://schemas.microsoft.com/office/drawing/2014/main" id="{65D3746A-F013-40E8-BB51-A85A6B1A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4" y="5510416"/>
            <a:ext cx="356522" cy="501926"/>
          </a:xfrm>
          <a:custGeom xmlns:a="http://schemas.openxmlformats.org/drawingml/2006/main">
            <a:pathLst>
              <a:path w="356522" h="501926">
                <a:moveTo>
                  <a:pt x="0" y="0"/>
                </a:moveTo>
                <a:lnTo>
                  <a:pt x="356522" y="5019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32" name="path-326">
            <a:extLst xmlns:a="http://schemas.openxmlformats.org/drawingml/2006/main">
              <a:ext uri="{FF2B5EF4-FFF2-40B4-BE49-F238E27FC236}">
                <a16:creationId xmlns:a16="http://schemas.microsoft.com/office/drawing/2014/main" id="{546BAA66-1996-4C89-852A-9700ED9E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22" y="5981906"/>
            <a:ext cx="51371" cy="59991"/>
          </a:xfrm>
          <a:custGeom xmlns:a="http://schemas.openxmlformats.org/drawingml/2006/main">
            <a:pathLst>
              <a:path w="51371" h="59991">
                <a:moveTo>
                  <a:pt x="51371" y="59991"/>
                </a:moveTo>
                <a:lnTo>
                  <a:pt x="35494" y="0"/>
                </a:lnTo>
                <a:lnTo>
                  <a:pt x="30356" y="30347"/>
                </a:lnTo>
                <a:lnTo>
                  <a:pt x="0" y="25245"/>
                </a:lnTo>
                <a:lnTo>
                  <a:pt x="51371" y="5999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27">
            <a:extLst xmlns:a="http://schemas.openxmlformats.org/drawingml/2006/main">
              <a:ext uri="{FF2B5EF4-FFF2-40B4-BE49-F238E27FC236}">
                <a16:creationId xmlns:a16="http://schemas.microsoft.com/office/drawing/2014/main" id="{D96B41B8-88DB-4478-A069-CB75BCD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53" y="5981905"/>
            <a:ext cx="51369" cy="59990"/>
          </a:xfrm>
          <a:custGeom xmlns:a="http://schemas.openxmlformats.org/drawingml/2006/main">
            <a:pathLst>
              <a:path w="51369" h="59990">
                <a:moveTo>
                  <a:pt x="51369" y="59990"/>
                </a:moveTo>
                <a:lnTo>
                  <a:pt x="35447" y="0"/>
                </a:lnTo>
                <a:lnTo>
                  <a:pt x="30352" y="30437"/>
                </a:lnTo>
                <a:lnTo>
                  <a:pt x="0" y="25248"/>
                </a:lnTo>
                <a:lnTo>
                  <a:pt x="51369" y="5999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34" name="path-328">
            <a:extLst xmlns:a="http://schemas.openxmlformats.org/drawingml/2006/main">
              <a:ext uri="{FF2B5EF4-FFF2-40B4-BE49-F238E27FC236}">
                <a16:creationId xmlns:a16="http://schemas.microsoft.com/office/drawing/2014/main" id="{8DA04E0C-07A2-4CF7-B095-7DC276A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84" y="5405564"/>
            <a:ext cx="356522" cy="501923"/>
          </a:xfrm>
          <a:custGeom xmlns:a="http://schemas.openxmlformats.org/drawingml/2006/main">
            <a:pathLst>
              <a:path w="356522" h="501923">
                <a:moveTo>
                  <a:pt x="0" y="501923"/>
                </a:moveTo>
                <a:lnTo>
                  <a:pt x="356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35" name="path-329">
            <a:extLst xmlns:a="http://schemas.openxmlformats.org/drawingml/2006/main">
              <a:ext uri="{FF2B5EF4-FFF2-40B4-BE49-F238E27FC236}">
                <a16:creationId xmlns:a16="http://schemas.microsoft.com/office/drawing/2014/main" id="{C66E0097-6EC1-4A6F-B8F6-137EF70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22" y="5376007"/>
            <a:ext cx="51371" cy="59904"/>
          </a:xfrm>
          <a:custGeom xmlns:a="http://schemas.openxmlformats.org/drawingml/2006/main">
            <a:pathLst>
              <a:path w="51371" h="59904">
                <a:moveTo>
                  <a:pt x="51371" y="0"/>
                </a:moveTo>
                <a:lnTo>
                  <a:pt x="0" y="34745"/>
                </a:lnTo>
                <a:lnTo>
                  <a:pt x="30356" y="29556"/>
                </a:lnTo>
                <a:lnTo>
                  <a:pt x="35494" y="59904"/>
                </a:lnTo>
                <a:lnTo>
                  <a:pt x="5137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30">
            <a:extLst xmlns:a="http://schemas.openxmlformats.org/drawingml/2006/main">
              <a:ext uri="{FF2B5EF4-FFF2-40B4-BE49-F238E27FC236}">
                <a16:creationId xmlns:a16="http://schemas.microsoft.com/office/drawing/2014/main" id="{96F6F075-26B3-46C2-B287-C8E57D87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353" y="5376009"/>
            <a:ext cx="51369" cy="59899"/>
          </a:xfrm>
          <a:custGeom xmlns:a="http://schemas.openxmlformats.org/drawingml/2006/main">
            <a:pathLst>
              <a:path w="51369" h="59899">
                <a:moveTo>
                  <a:pt x="51369" y="0"/>
                </a:moveTo>
                <a:lnTo>
                  <a:pt x="0" y="34742"/>
                </a:lnTo>
                <a:lnTo>
                  <a:pt x="30352" y="29556"/>
                </a:lnTo>
                <a:lnTo>
                  <a:pt x="35447" y="59899"/>
                </a:lnTo>
                <a:lnTo>
                  <a:pt x="51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37" name="path-331">
            <a:extLst xmlns:a="http://schemas.openxmlformats.org/drawingml/2006/main">
              <a:ext uri="{FF2B5EF4-FFF2-40B4-BE49-F238E27FC236}">
                <a16:creationId xmlns:a16="http://schemas.microsoft.com/office/drawing/2014/main" id="{3CC1A9F1-4EB6-4F44-8BCC-EA11C27E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5679220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38" name="path-332">
            <a:extLst xmlns:a="http://schemas.openxmlformats.org/drawingml/2006/main">
              <a:ext uri="{FF2B5EF4-FFF2-40B4-BE49-F238E27FC236}">
                <a16:creationId xmlns:a16="http://schemas.microsoft.com/office/drawing/2014/main" id="{FDA95F95-FC8A-44C1-AB94-F9C3746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5655822"/>
            <a:ext cx="58400" cy="54097"/>
          </a:xfrm>
          <a:custGeom xmlns:a="http://schemas.openxmlformats.org/drawingml/2006/main">
            <a:pathLst>
              <a:path w="58400" h="54097">
                <a:moveTo>
                  <a:pt x="58400" y="0"/>
                </a:moveTo>
                <a:lnTo>
                  <a:pt x="0" y="20759"/>
                </a:lnTo>
                <a:lnTo>
                  <a:pt x="30683" y="23397"/>
                </a:lnTo>
                <a:lnTo>
                  <a:pt x="28096" y="54097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3">
            <a:extLst xmlns:a="http://schemas.openxmlformats.org/drawingml/2006/main">
              <a:ext uri="{FF2B5EF4-FFF2-40B4-BE49-F238E27FC236}">
                <a16:creationId xmlns:a16="http://schemas.microsoft.com/office/drawing/2014/main" id="{19DC7E79-A385-4940-9A77-B342186E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5655820"/>
            <a:ext cx="58409" cy="54101"/>
          </a:xfrm>
          <a:custGeom xmlns:a="http://schemas.openxmlformats.org/drawingml/2006/main">
            <a:pathLst>
              <a:path w="58409" h="54101">
                <a:moveTo>
                  <a:pt x="58409" y="0"/>
                </a:moveTo>
                <a:lnTo>
                  <a:pt x="0" y="20762"/>
                </a:lnTo>
                <a:lnTo>
                  <a:pt x="30704" y="23400"/>
                </a:lnTo>
                <a:lnTo>
                  <a:pt x="28153" y="54101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40" name="path-334">
            <a:extLst xmlns:a="http://schemas.openxmlformats.org/drawingml/2006/main">
              <a:ext uri="{FF2B5EF4-FFF2-40B4-BE49-F238E27FC236}">
                <a16:creationId xmlns:a16="http://schemas.microsoft.com/office/drawing/2014/main" id="{0F0EC3E4-A921-4ED6-8AD8-DC55A024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6050867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41" name="path-335">
            <a:extLst xmlns:a="http://schemas.openxmlformats.org/drawingml/2006/main">
              <a:ext uri="{FF2B5EF4-FFF2-40B4-BE49-F238E27FC236}">
                <a16:creationId xmlns:a16="http://schemas.microsoft.com/office/drawing/2014/main" id="{E60C397E-4E59-44CE-B8D8-035A5A8C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6089485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36682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36">
            <a:extLst xmlns:a="http://schemas.openxmlformats.org/drawingml/2006/main">
              <a:ext uri="{FF2B5EF4-FFF2-40B4-BE49-F238E27FC236}">
                <a16:creationId xmlns:a16="http://schemas.microsoft.com/office/drawing/2014/main" id="{88EABEA0-0770-49B5-AA01-2F4FF56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6089486"/>
            <a:ext cx="61838" cy="41869"/>
          </a:xfrm>
          <a:custGeom xmlns:a="http://schemas.openxmlformats.org/drawingml/2006/main">
            <a:pathLst>
              <a:path w="61838" h="41869">
                <a:moveTo>
                  <a:pt x="61838" y="36680"/>
                </a:moveTo>
                <a:lnTo>
                  <a:pt x="11783" y="0"/>
                </a:lnTo>
                <a:lnTo>
                  <a:pt x="26917" y="26826"/>
                </a:lnTo>
                <a:lnTo>
                  <a:pt x="0" y="41869"/>
                </a:lnTo>
                <a:lnTo>
                  <a:pt x="61838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43" name="path-337">
            <a:extLst xmlns:a="http://schemas.openxmlformats.org/drawingml/2006/main">
              <a:ext uri="{FF2B5EF4-FFF2-40B4-BE49-F238E27FC236}">
                <a16:creationId xmlns:a16="http://schemas.microsoft.com/office/drawing/2014/main" id="{572E3442-C177-4003-AA3B-63F4E0A9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5913818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44" name="path-338">
            <a:extLst xmlns:a="http://schemas.openxmlformats.org/drawingml/2006/main">
              <a:ext uri="{FF2B5EF4-FFF2-40B4-BE49-F238E27FC236}">
                <a16:creationId xmlns:a16="http://schemas.microsoft.com/office/drawing/2014/main" id="{D5B27821-EF15-468E-BB0A-CD06D3E8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5898780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5189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1"/>
                </a:lnTo>
                <a:lnTo>
                  <a:pt x="61787" y="51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39">
            <a:extLst xmlns:a="http://schemas.openxmlformats.org/drawingml/2006/main">
              <a:ext uri="{FF2B5EF4-FFF2-40B4-BE49-F238E27FC236}">
                <a16:creationId xmlns:a16="http://schemas.microsoft.com/office/drawing/2014/main" id="{A045A41B-390A-4B13-A6C9-402205D7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5898778"/>
            <a:ext cx="61838" cy="41872"/>
          </a:xfrm>
          <a:custGeom xmlns:a="http://schemas.openxmlformats.org/drawingml/2006/main">
            <a:pathLst>
              <a:path w="61838" h="41872">
                <a:moveTo>
                  <a:pt x="61838" y="5189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72"/>
                </a:lnTo>
                <a:lnTo>
                  <a:pt x="61838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46" name="path-340">
            <a:extLst xmlns:a="http://schemas.openxmlformats.org/drawingml/2006/main">
              <a:ext uri="{FF2B5EF4-FFF2-40B4-BE49-F238E27FC236}">
                <a16:creationId xmlns:a16="http://schemas.microsoft.com/office/drawing/2014/main" id="{4BFBB9A8-0FBC-4FBA-8CBB-A58B6A68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5270098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6"/>
                </a:moveTo>
                <a:cubicBezTo>
                  <a:pt x="265520" y="94473"/>
                  <a:pt x="265520" y="171003"/>
                  <a:pt x="218283" y="218239"/>
                </a:cubicBezTo>
                <a:cubicBezTo>
                  <a:pt x="171046" y="265476"/>
                  <a:pt x="94465" y="265476"/>
                  <a:pt x="47236" y="218239"/>
                </a:cubicBezTo>
                <a:cubicBezTo>
                  <a:pt x="0" y="171003"/>
                  <a:pt x="0" y="94473"/>
                  <a:pt x="47236" y="47236"/>
                </a:cubicBezTo>
                <a:cubicBezTo>
                  <a:pt x="94465" y="0"/>
                  <a:pt x="171046" y="0"/>
                  <a:pt x="218283" y="47236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41">
            <a:extLst xmlns:a="http://schemas.openxmlformats.org/drawingml/2006/main">
              <a:ext uri="{FF2B5EF4-FFF2-40B4-BE49-F238E27FC236}">
                <a16:creationId xmlns:a16="http://schemas.microsoft.com/office/drawing/2014/main" id="{83677CEF-0EC6-4142-A782-1E09766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5270100"/>
            <a:ext cx="265471" cy="265474"/>
          </a:xfrm>
          <a:custGeom xmlns:a="http://schemas.openxmlformats.org/drawingml/2006/main">
            <a:pathLst>
              <a:path w="265471" h="265474">
                <a:moveTo>
                  <a:pt x="218240" y="47234"/>
                </a:moveTo>
                <a:cubicBezTo>
                  <a:pt x="265471" y="94471"/>
                  <a:pt x="265471" y="171000"/>
                  <a:pt x="218240" y="218234"/>
                </a:cubicBezTo>
                <a:cubicBezTo>
                  <a:pt x="171003" y="265474"/>
                  <a:pt x="94468" y="265474"/>
                  <a:pt x="47231" y="218234"/>
                </a:cubicBezTo>
                <a:cubicBezTo>
                  <a:pt x="0" y="171000"/>
                  <a:pt x="0" y="94471"/>
                  <a:pt x="47231" y="47234"/>
                </a:cubicBezTo>
                <a:cubicBezTo>
                  <a:pt x="94468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48" name="path-342">
            <a:extLst xmlns:a="http://schemas.openxmlformats.org/drawingml/2006/main">
              <a:ext uri="{FF2B5EF4-FFF2-40B4-BE49-F238E27FC236}">
                <a16:creationId xmlns:a16="http://schemas.microsoft.com/office/drawing/2014/main" id="{71282188-13FE-4B10-8142-0980809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5576214"/>
            <a:ext cx="265520" cy="265477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2"/>
                  <a:pt x="218283" y="218240"/>
                </a:cubicBezTo>
                <a:cubicBezTo>
                  <a:pt x="171046" y="265477"/>
                  <a:pt x="94465" y="265477"/>
                  <a:pt x="47236" y="218240"/>
                </a:cubicBezTo>
                <a:cubicBezTo>
                  <a:pt x="0" y="171002"/>
                  <a:pt x="0" y="94474"/>
                  <a:pt x="47236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3">
            <a:extLst xmlns:a="http://schemas.openxmlformats.org/drawingml/2006/main">
              <a:ext uri="{FF2B5EF4-FFF2-40B4-BE49-F238E27FC236}">
                <a16:creationId xmlns:a16="http://schemas.microsoft.com/office/drawing/2014/main" id="{58F50425-2056-4012-8105-D678949D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5576213"/>
            <a:ext cx="265471" cy="265477"/>
          </a:xfrm>
          <a:custGeom xmlns:a="http://schemas.openxmlformats.org/drawingml/2006/main">
            <a:pathLst>
              <a:path w="265471" h="265477">
                <a:moveTo>
                  <a:pt x="218240" y="47237"/>
                </a:moveTo>
                <a:cubicBezTo>
                  <a:pt x="265471" y="94477"/>
                  <a:pt x="265471" y="171003"/>
                  <a:pt x="218240" y="218240"/>
                </a:cubicBezTo>
                <a:cubicBezTo>
                  <a:pt x="171003" y="265477"/>
                  <a:pt x="94468" y="265477"/>
                  <a:pt x="47231" y="218240"/>
                </a:cubicBezTo>
                <a:cubicBezTo>
                  <a:pt x="0" y="171003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50" name="path-344">
            <a:extLst xmlns:a="http://schemas.openxmlformats.org/drawingml/2006/main">
              <a:ext uri="{FF2B5EF4-FFF2-40B4-BE49-F238E27FC236}">
                <a16:creationId xmlns:a16="http://schemas.microsoft.com/office/drawing/2014/main" id="{EC5C5E3F-D20F-46D9-9A7A-32092DAF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980" y="5882330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6"/>
                </a:moveTo>
                <a:cubicBezTo>
                  <a:pt x="265520" y="94473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6" y="218239"/>
                </a:cubicBezTo>
                <a:cubicBezTo>
                  <a:pt x="0" y="171002"/>
                  <a:pt x="0" y="94473"/>
                  <a:pt x="47236" y="47236"/>
                </a:cubicBezTo>
                <a:cubicBezTo>
                  <a:pt x="94465" y="0"/>
                  <a:pt x="171046" y="0"/>
                  <a:pt x="218283" y="47236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45">
            <a:extLst xmlns:a="http://schemas.openxmlformats.org/drawingml/2006/main">
              <a:ext uri="{FF2B5EF4-FFF2-40B4-BE49-F238E27FC236}">
                <a16:creationId xmlns:a16="http://schemas.microsoft.com/office/drawing/2014/main" id="{772434D7-712F-49A4-9C8F-9BB0339E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07" y="5882327"/>
            <a:ext cx="265471" cy="265477"/>
          </a:xfrm>
          <a:custGeom xmlns:a="http://schemas.openxmlformats.org/drawingml/2006/main">
            <a:pathLst>
              <a:path w="265471" h="265477">
                <a:moveTo>
                  <a:pt x="218240" y="47237"/>
                </a:moveTo>
                <a:cubicBezTo>
                  <a:pt x="265471" y="94477"/>
                  <a:pt x="265471" y="171006"/>
                  <a:pt x="218240" y="218240"/>
                </a:cubicBezTo>
                <a:cubicBezTo>
                  <a:pt x="171003" y="265477"/>
                  <a:pt x="94468" y="265477"/>
                  <a:pt x="47231" y="218240"/>
                </a:cubicBezTo>
                <a:cubicBezTo>
                  <a:pt x="0" y="171006"/>
                  <a:pt x="0" y="94477"/>
                  <a:pt x="47231" y="47237"/>
                </a:cubicBezTo>
                <a:cubicBezTo>
                  <a:pt x="94468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52" name="path-346">
            <a:extLst xmlns:a="http://schemas.openxmlformats.org/drawingml/2006/main">
              <a:ext uri="{FF2B5EF4-FFF2-40B4-BE49-F238E27FC236}">
                <a16:creationId xmlns:a16="http://schemas.microsoft.com/office/drawing/2014/main" id="{0D1CD4CD-0B5B-44CA-87CE-E3A428A0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5117041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4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2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47">
            <a:extLst xmlns:a="http://schemas.openxmlformats.org/drawingml/2006/main">
              <a:ext uri="{FF2B5EF4-FFF2-40B4-BE49-F238E27FC236}">
                <a16:creationId xmlns:a16="http://schemas.microsoft.com/office/drawing/2014/main" id="{F82136CA-363E-4B3F-97B4-23B5BBEF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5117038"/>
            <a:ext cx="265477" cy="265477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4"/>
                  <a:pt x="265477" y="171006"/>
                  <a:pt x="218240" y="218240"/>
                </a:cubicBezTo>
                <a:cubicBezTo>
                  <a:pt x="171003" y="265477"/>
                  <a:pt x="94474" y="265477"/>
                  <a:pt x="47237" y="218240"/>
                </a:cubicBezTo>
                <a:cubicBezTo>
                  <a:pt x="0" y="171006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54" name="path-348">
            <a:extLst xmlns:a="http://schemas.openxmlformats.org/drawingml/2006/main">
              <a:ext uri="{FF2B5EF4-FFF2-40B4-BE49-F238E27FC236}">
                <a16:creationId xmlns:a16="http://schemas.microsoft.com/office/drawing/2014/main" id="{721AA8C1-2B88-4854-B8A1-1255050A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5423156"/>
            <a:ext cx="265520" cy="265477"/>
          </a:xfrm>
          <a:custGeom xmlns:a="http://schemas.openxmlformats.org/drawingml/2006/main">
            <a:pathLst>
              <a:path w="265520" h="265477">
                <a:moveTo>
                  <a:pt x="218283" y="47237"/>
                </a:moveTo>
                <a:cubicBezTo>
                  <a:pt x="265520" y="94474"/>
                  <a:pt x="265520" y="171003"/>
                  <a:pt x="218283" y="218240"/>
                </a:cubicBezTo>
                <a:cubicBezTo>
                  <a:pt x="171046" y="265477"/>
                  <a:pt x="94465" y="265477"/>
                  <a:pt x="47237" y="218240"/>
                </a:cubicBezTo>
                <a:cubicBezTo>
                  <a:pt x="0" y="171003"/>
                  <a:pt x="0" y="94474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9">
            <a:extLst xmlns:a="http://schemas.openxmlformats.org/drawingml/2006/main">
              <a:ext uri="{FF2B5EF4-FFF2-40B4-BE49-F238E27FC236}">
                <a16:creationId xmlns:a16="http://schemas.microsoft.com/office/drawing/2014/main" id="{EB72F714-D196-4C8F-9D43-E10EB02A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5423155"/>
            <a:ext cx="265477" cy="265474"/>
          </a:xfrm>
          <a:custGeom xmlns:a="http://schemas.openxmlformats.org/drawingml/2006/main">
            <a:pathLst>
              <a:path w="265477" h="265474">
                <a:moveTo>
                  <a:pt x="218240" y="47240"/>
                </a:moveTo>
                <a:cubicBezTo>
                  <a:pt x="265477" y="94474"/>
                  <a:pt x="265477" y="171003"/>
                  <a:pt x="218240" y="218240"/>
                </a:cubicBezTo>
                <a:cubicBezTo>
                  <a:pt x="171003" y="265474"/>
                  <a:pt x="94474" y="265474"/>
                  <a:pt x="47237" y="218240"/>
                </a:cubicBezTo>
                <a:cubicBezTo>
                  <a:pt x="0" y="171003"/>
                  <a:pt x="0" y="94474"/>
                  <a:pt x="47237" y="47240"/>
                </a:cubicBezTo>
                <a:cubicBezTo>
                  <a:pt x="94474" y="0"/>
                  <a:pt x="171003" y="0"/>
                  <a:pt x="218240" y="472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56" name="path-350">
            <a:extLst xmlns:a="http://schemas.openxmlformats.org/drawingml/2006/main">
              <a:ext uri="{FF2B5EF4-FFF2-40B4-BE49-F238E27FC236}">
                <a16:creationId xmlns:a16="http://schemas.microsoft.com/office/drawing/2014/main" id="{15703C90-46DA-46BF-9A2A-13E9CDAD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5729272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3"/>
                  <a:pt x="265520" y="171002"/>
                  <a:pt x="218283" y="218239"/>
                </a:cubicBezTo>
                <a:cubicBezTo>
                  <a:pt x="171046" y="265476"/>
                  <a:pt x="94465" y="265476"/>
                  <a:pt x="47237" y="218239"/>
                </a:cubicBezTo>
                <a:cubicBezTo>
                  <a:pt x="0" y="171002"/>
                  <a:pt x="0" y="94473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1">
            <a:extLst xmlns:a="http://schemas.openxmlformats.org/drawingml/2006/main">
              <a:ext uri="{FF2B5EF4-FFF2-40B4-BE49-F238E27FC236}">
                <a16:creationId xmlns:a16="http://schemas.microsoft.com/office/drawing/2014/main" id="{9B90959C-8D4B-4BEB-BF49-698A7A9C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5729271"/>
            <a:ext cx="265477" cy="265477"/>
          </a:xfrm>
          <a:custGeom xmlns:a="http://schemas.openxmlformats.org/drawingml/2006/main">
            <a:pathLst>
              <a:path w="265477" h="265477">
                <a:moveTo>
                  <a:pt x="218240" y="47237"/>
                </a:moveTo>
                <a:cubicBezTo>
                  <a:pt x="265477" y="94474"/>
                  <a:pt x="265477" y="171000"/>
                  <a:pt x="218240" y="218237"/>
                </a:cubicBezTo>
                <a:cubicBezTo>
                  <a:pt x="171003" y="265477"/>
                  <a:pt x="94474" y="265477"/>
                  <a:pt x="47237" y="218237"/>
                </a:cubicBezTo>
                <a:cubicBezTo>
                  <a:pt x="0" y="171000"/>
                  <a:pt x="0" y="94474"/>
                  <a:pt x="47237" y="47237"/>
                </a:cubicBezTo>
                <a:cubicBezTo>
                  <a:pt x="94474" y="0"/>
                  <a:pt x="171003" y="0"/>
                  <a:pt x="218240" y="47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58" name="path-352">
            <a:extLst xmlns:a="http://schemas.openxmlformats.org/drawingml/2006/main">
              <a:ext uri="{FF2B5EF4-FFF2-40B4-BE49-F238E27FC236}">
                <a16:creationId xmlns:a16="http://schemas.microsoft.com/office/drawing/2014/main" id="{41D95645-DEAB-46D3-A5A1-A39614C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599" y="6035387"/>
            <a:ext cx="265520" cy="265476"/>
          </a:xfrm>
          <a:custGeom xmlns:a="http://schemas.openxmlformats.org/drawingml/2006/main">
            <a:pathLst>
              <a:path w="265520" h="265476">
                <a:moveTo>
                  <a:pt x="218283" y="47237"/>
                </a:moveTo>
                <a:cubicBezTo>
                  <a:pt x="265520" y="94473"/>
                  <a:pt x="265520" y="171003"/>
                  <a:pt x="218283" y="218240"/>
                </a:cubicBezTo>
                <a:cubicBezTo>
                  <a:pt x="171046" y="265476"/>
                  <a:pt x="94465" y="265476"/>
                  <a:pt x="47237" y="218240"/>
                </a:cubicBezTo>
                <a:cubicBezTo>
                  <a:pt x="0" y="171003"/>
                  <a:pt x="0" y="94473"/>
                  <a:pt x="47237" y="47237"/>
                </a:cubicBezTo>
                <a:cubicBezTo>
                  <a:pt x="94465" y="0"/>
                  <a:pt x="171046" y="0"/>
                  <a:pt x="218283" y="4723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53">
            <a:extLst xmlns:a="http://schemas.openxmlformats.org/drawingml/2006/main">
              <a:ext uri="{FF2B5EF4-FFF2-40B4-BE49-F238E27FC236}">
                <a16:creationId xmlns:a16="http://schemas.microsoft.com/office/drawing/2014/main" id="{5500CE99-93A5-4414-A236-322FD8FA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623" y="6035388"/>
            <a:ext cx="265477" cy="265474"/>
          </a:xfrm>
          <a:custGeom xmlns:a="http://schemas.openxmlformats.org/drawingml/2006/main">
            <a:pathLst>
              <a:path w="265477" h="265474">
                <a:moveTo>
                  <a:pt x="218240" y="47234"/>
                </a:moveTo>
                <a:cubicBezTo>
                  <a:pt x="265477" y="94471"/>
                  <a:pt x="265477" y="171003"/>
                  <a:pt x="218240" y="218237"/>
                </a:cubicBezTo>
                <a:cubicBezTo>
                  <a:pt x="171003" y="265474"/>
                  <a:pt x="94474" y="265474"/>
                  <a:pt x="47237" y="218237"/>
                </a:cubicBezTo>
                <a:cubicBezTo>
                  <a:pt x="0" y="171003"/>
                  <a:pt x="0" y="94471"/>
                  <a:pt x="47237" y="47234"/>
                </a:cubicBezTo>
                <a:cubicBezTo>
                  <a:pt x="94474" y="0"/>
                  <a:pt x="171003" y="0"/>
                  <a:pt x="218240" y="472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935206"/>
            </a:solidFill>
            <a:prstDash val="solid"/>
          </a:ln>
        </p:spPr>
      </p:sp>
      <p:sp>
        <p:nvSpPr>
          <p:cNvPr id="360" name="path-354">
            <a:extLst xmlns:a="http://schemas.openxmlformats.org/drawingml/2006/main">
              <a:ext uri="{FF2B5EF4-FFF2-40B4-BE49-F238E27FC236}">
                <a16:creationId xmlns:a16="http://schemas.microsoft.com/office/drawing/2014/main" id="{EA45BB7F-9F4C-44E7-80A5-B28CFBC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5373104"/>
            <a:ext cx="296793" cy="250701"/>
          </a:xfrm>
          <a:custGeom xmlns:a="http://schemas.openxmlformats.org/drawingml/2006/main">
            <a:pathLst>
              <a:path w="296793" h="250701">
                <a:moveTo>
                  <a:pt x="0" y="250701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61" name="path-355">
            <a:extLst xmlns:a="http://schemas.openxmlformats.org/drawingml/2006/main">
              <a:ext uri="{FF2B5EF4-FFF2-40B4-BE49-F238E27FC236}">
                <a16:creationId xmlns:a16="http://schemas.microsoft.com/office/drawing/2014/main" id="{C1CAA58A-FB70-4405-9701-0A8C37A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5349706"/>
            <a:ext cx="58400" cy="54099"/>
          </a:xfrm>
          <a:custGeom xmlns:a="http://schemas.openxmlformats.org/drawingml/2006/main">
            <a:pathLst>
              <a:path w="58400" h="54099">
                <a:moveTo>
                  <a:pt x="58400" y="0"/>
                </a:moveTo>
                <a:lnTo>
                  <a:pt x="0" y="20760"/>
                </a:lnTo>
                <a:lnTo>
                  <a:pt x="30683" y="23399"/>
                </a:lnTo>
                <a:lnTo>
                  <a:pt x="28096" y="54099"/>
                </a:lnTo>
                <a:lnTo>
                  <a:pt x="5840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56">
            <a:extLst xmlns:a="http://schemas.openxmlformats.org/drawingml/2006/main">
              <a:ext uri="{FF2B5EF4-FFF2-40B4-BE49-F238E27FC236}">
                <a16:creationId xmlns:a16="http://schemas.microsoft.com/office/drawing/2014/main" id="{6B6E2C49-A72E-49D6-A7F5-D15F64F9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5349706"/>
            <a:ext cx="58409" cy="54095"/>
          </a:xfrm>
          <a:custGeom xmlns:a="http://schemas.openxmlformats.org/drawingml/2006/main">
            <a:pathLst>
              <a:path w="58409" h="54095">
                <a:moveTo>
                  <a:pt x="58409" y="0"/>
                </a:moveTo>
                <a:lnTo>
                  <a:pt x="0" y="20756"/>
                </a:lnTo>
                <a:lnTo>
                  <a:pt x="30704" y="23397"/>
                </a:lnTo>
                <a:lnTo>
                  <a:pt x="28153" y="54095"/>
                </a:lnTo>
                <a:lnTo>
                  <a:pt x="58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63" name="path-357">
            <a:extLst xmlns:a="http://schemas.openxmlformats.org/drawingml/2006/main">
              <a:ext uri="{FF2B5EF4-FFF2-40B4-BE49-F238E27FC236}">
                <a16:creationId xmlns:a16="http://schemas.microsoft.com/office/drawing/2014/main" id="{F811043E-B17A-4858-95DC-1A8319AB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5607704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64" name="path-358">
            <a:extLst xmlns:a="http://schemas.openxmlformats.org/drawingml/2006/main">
              <a:ext uri="{FF2B5EF4-FFF2-40B4-BE49-F238E27FC236}">
                <a16:creationId xmlns:a16="http://schemas.microsoft.com/office/drawing/2014/main" id="{0F809255-272B-42A1-9DAD-7A1E0A6F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5592663"/>
            <a:ext cx="61787" cy="41872"/>
          </a:xfrm>
          <a:custGeom xmlns:a="http://schemas.openxmlformats.org/drawingml/2006/main">
            <a:pathLst>
              <a:path w="61787" h="41872">
                <a:moveTo>
                  <a:pt x="61787" y="5190"/>
                </a:moveTo>
                <a:lnTo>
                  <a:pt x="0" y="0"/>
                </a:lnTo>
                <a:lnTo>
                  <a:pt x="26856" y="15041"/>
                </a:lnTo>
                <a:lnTo>
                  <a:pt x="11796" y="41872"/>
                </a:lnTo>
                <a:lnTo>
                  <a:pt x="61787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9">
            <a:extLst xmlns:a="http://schemas.openxmlformats.org/drawingml/2006/main">
              <a:ext uri="{FF2B5EF4-FFF2-40B4-BE49-F238E27FC236}">
                <a16:creationId xmlns:a16="http://schemas.microsoft.com/office/drawing/2014/main" id="{06320542-8957-400C-B7CA-1C159E95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5592665"/>
            <a:ext cx="61838" cy="41869"/>
          </a:xfrm>
          <a:custGeom xmlns:a="http://schemas.openxmlformats.org/drawingml/2006/main">
            <a:pathLst>
              <a:path w="61838" h="41869">
                <a:moveTo>
                  <a:pt x="61838" y="5186"/>
                </a:moveTo>
                <a:lnTo>
                  <a:pt x="0" y="0"/>
                </a:lnTo>
                <a:lnTo>
                  <a:pt x="26917" y="15040"/>
                </a:lnTo>
                <a:lnTo>
                  <a:pt x="11783" y="41869"/>
                </a:lnTo>
                <a:lnTo>
                  <a:pt x="61838" y="518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66" name="path-360">
            <a:extLst xmlns:a="http://schemas.openxmlformats.org/drawingml/2006/main">
              <a:ext uri="{FF2B5EF4-FFF2-40B4-BE49-F238E27FC236}">
                <a16:creationId xmlns:a16="http://schemas.microsoft.com/office/drawing/2014/main" id="{64A6E1B2-3D21-4B6A-997B-62FE10C1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65" y="5744754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0"/>
                </a:moveTo>
                <a:lnTo>
                  <a:pt x="232665" y="6544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67" name="path-361">
            <a:extLst xmlns:a="http://schemas.openxmlformats.org/drawingml/2006/main">
              <a:ext uri="{FF2B5EF4-FFF2-40B4-BE49-F238E27FC236}">
                <a16:creationId xmlns:a16="http://schemas.microsoft.com/office/drawing/2014/main" id="{AF390B08-24C6-4568-BEFC-1CE9F989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30" y="5783370"/>
            <a:ext cx="61787" cy="41871"/>
          </a:xfrm>
          <a:custGeom xmlns:a="http://schemas.openxmlformats.org/drawingml/2006/main">
            <a:pathLst>
              <a:path w="61787" h="41871">
                <a:moveTo>
                  <a:pt x="61787" y="36680"/>
                </a:moveTo>
                <a:lnTo>
                  <a:pt x="11796" y="0"/>
                </a:lnTo>
                <a:lnTo>
                  <a:pt x="26856" y="26829"/>
                </a:lnTo>
                <a:lnTo>
                  <a:pt x="0" y="41871"/>
                </a:lnTo>
                <a:lnTo>
                  <a:pt x="61787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2">
            <a:extLst xmlns:a="http://schemas.openxmlformats.org/drawingml/2006/main">
              <a:ext uri="{FF2B5EF4-FFF2-40B4-BE49-F238E27FC236}">
                <a16:creationId xmlns:a16="http://schemas.microsoft.com/office/drawing/2014/main" id="{1A33CA41-F2E9-4EA4-BE6C-261774DD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513" y="5783366"/>
            <a:ext cx="61838" cy="41875"/>
          </a:xfrm>
          <a:custGeom xmlns:a="http://schemas.openxmlformats.org/drawingml/2006/main">
            <a:pathLst>
              <a:path w="61838" h="41875">
                <a:moveTo>
                  <a:pt x="61838" y="36686"/>
                </a:moveTo>
                <a:lnTo>
                  <a:pt x="11783" y="0"/>
                </a:lnTo>
                <a:lnTo>
                  <a:pt x="26917" y="26832"/>
                </a:lnTo>
                <a:lnTo>
                  <a:pt x="0" y="41875"/>
                </a:lnTo>
                <a:lnTo>
                  <a:pt x="61838" y="3668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69" name="path-363">
            <a:extLst xmlns:a="http://schemas.openxmlformats.org/drawingml/2006/main">
              <a:ext uri="{FF2B5EF4-FFF2-40B4-BE49-F238E27FC236}">
                <a16:creationId xmlns:a16="http://schemas.microsoft.com/office/drawing/2014/main" id="{03381A90-DC49-4F5D-B85F-EDA1D55B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550" y="5794102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0"/>
                </a:moveTo>
                <a:lnTo>
                  <a:pt x="296793" y="25069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0" name="path-364">
            <a:extLst xmlns:a="http://schemas.openxmlformats.org/drawingml/2006/main">
              <a:ext uri="{FF2B5EF4-FFF2-40B4-BE49-F238E27FC236}">
                <a16:creationId xmlns:a16="http://schemas.microsoft.com/office/drawing/2014/main" id="{1910C4A3-0874-4B09-8C1E-CEBD5ECE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78" y="6014100"/>
            <a:ext cx="58400" cy="54098"/>
          </a:xfrm>
          <a:custGeom xmlns:a="http://schemas.openxmlformats.org/drawingml/2006/main">
            <a:pathLst>
              <a:path w="58400" h="54098">
                <a:moveTo>
                  <a:pt x="58400" y="54098"/>
                </a:moveTo>
                <a:lnTo>
                  <a:pt x="28096" y="0"/>
                </a:lnTo>
                <a:lnTo>
                  <a:pt x="30683" y="30699"/>
                </a:lnTo>
                <a:lnTo>
                  <a:pt x="0" y="33251"/>
                </a:lnTo>
                <a:lnTo>
                  <a:pt x="58400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65">
            <a:extLst xmlns:a="http://schemas.openxmlformats.org/drawingml/2006/main">
              <a:ext uri="{FF2B5EF4-FFF2-40B4-BE49-F238E27FC236}">
                <a16:creationId xmlns:a16="http://schemas.microsoft.com/office/drawing/2014/main" id="{E59CCF8F-244F-4D8E-AC52-D5B01B7F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639" y="6014099"/>
            <a:ext cx="58409" cy="54101"/>
          </a:xfrm>
          <a:custGeom xmlns:a="http://schemas.openxmlformats.org/drawingml/2006/main">
            <a:pathLst>
              <a:path w="58409" h="54101">
                <a:moveTo>
                  <a:pt x="58409" y="54101"/>
                </a:moveTo>
                <a:lnTo>
                  <a:pt x="28153" y="0"/>
                </a:lnTo>
                <a:lnTo>
                  <a:pt x="30704" y="30701"/>
                </a:lnTo>
                <a:lnTo>
                  <a:pt x="0" y="33251"/>
                </a:lnTo>
                <a:lnTo>
                  <a:pt x="58409" y="5410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2" name="path-366">
            <a:extLst xmlns:a="http://schemas.openxmlformats.org/drawingml/2006/main">
              <a:ext uri="{FF2B5EF4-FFF2-40B4-BE49-F238E27FC236}">
                <a16:creationId xmlns:a16="http://schemas.microsoft.com/office/drawing/2014/main" id="{7D56217F-4342-4F88-AA4C-7569DA1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6" y="5334924"/>
            <a:ext cx="296793" cy="250701"/>
          </a:xfrm>
          <a:custGeom xmlns:a="http://schemas.openxmlformats.org/drawingml/2006/main">
            <a:pathLst>
              <a:path w="296793" h="250701">
                <a:moveTo>
                  <a:pt x="0" y="0"/>
                </a:moveTo>
                <a:lnTo>
                  <a:pt x="296793" y="25070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3" name="path-367">
            <a:extLst xmlns:a="http://schemas.openxmlformats.org/drawingml/2006/main">
              <a:ext uri="{FF2B5EF4-FFF2-40B4-BE49-F238E27FC236}">
                <a16:creationId xmlns:a16="http://schemas.microsoft.com/office/drawing/2014/main" id="{CDE65416-CEBC-4D04-B620-01198A5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62" y="5554926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54098"/>
                </a:moveTo>
                <a:lnTo>
                  <a:pt x="28149" y="0"/>
                </a:lnTo>
                <a:lnTo>
                  <a:pt x="30699" y="30699"/>
                </a:lnTo>
                <a:lnTo>
                  <a:pt x="0" y="33251"/>
                </a:lnTo>
                <a:lnTo>
                  <a:pt x="58409" y="540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8">
            <a:extLst xmlns:a="http://schemas.openxmlformats.org/drawingml/2006/main">
              <a:ext uri="{FF2B5EF4-FFF2-40B4-BE49-F238E27FC236}">
                <a16:creationId xmlns:a16="http://schemas.microsoft.com/office/drawing/2014/main" id="{599C5EE8-5EAF-41F3-A1BE-348DD90D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55" y="5554927"/>
            <a:ext cx="58415" cy="54095"/>
          </a:xfrm>
          <a:custGeom xmlns:a="http://schemas.openxmlformats.org/drawingml/2006/main">
            <a:pathLst>
              <a:path w="58415" h="54095">
                <a:moveTo>
                  <a:pt x="58415" y="54095"/>
                </a:moveTo>
                <a:lnTo>
                  <a:pt x="28153" y="0"/>
                </a:lnTo>
                <a:lnTo>
                  <a:pt x="30704" y="30698"/>
                </a:lnTo>
                <a:lnTo>
                  <a:pt x="0" y="33248"/>
                </a:lnTo>
                <a:lnTo>
                  <a:pt x="58415" y="5409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5" name="path-369">
            <a:extLst xmlns:a="http://schemas.openxmlformats.org/drawingml/2006/main">
              <a:ext uri="{FF2B5EF4-FFF2-40B4-BE49-F238E27FC236}">
                <a16:creationId xmlns:a16="http://schemas.microsoft.com/office/drawing/2014/main" id="{14912CCA-24D5-450B-93BE-52BD9E4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81" y="5591692"/>
            <a:ext cx="232665" cy="65448"/>
          </a:xfrm>
          <a:custGeom xmlns:a="http://schemas.openxmlformats.org/drawingml/2006/main">
            <a:pathLst>
              <a:path w="232665" h="65448">
                <a:moveTo>
                  <a:pt x="0" y="0"/>
                </a:moveTo>
                <a:lnTo>
                  <a:pt x="232665" y="65448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6" name="path-370">
            <a:extLst xmlns:a="http://schemas.openxmlformats.org/drawingml/2006/main">
              <a:ext uri="{FF2B5EF4-FFF2-40B4-BE49-F238E27FC236}">
                <a16:creationId xmlns:a16="http://schemas.microsoft.com/office/drawing/2014/main" id="{0232C67B-2B04-4291-9447-5D20A8C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32" y="5630312"/>
            <a:ext cx="61839" cy="41872"/>
          </a:xfrm>
          <a:custGeom xmlns:a="http://schemas.openxmlformats.org/drawingml/2006/main">
            <a:pathLst>
              <a:path w="61839" h="41872">
                <a:moveTo>
                  <a:pt x="61839" y="36680"/>
                </a:moveTo>
                <a:lnTo>
                  <a:pt x="11787" y="0"/>
                </a:lnTo>
                <a:lnTo>
                  <a:pt x="26917" y="26829"/>
                </a:lnTo>
                <a:lnTo>
                  <a:pt x="0" y="41872"/>
                </a:lnTo>
                <a:lnTo>
                  <a:pt x="61839" y="3668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71">
            <a:extLst xmlns:a="http://schemas.openxmlformats.org/drawingml/2006/main">
              <a:ext uri="{FF2B5EF4-FFF2-40B4-BE49-F238E27FC236}">
                <a16:creationId xmlns:a16="http://schemas.microsoft.com/office/drawing/2014/main" id="{E727668D-BA81-40B4-9DE5-45B72DD8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29" y="5630311"/>
            <a:ext cx="61844" cy="41872"/>
          </a:xfrm>
          <a:custGeom xmlns:a="http://schemas.openxmlformats.org/drawingml/2006/main">
            <a:pathLst>
              <a:path w="61844" h="41872">
                <a:moveTo>
                  <a:pt x="61844" y="36680"/>
                </a:moveTo>
                <a:lnTo>
                  <a:pt x="11790" y="0"/>
                </a:lnTo>
                <a:lnTo>
                  <a:pt x="26917" y="26829"/>
                </a:lnTo>
                <a:lnTo>
                  <a:pt x="0" y="41872"/>
                </a:lnTo>
                <a:lnTo>
                  <a:pt x="61844" y="3668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8" name="path-372">
            <a:extLst xmlns:a="http://schemas.openxmlformats.org/drawingml/2006/main">
              <a:ext uri="{FF2B5EF4-FFF2-40B4-BE49-F238E27FC236}">
                <a16:creationId xmlns:a16="http://schemas.microsoft.com/office/drawing/2014/main" id="{8E98D0F5-B7DD-4313-A7D3-95637C6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381" y="5760763"/>
            <a:ext cx="232665" cy="65445"/>
          </a:xfrm>
          <a:custGeom xmlns:a="http://schemas.openxmlformats.org/drawingml/2006/main">
            <a:pathLst>
              <a:path w="232665" h="65445">
                <a:moveTo>
                  <a:pt x="0" y="65445"/>
                </a:moveTo>
                <a:lnTo>
                  <a:pt x="23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79" name="path-373">
            <a:extLst xmlns:a="http://schemas.openxmlformats.org/drawingml/2006/main">
              <a:ext uri="{FF2B5EF4-FFF2-40B4-BE49-F238E27FC236}">
                <a16:creationId xmlns:a16="http://schemas.microsoft.com/office/drawing/2014/main" id="{E4CE87CA-B7E8-413F-B9B4-4693BAF3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32" y="5745721"/>
            <a:ext cx="61839" cy="41871"/>
          </a:xfrm>
          <a:custGeom xmlns:a="http://schemas.openxmlformats.org/drawingml/2006/main">
            <a:pathLst>
              <a:path w="61839" h="41871">
                <a:moveTo>
                  <a:pt x="61839" y="5190"/>
                </a:moveTo>
                <a:lnTo>
                  <a:pt x="0" y="0"/>
                </a:lnTo>
                <a:lnTo>
                  <a:pt x="26917" y="15041"/>
                </a:lnTo>
                <a:lnTo>
                  <a:pt x="11787" y="41871"/>
                </a:lnTo>
                <a:lnTo>
                  <a:pt x="61839" y="51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74">
            <a:extLst xmlns:a="http://schemas.openxmlformats.org/drawingml/2006/main">
              <a:ext uri="{FF2B5EF4-FFF2-40B4-BE49-F238E27FC236}">
                <a16:creationId xmlns:a16="http://schemas.microsoft.com/office/drawing/2014/main" id="{71E05ECC-EE24-4889-B330-4205481E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129" y="5745720"/>
            <a:ext cx="61844" cy="41869"/>
          </a:xfrm>
          <a:custGeom xmlns:a="http://schemas.openxmlformats.org/drawingml/2006/main">
            <a:pathLst>
              <a:path w="61844" h="41869">
                <a:moveTo>
                  <a:pt x="61844" y="5189"/>
                </a:moveTo>
                <a:lnTo>
                  <a:pt x="0" y="0"/>
                </a:lnTo>
                <a:lnTo>
                  <a:pt x="26917" y="15043"/>
                </a:lnTo>
                <a:lnTo>
                  <a:pt x="11790" y="41869"/>
                </a:lnTo>
                <a:lnTo>
                  <a:pt x="61844" y="518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81" name="path-375">
            <a:extLst xmlns:a="http://schemas.openxmlformats.org/drawingml/2006/main">
              <a:ext uri="{FF2B5EF4-FFF2-40B4-BE49-F238E27FC236}">
                <a16:creationId xmlns:a16="http://schemas.microsoft.com/office/drawing/2014/main" id="{52F19E9C-D715-44A3-900A-5D7F747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166" y="5832276"/>
            <a:ext cx="296793" cy="250698"/>
          </a:xfrm>
          <a:custGeom xmlns:a="http://schemas.openxmlformats.org/drawingml/2006/main">
            <a:pathLst>
              <a:path w="296793" h="250698">
                <a:moveTo>
                  <a:pt x="0" y="250698"/>
                </a:moveTo>
                <a:lnTo>
                  <a:pt x="296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82" name="path-376">
            <a:extLst xmlns:a="http://schemas.openxmlformats.org/drawingml/2006/main">
              <a:ext uri="{FF2B5EF4-FFF2-40B4-BE49-F238E27FC236}">
                <a16:creationId xmlns:a16="http://schemas.microsoft.com/office/drawing/2014/main" id="{8D61B287-CBFF-4F7D-B0C1-673DEF7D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62" y="5808879"/>
            <a:ext cx="58409" cy="54098"/>
          </a:xfrm>
          <a:custGeom xmlns:a="http://schemas.openxmlformats.org/drawingml/2006/main">
            <a:pathLst>
              <a:path w="58409" h="54098">
                <a:moveTo>
                  <a:pt x="58409" y="0"/>
                </a:moveTo>
                <a:lnTo>
                  <a:pt x="0" y="20760"/>
                </a:lnTo>
                <a:lnTo>
                  <a:pt x="30699" y="23399"/>
                </a:lnTo>
                <a:lnTo>
                  <a:pt x="28149" y="54098"/>
                </a:lnTo>
                <a:lnTo>
                  <a:pt x="58409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77">
            <a:extLst xmlns:a="http://schemas.openxmlformats.org/drawingml/2006/main">
              <a:ext uri="{FF2B5EF4-FFF2-40B4-BE49-F238E27FC236}">
                <a16:creationId xmlns:a16="http://schemas.microsoft.com/office/drawing/2014/main" id="{E443EC35-07CA-40E5-9576-E191F41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255" y="5808881"/>
            <a:ext cx="58415" cy="54095"/>
          </a:xfrm>
          <a:custGeom xmlns:a="http://schemas.openxmlformats.org/drawingml/2006/main">
            <a:pathLst>
              <a:path w="58415" h="54095">
                <a:moveTo>
                  <a:pt x="58415" y="0"/>
                </a:moveTo>
                <a:lnTo>
                  <a:pt x="0" y="20759"/>
                </a:lnTo>
                <a:lnTo>
                  <a:pt x="30704" y="23394"/>
                </a:lnTo>
                <a:lnTo>
                  <a:pt x="28153" y="54095"/>
                </a:lnTo>
                <a:lnTo>
                  <a:pt x="584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84" name="path-378">
            <a:extLst xmlns:a="http://schemas.openxmlformats.org/drawingml/2006/main">
              <a:ext uri="{FF2B5EF4-FFF2-40B4-BE49-F238E27FC236}">
                <a16:creationId xmlns:a16="http://schemas.microsoft.com/office/drawing/2014/main" id="{216199E9-645A-41F1-BF2E-4EFB1200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244" y="5582950"/>
            <a:ext cx="1118228" cy="252056"/>
          </a:xfrm>
          <a:custGeom xmlns:a="http://schemas.openxmlformats.org/drawingml/2006/main">
            <a:pathLst>
              <a:path w="1118228" h="252056">
                <a:moveTo>
                  <a:pt x="0" y="0"/>
                </a:moveTo>
                <a:lnTo>
                  <a:pt x="1118228" y="0"/>
                </a:lnTo>
                <a:lnTo>
                  <a:pt x="1118228" y="252056"/>
                </a:lnTo>
                <a:lnTo>
                  <a:pt x="0" y="2520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text-379 Vision">
            <a:extLst xmlns:a="http://schemas.openxmlformats.org/drawingml/2006/main">
              <a:ext uri="{FF2B5EF4-FFF2-40B4-BE49-F238E27FC236}">
                <a16:creationId xmlns:a16="http://schemas.microsoft.com/office/drawing/2014/main" id="{0D5AF718-3A34-44F8-921D-577C1824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8650" y="5591678"/>
            <a:ext cx="556348" cy="24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386" name="text-379 Agent">
            <a:extLst xmlns:a="http://schemas.openxmlformats.org/drawingml/2006/main">
              <a:ext uri="{FF2B5EF4-FFF2-40B4-BE49-F238E27FC236}">
                <a16:creationId xmlns:a16="http://schemas.microsoft.com/office/drawing/2014/main" id="{5846E1C1-F11F-4504-B19D-F3A4CDAD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5718" y="5591698"/>
            <a:ext cx="529998" cy="24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387" name="path-380">
            <a:extLst xmlns:a="http://schemas.openxmlformats.org/drawingml/2006/main">
              <a:ext uri="{FF2B5EF4-FFF2-40B4-BE49-F238E27FC236}">
                <a16:creationId xmlns:a16="http://schemas.microsoft.com/office/drawing/2014/main" id="{CD680FA0-C8BA-4D50-8E99-5E46AC57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743" y="1607088"/>
            <a:ext cx="543707" cy="191"/>
          </a:xfrm>
          <a:custGeom xmlns:a="http://schemas.openxmlformats.org/drawingml/2006/main">
            <a:pathLst>
              <a:path w="543707" h="191">
                <a:moveTo>
                  <a:pt x="0" y="0"/>
                </a:moveTo>
                <a:lnTo>
                  <a:pt x="5437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88" name="path-381">
            <a:extLst xmlns:a="http://schemas.openxmlformats.org/drawingml/2006/main">
              <a:ext uri="{FF2B5EF4-FFF2-40B4-BE49-F238E27FC236}">
                <a16:creationId xmlns:a16="http://schemas.microsoft.com/office/drawing/2014/main" id="{92312541-7E2D-466E-9EE3-EAE93DE4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379" y="1578061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82">
            <a:extLst xmlns:a="http://schemas.openxmlformats.org/drawingml/2006/main">
              <a:ext uri="{FF2B5EF4-FFF2-40B4-BE49-F238E27FC236}">
                <a16:creationId xmlns:a16="http://schemas.microsoft.com/office/drawing/2014/main" id="{4E0E5CBB-8A43-4C4A-A1E4-8B64BE5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418" y="1578060"/>
            <a:ext cx="77414" cy="58057"/>
          </a:xfrm>
          <a:custGeom xmlns:a="http://schemas.openxmlformats.org/drawingml/2006/main">
            <a:pathLst>
              <a:path w="77414" h="58057">
                <a:moveTo>
                  <a:pt x="77414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14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90" name="path-383">
            <a:extLst xmlns:a="http://schemas.openxmlformats.org/drawingml/2006/main">
              <a:ext uri="{FF2B5EF4-FFF2-40B4-BE49-F238E27FC236}">
                <a16:creationId xmlns:a16="http://schemas.microsoft.com/office/drawing/2014/main" id="{B1C0E665-5703-4968-9AED-95AA8B1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743" y="3655778"/>
            <a:ext cx="543707" cy="191"/>
          </a:xfrm>
          <a:custGeom xmlns:a="http://schemas.openxmlformats.org/drawingml/2006/main">
            <a:pathLst>
              <a:path w="543707" h="191">
                <a:moveTo>
                  <a:pt x="0" y="0"/>
                </a:moveTo>
                <a:lnTo>
                  <a:pt x="5437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91" name="path-384">
            <a:extLst xmlns:a="http://schemas.openxmlformats.org/drawingml/2006/main">
              <a:ext uri="{FF2B5EF4-FFF2-40B4-BE49-F238E27FC236}">
                <a16:creationId xmlns:a16="http://schemas.microsoft.com/office/drawing/2014/main" id="{14C0C07D-37EE-4317-A888-5C13FA44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379" y="3626750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85">
            <a:extLst xmlns:a="http://schemas.openxmlformats.org/drawingml/2006/main">
              <a:ext uri="{FF2B5EF4-FFF2-40B4-BE49-F238E27FC236}">
                <a16:creationId xmlns:a16="http://schemas.microsoft.com/office/drawing/2014/main" id="{9FC1089F-CCAA-4BDB-9C1C-0C254273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418" y="3626747"/>
            <a:ext cx="77414" cy="58057"/>
          </a:xfrm>
          <a:custGeom xmlns:a="http://schemas.openxmlformats.org/drawingml/2006/main">
            <a:pathLst>
              <a:path w="77414" h="58057">
                <a:moveTo>
                  <a:pt x="77414" y="29032"/>
                </a:moveTo>
                <a:lnTo>
                  <a:pt x="0" y="0"/>
                </a:lnTo>
                <a:lnTo>
                  <a:pt x="29032" y="29032"/>
                </a:lnTo>
                <a:lnTo>
                  <a:pt x="0" y="58057"/>
                </a:lnTo>
                <a:lnTo>
                  <a:pt x="77414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93" name="path-386">
            <a:extLst xmlns:a="http://schemas.openxmlformats.org/drawingml/2006/main">
              <a:ext uri="{FF2B5EF4-FFF2-40B4-BE49-F238E27FC236}">
                <a16:creationId xmlns:a16="http://schemas.microsoft.com/office/drawing/2014/main" id="{F55DD867-AE53-45B6-BF84-A6E9E48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277" y="5704550"/>
            <a:ext cx="543622" cy="191"/>
          </a:xfrm>
          <a:custGeom xmlns:a="http://schemas.openxmlformats.org/drawingml/2006/main">
            <a:pathLst>
              <a:path w="543622" h="191">
                <a:moveTo>
                  <a:pt x="0" y="0"/>
                </a:moveTo>
                <a:lnTo>
                  <a:pt x="5436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94" name="path-387">
            <a:extLst xmlns:a="http://schemas.openxmlformats.org/drawingml/2006/main">
              <a:ext uri="{FF2B5EF4-FFF2-40B4-BE49-F238E27FC236}">
                <a16:creationId xmlns:a16="http://schemas.microsoft.com/office/drawing/2014/main" id="{FD922DDB-55B9-4D18-AC4F-130F4128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898" y="5675526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7"/>
                </a:moveTo>
                <a:lnTo>
                  <a:pt x="0" y="0"/>
                </a:lnTo>
                <a:lnTo>
                  <a:pt x="29029" y="29027"/>
                </a:lnTo>
                <a:lnTo>
                  <a:pt x="0" y="58056"/>
                </a:lnTo>
                <a:lnTo>
                  <a:pt x="77409" y="29027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88">
            <a:extLst xmlns:a="http://schemas.openxmlformats.org/drawingml/2006/main">
              <a:ext uri="{FF2B5EF4-FFF2-40B4-BE49-F238E27FC236}">
                <a16:creationId xmlns:a16="http://schemas.microsoft.com/office/drawing/2014/main" id="{95ACD35C-A8F6-4753-8D7C-F7C29CD8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868" y="5675525"/>
            <a:ext cx="77414" cy="58057"/>
          </a:xfrm>
          <a:custGeom xmlns:a="http://schemas.openxmlformats.org/drawingml/2006/main">
            <a:pathLst>
              <a:path w="77414" h="58057">
                <a:moveTo>
                  <a:pt x="77414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7"/>
                </a:lnTo>
                <a:lnTo>
                  <a:pt x="77414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396" name="text-389 Yes">
            <a:extLst xmlns:a="http://schemas.openxmlformats.org/drawingml/2006/main">
              <a:ext uri="{FF2B5EF4-FFF2-40B4-BE49-F238E27FC236}">
                <a16:creationId xmlns:a16="http://schemas.microsoft.com/office/drawing/2014/main" id="{7D1997DF-0686-4061-AA6F-3409A439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5037" y="950470"/>
            <a:ext cx="267945" cy="197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97" name="path-390">
            <a:extLst xmlns:a="http://schemas.openxmlformats.org/drawingml/2006/main">
              <a:ext uri="{FF2B5EF4-FFF2-40B4-BE49-F238E27FC236}">
                <a16:creationId xmlns:a16="http://schemas.microsoft.com/office/drawing/2014/main" id="{2E47F507-634A-4EEA-A13B-99F34C3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185" y="1160759"/>
            <a:ext cx="30611" cy="30611"/>
          </a:xfrm>
          <a:custGeom xmlns:a="http://schemas.openxmlformats.org/drawingml/2006/main">
            <a:pathLst>
              <a:path w="30611" h="30611">
                <a:moveTo>
                  <a:pt x="30611" y="15306"/>
                </a:moveTo>
                <a:cubicBezTo>
                  <a:pt x="30611" y="6861"/>
                  <a:pt x="23752" y="0"/>
                  <a:pt x="15306" y="0"/>
                </a:cubicBezTo>
                <a:cubicBezTo>
                  <a:pt x="6861" y="0"/>
                  <a:pt x="0" y="6861"/>
                  <a:pt x="0" y="15306"/>
                </a:cubicBezTo>
                <a:cubicBezTo>
                  <a:pt x="0" y="23750"/>
                  <a:pt x="6861" y="30611"/>
                  <a:pt x="15306" y="30611"/>
                </a:cubicBezTo>
                <a:cubicBezTo>
                  <a:pt x="23752" y="30611"/>
                  <a:pt x="30611" y="23750"/>
                  <a:pt x="30611" y="1530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391">
            <a:extLst xmlns:a="http://schemas.openxmlformats.org/drawingml/2006/main">
              <a:ext uri="{FF2B5EF4-FFF2-40B4-BE49-F238E27FC236}">
                <a16:creationId xmlns:a16="http://schemas.microsoft.com/office/drawing/2014/main" id="{C7FB34E0-0842-4D3F-A168-6B28989E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187" y="1160757"/>
            <a:ext cx="30607" cy="30613"/>
          </a:xfrm>
          <a:custGeom xmlns:a="http://schemas.openxmlformats.org/drawingml/2006/main">
            <a:pathLst>
              <a:path w="30607" h="30613">
                <a:moveTo>
                  <a:pt x="30607" y="15303"/>
                </a:moveTo>
                <a:cubicBezTo>
                  <a:pt x="30607" y="6861"/>
                  <a:pt x="23749" y="0"/>
                  <a:pt x="15303" y="0"/>
                </a:cubicBezTo>
                <a:cubicBezTo>
                  <a:pt x="6858" y="0"/>
                  <a:pt x="0" y="6861"/>
                  <a:pt x="0" y="15303"/>
                </a:cubicBezTo>
                <a:cubicBezTo>
                  <a:pt x="0" y="23752"/>
                  <a:pt x="6858" y="30613"/>
                  <a:pt x="15303" y="30613"/>
                </a:cubicBezTo>
                <a:cubicBezTo>
                  <a:pt x="23749" y="30613"/>
                  <a:pt x="30607" y="23752"/>
                  <a:pt x="30607" y="153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399" name="path-392">
            <a:extLst xmlns:a="http://schemas.openxmlformats.org/drawingml/2006/main">
              <a:ext uri="{FF2B5EF4-FFF2-40B4-BE49-F238E27FC236}">
                <a16:creationId xmlns:a16="http://schemas.microsoft.com/office/drawing/2014/main" id="{850FB2C9-79E5-4C2B-9DB8-5E1837BF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961" y="1170963"/>
            <a:ext cx="30611" cy="30613"/>
          </a:xfrm>
          <a:custGeom xmlns:a="http://schemas.openxmlformats.org/drawingml/2006/main">
            <a:pathLst>
              <a:path w="30611" h="30613">
                <a:moveTo>
                  <a:pt x="15305" y="30613"/>
                </a:moveTo>
                <a:cubicBezTo>
                  <a:pt x="23749" y="30613"/>
                  <a:pt x="30611" y="23750"/>
                  <a:pt x="30611" y="15305"/>
                </a:cubicBezTo>
                <a:cubicBezTo>
                  <a:pt x="30611" y="6861"/>
                  <a:pt x="23749" y="0"/>
                  <a:pt x="15305" y="0"/>
                </a:cubicBezTo>
                <a:cubicBezTo>
                  <a:pt x="6861" y="0"/>
                  <a:pt x="0" y="6861"/>
                  <a:pt x="0" y="15305"/>
                </a:cubicBezTo>
                <a:cubicBezTo>
                  <a:pt x="0" y="23750"/>
                  <a:pt x="6861" y="30613"/>
                  <a:pt x="15305" y="30613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393">
            <a:extLst xmlns:a="http://schemas.openxmlformats.org/drawingml/2006/main">
              <a:ext uri="{FF2B5EF4-FFF2-40B4-BE49-F238E27FC236}">
                <a16:creationId xmlns:a16="http://schemas.microsoft.com/office/drawing/2014/main" id="{E2B96E8C-47AC-4238-AD99-9FDF77F6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956" y="1170963"/>
            <a:ext cx="30619" cy="30613"/>
          </a:xfrm>
          <a:custGeom xmlns:a="http://schemas.openxmlformats.org/drawingml/2006/main">
            <a:pathLst>
              <a:path w="30619" h="30613">
                <a:moveTo>
                  <a:pt x="15309" y="30613"/>
                </a:moveTo>
                <a:cubicBezTo>
                  <a:pt x="23755" y="30613"/>
                  <a:pt x="30619" y="23749"/>
                  <a:pt x="30619" y="15303"/>
                </a:cubicBezTo>
                <a:cubicBezTo>
                  <a:pt x="30619" y="6861"/>
                  <a:pt x="23755" y="0"/>
                  <a:pt x="15309" y="0"/>
                </a:cubicBezTo>
                <a:cubicBezTo>
                  <a:pt x="6864" y="0"/>
                  <a:pt x="0" y="6861"/>
                  <a:pt x="0" y="15303"/>
                </a:cubicBezTo>
                <a:cubicBezTo>
                  <a:pt x="0" y="23749"/>
                  <a:pt x="6864" y="30613"/>
                  <a:pt x="15309" y="306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401" name="path-394">
            <a:extLst xmlns:a="http://schemas.openxmlformats.org/drawingml/2006/main">
              <a:ext uri="{FF2B5EF4-FFF2-40B4-BE49-F238E27FC236}">
                <a16:creationId xmlns:a16="http://schemas.microsoft.com/office/drawing/2014/main" id="{4F47EEAA-3A48-42B9-AF9E-23E53E50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445" y="1245644"/>
            <a:ext cx="87436" cy="28765"/>
          </a:xfrm>
          <a:custGeom xmlns:a="http://schemas.openxmlformats.org/drawingml/2006/main">
            <a:pathLst>
              <a:path w="87436" h="28765">
                <a:moveTo>
                  <a:pt x="441" y="14514"/>
                </a:moveTo>
                <a:cubicBezTo>
                  <a:pt x="968" y="17242"/>
                  <a:pt x="3608" y="19088"/>
                  <a:pt x="6334" y="18561"/>
                </a:cubicBezTo>
                <a:cubicBezTo>
                  <a:pt x="6773" y="18473"/>
                  <a:pt x="52603" y="10645"/>
                  <a:pt x="78904" y="27885"/>
                </a:cubicBezTo>
                <a:cubicBezTo>
                  <a:pt x="79696" y="28502"/>
                  <a:pt x="80664" y="28765"/>
                  <a:pt x="81632" y="28765"/>
                </a:cubicBezTo>
                <a:cubicBezTo>
                  <a:pt x="83302" y="28765"/>
                  <a:pt x="84887" y="27885"/>
                  <a:pt x="85853" y="26478"/>
                </a:cubicBezTo>
                <a:cubicBezTo>
                  <a:pt x="87436" y="24103"/>
                  <a:pt x="86733" y="20936"/>
                  <a:pt x="84446" y="19441"/>
                </a:cubicBezTo>
                <a:cubicBezTo>
                  <a:pt x="54715" y="0"/>
                  <a:pt x="6598" y="8270"/>
                  <a:pt x="4574" y="8621"/>
                </a:cubicBezTo>
                <a:cubicBezTo>
                  <a:pt x="1848" y="9148"/>
                  <a:pt x="0" y="11700"/>
                  <a:pt x="441" y="14514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395">
            <a:extLst xmlns:a="http://schemas.openxmlformats.org/drawingml/2006/main">
              <a:ext uri="{FF2B5EF4-FFF2-40B4-BE49-F238E27FC236}">
                <a16:creationId xmlns:a16="http://schemas.microsoft.com/office/drawing/2014/main" id="{3C56E5ED-B722-41BC-9870-FA596B58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443" y="1245644"/>
            <a:ext cx="87434" cy="28765"/>
          </a:xfrm>
          <a:custGeom xmlns:a="http://schemas.openxmlformats.org/drawingml/2006/main">
            <a:pathLst>
              <a:path w="87434" h="28765">
                <a:moveTo>
                  <a:pt x="442" y="14513"/>
                </a:moveTo>
                <a:cubicBezTo>
                  <a:pt x="969" y="17239"/>
                  <a:pt x="3605" y="19087"/>
                  <a:pt x="6337" y="18560"/>
                </a:cubicBezTo>
                <a:cubicBezTo>
                  <a:pt x="6773" y="18472"/>
                  <a:pt x="52599" y="10641"/>
                  <a:pt x="78904" y="27884"/>
                </a:cubicBezTo>
                <a:cubicBezTo>
                  <a:pt x="79698" y="28502"/>
                  <a:pt x="80661" y="28765"/>
                  <a:pt x="81630" y="28765"/>
                </a:cubicBezTo>
                <a:cubicBezTo>
                  <a:pt x="83302" y="28765"/>
                  <a:pt x="84884" y="27974"/>
                  <a:pt x="85853" y="26478"/>
                </a:cubicBezTo>
                <a:cubicBezTo>
                  <a:pt x="87434" y="24103"/>
                  <a:pt x="86737" y="21022"/>
                  <a:pt x="84447" y="19438"/>
                </a:cubicBezTo>
                <a:cubicBezTo>
                  <a:pt x="54713" y="0"/>
                  <a:pt x="6598" y="8267"/>
                  <a:pt x="4574" y="8618"/>
                </a:cubicBezTo>
                <a:cubicBezTo>
                  <a:pt x="1848" y="9148"/>
                  <a:pt x="0" y="11787"/>
                  <a:pt x="442" y="145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403" name="path-396">
            <a:extLst xmlns:a="http://schemas.openxmlformats.org/drawingml/2006/main">
              <a:ext uri="{FF2B5EF4-FFF2-40B4-BE49-F238E27FC236}">
                <a16:creationId xmlns:a16="http://schemas.microsoft.com/office/drawing/2014/main" id="{5E768706-1B5A-4053-979F-3FD1750B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98" y="1118447"/>
            <a:ext cx="65445" cy="33778"/>
          </a:xfrm>
          <a:custGeom xmlns:a="http://schemas.openxmlformats.org/drawingml/2006/main">
            <a:pathLst>
              <a:path w="65445" h="33778">
                <a:moveTo>
                  <a:pt x="5630" y="33778"/>
                </a:moveTo>
                <a:cubicBezTo>
                  <a:pt x="6949" y="33778"/>
                  <a:pt x="8357" y="33251"/>
                  <a:pt x="9324" y="32108"/>
                </a:cubicBezTo>
                <a:cubicBezTo>
                  <a:pt x="10292" y="31140"/>
                  <a:pt x="31403" y="8621"/>
                  <a:pt x="56649" y="28853"/>
                </a:cubicBezTo>
                <a:cubicBezTo>
                  <a:pt x="58760" y="30611"/>
                  <a:pt x="61927" y="30261"/>
                  <a:pt x="63685" y="28150"/>
                </a:cubicBezTo>
                <a:cubicBezTo>
                  <a:pt x="65445" y="25951"/>
                  <a:pt x="65094" y="22782"/>
                  <a:pt x="62983" y="21024"/>
                </a:cubicBezTo>
                <a:cubicBezTo>
                  <a:pt x="36770" y="0"/>
                  <a:pt x="11523" y="14604"/>
                  <a:pt x="1848" y="25335"/>
                </a:cubicBezTo>
                <a:cubicBezTo>
                  <a:pt x="0" y="27358"/>
                  <a:pt x="176" y="30611"/>
                  <a:pt x="2199" y="32461"/>
                </a:cubicBezTo>
                <a:cubicBezTo>
                  <a:pt x="3165" y="33339"/>
                  <a:pt x="4398" y="33778"/>
                  <a:pt x="5630" y="33778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97">
            <a:extLst xmlns:a="http://schemas.openxmlformats.org/drawingml/2006/main">
              <a:ext uri="{FF2B5EF4-FFF2-40B4-BE49-F238E27FC236}">
                <a16:creationId xmlns:a16="http://schemas.microsoft.com/office/drawing/2014/main" id="{6130D4A1-C351-4826-9386-A4C72CD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98" y="1118446"/>
            <a:ext cx="65442" cy="33778"/>
          </a:xfrm>
          <a:custGeom xmlns:a="http://schemas.openxmlformats.org/drawingml/2006/main">
            <a:pathLst>
              <a:path w="65442" h="33778">
                <a:moveTo>
                  <a:pt x="5628" y="33778"/>
                </a:moveTo>
                <a:cubicBezTo>
                  <a:pt x="6949" y="33778"/>
                  <a:pt x="8354" y="33251"/>
                  <a:pt x="9324" y="32106"/>
                </a:cubicBezTo>
                <a:cubicBezTo>
                  <a:pt x="10293" y="31140"/>
                  <a:pt x="31400" y="8621"/>
                  <a:pt x="56646" y="28853"/>
                </a:cubicBezTo>
                <a:cubicBezTo>
                  <a:pt x="58754" y="30613"/>
                  <a:pt x="61928" y="30261"/>
                  <a:pt x="63685" y="28150"/>
                </a:cubicBezTo>
                <a:cubicBezTo>
                  <a:pt x="65442" y="25954"/>
                  <a:pt x="65091" y="22782"/>
                  <a:pt x="62977" y="21026"/>
                </a:cubicBezTo>
                <a:cubicBezTo>
                  <a:pt x="36768" y="0"/>
                  <a:pt x="11523" y="14604"/>
                  <a:pt x="1848" y="25333"/>
                </a:cubicBezTo>
                <a:cubicBezTo>
                  <a:pt x="0" y="27447"/>
                  <a:pt x="176" y="30613"/>
                  <a:pt x="2199" y="32461"/>
                </a:cubicBezTo>
                <a:cubicBezTo>
                  <a:pt x="3162" y="33339"/>
                  <a:pt x="4398" y="33778"/>
                  <a:pt x="5628" y="337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405" name="path-398">
            <a:extLst xmlns:a="http://schemas.openxmlformats.org/drawingml/2006/main">
              <a:ext uri="{FF2B5EF4-FFF2-40B4-BE49-F238E27FC236}">
                <a16:creationId xmlns:a16="http://schemas.microsoft.com/office/drawing/2014/main" id="{4232DD47-5A7E-45BC-B3B2-017C37F4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575" y="1140000"/>
            <a:ext cx="64655" cy="20759"/>
          </a:xfrm>
          <a:custGeom xmlns:a="http://schemas.openxmlformats.org/drawingml/2006/main">
            <a:pathLst>
              <a:path w="64655" h="20759">
                <a:moveTo>
                  <a:pt x="5718" y="20055"/>
                </a:moveTo>
                <a:cubicBezTo>
                  <a:pt x="6246" y="20055"/>
                  <a:pt x="6861" y="19967"/>
                  <a:pt x="7390" y="19793"/>
                </a:cubicBezTo>
                <a:cubicBezTo>
                  <a:pt x="7653" y="19703"/>
                  <a:pt x="34218" y="10731"/>
                  <a:pt x="57088" y="19703"/>
                </a:cubicBezTo>
                <a:cubicBezTo>
                  <a:pt x="59728" y="20759"/>
                  <a:pt x="62630" y="19440"/>
                  <a:pt x="63685" y="16889"/>
                </a:cubicBezTo>
                <a:cubicBezTo>
                  <a:pt x="64655" y="14251"/>
                  <a:pt x="63423" y="11347"/>
                  <a:pt x="60783" y="10292"/>
                </a:cubicBezTo>
                <a:cubicBezTo>
                  <a:pt x="34483" y="0"/>
                  <a:pt x="5278" y="9852"/>
                  <a:pt x="4047" y="10292"/>
                </a:cubicBezTo>
                <a:cubicBezTo>
                  <a:pt x="1407" y="11170"/>
                  <a:pt x="0" y="14074"/>
                  <a:pt x="968" y="16712"/>
                </a:cubicBezTo>
                <a:cubicBezTo>
                  <a:pt x="1672" y="18737"/>
                  <a:pt x="3606" y="20055"/>
                  <a:pt x="5718" y="20055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99">
            <a:extLst xmlns:a="http://schemas.openxmlformats.org/drawingml/2006/main">
              <a:ext uri="{FF2B5EF4-FFF2-40B4-BE49-F238E27FC236}">
                <a16:creationId xmlns:a16="http://schemas.microsoft.com/office/drawing/2014/main" id="{C1D1858C-A138-4AC0-AA91-0F44D4B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574" y="1140001"/>
            <a:ext cx="64655" cy="20756"/>
          </a:xfrm>
          <a:custGeom xmlns:a="http://schemas.openxmlformats.org/drawingml/2006/main">
            <a:pathLst>
              <a:path w="64655" h="20756">
                <a:moveTo>
                  <a:pt x="5719" y="20053"/>
                </a:moveTo>
                <a:cubicBezTo>
                  <a:pt x="6246" y="20053"/>
                  <a:pt x="6858" y="19965"/>
                  <a:pt x="7391" y="19790"/>
                </a:cubicBezTo>
                <a:cubicBezTo>
                  <a:pt x="7652" y="19702"/>
                  <a:pt x="34218" y="10729"/>
                  <a:pt x="57088" y="19790"/>
                </a:cubicBezTo>
                <a:cubicBezTo>
                  <a:pt x="59729" y="20756"/>
                  <a:pt x="62631" y="19523"/>
                  <a:pt x="63685" y="16888"/>
                </a:cubicBezTo>
                <a:cubicBezTo>
                  <a:pt x="64655" y="14246"/>
                  <a:pt x="63425" y="11347"/>
                  <a:pt x="60783" y="10375"/>
                </a:cubicBezTo>
                <a:cubicBezTo>
                  <a:pt x="34484" y="0"/>
                  <a:pt x="5277" y="9848"/>
                  <a:pt x="4047" y="10290"/>
                </a:cubicBezTo>
                <a:cubicBezTo>
                  <a:pt x="1412" y="11172"/>
                  <a:pt x="0" y="14071"/>
                  <a:pt x="969" y="16712"/>
                </a:cubicBezTo>
                <a:cubicBezTo>
                  <a:pt x="1672" y="18820"/>
                  <a:pt x="3611" y="20053"/>
                  <a:pt x="5719" y="200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407" name="path-400">
            <a:extLst xmlns:a="http://schemas.openxmlformats.org/drawingml/2006/main">
              <a:ext uri="{FF2B5EF4-FFF2-40B4-BE49-F238E27FC236}">
                <a16:creationId xmlns:a16="http://schemas.microsoft.com/office/drawing/2014/main" id="{0653D755-F0D3-49B9-9A48-44AD37F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319" y="1072619"/>
            <a:ext cx="298462" cy="307875"/>
          </a:xfrm>
          <a:custGeom xmlns:a="http://schemas.openxmlformats.org/drawingml/2006/main">
            <a:pathLst>
              <a:path w="298462" h="307875">
                <a:moveTo>
                  <a:pt x="38967" y="265301"/>
                </a:moveTo>
                <a:cubicBezTo>
                  <a:pt x="41079" y="283333"/>
                  <a:pt x="48028" y="307434"/>
                  <a:pt x="83917" y="307875"/>
                </a:cubicBezTo>
                <a:cubicBezTo>
                  <a:pt x="84885" y="307875"/>
                  <a:pt x="85941" y="307875"/>
                  <a:pt x="86909" y="307875"/>
                </a:cubicBezTo>
                <a:cubicBezTo>
                  <a:pt x="109779" y="307875"/>
                  <a:pt x="124645" y="304444"/>
                  <a:pt x="132298" y="297406"/>
                </a:cubicBezTo>
                <a:cubicBezTo>
                  <a:pt x="138103" y="298023"/>
                  <a:pt x="143733" y="298462"/>
                  <a:pt x="149187" y="298462"/>
                </a:cubicBezTo>
                <a:cubicBezTo>
                  <a:pt x="231522" y="298462"/>
                  <a:pt x="298462" y="231522"/>
                  <a:pt x="298462" y="149187"/>
                </a:cubicBezTo>
                <a:cubicBezTo>
                  <a:pt x="298462" y="66940"/>
                  <a:pt x="231522" y="0"/>
                  <a:pt x="149187" y="0"/>
                </a:cubicBezTo>
                <a:cubicBezTo>
                  <a:pt x="66940" y="0"/>
                  <a:pt x="0" y="66940"/>
                  <a:pt x="0" y="149187"/>
                </a:cubicBezTo>
                <a:cubicBezTo>
                  <a:pt x="0" y="186837"/>
                  <a:pt x="13986" y="222549"/>
                  <a:pt x="39408" y="250171"/>
                </a:cubicBezTo>
                <a:cubicBezTo>
                  <a:pt x="38616" y="255711"/>
                  <a:pt x="38440" y="260726"/>
                  <a:pt x="38967" y="265301"/>
                </a:cubicBezTo>
                <a:moveTo>
                  <a:pt x="84005" y="297759"/>
                </a:moveTo>
                <a:cubicBezTo>
                  <a:pt x="56649" y="297406"/>
                  <a:pt x="51019" y="281398"/>
                  <a:pt x="48995" y="264156"/>
                </a:cubicBezTo>
                <a:cubicBezTo>
                  <a:pt x="48468" y="259934"/>
                  <a:pt x="48732" y="254920"/>
                  <a:pt x="49700" y="249379"/>
                </a:cubicBezTo>
                <a:cubicBezTo>
                  <a:pt x="51635" y="238648"/>
                  <a:pt x="56032" y="227740"/>
                  <a:pt x="58848" y="220526"/>
                </a:cubicBezTo>
                <a:cubicBezTo>
                  <a:pt x="59728" y="218414"/>
                  <a:pt x="60431" y="216656"/>
                  <a:pt x="61047" y="215161"/>
                </a:cubicBezTo>
                <a:cubicBezTo>
                  <a:pt x="63069" y="209531"/>
                  <a:pt x="62013" y="202670"/>
                  <a:pt x="61047" y="196688"/>
                </a:cubicBezTo>
                <a:cubicBezTo>
                  <a:pt x="60696" y="194313"/>
                  <a:pt x="60079" y="190794"/>
                  <a:pt x="60255" y="189124"/>
                </a:cubicBezTo>
                <a:cubicBezTo>
                  <a:pt x="62013" y="188595"/>
                  <a:pt x="64038" y="188332"/>
                  <a:pt x="65268" y="189211"/>
                </a:cubicBezTo>
                <a:cubicBezTo>
                  <a:pt x="68876" y="191674"/>
                  <a:pt x="69052" y="202670"/>
                  <a:pt x="69227" y="209268"/>
                </a:cubicBezTo>
                <a:cubicBezTo>
                  <a:pt x="69315" y="212435"/>
                  <a:pt x="69403" y="215424"/>
                  <a:pt x="69667" y="217977"/>
                </a:cubicBezTo>
                <a:cubicBezTo>
                  <a:pt x="70636" y="226155"/>
                  <a:pt x="77321" y="235569"/>
                  <a:pt x="103357" y="233721"/>
                </a:cubicBezTo>
                <a:cubicBezTo>
                  <a:pt x="109515" y="233281"/>
                  <a:pt x="119278" y="230378"/>
                  <a:pt x="130626" y="227123"/>
                </a:cubicBezTo>
                <a:cubicBezTo>
                  <a:pt x="141358" y="223956"/>
                  <a:pt x="153585" y="220438"/>
                  <a:pt x="164228" y="218504"/>
                </a:cubicBezTo>
                <a:cubicBezTo>
                  <a:pt x="170650" y="217360"/>
                  <a:pt x="173289" y="218414"/>
                  <a:pt x="173464" y="219120"/>
                </a:cubicBezTo>
                <a:cubicBezTo>
                  <a:pt x="173905" y="220703"/>
                  <a:pt x="171882" y="224309"/>
                  <a:pt x="169595" y="225189"/>
                </a:cubicBezTo>
                <a:cubicBezTo>
                  <a:pt x="161853" y="228355"/>
                  <a:pt x="127987" y="241110"/>
                  <a:pt x="127636" y="241286"/>
                </a:cubicBezTo>
                <a:cubicBezTo>
                  <a:pt x="125349" y="242166"/>
                  <a:pt x="123940" y="244629"/>
                  <a:pt x="124557" y="247092"/>
                </a:cubicBezTo>
                <a:cubicBezTo>
                  <a:pt x="125085" y="249554"/>
                  <a:pt x="127372" y="251225"/>
                  <a:pt x="129923" y="251051"/>
                </a:cubicBezTo>
                <a:cubicBezTo>
                  <a:pt x="130099" y="250963"/>
                  <a:pt x="130274" y="250963"/>
                  <a:pt x="130362" y="250963"/>
                </a:cubicBezTo>
                <a:cubicBezTo>
                  <a:pt x="131154" y="252721"/>
                  <a:pt x="130274" y="258790"/>
                  <a:pt x="128516" y="263541"/>
                </a:cubicBezTo>
                <a:cubicBezTo>
                  <a:pt x="127724" y="265563"/>
                  <a:pt x="128339" y="267850"/>
                  <a:pt x="130011" y="269259"/>
                </a:cubicBezTo>
                <a:cubicBezTo>
                  <a:pt x="133705" y="272249"/>
                  <a:pt x="129835" y="277351"/>
                  <a:pt x="129043" y="278319"/>
                </a:cubicBezTo>
                <a:cubicBezTo>
                  <a:pt x="128075" y="279463"/>
                  <a:pt x="127724" y="280958"/>
                  <a:pt x="127987" y="282453"/>
                </a:cubicBezTo>
                <a:cubicBezTo>
                  <a:pt x="128427" y="285093"/>
                  <a:pt x="127987" y="287116"/>
                  <a:pt x="126492" y="288962"/>
                </a:cubicBezTo>
                <a:cubicBezTo>
                  <a:pt x="123677" y="292393"/>
                  <a:pt x="114441" y="298200"/>
                  <a:pt x="84005" y="297759"/>
                </a:cubicBezTo>
                <a:moveTo>
                  <a:pt x="149187" y="10116"/>
                </a:moveTo>
                <a:cubicBezTo>
                  <a:pt x="225892" y="10116"/>
                  <a:pt x="288347" y="72482"/>
                  <a:pt x="288347" y="149187"/>
                </a:cubicBezTo>
                <a:cubicBezTo>
                  <a:pt x="288347" y="225980"/>
                  <a:pt x="225892" y="288347"/>
                  <a:pt x="149187" y="288347"/>
                </a:cubicBezTo>
                <a:cubicBezTo>
                  <a:pt x="145579" y="288347"/>
                  <a:pt x="141709" y="288172"/>
                  <a:pt x="137928" y="287819"/>
                </a:cubicBezTo>
                <a:cubicBezTo>
                  <a:pt x="137928" y="287555"/>
                  <a:pt x="138015" y="287204"/>
                  <a:pt x="138015" y="286851"/>
                </a:cubicBezTo>
                <a:cubicBezTo>
                  <a:pt x="138103" y="286500"/>
                  <a:pt x="138103" y="286236"/>
                  <a:pt x="138103" y="285973"/>
                </a:cubicBezTo>
                <a:cubicBezTo>
                  <a:pt x="138191" y="284917"/>
                  <a:pt x="138279" y="283949"/>
                  <a:pt x="138191" y="282893"/>
                </a:cubicBezTo>
                <a:cubicBezTo>
                  <a:pt x="139775" y="280431"/>
                  <a:pt x="142150" y="275857"/>
                  <a:pt x="141622" y="270930"/>
                </a:cubicBezTo>
                <a:cubicBezTo>
                  <a:pt x="141446" y="268379"/>
                  <a:pt x="140478" y="266092"/>
                  <a:pt x="138983" y="264069"/>
                </a:cubicBezTo>
                <a:cubicBezTo>
                  <a:pt x="140302" y="259670"/>
                  <a:pt x="141797" y="252721"/>
                  <a:pt x="139863" y="247444"/>
                </a:cubicBezTo>
                <a:cubicBezTo>
                  <a:pt x="150506" y="243396"/>
                  <a:pt x="167922" y="236800"/>
                  <a:pt x="173376" y="234601"/>
                </a:cubicBezTo>
                <a:cubicBezTo>
                  <a:pt x="179710" y="232050"/>
                  <a:pt x="185252" y="223693"/>
                  <a:pt x="183141" y="216392"/>
                </a:cubicBezTo>
                <a:cubicBezTo>
                  <a:pt x="183141" y="216127"/>
                  <a:pt x="183053" y="215952"/>
                  <a:pt x="182965" y="215688"/>
                </a:cubicBezTo>
                <a:cubicBezTo>
                  <a:pt x="182261" y="213840"/>
                  <a:pt x="180766" y="211202"/>
                  <a:pt x="177160" y="209531"/>
                </a:cubicBezTo>
                <a:cubicBezTo>
                  <a:pt x="173993" y="208036"/>
                  <a:pt x="169331" y="207332"/>
                  <a:pt x="162382" y="208563"/>
                </a:cubicBezTo>
                <a:cubicBezTo>
                  <a:pt x="151209" y="210585"/>
                  <a:pt x="138808" y="214193"/>
                  <a:pt x="127812" y="217360"/>
                </a:cubicBezTo>
                <a:cubicBezTo>
                  <a:pt x="117520" y="220438"/>
                  <a:pt x="107755" y="223253"/>
                  <a:pt x="102653" y="223605"/>
                </a:cubicBezTo>
                <a:cubicBezTo>
                  <a:pt x="92626" y="224309"/>
                  <a:pt x="80575" y="223693"/>
                  <a:pt x="79695" y="216656"/>
                </a:cubicBezTo>
                <a:cubicBezTo>
                  <a:pt x="79431" y="214722"/>
                  <a:pt x="79343" y="211906"/>
                  <a:pt x="79343" y="209003"/>
                </a:cubicBezTo>
                <a:cubicBezTo>
                  <a:pt x="79080" y="198887"/>
                  <a:pt x="78815" y="186308"/>
                  <a:pt x="71075" y="180854"/>
                </a:cubicBezTo>
                <a:cubicBezTo>
                  <a:pt x="67028" y="178128"/>
                  <a:pt x="61927" y="177775"/>
                  <a:pt x="55857" y="179886"/>
                </a:cubicBezTo>
                <a:cubicBezTo>
                  <a:pt x="48556" y="182438"/>
                  <a:pt x="49875" y="190882"/>
                  <a:pt x="51019" y="198272"/>
                </a:cubicBezTo>
                <a:cubicBezTo>
                  <a:pt x="51811" y="203109"/>
                  <a:pt x="52690" y="208476"/>
                  <a:pt x="51546" y="211641"/>
                </a:cubicBezTo>
                <a:cubicBezTo>
                  <a:pt x="51019" y="213050"/>
                  <a:pt x="50315" y="214808"/>
                  <a:pt x="49524" y="216744"/>
                </a:cubicBezTo>
                <a:cubicBezTo>
                  <a:pt x="49083" y="217887"/>
                  <a:pt x="48556" y="219206"/>
                  <a:pt x="48028" y="220438"/>
                </a:cubicBezTo>
                <a:cubicBezTo>
                  <a:pt x="47852" y="220879"/>
                  <a:pt x="47676" y="221319"/>
                  <a:pt x="47501" y="221757"/>
                </a:cubicBezTo>
                <a:cubicBezTo>
                  <a:pt x="47060" y="222990"/>
                  <a:pt x="46533" y="224221"/>
                  <a:pt x="46093" y="225628"/>
                </a:cubicBezTo>
                <a:cubicBezTo>
                  <a:pt x="46004" y="225892"/>
                  <a:pt x="45828" y="226155"/>
                  <a:pt x="45741" y="226508"/>
                </a:cubicBezTo>
                <a:cubicBezTo>
                  <a:pt x="45213" y="228003"/>
                  <a:pt x="44597" y="229675"/>
                  <a:pt x="44070" y="231346"/>
                </a:cubicBezTo>
                <a:cubicBezTo>
                  <a:pt x="43894" y="231785"/>
                  <a:pt x="43805" y="232226"/>
                  <a:pt x="43629" y="232665"/>
                </a:cubicBezTo>
                <a:cubicBezTo>
                  <a:pt x="43190" y="234074"/>
                  <a:pt x="42751" y="235481"/>
                  <a:pt x="42310" y="236888"/>
                </a:cubicBezTo>
                <a:cubicBezTo>
                  <a:pt x="42222" y="237239"/>
                  <a:pt x="42134" y="237504"/>
                  <a:pt x="42046" y="237856"/>
                </a:cubicBezTo>
                <a:cubicBezTo>
                  <a:pt x="21374" y="212962"/>
                  <a:pt x="10116" y="181822"/>
                  <a:pt x="10116" y="149187"/>
                </a:cubicBezTo>
                <a:cubicBezTo>
                  <a:pt x="10116" y="72482"/>
                  <a:pt x="72482" y="10116"/>
                  <a:pt x="149187" y="1011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401">
            <a:extLst xmlns:a="http://schemas.openxmlformats.org/drawingml/2006/main">
              <a:ext uri="{FF2B5EF4-FFF2-40B4-BE49-F238E27FC236}">
                <a16:creationId xmlns:a16="http://schemas.microsoft.com/office/drawing/2014/main" id="{C01F5C0C-0635-46B2-A310-0FB0F5B7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317" y="1072617"/>
            <a:ext cx="298465" cy="307876"/>
          </a:xfrm>
          <a:custGeom xmlns:a="http://schemas.openxmlformats.org/drawingml/2006/main">
            <a:pathLst>
              <a:path w="298465" h="307876">
                <a:moveTo>
                  <a:pt x="38967" y="265301"/>
                </a:moveTo>
                <a:cubicBezTo>
                  <a:pt x="41076" y="283334"/>
                  <a:pt x="48031" y="307437"/>
                  <a:pt x="83920" y="307876"/>
                </a:cubicBezTo>
                <a:cubicBezTo>
                  <a:pt x="84884" y="307876"/>
                  <a:pt x="85938" y="307876"/>
                  <a:pt x="86907" y="307876"/>
                </a:cubicBezTo>
                <a:cubicBezTo>
                  <a:pt x="109777" y="307876"/>
                  <a:pt x="124645" y="304444"/>
                  <a:pt x="132296" y="297408"/>
                </a:cubicBezTo>
                <a:cubicBezTo>
                  <a:pt x="138106" y="298113"/>
                  <a:pt x="143734" y="298465"/>
                  <a:pt x="149187" y="298465"/>
                </a:cubicBezTo>
                <a:cubicBezTo>
                  <a:pt x="231520" y="298465"/>
                  <a:pt x="298465" y="231520"/>
                  <a:pt x="298465" y="149187"/>
                </a:cubicBezTo>
                <a:cubicBezTo>
                  <a:pt x="298465" y="66942"/>
                  <a:pt x="231520" y="0"/>
                  <a:pt x="149187" y="0"/>
                </a:cubicBezTo>
                <a:cubicBezTo>
                  <a:pt x="66939" y="0"/>
                  <a:pt x="0" y="66942"/>
                  <a:pt x="0" y="149187"/>
                </a:cubicBezTo>
                <a:cubicBezTo>
                  <a:pt x="0" y="186834"/>
                  <a:pt x="13983" y="222548"/>
                  <a:pt x="39410" y="250171"/>
                </a:cubicBezTo>
                <a:cubicBezTo>
                  <a:pt x="38616" y="255711"/>
                  <a:pt x="38440" y="260727"/>
                  <a:pt x="38967" y="265301"/>
                </a:cubicBezTo>
                <a:moveTo>
                  <a:pt x="84005" y="297762"/>
                </a:moveTo>
                <a:cubicBezTo>
                  <a:pt x="56646" y="297408"/>
                  <a:pt x="51017" y="281395"/>
                  <a:pt x="48994" y="264156"/>
                </a:cubicBezTo>
                <a:cubicBezTo>
                  <a:pt x="48467" y="259934"/>
                  <a:pt x="48733" y="254920"/>
                  <a:pt x="49697" y="249380"/>
                </a:cubicBezTo>
                <a:cubicBezTo>
                  <a:pt x="51635" y="238648"/>
                  <a:pt x="56034" y="227743"/>
                  <a:pt x="58936" y="220527"/>
                </a:cubicBezTo>
                <a:cubicBezTo>
                  <a:pt x="59729" y="218416"/>
                  <a:pt x="60432" y="216656"/>
                  <a:pt x="61044" y="215162"/>
                </a:cubicBezTo>
                <a:cubicBezTo>
                  <a:pt x="63067" y="209531"/>
                  <a:pt x="62013" y="202758"/>
                  <a:pt x="61044" y="196688"/>
                </a:cubicBezTo>
                <a:cubicBezTo>
                  <a:pt x="60693" y="194313"/>
                  <a:pt x="60081" y="190796"/>
                  <a:pt x="60256" y="189124"/>
                </a:cubicBezTo>
                <a:cubicBezTo>
                  <a:pt x="62013" y="188597"/>
                  <a:pt x="64037" y="188333"/>
                  <a:pt x="65267" y="189208"/>
                </a:cubicBezTo>
                <a:cubicBezTo>
                  <a:pt x="68877" y="191674"/>
                  <a:pt x="69053" y="202670"/>
                  <a:pt x="69229" y="209268"/>
                </a:cubicBezTo>
                <a:cubicBezTo>
                  <a:pt x="69314" y="212433"/>
                  <a:pt x="69405" y="215423"/>
                  <a:pt x="69665" y="217974"/>
                </a:cubicBezTo>
                <a:cubicBezTo>
                  <a:pt x="70634" y="226155"/>
                  <a:pt x="77323" y="235567"/>
                  <a:pt x="103356" y="233719"/>
                </a:cubicBezTo>
                <a:cubicBezTo>
                  <a:pt x="109517" y="233283"/>
                  <a:pt x="119277" y="230378"/>
                  <a:pt x="130630" y="227122"/>
                </a:cubicBezTo>
                <a:cubicBezTo>
                  <a:pt x="141354" y="223956"/>
                  <a:pt x="153585" y="220439"/>
                  <a:pt x="164230" y="218504"/>
                </a:cubicBezTo>
                <a:cubicBezTo>
                  <a:pt x="170652" y="217362"/>
                  <a:pt x="173293" y="218504"/>
                  <a:pt x="173469" y="219122"/>
                </a:cubicBezTo>
                <a:cubicBezTo>
                  <a:pt x="173905" y="220703"/>
                  <a:pt x="171882" y="224311"/>
                  <a:pt x="169592" y="225277"/>
                </a:cubicBezTo>
                <a:cubicBezTo>
                  <a:pt x="161855" y="228355"/>
                  <a:pt x="127989" y="241113"/>
                  <a:pt x="127631" y="241289"/>
                </a:cubicBezTo>
                <a:cubicBezTo>
                  <a:pt x="125347" y="242165"/>
                  <a:pt x="123942" y="244630"/>
                  <a:pt x="124560" y="247090"/>
                </a:cubicBezTo>
                <a:cubicBezTo>
                  <a:pt x="125087" y="249556"/>
                  <a:pt x="127371" y="251228"/>
                  <a:pt x="129921" y="251052"/>
                </a:cubicBezTo>
                <a:cubicBezTo>
                  <a:pt x="130097" y="250961"/>
                  <a:pt x="130273" y="250961"/>
                  <a:pt x="130364" y="251052"/>
                </a:cubicBezTo>
                <a:cubicBezTo>
                  <a:pt x="131157" y="252721"/>
                  <a:pt x="130273" y="258792"/>
                  <a:pt x="128516" y="263541"/>
                </a:cubicBezTo>
                <a:cubicBezTo>
                  <a:pt x="127722" y="265565"/>
                  <a:pt x="128340" y="267855"/>
                  <a:pt x="130006" y="269258"/>
                </a:cubicBezTo>
                <a:cubicBezTo>
                  <a:pt x="133708" y="272253"/>
                  <a:pt x="129831" y="277351"/>
                  <a:pt x="129043" y="278321"/>
                </a:cubicBezTo>
                <a:cubicBezTo>
                  <a:pt x="128074" y="279463"/>
                  <a:pt x="127722" y="280959"/>
                  <a:pt x="127989" y="282453"/>
                </a:cubicBezTo>
                <a:cubicBezTo>
                  <a:pt x="128431" y="285094"/>
                  <a:pt x="127989" y="287118"/>
                  <a:pt x="126492" y="288965"/>
                </a:cubicBezTo>
                <a:cubicBezTo>
                  <a:pt x="123675" y="292391"/>
                  <a:pt x="114436" y="298198"/>
                  <a:pt x="84005" y="297762"/>
                </a:cubicBezTo>
                <a:moveTo>
                  <a:pt x="149187" y="10114"/>
                </a:moveTo>
                <a:cubicBezTo>
                  <a:pt x="225892" y="10114"/>
                  <a:pt x="288347" y="72482"/>
                  <a:pt x="288347" y="149187"/>
                </a:cubicBezTo>
                <a:cubicBezTo>
                  <a:pt x="288347" y="225980"/>
                  <a:pt x="225892" y="288344"/>
                  <a:pt x="149187" y="288344"/>
                </a:cubicBezTo>
                <a:cubicBezTo>
                  <a:pt x="145576" y="288344"/>
                  <a:pt x="141711" y="288169"/>
                  <a:pt x="137931" y="287908"/>
                </a:cubicBezTo>
                <a:cubicBezTo>
                  <a:pt x="137931" y="287557"/>
                  <a:pt x="138015" y="287202"/>
                  <a:pt x="138015" y="286851"/>
                </a:cubicBezTo>
                <a:cubicBezTo>
                  <a:pt x="138106" y="286500"/>
                  <a:pt x="138106" y="286236"/>
                  <a:pt x="138106" y="285969"/>
                </a:cubicBezTo>
                <a:cubicBezTo>
                  <a:pt x="138191" y="284918"/>
                  <a:pt x="138282" y="283949"/>
                  <a:pt x="138191" y="282895"/>
                </a:cubicBezTo>
                <a:cubicBezTo>
                  <a:pt x="139778" y="280429"/>
                  <a:pt x="142153" y="275946"/>
                  <a:pt x="141620" y="270930"/>
                </a:cubicBezTo>
                <a:cubicBezTo>
                  <a:pt x="141444" y="268379"/>
                  <a:pt x="140481" y="266092"/>
                  <a:pt x="138979" y="264069"/>
                </a:cubicBezTo>
                <a:cubicBezTo>
                  <a:pt x="140305" y="259670"/>
                  <a:pt x="141802" y="252721"/>
                  <a:pt x="139863" y="247444"/>
                </a:cubicBezTo>
                <a:cubicBezTo>
                  <a:pt x="150508" y="243397"/>
                  <a:pt x="167919" y="236800"/>
                  <a:pt x="173378" y="234601"/>
                </a:cubicBezTo>
                <a:cubicBezTo>
                  <a:pt x="179715" y="232050"/>
                  <a:pt x="185252" y="223696"/>
                  <a:pt x="183138" y="216392"/>
                </a:cubicBezTo>
                <a:cubicBezTo>
                  <a:pt x="183138" y="216129"/>
                  <a:pt x="183053" y="215950"/>
                  <a:pt x="182962" y="215690"/>
                </a:cubicBezTo>
                <a:cubicBezTo>
                  <a:pt x="182266" y="213842"/>
                  <a:pt x="180763" y="211200"/>
                  <a:pt x="177158" y="209531"/>
                </a:cubicBezTo>
                <a:cubicBezTo>
                  <a:pt x="173990" y="208035"/>
                  <a:pt x="169331" y="207332"/>
                  <a:pt x="162382" y="208565"/>
                </a:cubicBezTo>
                <a:cubicBezTo>
                  <a:pt x="151210" y="210585"/>
                  <a:pt x="138803" y="214193"/>
                  <a:pt x="127807" y="217362"/>
                </a:cubicBezTo>
                <a:cubicBezTo>
                  <a:pt x="117520" y="220439"/>
                  <a:pt x="107754" y="223253"/>
                  <a:pt x="102653" y="223605"/>
                </a:cubicBezTo>
                <a:cubicBezTo>
                  <a:pt x="92626" y="224311"/>
                  <a:pt x="80576" y="223696"/>
                  <a:pt x="79698" y="216747"/>
                </a:cubicBezTo>
                <a:cubicBezTo>
                  <a:pt x="79431" y="214723"/>
                  <a:pt x="79346" y="211997"/>
                  <a:pt x="79346" y="209001"/>
                </a:cubicBezTo>
                <a:cubicBezTo>
                  <a:pt x="79080" y="198887"/>
                  <a:pt x="78813" y="186310"/>
                  <a:pt x="71077" y="180857"/>
                </a:cubicBezTo>
                <a:cubicBezTo>
                  <a:pt x="67030" y="178128"/>
                  <a:pt x="61928" y="177776"/>
                  <a:pt x="55858" y="179891"/>
                </a:cubicBezTo>
                <a:cubicBezTo>
                  <a:pt x="48558" y="182435"/>
                  <a:pt x="49872" y="190884"/>
                  <a:pt x="51017" y="198272"/>
                </a:cubicBezTo>
                <a:cubicBezTo>
                  <a:pt x="51811" y="203109"/>
                  <a:pt x="52690" y="208477"/>
                  <a:pt x="51544" y="211643"/>
                </a:cubicBezTo>
                <a:cubicBezTo>
                  <a:pt x="51017" y="213051"/>
                  <a:pt x="50315" y="214808"/>
                  <a:pt x="49521" y="216747"/>
                </a:cubicBezTo>
                <a:cubicBezTo>
                  <a:pt x="49085" y="217889"/>
                  <a:pt x="48558" y="219206"/>
                  <a:pt x="48031" y="220527"/>
                </a:cubicBezTo>
                <a:cubicBezTo>
                  <a:pt x="47849" y="220879"/>
                  <a:pt x="47673" y="221321"/>
                  <a:pt x="47497" y="221757"/>
                </a:cubicBezTo>
                <a:cubicBezTo>
                  <a:pt x="47061" y="222990"/>
                  <a:pt x="46534" y="224220"/>
                  <a:pt x="46092" y="225628"/>
                </a:cubicBezTo>
                <a:cubicBezTo>
                  <a:pt x="46007" y="225895"/>
                  <a:pt x="45831" y="226155"/>
                  <a:pt x="45741" y="226510"/>
                </a:cubicBezTo>
                <a:cubicBezTo>
                  <a:pt x="45213" y="228003"/>
                  <a:pt x="44596" y="229675"/>
                  <a:pt x="44068" y="231344"/>
                </a:cubicBezTo>
                <a:cubicBezTo>
                  <a:pt x="43893" y="231787"/>
                  <a:pt x="43808" y="232226"/>
                  <a:pt x="43632" y="232668"/>
                </a:cubicBezTo>
                <a:cubicBezTo>
                  <a:pt x="43190" y="234074"/>
                  <a:pt x="42748" y="235482"/>
                  <a:pt x="42312" y="236891"/>
                </a:cubicBezTo>
                <a:cubicBezTo>
                  <a:pt x="42221" y="237242"/>
                  <a:pt x="42136" y="237506"/>
                  <a:pt x="42045" y="237857"/>
                </a:cubicBezTo>
                <a:cubicBezTo>
                  <a:pt x="21374" y="212963"/>
                  <a:pt x="10117" y="181823"/>
                  <a:pt x="10117" y="149187"/>
                </a:cubicBezTo>
                <a:cubicBezTo>
                  <a:pt x="10117" y="72482"/>
                  <a:pt x="72482" y="10114"/>
                  <a:pt x="149187" y="101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409" name="path-402">
            <a:extLst xmlns:a="http://schemas.openxmlformats.org/drawingml/2006/main">
              <a:ext uri="{FF2B5EF4-FFF2-40B4-BE49-F238E27FC236}">
                <a16:creationId xmlns:a16="http://schemas.microsoft.com/office/drawing/2014/main" id="{8E1E7FF7-B960-4CCE-A391-00CB106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61" y="942872"/>
            <a:ext cx="178479" cy="256240"/>
          </a:xfrm>
          <a:custGeom xmlns:a="http://schemas.openxmlformats.org/drawingml/2006/main">
            <a:pathLst>
              <a:path w="178479" h="256240">
                <a:moveTo>
                  <a:pt x="178479" y="90339"/>
                </a:moveTo>
                <a:cubicBezTo>
                  <a:pt x="178479" y="65358"/>
                  <a:pt x="167748" y="41432"/>
                  <a:pt x="149099" y="24718"/>
                </a:cubicBezTo>
                <a:cubicBezTo>
                  <a:pt x="130539" y="8005"/>
                  <a:pt x="105381" y="0"/>
                  <a:pt x="80312" y="2726"/>
                </a:cubicBezTo>
                <a:cubicBezTo>
                  <a:pt x="39320" y="7300"/>
                  <a:pt x="6685" y="40464"/>
                  <a:pt x="2638" y="81542"/>
                </a:cubicBezTo>
                <a:cubicBezTo>
                  <a:pt x="0" y="109164"/>
                  <a:pt x="10028" y="135728"/>
                  <a:pt x="30171" y="154553"/>
                </a:cubicBezTo>
                <a:cubicBezTo>
                  <a:pt x="37736" y="161678"/>
                  <a:pt x="42134" y="171883"/>
                  <a:pt x="42399" y="182614"/>
                </a:cubicBezTo>
                <a:cubicBezTo>
                  <a:pt x="38793" y="185428"/>
                  <a:pt x="36505" y="189739"/>
                  <a:pt x="36505" y="194666"/>
                </a:cubicBezTo>
                <a:lnTo>
                  <a:pt x="36505" y="217712"/>
                </a:lnTo>
                <a:cubicBezTo>
                  <a:pt x="36505" y="226243"/>
                  <a:pt x="43454" y="233106"/>
                  <a:pt x="51900" y="233106"/>
                </a:cubicBezTo>
                <a:lnTo>
                  <a:pt x="54626" y="233106"/>
                </a:lnTo>
                <a:lnTo>
                  <a:pt x="62807" y="251666"/>
                </a:lnTo>
                <a:cubicBezTo>
                  <a:pt x="64038" y="254392"/>
                  <a:pt x="66853" y="256240"/>
                  <a:pt x="69844" y="256240"/>
                </a:cubicBezTo>
                <a:lnTo>
                  <a:pt x="110923" y="256240"/>
                </a:lnTo>
                <a:cubicBezTo>
                  <a:pt x="114002" y="256240"/>
                  <a:pt x="116729" y="254392"/>
                  <a:pt x="117961" y="251666"/>
                </a:cubicBezTo>
                <a:lnTo>
                  <a:pt x="126229" y="233106"/>
                </a:lnTo>
                <a:lnTo>
                  <a:pt x="128868" y="233106"/>
                </a:lnTo>
                <a:cubicBezTo>
                  <a:pt x="137400" y="233106"/>
                  <a:pt x="144262" y="226155"/>
                  <a:pt x="144262" y="217712"/>
                </a:cubicBezTo>
                <a:lnTo>
                  <a:pt x="144262" y="194578"/>
                </a:lnTo>
                <a:cubicBezTo>
                  <a:pt x="144262" y="189739"/>
                  <a:pt x="141975" y="185428"/>
                  <a:pt x="138368" y="182614"/>
                </a:cubicBezTo>
                <a:cubicBezTo>
                  <a:pt x="138632" y="171795"/>
                  <a:pt x="142854" y="161767"/>
                  <a:pt x="150067" y="154992"/>
                </a:cubicBezTo>
                <a:cubicBezTo>
                  <a:pt x="168188" y="138456"/>
                  <a:pt x="178479" y="114882"/>
                  <a:pt x="178479" y="90339"/>
                </a:cubicBezTo>
                <a:moveTo>
                  <a:pt x="105908" y="240847"/>
                </a:moveTo>
                <a:lnTo>
                  <a:pt x="74858" y="240847"/>
                </a:lnTo>
                <a:lnTo>
                  <a:pt x="71427" y="233106"/>
                </a:lnTo>
                <a:lnTo>
                  <a:pt x="109340" y="233106"/>
                </a:lnTo>
                <a:lnTo>
                  <a:pt x="105908" y="240847"/>
                </a:lnTo>
                <a:moveTo>
                  <a:pt x="51900" y="217712"/>
                </a:moveTo>
                <a:lnTo>
                  <a:pt x="51900" y="194666"/>
                </a:lnTo>
                <a:lnTo>
                  <a:pt x="128868" y="194578"/>
                </a:lnTo>
                <a:lnTo>
                  <a:pt x="128868" y="217712"/>
                </a:lnTo>
                <a:lnTo>
                  <a:pt x="51900" y="217712"/>
                </a:lnTo>
                <a:moveTo>
                  <a:pt x="123063" y="179183"/>
                </a:moveTo>
                <a:lnTo>
                  <a:pt x="57616" y="179271"/>
                </a:lnTo>
                <a:cubicBezTo>
                  <a:pt x="56561" y="165548"/>
                  <a:pt x="50580" y="152618"/>
                  <a:pt x="40728" y="143382"/>
                </a:cubicBezTo>
                <a:cubicBezTo>
                  <a:pt x="24015" y="127813"/>
                  <a:pt x="15745" y="105821"/>
                  <a:pt x="18033" y="83037"/>
                </a:cubicBezTo>
                <a:cubicBezTo>
                  <a:pt x="21200" y="49700"/>
                  <a:pt x="48732" y="21727"/>
                  <a:pt x="81982" y="18033"/>
                </a:cubicBezTo>
                <a:cubicBezTo>
                  <a:pt x="103094" y="15746"/>
                  <a:pt x="123238" y="22168"/>
                  <a:pt x="138895" y="36153"/>
                </a:cubicBezTo>
                <a:cubicBezTo>
                  <a:pt x="154289" y="49963"/>
                  <a:pt x="163086" y="69667"/>
                  <a:pt x="163086" y="90339"/>
                </a:cubicBezTo>
                <a:cubicBezTo>
                  <a:pt x="163086" y="110571"/>
                  <a:pt x="154553" y="130011"/>
                  <a:pt x="139687" y="143733"/>
                </a:cubicBezTo>
                <a:cubicBezTo>
                  <a:pt x="130012" y="152618"/>
                  <a:pt x="124118" y="165372"/>
                  <a:pt x="123150" y="179271"/>
                </a:cubicBezTo>
                <a:lnTo>
                  <a:pt x="123063" y="17918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03">
            <a:extLst xmlns:a="http://schemas.openxmlformats.org/drawingml/2006/main">
              <a:ext uri="{FF2B5EF4-FFF2-40B4-BE49-F238E27FC236}">
                <a16:creationId xmlns:a16="http://schemas.microsoft.com/office/drawing/2014/main" id="{F6212DC1-E624-4671-B7ED-D0EAED9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60" y="942872"/>
            <a:ext cx="178479" cy="256238"/>
          </a:xfrm>
          <a:custGeom xmlns:a="http://schemas.openxmlformats.org/drawingml/2006/main">
            <a:pathLst>
              <a:path w="178479" h="256238">
                <a:moveTo>
                  <a:pt x="178479" y="90339"/>
                </a:moveTo>
                <a:cubicBezTo>
                  <a:pt x="178479" y="65358"/>
                  <a:pt x="167750" y="41430"/>
                  <a:pt x="149102" y="24718"/>
                </a:cubicBezTo>
                <a:cubicBezTo>
                  <a:pt x="130539" y="8006"/>
                  <a:pt x="105379" y="0"/>
                  <a:pt x="80310" y="2726"/>
                </a:cubicBezTo>
                <a:cubicBezTo>
                  <a:pt x="39319" y="7300"/>
                  <a:pt x="6688" y="40464"/>
                  <a:pt x="2641" y="81542"/>
                </a:cubicBezTo>
                <a:cubicBezTo>
                  <a:pt x="0" y="109165"/>
                  <a:pt x="10027" y="135728"/>
                  <a:pt x="30171" y="154552"/>
                </a:cubicBezTo>
                <a:cubicBezTo>
                  <a:pt x="37737" y="161676"/>
                  <a:pt x="42136" y="171882"/>
                  <a:pt x="42402" y="182611"/>
                </a:cubicBezTo>
                <a:cubicBezTo>
                  <a:pt x="38792" y="185516"/>
                  <a:pt x="36502" y="189736"/>
                  <a:pt x="36502" y="194664"/>
                </a:cubicBezTo>
                <a:lnTo>
                  <a:pt x="36502" y="217710"/>
                </a:lnTo>
                <a:cubicBezTo>
                  <a:pt x="36502" y="226246"/>
                  <a:pt x="43451" y="233104"/>
                  <a:pt x="51896" y="233104"/>
                </a:cubicBezTo>
                <a:lnTo>
                  <a:pt x="54622" y="233104"/>
                </a:lnTo>
                <a:lnTo>
                  <a:pt x="62807" y="251664"/>
                </a:lnTo>
                <a:cubicBezTo>
                  <a:pt x="64037" y="254390"/>
                  <a:pt x="66854" y="256238"/>
                  <a:pt x="69841" y="256238"/>
                </a:cubicBezTo>
                <a:lnTo>
                  <a:pt x="110922" y="256238"/>
                </a:lnTo>
                <a:cubicBezTo>
                  <a:pt x="114000" y="256238"/>
                  <a:pt x="116726" y="254390"/>
                  <a:pt x="117962" y="251664"/>
                </a:cubicBezTo>
                <a:lnTo>
                  <a:pt x="126226" y="233104"/>
                </a:lnTo>
                <a:lnTo>
                  <a:pt x="128867" y="233104"/>
                </a:lnTo>
                <a:cubicBezTo>
                  <a:pt x="137397" y="233104"/>
                  <a:pt x="144262" y="226155"/>
                  <a:pt x="144262" y="217710"/>
                </a:cubicBezTo>
                <a:lnTo>
                  <a:pt x="144262" y="194664"/>
                </a:lnTo>
                <a:cubicBezTo>
                  <a:pt x="144262" y="189736"/>
                  <a:pt x="141971" y="185428"/>
                  <a:pt x="138367" y="182611"/>
                </a:cubicBezTo>
                <a:cubicBezTo>
                  <a:pt x="138633" y="171791"/>
                  <a:pt x="142856" y="161767"/>
                  <a:pt x="150065" y="154994"/>
                </a:cubicBezTo>
                <a:cubicBezTo>
                  <a:pt x="168186" y="138452"/>
                  <a:pt x="178479" y="114882"/>
                  <a:pt x="178479" y="90339"/>
                </a:cubicBezTo>
                <a:moveTo>
                  <a:pt x="105906" y="240844"/>
                </a:moveTo>
                <a:lnTo>
                  <a:pt x="109341" y="233104"/>
                </a:lnTo>
                <a:lnTo>
                  <a:pt x="71428" y="233104"/>
                </a:lnTo>
                <a:lnTo>
                  <a:pt x="74857" y="240844"/>
                </a:lnTo>
                <a:close/>
                <a:moveTo>
                  <a:pt x="51896" y="217710"/>
                </a:moveTo>
                <a:lnTo>
                  <a:pt x="128867" y="217710"/>
                </a:lnTo>
                <a:lnTo>
                  <a:pt x="128867" y="194664"/>
                </a:lnTo>
                <a:lnTo>
                  <a:pt x="51896" y="194664"/>
                </a:lnTo>
                <a:close/>
                <a:moveTo>
                  <a:pt x="123063" y="179270"/>
                </a:moveTo>
                <a:lnTo>
                  <a:pt x="57615" y="179270"/>
                </a:lnTo>
                <a:cubicBezTo>
                  <a:pt x="56561" y="165548"/>
                  <a:pt x="50575" y="152619"/>
                  <a:pt x="40724" y="143380"/>
                </a:cubicBezTo>
                <a:cubicBezTo>
                  <a:pt x="24009" y="127810"/>
                  <a:pt x="15746" y="105818"/>
                  <a:pt x="18036" y="83036"/>
                </a:cubicBezTo>
                <a:cubicBezTo>
                  <a:pt x="21198" y="49697"/>
                  <a:pt x="48733" y="21728"/>
                  <a:pt x="81982" y="18030"/>
                </a:cubicBezTo>
                <a:cubicBezTo>
                  <a:pt x="103095" y="15746"/>
                  <a:pt x="123239" y="22168"/>
                  <a:pt x="138894" y="36150"/>
                </a:cubicBezTo>
                <a:cubicBezTo>
                  <a:pt x="154288" y="49963"/>
                  <a:pt x="163085" y="69665"/>
                  <a:pt x="163085" y="90339"/>
                </a:cubicBezTo>
                <a:cubicBezTo>
                  <a:pt x="163085" y="110568"/>
                  <a:pt x="154555" y="130009"/>
                  <a:pt x="139681" y="143731"/>
                </a:cubicBezTo>
                <a:cubicBezTo>
                  <a:pt x="130012" y="152619"/>
                  <a:pt x="124111" y="165369"/>
                  <a:pt x="123148" y="179270"/>
                </a:cubicBezTo>
                <a:lnTo>
                  <a:pt x="123063" y="179270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11" name="path-404">
            <a:extLst xmlns:a="http://schemas.openxmlformats.org/drawingml/2006/main">
              <a:ext uri="{FF2B5EF4-FFF2-40B4-BE49-F238E27FC236}">
                <a16:creationId xmlns:a16="http://schemas.microsoft.com/office/drawing/2014/main" id="{9345972F-CE10-486F-8039-C20178CC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23" y="979378"/>
            <a:ext cx="57265" cy="57439"/>
          </a:xfrm>
          <a:custGeom xmlns:a="http://schemas.openxmlformats.org/drawingml/2006/main">
            <a:pathLst>
              <a:path w="57265" h="57439">
                <a:moveTo>
                  <a:pt x="48293" y="438"/>
                </a:moveTo>
                <a:cubicBezTo>
                  <a:pt x="23047" y="3253"/>
                  <a:pt x="2903" y="23661"/>
                  <a:pt x="439" y="48995"/>
                </a:cubicBezTo>
                <a:cubicBezTo>
                  <a:pt x="0" y="53304"/>
                  <a:pt x="3167" y="57000"/>
                  <a:pt x="7389" y="57439"/>
                </a:cubicBezTo>
                <a:cubicBezTo>
                  <a:pt x="7653" y="57439"/>
                  <a:pt x="7830" y="57439"/>
                  <a:pt x="8092" y="57439"/>
                </a:cubicBezTo>
                <a:cubicBezTo>
                  <a:pt x="12052" y="57439"/>
                  <a:pt x="15394" y="54448"/>
                  <a:pt x="15745" y="50490"/>
                </a:cubicBezTo>
                <a:cubicBezTo>
                  <a:pt x="17505" y="32633"/>
                  <a:pt x="32195" y="17768"/>
                  <a:pt x="49963" y="15744"/>
                </a:cubicBezTo>
                <a:cubicBezTo>
                  <a:pt x="54186" y="15305"/>
                  <a:pt x="57265" y="11521"/>
                  <a:pt x="56825" y="7300"/>
                </a:cubicBezTo>
                <a:cubicBezTo>
                  <a:pt x="56297" y="3078"/>
                  <a:pt x="52603" y="0"/>
                  <a:pt x="48293" y="43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405">
            <a:extLst xmlns:a="http://schemas.openxmlformats.org/drawingml/2006/main">
              <a:ext uri="{FF2B5EF4-FFF2-40B4-BE49-F238E27FC236}">
                <a16:creationId xmlns:a16="http://schemas.microsoft.com/office/drawing/2014/main" id="{66531462-B84F-440E-AEDE-5E95A2E0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23" y="979464"/>
            <a:ext cx="57264" cy="57354"/>
          </a:xfrm>
          <a:custGeom xmlns:a="http://schemas.openxmlformats.org/drawingml/2006/main">
            <a:pathLst>
              <a:path w="57264" h="57354">
                <a:moveTo>
                  <a:pt x="48291" y="354"/>
                </a:moveTo>
                <a:cubicBezTo>
                  <a:pt x="23046" y="3165"/>
                  <a:pt x="2902" y="23573"/>
                  <a:pt x="442" y="48997"/>
                </a:cubicBezTo>
                <a:cubicBezTo>
                  <a:pt x="0" y="53217"/>
                  <a:pt x="3162" y="56912"/>
                  <a:pt x="7385" y="57354"/>
                </a:cubicBezTo>
                <a:cubicBezTo>
                  <a:pt x="7652" y="57354"/>
                  <a:pt x="7827" y="57354"/>
                  <a:pt x="8088" y="57354"/>
                </a:cubicBezTo>
                <a:cubicBezTo>
                  <a:pt x="12050" y="57354"/>
                  <a:pt x="15388" y="54449"/>
                  <a:pt x="15746" y="50406"/>
                </a:cubicBezTo>
                <a:cubicBezTo>
                  <a:pt x="17503" y="32636"/>
                  <a:pt x="32194" y="17681"/>
                  <a:pt x="49963" y="15658"/>
                </a:cubicBezTo>
                <a:cubicBezTo>
                  <a:pt x="54186" y="15219"/>
                  <a:pt x="57264" y="11435"/>
                  <a:pt x="56821" y="7212"/>
                </a:cubicBezTo>
                <a:cubicBezTo>
                  <a:pt x="56294" y="2990"/>
                  <a:pt x="52599" y="0"/>
                  <a:pt x="48291" y="354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13" name="path-406">
            <a:extLst xmlns:a="http://schemas.openxmlformats.org/drawingml/2006/main">
              <a:ext uri="{FF2B5EF4-FFF2-40B4-BE49-F238E27FC236}">
                <a16:creationId xmlns:a16="http://schemas.microsoft.com/office/drawing/2014/main" id="{ADCBEBB9-6EE7-4F2E-AA8C-80CAD681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9" y="891236"/>
            <a:ext cx="15482" cy="38440"/>
          </a:xfrm>
          <a:custGeom xmlns:a="http://schemas.openxmlformats.org/drawingml/2006/main">
            <a:pathLst>
              <a:path w="15482" h="38440">
                <a:moveTo>
                  <a:pt x="7741" y="38440"/>
                </a:moveTo>
                <a:cubicBezTo>
                  <a:pt x="11963" y="38440"/>
                  <a:pt x="15482" y="35010"/>
                  <a:pt x="15482" y="30789"/>
                </a:cubicBezTo>
                <a:lnTo>
                  <a:pt x="15394" y="7653"/>
                </a:lnTo>
                <a:cubicBezTo>
                  <a:pt x="15394" y="3431"/>
                  <a:pt x="11963" y="0"/>
                  <a:pt x="7741" y="0"/>
                </a:cubicBezTo>
                <a:cubicBezTo>
                  <a:pt x="3518" y="0"/>
                  <a:pt x="0" y="3431"/>
                  <a:pt x="0" y="7653"/>
                </a:cubicBezTo>
                <a:lnTo>
                  <a:pt x="88" y="30789"/>
                </a:lnTo>
                <a:cubicBezTo>
                  <a:pt x="88" y="35010"/>
                  <a:pt x="3518" y="38440"/>
                  <a:pt x="7741" y="3844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07">
            <a:extLst xmlns:a="http://schemas.openxmlformats.org/drawingml/2006/main">
              <a:ext uri="{FF2B5EF4-FFF2-40B4-BE49-F238E27FC236}">
                <a16:creationId xmlns:a16="http://schemas.microsoft.com/office/drawing/2014/main" id="{A1198DE4-BC5E-448A-93C7-E646052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9" y="891233"/>
            <a:ext cx="15479" cy="38443"/>
          </a:xfrm>
          <a:custGeom xmlns:a="http://schemas.openxmlformats.org/drawingml/2006/main">
            <a:pathLst>
              <a:path w="15479" h="38443">
                <a:moveTo>
                  <a:pt x="7737" y="38443"/>
                </a:moveTo>
                <a:cubicBezTo>
                  <a:pt x="11959" y="38443"/>
                  <a:pt x="15479" y="35011"/>
                  <a:pt x="15479" y="30789"/>
                </a:cubicBezTo>
                <a:lnTo>
                  <a:pt x="15394" y="7655"/>
                </a:lnTo>
                <a:cubicBezTo>
                  <a:pt x="15394" y="3432"/>
                  <a:pt x="11959" y="0"/>
                  <a:pt x="7737" y="0"/>
                </a:cubicBezTo>
                <a:cubicBezTo>
                  <a:pt x="3514" y="0"/>
                  <a:pt x="0" y="3432"/>
                  <a:pt x="0" y="7655"/>
                </a:cubicBezTo>
                <a:lnTo>
                  <a:pt x="85" y="30789"/>
                </a:lnTo>
                <a:cubicBezTo>
                  <a:pt x="85" y="35011"/>
                  <a:pt x="3514" y="38443"/>
                  <a:pt x="7737" y="384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15" name="path-408">
            <a:extLst xmlns:a="http://schemas.openxmlformats.org/drawingml/2006/main">
              <a:ext uri="{FF2B5EF4-FFF2-40B4-BE49-F238E27FC236}">
                <a16:creationId xmlns:a16="http://schemas.microsoft.com/office/drawing/2014/main" id="{58ADDF5E-ACAD-43CF-8D01-674BEE91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09" y="933284"/>
            <a:ext cx="33251" cy="32458"/>
          </a:xfrm>
          <a:custGeom xmlns:a="http://schemas.openxmlformats.org/drawingml/2006/main">
            <a:pathLst>
              <a:path w="33251" h="32458">
                <a:moveTo>
                  <a:pt x="19353" y="30258"/>
                </a:moveTo>
                <a:cubicBezTo>
                  <a:pt x="20848" y="31755"/>
                  <a:pt x="22872" y="32458"/>
                  <a:pt x="24807" y="32458"/>
                </a:cubicBezTo>
                <a:cubicBezTo>
                  <a:pt x="26830" y="32458"/>
                  <a:pt x="28765" y="31755"/>
                  <a:pt x="30261" y="30258"/>
                </a:cubicBezTo>
                <a:cubicBezTo>
                  <a:pt x="33251" y="27269"/>
                  <a:pt x="33251" y="22342"/>
                  <a:pt x="30261" y="19352"/>
                </a:cubicBezTo>
                <a:lnTo>
                  <a:pt x="13899" y="2990"/>
                </a:lnTo>
                <a:cubicBezTo>
                  <a:pt x="10908" y="0"/>
                  <a:pt x="6070" y="0"/>
                  <a:pt x="3080" y="3078"/>
                </a:cubicBezTo>
                <a:cubicBezTo>
                  <a:pt x="0" y="6069"/>
                  <a:pt x="0" y="10907"/>
                  <a:pt x="3080" y="13898"/>
                </a:cubicBezTo>
                <a:lnTo>
                  <a:pt x="19353" y="30258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09">
            <a:extLst xmlns:a="http://schemas.openxmlformats.org/drawingml/2006/main">
              <a:ext uri="{FF2B5EF4-FFF2-40B4-BE49-F238E27FC236}">
                <a16:creationId xmlns:a16="http://schemas.microsoft.com/office/drawing/2014/main" id="{F9A376AB-1AA3-4E8F-A1D1-09DE05C9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10" y="933284"/>
            <a:ext cx="33248" cy="32458"/>
          </a:xfrm>
          <a:custGeom xmlns:a="http://schemas.openxmlformats.org/drawingml/2006/main">
            <a:pathLst>
              <a:path w="33248" h="32458">
                <a:moveTo>
                  <a:pt x="19350" y="30258"/>
                </a:moveTo>
                <a:cubicBezTo>
                  <a:pt x="20841" y="31755"/>
                  <a:pt x="22864" y="32458"/>
                  <a:pt x="24803" y="32458"/>
                </a:cubicBezTo>
                <a:cubicBezTo>
                  <a:pt x="26826" y="32458"/>
                  <a:pt x="28765" y="31755"/>
                  <a:pt x="30255" y="30258"/>
                </a:cubicBezTo>
                <a:cubicBezTo>
                  <a:pt x="33248" y="27266"/>
                  <a:pt x="33248" y="22343"/>
                  <a:pt x="30255" y="19350"/>
                </a:cubicBezTo>
                <a:lnTo>
                  <a:pt x="13892" y="3075"/>
                </a:lnTo>
                <a:cubicBezTo>
                  <a:pt x="10905" y="0"/>
                  <a:pt x="6070" y="0"/>
                  <a:pt x="3072" y="3075"/>
                </a:cubicBezTo>
                <a:cubicBezTo>
                  <a:pt x="0" y="6067"/>
                  <a:pt x="0" y="10905"/>
                  <a:pt x="3072" y="13895"/>
                </a:cubicBezTo>
                <a:lnTo>
                  <a:pt x="19350" y="30258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17" name="path-410">
            <a:extLst xmlns:a="http://schemas.openxmlformats.org/drawingml/2006/main">
              <a:ext uri="{FF2B5EF4-FFF2-40B4-BE49-F238E27FC236}">
                <a16:creationId xmlns:a16="http://schemas.microsoft.com/office/drawing/2014/main" id="{5FE9FC6A-6A41-4CC5-829A-98BDB838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40" y="1123726"/>
            <a:ext cx="33251" cy="32459"/>
          </a:xfrm>
          <a:custGeom xmlns:a="http://schemas.openxmlformats.org/drawingml/2006/main">
            <a:pathLst>
              <a:path w="33251" h="32459">
                <a:moveTo>
                  <a:pt x="13898" y="2991"/>
                </a:moveTo>
                <a:cubicBezTo>
                  <a:pt x="10907" y="0"/>
                  <a:pt x="6070" y="0"/>
                  <a:pt x="3078" y="2991"/>
                </a:cubicBezTo>
                <a:cubicBezTo>
                  <a:pt x="0" y="6070"/>
                  <a:pt x="0" y="10908"/>
                  <a:pt x="3078" y="13899"/>
                </a:cubicBezTo>
                <a:lnTo>
                  <a:pt x="19353" y="30260"/>
                </a:lnTo>
                <a:cubicBezTo>
                  <a:pt x="20848" y="31755"/>
                  <a:pt x="22870" y="32459"/>
                  <a:pt x="24806" y="32459"/>
                </a:cubicBezTo>
                <a:cubicBezTo>
                  <a:pt x="26742" y="32459"/>
                  <a:pt x="28764" y="31755"/>
                  <a:pt x="30260" y="30260"/>
                </a:cubicBezTo>
                <a:cubicBezTo>
                  <a:pt x="33251" y="27182"/>
                  <a:pt x="33251" y="22343"/>
                  <a:pt x="30260" y="19353"/>
                </a:cubicBezTo>
                <a:lnTo>
                  <a:pt x="13898" y="2991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11">
            <a:extLst xmlns:a="http://schemas.openxmlformats.org/drawingml/2006/main">
              <a:ext uri="{FF2B5EF4-FFF2-40B4-BE49-F238E27FC236}">
                <a16:creationId xmlns:a16="http://schemas.microsoft.com/office/drawing/2014/main" id="{C93D37F2-F6B4-4AE4-890B-632AC5F8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39" y="1123726"/>
            <a:ext cx="33248" cy="32458"/>
          </a:xfrm>
          <a:custGeom xmlns:a="http://schemas.openxmlformats.org/drawingml/2006/main">
            <a:pathLst>
              <a:path w="33248" h="32458">
                <a:moveTo>
                  <a:pt x="13898" y="2990"/>
                </a:moveTo>
                <a:cubicBezTo>
                  <a:pt x="10905" y="0"/>
                  <a:pt x="6064" y="0"/>
                  <a:pt x="3078" y="2990"/>
                </a:cubicBezTo>
                <a:cubicBezTo>
                  <a:pt x="0" y="6070"/>
                  <a:pt x="0" y="10905"/>
                  <a:pt x="3078" y="13898"/>
                </a:cubicBezTo>
                <a:lnTo>
                  <a:pt x="19350" y="30258"/>
                </a:lnTo>
                <a:cubicBezTo>
                  <a:pt x="20847" y="31755"/>
                  <a:pt x="22870" y="32458"/>
                  <a:pt x="24809" y="32458"/>
                </a:cubicBezTo>
                <a:cubicBezTo>
                  <a:pt x="26742" y="32458"/>
                  <a:pt x="28759" y="31755"/>
                  <a:pt x="30255" y="30258"/>
                </a:cubicBezTo>
                <a:cubicBezTo>
                  <a:pt x="33248" y="27269"/>
                  <a:pt x="33248" y="22343"/>
                  <a:pt x="30255" y="19350"/>
                </a:cubicBezTo>
                <a:lnTo>
                  <a:pt x="13898" y="2990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19" name="path-412">
            <a:extLst xmlns:a="http://schemas.openxmlformats.org/drawingml/2006/main">
              <a:ext uri="{FF2B5EF4-FFF2-40B4-BE49-F238E27FC236}">
                <a16:creationId xmlns:a16="http://schemas.microsoft.com/office/drawing/2014/main" id="{150B8F17-71E3-460B-9213-384FDCF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363" y="1037433"/>
            <a:ext cx="38528" cy="15394"/>
          </a:xfrm>
          <a:custGeom xmlns:a="http://schemas.openxmlformats.org/drawingml/2006/main">
            <a:pathLst>
              <a:path w="38528" h="15394">
                <a:moveTo>
                  <a:pt x="30787" y="0"/>
                </a:moveTo>
                <a:lnTo>
                  <a:pt x="7741" y="0"/>
                </a:lnTo>
                <a:cubicBezTo>
                  <a:pt x="3431" y="0"/>
                  <a:pt x="0" y="3518"/>
                  <a:pt x="0" y="7741"/>
                </a:cubicBezTo>
                <a:cubicBezTo>
                  <a:pt x="0" y="11962"/>
                  <a:pt x="3431" y="15394"/>
                  <a:pt x="7741" y="15394"/>
                </a:cubicBezTo>
                <a:lnTo>
                  <a:pt x="30787" y="15394"/>
                </a:lnTo>
                <a:cubicBezTo>
                  <a:pt x="35098" y="15394"/>
                  <a:pt x="38528" y="11962"/>
                  <a:pt x="38528" y="7741"/>
                </a:cubicBezTo>
                <a:cubicBezTo>
                  <a:pt x="38528" y="3431"/>
                  <a:pt x="35098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13">
            <a:extLst xmlns:a="http://schemas.openxmlformats.org/drawingml/2006/main">
              <a:ext uri="{FF2B5EF4-FFF2-40B4-BE49-F238E27FC236}">
                <a16:creationId xmlns:a16="http://schemas.microsoft.com/office/drawing/2014/main" id="{3858E27B-4B6E-442F-AA27-A7FC77E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359" y="1037433"/>
            <a:ext cx="38525" cy="15479"/>
          </a:xfrm>
          <a:custGeom xmlns:a="http://schemas.openxmlformats.org/drawingml/2006/main">
            <a:pathLst>
              <a:path w="38525" h="15479">
                <a:moveTo>
                  <a:pt x="30789" y="0"/>
                </a:moveTo>
                <a:lnTo>
                  <a:pt x="7743" y="85"/>
                </a:lnTo>
                <a:cubicBezTo>
                  <a:pt x="3435" y="85"/>
                  <a:pt x="0" y="3517"/>
                  <a:pt x="0" y="7740"/>
                </a:cubicBezTo>
                <a:cubicBezTo>
                  <a:pt x="0" y="11962"/>
                  <a:pt x="3435" y="15479"/>
                  <a:pt x="7743" y="15479"/>
                </a:cubicBezTo>
                <a:lnTo>
                  <a:pt x="30789" y="15391"/>
                </a:lnTo>
                <a:cubicBezTo>
                  <a:pt x="35102" y="15391"/>
                  <a:pt x="38525" y="11962"/>
                  <a:pt x="38525" y="7740"/>
                </a:cubicBezTo>
                <a:cubicBezTo>
                  <a:pt x="38525" y="3517"/>
                  <a:pt x="35102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21" name="path-414">
            <a:extLst xmlns:a="http://schemas.openxmlformats.org/drawingml/2006/main">
              <a:ext uri="{FF2B5EF4-FFF2-40B4-BE49-F238E27FC236}">
                <a16:creationId xmlns:a16="http://schemas.microsoft.com/office/drawing/2014/main" id="{9B8B09C1-6243-4D6E-AC45-AFFC73A8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98" y="1037433"/>
            <a:ext cx="38440" cy="15394"/>
          </a:xfrm>
          <a:custGeom xmlns:a="http://schemas.openxmlformats.org/drawingml/2006/main">
            <a:pathLst>
              <a:path w="38440" h="15394">
                <a:moveTo>
                  <a:pt x="30787" y="0"/>
                </a:moveTo>
                <a:lnTo>
                  <a:pt x="7652" y="0"/>
                </a:lnTo>
                <a:cubicBezTo>
                  <a:pt x="3430" y="0"/>
                  <a:pt x="0" y="3431"/>
                  <a:pt x="0" y="7653"/>
                </a:cubicBezTo>
                <a:cubicBezTo>
                  <a:pt x="0" y="11962"/>
                  <a:pt x="3430" y="15394"/>
                  <a:pt x="7652" y="15394"/>
                </a:cubicBezTo>
                <a:lnTo>
                  <a:pt x="30787" y="15394"/>
                </a:lnTo>
                <a:cubicBezTo>
                  <a:pt x="35010" y="15394"/>
                  <a:pt x="38440" y="11962"/>
                  <a:pt x="38440" y="7653"/>
                </a:cubicBezTo>
                <a:cubicBezTo>
                  <a:pt x="38440" y="3431"/>
                  <a:pt x="35010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15">
            <a:extLst xmlns:a="http://schemas.openxmlformats.org/drawingml/2006/main">
              <a:ext uri="{FF2B5EF4-FFF2-40B4-BE49-F238E27FC236}">
                <a16:creationId xmlns:a16="http://schemas.microsoft.com/office/drawing/2014/main" id="{FD292DC0-A592-404E-A9F4-26BF58DA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92" y="1037433"/>
            <a:ext cx="38440" cy="15391"/>
          </a:xfrm>
          <a:custGeom xmlns:a="http://schemas.openxmlformats.org/drawingml/2006/main">
            <a:pathLst>
              <a:path w="38440" h="15391">
                <a:moveTo>
                  <a:pt x="30789" y="0"/>
                </a:moveTo>
                <a:lnTo>
                  <a:pt x="7658" y="0"/>
                </a:lnTo>
                <a:cubicBezTo>
                  <a:pt x="3435" y="0"/>
                  <a:pt x="0" y="3432"/>
                  <a:pt x="0" y="7652"/>
                </a:cubicBezTo>
                <a:cubicBezTo>
                  <a:pt x="0" y="11962"/>
                  <a:pt x="3435" y="15391"/>
                  <a:pt x="7658" y="15391"/>
                </a:cubicBezTo>
                <a:lnTo>
                  <a:pt x="30789" y="15391"/>
                </a:lnTo>
                <a:cubicBezTo>
                  <a:pt x="35011" y="15391"/>
                  <a:pt x="38440" y="11962"/>
                  <a:pt x="38440" y="7652"/>
                </a:cubicBezTo>
                <a:cubicBezTo>
                  <a:pt x="38440" y="3432"/>
                  <a:pt x="35011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23" name="path-416">
            <a:extLst xmlns:a="http://schemas.openxmlformats.org/drawingml/2006/main">
              <a:ext uri="{FF2B5EF4-FFF2-40B4-BE49-F238E27FC236}">
                <a16:creationId xmlns:a16="http://schemas.microsoft.com/office/drawing/2014/main" id="{6BB59FE5-CC11-4D07-BFC6-A7A79195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97" y="1123813"/>
            <a:ext cx="33251" cy="32459"/>
          </a:xfrm>
          <a:custGeom xmlns:a="http://schemas.openxmlformats.org/drawingml/2006/main">
            <a:pathLst>
              <a:path w="33251" h="32459">
                <a:moveTo>
                  <a:pt x="19353" y="2991"/>
                </a:moveTo>
                <a:lnTo>
                  <a:pt x="2991" y="19266"/>
                </a:lnTo>
                <a:cubicBezTo>
                  <a:pt x="0" y="22343"/>
                  <a:pt x="0" y="27182"/>
                  <a:pt x="2991" y="30172"/>
                </a:cubicBezTo>
                <a:cubicBezTo>
                  <a:pt x="4486" y="31667"/>
                  <a:pt x="6509" y="32459"/>
                  <a:pt x="8445" y="32459"/>
                </a:cubicBezTo>
                <a:cubicBezTo>
                  <a:pt x="10380" y="32459"/>
                  <a:pt x="12403" y="31667"/>
                  <a:pt x="13899" y="30172"/>
                </a:cubicBezTo>
                <a:lnTo>
                  <a:pt x="30172" y="13899"/>
                </a:lnTo>
                <a:cubicBezTo>
                  <a:pt x="33251" y="10820"/>
                  <a:pt x="33251" y="5983"/>
                  <a:pt x="30172" y="2991"/>
                </a:cubicBezTo>
                <a:cubicBezTo>
                  <a:pt x="27182" y="0"/>
                  <a:pt x="22343" y="0"/>
                  <a:pt x="19353" y="299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17">
            <a:extLst xmlns:a="http://schemas.openxmlformats.org/drawingml/2006/main">
              <a:ext uri="{FF2B5EF4-FFF2-40B4-BE49-F238E27FC236}">
                <a16:creationId xmlns:a16="http://schemas.microsoft.com/office/drawing/2014/main" id="{79526AF9-6A73-48F9-BCEE-FDB82FA4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95" y="1123810"/>
            <a:ext cx="33254" cy="32461"/>
          </a:xfrm>
          <a:custGeom xmlns:a="http://schemas.openxmlformats.org/drawingml/2006/main">
            <a:pathLst>
              <a:path w="33254" h="32461">
                <a:moveTo>
                  <a:pt x="19356" y="2996"/>
                </a:moveTo>
                <a:lnTo>
                  <a:pt x="2987" y="19356"/>
                </a:lnTo>
                <a:cubicBezTo>
                  <a:pt x="0" y="22343"/>
                  <a:pt x="0" y="27184"/>
                  <a:pt x="2987" y="30174"/>
                </a:cubicBezTo>
                <a:cubicBezTo>
                  <a:pt x="4489" y="31670"/>
                  <a:pt x="6513" y="32461"/>
                  <a:pt x="8445" y="32461"/>
                </a:cubicBezTo>
                <a:cubicBezTo>
                  <a:pt x="10384" y="32461"/>
                  <a:pt x="12401" y="31670"/>
                  <a:pt x="13898" y="30174"/>
                </a:cubicBezTo>
                <a:lnTo>
                  <a:pt x="30171" y="13901"/>
                </a:lnTo>
                <a:cubicBezTo>
                  <a:pt x="33254" y="10820"/>
                  <a:pt x="33254" y="5986"/>
                  <a:pt x="30171" y="2996"/>
                </a:cubicBezTo>
                <a:cubicBezTo>
                  <a:pt x="27178" y="0"/>
                  <a:pt x="22343" y="0"/>
                  <a:pt x="19356" y="29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25" name="path-418">
            <a:extLst xmlns:a="http://schemas.openxmlformats.org/drawingml/2006/main">
              <a:ext uri="{FF2B5EF4-FFF2-40B4-BE49-F238E27FC236}">
                <a16:creationId xmlns:a16="http://schemas.microsoft.com/office/drawing/2014/main" id="{7B66F27A-8FBE-4A9D-824C-48C4331A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40" y="933284"/>
            <a:ext cx="33251" cy="32458"/>
          </a:xfrm>
          <a:custGeom xmlns:a="http://schemas.openxmlformats.org/drawingml/2006/main">
            <a:pathLst>
              <a:path w="33251" h="32458">
                <a:moveTo>
                  <a:pt x="19353" y="2990"/>
                </a:moveTo>
                <a:lnTo>
                  <a:pt x="2991" y="19352"/>
                </a:lnTo>
                <a:cubicBezTo>
                  <a:pt x="0" y="22342"/>
                  <a:pt x="0" y="27181"/>
                  <a:pt x="2991" y="30171"/>
                </a:cubicBezTo>
                <a:cubicBezTo>
                  <a:pt x="4486" y="31667"/>
                  <a:pt x="6509" y="32458"/>
                  <a:pt x="8444" y="32458"/>
                </a:cubicBezTo>
                <a:cubicBezTo>
                  <a:pt x="10380" y="32458"/>
                  <a:pt x="12403" y="31667"/>
                  <a:pt x="13898" y="30171"/>
                </a:cubicBezTo>
                <a:lnTo>
                  <a:pt x="30172" y="13898"/>
                </a:lnTo>
                <a:cubicBezTo>
                  <a:pt x="33251" y="10819"/>
                  <a:pt x="33251" y="5981"/>
                  <a:pt x="30172" y="2990"/>
                </a:cubicBezTo>
                <a:cubicBezTo>
                  <a:pt x="27180" y="0"/>
                  <a:pt x="22343" y="0"/>
                  <a:pt x="19353" y="299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19">
            <a:extLst xmlns:a="http://schemas.openxmlformats.org/drawingml/2006/main">
              <a:ext uri="{FF2B5EF4-FFF2-40B4-BE49-F238E27FC236}">
                <a16:creationId xmlns:a16="http://schemas.microsoft.com/office/drawing/2014/main" id="{32276286-A186-42E8-8EEB-E9210FD2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39" y="933284"/>
            <a:ext cx="33248" cy="32458"/>
          </a:xfrm>
          <a:custGeom xmlns:a="http://schemas.openxmlformats.org/drawingml/2006/main">
            <a:pathLst>
              <a:path w="33248" h="32458">
                <a:moveTo>
                  <a:pt x="19350" y="2990"/>
                </a:moveTo>
                <a:lnTo>
                  <a:pt x="2993" y="19350"/>
                </a:lnTo>
                <a:cubicBezTo>
                  <a:pt x="0" y="22343"/>
                  <a:pt x="0" y="27181"/>
                  <a:pt x="2993" y="30168"/>
                </a:cubicBezTo>
                <a:cubicBezTo>
                  <a:pt x="4483" y="31664"/>
                  <a:pt x="6507" y="32458"/>
                  <a:pt x="8439" y="32458"/>
                </a:cubicBezTo>
                <a:cubicBezTo>
                  <a:pt x="10378" y="32458"/>
                  <a:pt x="12401" y="31664"/>
                  <a:pt x="13898" y="30168"/>
                </a:cubicBezTo>
                <a:lnTo>
                  <a:pt x="30171" y="13895"/>
                </a:lnTo>
                <a:cubicBezTo>
                  <a:pt x="33248" y="10905"/>
                  <a:pt x="33248" y="5980"/>
                  <a:pt x="30171" y="2990"/>
                </a:cubicBezTo>
                <a:cubicBezTo>
                  <a:pt x="27184" y="0"/>
                  <a:pt x="22343" y="0"/>
                  <a:pt x="19350" y="29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427" name="path-420">
            <a:extLst xmlns:a="http://schemas.openxmlformats.org/drawingml/2006/main">
              <a:ext uri="{FF2B5EF4-FFF2-40B4-BE49-F238E27FC236}">
                <a16:creationId xmlns:a16="http://schemas.microsoft.com/office/drawing/2014/main" id="{167406CD-337E-4A4B-A0BE-77EDE71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161" y="1279159"/>
            <a:ext cx="191" cy="125435"/>
          </a:xfrm>
          <a:custGeom xmlns:a="http://schemas.openxmlformats.org/drawingml/2006/main">
            <a:pathLst>
              <a:path w="191" h="125435">
                <a:moveTo>
                  <a:pt x="0" y="125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9051"/>
            </a:solidFill>
            <a:prstDash val="solid"/>
          </a:ln>
        </p:spPr>
      </p:sp>
      <p:sp>
        <p:nvSpPr>
          <p:cNvPr id="428" name="path-421">
            <a:extLst xmlns:a="http://schemas.openxmlformats.org/drawingml/2006/main">
              <a:ext uri="{FF2B5EF4-FFF2-40B4-BE49-F238E27FC236}">
                <a16:creationId xmlns:a16="http://schemas.microsoft.com/office/drawing/2014/main" id="{55720074-7CC0-459E-9F56-3F590D9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32" y="1230778"/>
            <a:ext cx="58056" cy="77409"/>
          </a:xfrm>
          <a:custGeom xmlns:a="http://schemas.openxmlformats.org/drawingml/2006/main">
            <a:pathLst>
              <a:path w="58056" h="77409">
                <a:moveTo>
                  <a:pt x="29028" y="0"/>
                </a:moveTo>
                <a:lnTo>
                  <a:pt x="0" y="77409"/>
                </a:lnTo>
                <a:lnTo>
                  <a:pt x="29028" y="48381"/>
                </a:lnTo>
                <a:lnTo>
                  <a:pt x="58056" y="77409"/>
                </a:lnTo>
                <a:lnTo>
                  <a:pt x="29028" y="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422">
            <a:extLst xmlns:a="http://schemas.openxmlformats.org/drawingml/2006/main">
              <a:ext uri="{FF2B5EF4-FFF2-40B4-BE49-F238E27FC236}">
                <a16:creationId xmlns:a16="http://schemas.microsoft.com/office/drawing/2014/main" id="{CF6FB0D8-5991-4648-94BD-CB03733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29" y="1230777"/>
            <a:ext cx="58057" cy="77408"/>
          </a:xfrm>
          <a:custGeom xmlns:a="http://schemas.openxmlformats.org/drawingml/2006/main">
            <a:pathLst>
              <a:path w="58057" h="77408">
                <a:moveTo>
                  <a:pt x="29032" y="0"/>
                </a:moveTo>
                <a:lnTo>
                  <a:pt x="0" y="77408"/>
                </a:lnTo>
                <a:lnTo>
                  <a:pt x="29032" y="48382"/>
                </a:lnTo>
                <a:lnTo>
                  <a:pt x="58057" y="77408"/>
                </a:lnTo>
                <a:lnTo>
                  <a:pt x="29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9051"/>
            </a:solidFill>
            <a:prstDash val="solid"/>
          </a:ln>
        </p:spPr>
      </p:sp>
      <p:sp>
        <p:nvSpPr>
          <p:cNvPr id="430" name="path-423">
            <a:extLst xmlns:a="http://schemas.openxmlformats.org/drawingml/2006/main">
              <a:ext uri="{FF2B5EF4-FFF2-40B4-BE49-F238E27FC236}">
                <a16:creationId xmlns:a16="http://schemas.microsoft.com/office/drawing/2014/main" id="{33BD89BE-8909-467D-9DF1-3C57EE19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90" y="1611484"/>
            <a:ext cx="174166" cy="191"/>
          </a:xfrm>
          <a:custGeom xmlns:a="http://schemas.openxmlformats.org/drawingml/2006/main">
            <a:pathLst>
              <a:path w="174166" h="191">
                <a:moveTo>
                  <a:pt x="0" y="0"/>
                </a:moveTo>
                <a:lnTo>
                  <a:pt x="174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431" name="path-424">
            <a:extLst xmlns:a="http://schemas.openxmlformats.org/drawingml/2006/main">
              <a:ext uri="{FF2B5EF4-FFF2-40B4-BE49-F238E27FC236}">
                <a16:creationId xmlns:a16="http://schemas.microsoft.com/office/drawing/2014/main" id="{2ECC07ED-5F3F-4E9F-AD9E-DCACBA6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731" y="1582460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25">
            <a:extLst xmlns:a="http://schemas.openxmlformats.org/drawingml/2006/main">
              <a:ext uri="{FF2B5EF4-FFF2-40B4-BE49-F238E27FC236}">
                <a16:creationId xmlns:a16="http://schemas.microsoft.com/office/drawing/2014/main" id="{ADA8CB60-6F40-4F1A-8F93-0FCECC12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730" y="1582458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26"/>
                </a:moveTo>
                <a:lnTo>
                  <a:pt x="0" y="0"/>
                </a:lnTo>
                <a:lnTo>
                  <a:pt x="29026" y="29026"/>
                </a:lnTo>
                <a:lnTo>
                  <a:pt x="0" y="58057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433" name="path-426">
            <a:extLst xmlns:a="http://schemas.openxmlformats.org/drawingml/2006/main">
              <a:ext uri="{FF2B5EF4-FFF2-40B4-BE49-F238E27FC236}">
                <a16:creationId xmlns:a16="http://schemas.microsoft.com/office/drawing/2014/main" id="{813CC2C8-2635-4438-A283-2857A3A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413" y="891233"/>
            <a:ext cx="965405" cy="307876"/>
          </a:xfrm>
          <a:custGeom xmlns:a="http://schemas.openxmlformats.org/drawingml/2006/main">
            <a:pathLst>
              <a:path w="965405" h="307876">
                <a:moveTo>
                  <a:pt x="0" y="0"/>
                </a:moveTo>
                <a:lnTo>
                  <a:pt x="0" y="307876"/>
                </a:lnTo>
                <a:lnTo>
                  <a:pt x="965405" y="307876"/>
                </a:lnTo>
                <a:lnTo>
                  <a:pt x="9654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434" name="path-427">
            <a:extLst xmlns:a="http://schemas.openxmlformats.org/drawingml/2006/main">
              <a:ext uri="{FF2B5EF4-FFF2-40B4-BE49-F238E27FC236}">
                <a16:creationId xmlns:a16="http://schemas.microsoft.com/office/drawing/2014/main" id="{73F083D3-D61B-44A0-8CB9-E24AA66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48" y="1112027"/>
            <a:ext cx="701951" cy="191"/>
          </a:xfrm>
          <a:custGeom xmlns:a="http://schemas.openxmlformats.org/drawingml/2006/main">
            <a:pathLst>
              <a:path w="701951" h="191">
                <a:moveTo>
                  <a:pt x="0" y="0"/>
                </a:moveTo>
                <a:lnTo>
                  <a:pt x="7019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435" name="path-428">
            <a:extLst xmlns:a="http://schemas.openxmlformats.org/drawingml/2006/main">
              <a:ext uri="{FF2B5EF4-FFF2-40B4-BE49-F238E27FC236}">
                <a16:creationId xmlns:a16="http://schemas.microsoft.com/office/drawing/2014/main" id="{095D37C4-6E4D-42DA-8EE5-20E05F0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780" y="1112027"/>
            <a:ext cx="15219" cy="191"/>
          </a:xfrm>
          <a:custGeom xmlns:a="http://schemas.openxmlformats.org/drawingml/2006/main">
            <a:pathLst>
              <a:path w="15219" h="191">
                <a:moveTo>
                  <a:pt x="1521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436" name="text-429 Terminating">
            <a:extLst xmlns:a="http://schemas.openxmlformats.org/drawingml/2006/main">
              <a:ext uri="{FF2B5EF4-FFF2-40B4-BE49-F238E27FC236}">
                <a16:creationId xmlns:a16="http://schemas.microsoft.com/office/drawing/2014/main" id="{5F980C0F-76A8-41ED-BA2F-724E6FEE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7648" y="950420"/>
            <a:ext cx="820333" cy="19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Terminating</a:t>
            </a:r>
          </a:p>
        </p:txBody>
      </p:sp>
      <p:sp>
        <p:nvSpPr>
          <p:cNvPr id="437" name="text-430 No">
            <a:extLst xmlns:a="http://schemas.openxmlformats.org/drawingml/2006/main">
              <a:ext uri="{FF2B5EF4-FFF2-40B4-BE49-F238E27FC236}">
                <a16:creationId xmlns:a16="http://schemas.microsoft.com/office/drawing/2014/main" id="{55BEB4B8-7F26-43D9-A7C4-C487A79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549" y="1131778"/>
            <a:ext cx="212974" cy="19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38" name="path-431">
            <a:extLst xmlns:a="http://schemas.openxmlformats.org/drawingml/2006/main">
              <a:ext uri="{FF2B5EF4-FFF2-40B4-BE49-F238E27FC236}">
                <a16:creationId xmlns:a16="http://schemas.microsoft.com/office/drawing/2014/main" id="{2433B9F9-2BB8-4D10-A941-C0E18E0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39" y="1413332"/>
            <a:ext cx="1097301" cy="396253"/>
          </a:xfrm>
          <a:custGeom xmlns:a="http://schemas.openxmlformats.org/drawingml/2006/main">
            <a:pathLst>
              <a:path w="1097301" h="396253">
                <a:moveTo>
                  <a:pt x="0" y="0"/>
                </a:moveTo>
                <a:lnTo>
                  <a:pt x="1097301" y="0"/>
                </a:lnTo>
                <a:lnTo>
                  <a:pt x="1097301" y="396253"/>
                </a:lnTo>
                <a:lnTo>
                  <a:pt x="0" y="396253"/>
                </a:lnTo>
                <a:close/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32">
            <a:extLst xmlns:a="http://schemas.openxmlformats.org/drawingml/2006/main">
              <a:ext uri="{FF2B5EF4-FFF2-40B4-BE49-F238E27FC236}">
                <a16:creationId xmlns:a16="http://schemas.microsoft.com/office/drawing/2014/main" id="{93FAE772-8B0A-4A92-8174-D8AFA1A2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37" y="1413391"/>
            <a:ext cx="1097356" cy="396189"/>
          </a:xfrm>
          <a:custGeom xmlns:a="http://schemas.openxmlformats.org/drawingml/2006/main">
            <a:pathLst>
              <a:path w="1097356" h="396189">
                <a:moveTo>
                  <a:pt x="0" y="0"/>
                </a:moveTo>
                <a:lnTo>
                  <a:pt x="0" y="396189"/>
                </a:lnTo>
                <a:lnTo>
                  <a:pt x="1097356" y="396189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5300"/>
            </a:solidFill>
            <a:prstDash val="solid"/>
          </a:ln>
        </p:spPr>
      </p:sp>
      <p:sp>
        <p:nvSpPr>
          <p:cNvPr id="440" name="text-433 Observation">
            <a:extLst xmlns:a="http://schemas.openxmlformats.org/drawingml/2006/main">
              <a:ext uri="{FF2B5EF4-FFF2-40B4-BE49-F238E27FC236}">
                <a16:creationId xmlns:a16="http://schemas.microsoft.com/office/drawing/2014/main" id="{7C2CC09F-B62D-4CBE-AD43-369F5FC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252" y="1430975"/>
            <a:ext cx="846601" cy="19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441" name="text-433 is">
            <a:extLst xmlns:a="http://schemas.openxmlformats.org/drawingml/2006/main">
              <a:ext uri="{FF2B5EF4-FFF2-40B4-BE49-F238E27FC236}">
                <a16:creationId xmlns:a16="http://schemas.microsoft.com/office/drawing/2014/main" id="{E2CCC0D2-C006-4C32-B9B2-971D65F8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586" y="1430927"/>
            <a:ext cx="142736" cy="197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442" name="text-434 Sufficient?">
            <a:extLst xmlns:a="http://schemas.openxmlformats.org/drawingml/2006/main">
              <a:ext uri="{FF2B5EF4-FFF2-40B4-BE49-F238E27FC236}">
                <a16:creationId xmlns:a16="http://schemas.microsoft.com/office/drawing/2014/main" id="{FFDB0170-A621-4B79-A9A7-DDEF8B0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1514" y="1602512"/>
            <a:ext cx="752489" cy="19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Sufficient?</a:t>
            </a:r>
          </a:p>
        </p:txBody>
      </p:sp>
      <p:sp>
        <p:nvSpPr>
          <p:cNvPr id="443" name="path-435">
            <a:extLst xmlns:a="http://schemas.openxmlformats.org/drawingml/2006/main">
              <a:ext uri="{FF2B5EF4-FFF2-40B4-BE49-F238E27FC236}">
                <a16:creationId xmlns:a16="http://schemas.microsoft.com/office/drawing/2014/main" id="{7F2E0E8A-A809-4EE9-BD1F-6989223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805" y="1413391"/>
            <a:ext cx="1097356" cy="396189"/>
          </a:xfrm>
          <a:custGeom xmlns:a="http://schemas.openxmlformats.org/drawingml/2006/main">
            <a:pathLst>
              <a:path w="1097356" h="396189">
                <a:moveTo>
                  <a:pt x="0" y="0"/>
                </a:moveTo>
                <a:lnTo>
                  <a:pt x="0" y="396189"/>
                </a:lnTo>
                <a:lnTo>
                  <a:pt x="1097356" y="396189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1100"/>
            </a:solidFill>
            <a:prstDash val="solid"/>
          </a:ln>
        </p:spPr>
      </p:sp>
      <p:sp>
        <p:nvSpPr>
          <p:cNvPr id="444" name="text-436 Localizing">
            <a:extLst xmlns:a="http://schemas.openxmlformats.org/drawingml/2006/main">
              <a:ext uri="{FF2B5EF4-FFF2-40B4-BE49-F238E27FC236}">
                <a16:creationId xmlns:a16="http://schemas.microsoft.com/office/drawing/2014/main" id="{5C86EA94-9103-469B-80DA-4F7E59F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405" y="1439676"/>
            <a:ext cx="651320" cy="19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445" name="path-438">
            <a:extLst xmlns:a="http://schemas.openxmlformats.org/drawingml/2006/main">
              <a:ext uri="{FF2B5EF4-FFF2-40B4-BE49-F238E27FC236}">
                <a16:creationId xmlns:a16="http://schemas.microsoft.com/office/drawing/2014/main" id="{8DE62167-E4B0-47B0-A8C6-ADDE578A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497" y="1604626"/>
            <a:ext cx="305062" cy="191"/>
          </a:xfrm>
          <a:custGeom xmlns:a="http://schemas.openxmlformats.org/drawingml/2006/main">
            <a:pathLst>
              <a:path w="305062" h="191">
                <a:moveTo>
                  <a:pt x="0" y="0"/>
                </a:moveTo>
                <a:lnTo>
                  <a:pt x="305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1100"/>
            </a:solidFill>
            <a:prstDash val="solid"/>
          </a:ln>
        </p:spPr>
      </p:sp>
      <p:sp>
        <p:nvSpPr>
          <p:cNvPr id="446" name="text-439 Next">
            <a:extLst xmlns:a="http://schemas.openxmlformats.org/drawingml/2006/main">
              <a:ext uri="{FF2B5EF4-FFF2-40B4-BE49-F238E27FC236}">
                <a16:creationId xmlns:a16="http://schemas.microsoft.com/office/drawing/2014/main" id="{FA102D58-A7E4-438A-9169-427EAAC3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5497" y="1439649"/>
            <a:ext cx="330439" cy="19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447" name="text-440 Visual">
            <a:extLst xmlns:a="http://schemas.openxmlformats.org/drawingml/2006/main">
              <a:ext uri="{FF2B5EF4-FFF2-40B4-BE49-F238E27FC236}">
                <a16:creationId xmlns:a16="http://schemas.microsoft.com/office/drawing/2014/main" id="{E0AF4434-F505-4FA7-8235-B1D4B91C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9170" y="1593788"/>
            <a:ext cx="406158" cy="19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448" name="text-440 Fixation">
            <a:extLst xmlns:a="http://schemas.openxmlformats.org/drawingml/2006/main">
              <a:ext uri="{FF2B5EF4-FFF2-40B4-BE49-F238E27FC236}">
                <a16:creationId xmlns:a16="http://schemas.microsoft.com/office/drawing/2014/main" id="{D9E831E7-AC58-4113-8EA1-DB72311D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9075" y="1593783"/>
            <a:ext cx="518176" cy="19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449" name="path-441">
            <a:extLst xmlns:a="http://schemas.openxmlformats.org/drawingml/2006/main">
              <a:ext uri="{FF2B5EF4-FFF2-40B4-BE49-F238E27FC236}">
                <a16:creationId xmlns:a16="http://schemas.microsoft.com/office/drawing/2014/main" id="{A72ABF83-1175-47F3-A5A8-5BF36FA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125" y="1611484"/>
            <a:ext cx="220264" cy="191"/>
          </a:xfrm>
          <a:custGeom xmlns:a="http://schemas.openxmlformats.org/drawingml/2006/main">
            <a:pathLst>
              <a:path w="220264" h="191">
                <a:moveTo>
                  <a:pt x="0" y="0"/>
                </a:moveTo>
                <a:lnTo>
                  <a:pt x="220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450" name="path-442">
            <a:extLst xmlns:a="http://schemas.openxmlformats.org/drawingml/2006/main">
              <a:ext uri="{FF2B5EF4-FFF2-40B4-BE49-F238E27FC236}">
                <a16:creationId xmlns:a16="http://schemas.microsoft.com/office/drawing/2014/main" id="{8EDA0820-D8BC-45BD-A611-7D47D52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63" y="1582460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43">
            <a:extLst xmlns:a="http://schemas.openxmlformats.org/drawingml/2006/main">
              <a:ext uri="{FF2B5EF4-FFF2-40B4-BE49-F238E27FC236}">
                <a16:creationId xmlns:a16="http://schemas.microsoft.com/office/drawing/2014/main" id="{0C33A837-CDF1-4B41-8C4B-4AD1D78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57" y="1582458"/>
            <a:ext cx="77414" cy="58057"/>
          </a:xfrm>
          <a:custGeom xmlns:a="http://schemas.openxmlformats.org/drawingml/2006/main">
            <a:pathLst>
              <a:path w="77414" h="58057">
                <a:moveTo>
                  <a:pt x="77414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7"/>
                </a:lnTo>
                <a:lnTo>
                  <a:pt x="77414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452" name="path-444">
            <a:extLst xmlns:a="http://schemas.openxmlformats.org/drawingml/2006/main">
              <a:ext uri="{FF2B5EF4-FFF2-40B4-BE49-F238E27FC236}">
                <a16:creationId xmlns:a16="http://schemas.microsoft.com/office/drawing/2014/main" id="{8BA1D533-8A8E-445B-8D5E-917B00B4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52" y="3030924"/>
            <a:ext cx="223576" cy="1397356"/>
          </a:xfrm>
          <a:custGeom xmlns:a="http://schemas.openxmlformats.org/drawingml/2006/main">
            <a:pathLst>
              <a:path w="223576" h="1397356">
                <a:moveTo>
                  <a:pt x="0" y="0"/>
                </a:moveTo>
                <a:lnTo>
                  <a:pt x="223576" y="0"/>
                </a:lnTo>
                <a:lnTo>
                  <a:pt x="223576" y="1397356"/>
                </a:lnTo>
                <a:lnTo>
                  <a:pt x="0" y="139735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45">
            <a:extLst xmlns:a="http://schemas.openxmlformats.org/drawingml/2006/main">
              <a:ext uri="{FF2B5EF4-FFF2-40B4-BE49-F238E27FC236}">
                <a16:creationId xmlns:a16="http://schemas.microsoft.com/office/drawing/2014/main" id="{AC61111D-FFD6-4040-88AE-556E77E2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17" y="3030965"/>
            <a:ext cx="223602" cy="1397314"/>
          </a:xfrm>
          <a:custGeom xmlns:a="http://schemas.openxmlformats.org/drawingml/2006/main">
            <a:pathLst>
              <a:path w="223602" h="1397314">
                <a:moveTo>
                  <a:pt x="0" y="0"/>
                </a:moveTo>
                <a:lnTo>
                  <a:pt x="0" y="1397314"/>
                </a:lnTo>
                <a:lnTo>
                  <a:pt x="223602" y="1397314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54" name="path-446">
            <a:extLst xmlns:a="http://schemas.openxmlformats.org/drawingml/2006/main">
              <a:ext uri="{FF2B5EF4-FFF2-40B4-BE49-F238E27FC236}">
                <a16:creationId xmlns:a16="http://schemas.microsoft.com/office/drawing/2014/main" id="{12D1E9DB-C842-4079-9310-D8B9E62E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88" y="3170707"/>
            <a:ext cx="223576" cy="1117885"/>
          </a:xfrm>
          <a:custGeom xmlns:a="http://schemas.openxmlformats.org/drawingml/2006/main">
            <a:pathLst>
              <a:path w="223576" h="1117885">
                <a:moveTo>
                  <a:pt x="0" y="0"/>
                </a:moveTo>
                <a:lnTo>
                  <a:pt x="223576" y="0"/>
                </a:lnTo>
                <a:lnTo>
                  <a:pt x="223576" y="1117885"/>
                </a:lnTo>
                <a:lnTo>
                  <a:pt x="0" y="1117885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47">
            <a:extLst xmlns:a="http://schemas.openxmlformats.org/drawingml/2006/main">
              <a:ext uri="{FF2B5EF4-FFF2-40B4-BE49-F238E27FC236}">
                <a16:creationId xmlns:a16="http://schemas.microsoft.com/office/drawing/2014/main" id="{D9AAAF77-9D24-4576-8CC3-08D417BE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49" y="3170653"/>
            <a:ext cx="223608" cy="1117939"/>
          </a:xfrm>
          <a:custGeom xmlns:a="http://schemas.openxmlformats.org/drawingml/2006/main">
            <a:pathLst>
              <a:path w="223608" h="1117939">
                <a:moveTo>
                  <a:pt x="0" y="0"/>
                </a:moveTo>
                <a:lnTo>
                  <a:pt x="0" y="1117939"/>
                </a:lnTo>
                <a:lnTo>
                  <a:pt x="223608" y="1117939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56" name="path-448">
            <a:extLst xmlns:a="http://schemas.openxmlformats.org/drawingml/2006/main">
              <a:ext uri="{FF2B5EF4-FFF2-40B4-BE49-F238E27FC236}">
                <a16:creationId xmlns:a16="http://schemas.microsoft.com/office/drawing/2014/main" id="{669BE6CC-9FB2-44CF-80FC-96B1A7F6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515" y="3310405"/>
            <a:ext cx="223576" cy="838412"/>
          </a:xfrm>
          <a:custGeom xmlns:a="http://schemas.openxmlformats.org/drawingml/2006/main">
            <a:pathLst>
              <a:path w="223576" h="838412">
                <a:moveTo>
                  <a:pt x="0" y="0"/>
                </a:moveTo>
                <a:lnTo>
                  <a:pt x="223576" y="0"/>
                </a:lnTo>
                <a:lnTo>
                  <a:pt x="223576" y="838412"/>
                </a:lnTo>
                <a:lnTo>
                  <a:pt x="0" y="83841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49">
            <a:extLst xmlns:a="http://schemas.openxmlformats.org/drawingml/2006/main">
              <a:ext uri="{FF2B5EF4-FFF2-40B4-BE49-F238E27FC236}">
                <a16:creationId xmlns:a16="http://schemas.microsoft.com/office/drawing/2014/main" id="{B93B00A2-B31E-41B1-A6D0-894E0AC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488" y="3310428"/>
            <a:ext cx="223602" cy="838388"/>
          </a:xfrm>
          <a:custGeom xmlns:a="http://schemas.openxmlformats.org/drawingml/2006/main">
            <a:pathLst>
              <a:path w="223602" h="838388">
                <a:moveTo>
                  <a:pt x="0" y="0"/>
                </a:moveTo>
                <a:lnTo>
                  <a:pt x="0" y="838388"/>
                </a:lnTo>
                <a:lnTo>
                  <a:pt x="223602" y="838388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58" name="path-450">
            <a:extLst xmlns:a="http://schemas.openxmlformats.org/drawingml/2006/main">
              <a:ext uri="{FF2B5EF4-FFF2-40B4-BE49-F238E27FC236}">
                <a16:creationId xmlns:a16="http://schemas.microsoft.com/office/drawing/2014/main" id="{A3751DCB-4419-48D7-90E2-0F3029A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242" y="3450100"/>
            <a:ext cx="223576" cy="558942"/>
          </a:xfrm>
          <a:custGeom xmlns:a="http://schemas.openxmlformats.org/drawingml/2006/main">
            <a:pathLst>
              <a:path w="223576" h="558942">
                <a:moveTo>
                  <a:pt x="0" y="0"/>
                </a:moveTo>
                <a:lnTo>
                  <a:pt x="223576" y="0"/>
                </a:lnTo>
                <a:lnTo>
                  <a:pt x="223576" y="558942"/>
                </a:lnTo>
                <a:lnTo>
                  <a:pt x="0" y="55894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51">
            <a:extLst xmlns:a="http://schemas.openxmlformats.org/drawingml/2006/main">
              <a:ext uri="{FF2B5EF4-FFF2-40B4-BE49-F238E27FC236}">
                <a16:creationId xmlns:a16="http://schemas.microsoft.com/office/drawing/2014/main" id="{9BC07B0D-B538-413C-B1E3-82096D3C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220" y="3450115"/>
            <a:ext cx="223608" cy="559013"/>
          </a:xfrm>
          <a:custGeom xmlns:a="http://schemas.openxmlformats.org/drawingml/2006/main">
            <a:pathLst>
              <a:path w="223608" h="559013">
                <a:moveTo>
                  <a:pt x="0" y="0"/>
                </a:moveTo>
                <a:lnTo>
                  <a:pt x="0" y="559013"/>
                </a:lnTo>
                <a:lnTo>
                  <a:pt x="223608" y="559013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60" name="path-452">
            <a:extLst xmlns:a="http://schemas.openxmlformats.org/drawingml/2006/main">
              <a:ext uri="{FF2B5EF4-FFF2-40B4-BE49-F238E27FC236}">
                <a16:creationId xmlns:a16="http://schemas.microsoft.com/office/drawing/2014/main" id="{53EE17B2-6AEB-4A51-AA37-573FDD0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91" y="2892159"/>
            <a:ext cx="297580" cy="185692"/>
          </a:xfrm>
          <a:custGeom xmlns:a="http://schemas.openxmlformats.org/drawingml/2006/main">
            <a:pathLst>
              <a:path w="297580" h="185692">
                <a:moveTo>
                  <a:pt x="527" y="127810"/>
                </a:moveTo>
                <a:lnTo>
                  <a:pt x="527" y="51638"/>
                </a:lnTo>
                <a:lnTo>
                  <a:pt x="0" y="51638"/>
                </a:lnTo>
                <a:lnTo>
                  <a:pt x="0" y="0"/>
                </a:lnTo>
                <a:lnTo>
                  <a:pt x="297580" y="0"/>
                </a:lnTo>
                <a:lnTo>
                  <a:pt x="296266" y="143910"/>
                </a:lnTo>
                <a:lnTo>
                  <a:pt x="296266" y="185692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61" name="path-453">
            <a:extLst xmlns:a="http://schemas.openxmlformats.org/drawingml/2006/main">
              <a:ext uri="{FF2B5EF4-FFF2-40B4-BE49-F238E27FC236}">
                <a16:creationId xmlns:a16="http://schemas.microsoft.com/office/drawing/2014/main" id="{6B2982A1-954D-4B19-8C5F-0E7D5163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906" y="3046185"/>
            <a:ext cx="63334" cy="84446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54">
            <a:extLst xmlns:a="http://schemas.openxmlformats.org/drawingml/2006/main">
              <a:ext uri="{FF2B5EF4-FFF2-40B4-BE49-F238E27FC236}">
                <a16:creationId xmlns:a16="http://schemas.microsoft.com/office/drawing/2014/main" id="{093A60FE-1AA1-4A9B-875D-C55D374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9" y="3046184"/>
            <a:ext cx="63328" cy="84447"/>
          </a:xfrm>
          <a:custGeom xmlns:a="http://schemas.openxmlformats.org/drawingml/2006/main">
            <a:pathLst>
              <a:path w="63328" h="84447">
                <a:moveTo>
                  <a:pt x="31667" y="84447"/>
                </a:moveTo>
                <a:lnTo>
                  <a:pt x="63328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63" name="path-455">
            <a:extLst xmlns:a="http://schemas.openxmlformats.org/drawingml/2006/main">
              <a:ext uri="{FF2B5EF4-FFF2-40B4-BE49-F238E27FC236}">
                <a16:creationId xmlns:a16="http://schemas.microsoft.com/office/drawing/2014/main" id="{FD259D82-4C4E-4464-A8A7-6F1702C5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902" y="2995166"/>
            <a:ext cx="298556" cy="222463"/>
          </a:xfrm>
          <a:custGeom xmlns:a="http://schemas.openxmlformats.org/drawingml/2006/main">
            <a:pathLst>
              <a:path w="298556" h="222463">
                <a:moveTo>
                  <a:pt x="0" y="0"/>
                </a:moveTo>
                <a:lnTo>
                  <a:pt x="96764" y="0"/>
                </a:lnTo>
                <a:lnTo>
                  <a:pt x="298556" y="615"/>
                </a:lnTo>
                <a:lnTo>
                  <a:pt x="295387" y="180678"/>
                </a:lnTo>
                <a:lnTo>
                  <a:pt x="295387" y="222463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64" name="path-456">
            <a:extLst xmlns:a="http://schemas.openxmlformats.org/drawingml/2006/main">
              <a:ext uri="{FF2B5EF4-FFF2-40B4-BE49-F238E27FC236}">
                <a16:creationId xmlns:a16="http://schemas.microsoft.com/office/drawing/2014/main" id="{78797040-0464-42A1-86F2-E92935E1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33" y="3185961"/>
            <a:ext cx="63334" cy="84446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57">
            <a:extLst xmlns:a="http://schemas.openxmlformats.org/drawingml/2006/main">
              <a:ext uri="{FF2B5EF4-FFF2-40B4-BE49-F238E27FC236}">
                <a16:creationId xmlns:a16="http://schemas.microsoft.com/office/drawing/2014/main" id="{CABA837C-1CD7-45D5-ADDA-CFA2CE59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22" y="3185959"/>
            <a:ext cx="63334" cy="84447"/>
          </a:xfrm>
          <a:custGeom xmlns:a="http://schemas.openxmlformats.org/drawingml/2006/main">
            <a:pathLst>
              <a:path w="63334" h="84447">
                <a:moveTo>
                  <a:pt x="31667" y="84447"/>
                </a:moveTo>
                <a:lnTo>
                  <a:pt x="63334" y="0"/>
                </a:lnTo>
                <a:lnTo>
                  <a:pt x="31667" y="31670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66" name="path-458">
            <a:extLst xmlns:a="http://schemas.openxmlformats.org/drawingml/2006/main">
              <a:ext uri="{FF2B5EF4-FFF2-40B4-BE49-F238E27FC236}">
                <a16:creationId xmlns:a16="http://schemas.microsoft.com/office/drawing/2014/main" id="{2E81355E-A29E-4928-A3FD-FC237CD6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82" y="3128520"/>
            <a:ext cx="294945" cy="228794"/>
          </a:xfrm>
          <a:custGeom xmlns:a="http://schemas.openxmlformats.org/drawingml/2006/main">
            <a:pathLst>
              <a:path w="294945" h="228794">
                <a:moveTo>
                  <a:pt x="0" y="264"/>
                </a:moveTo>
                <a:lnTo>
                  <a:pt x="96758" y="264"/>
                </a:lnTo>
                <a:lnTo>
                  <a:pt x="186131" y="0"/>
                </a:lnTo>
                <a:lnTo>
                  <a:pt x="294945" y="0"/>
                </a:lnTo>
                <a:lnTo>
                  <a:pt x="294945" y="228794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67" name="path-459">
            <a:extLst xmlns:a="http://schemas.openxmlformats.org/drawingml/2006/main">
              <a:ext uri="{FF2B5EF4-FFF2-40B4-BE49-F238E27FC236}">
                <a16:creationId xmlns:a16="http://schemas.microsoft.com/office/drawing/2014/main" id="{33B93F02-A81A-4C61-92AD-49208CB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9" y="3325648"/>
            <a:ext cx="63334" cy="84446"/>
          </a:xfrm>
          <a:custGeom xmlns:a="http://schemas.openxmlformats.org/drawingml/2006/main">
            <a:pathLst>
              <a:path w="63334" h="84446">
                <a:moveTo>
                  <a:pt x="31667" y="84446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60">
            <a:extLst xmlns:a="http://schemas.openxmlformats.org/drawingml/2006/main">
              <a:ext uri="{FF2B5EF4-FFF2-40B4-BE49-F238E27FC236}">
                <a16:creationId xmlns:a16="http://schemas.microsoft.com/office/drawing/2014/main" id="{F57EEB32-D40B-4E90-8B73-4D09F790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54" y="3325647"/>
            <a:ext cx="63340" cy="84447"/>
          </a:xfrm>
          <a:custGeom xmlns:a="http://schemas.openxmlformats.org/drawingml/2006/main">
            <a:pathLst>
              <a:path w="63340" h="84447">
                <a:moveTo>
                  <a:pt x="31673" y="84447"/>
                </a:moveTo>
                <a:lnTo>
                  <a:pt x="63340" y="0"/>
                </a:lnTo>
                <a:lnTo>
                  <a:pt x="31673" y="31667"/>
                </a:lnTo>
                <a:lnTo>
                  <a:pt x="0" y="0"/>
                </a:lnTo>
                <a:lnTo>
                  <a:pt x="31673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69" name="path-461">
            <a:extLst xmlns:a="http://schemas.openxmlformats.org/drawingml/2006/main">
              <a:ext uri="{FF2B5EF4-FFF2-40B4-BE49-F238E27FC236}">
                <a16:creationId xmlns:a16="http://schemas.microsoft.com/office/drawing/2014/main" id="{6559620D-0D61-4C22-87A7-D637DCA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859" y="3416967"/>
            <a:ext cx="997154" cy="486518"/>
          </a:xfrm>
          <a:custGeom xmlns:a="http://schemas.openxmlformats.org/drawingml/2006/main">
            <a:pathLst>
              <a:path w="997154" h="486518">
                <a:moveTo>
                  <a:pt x="0" y="0"/>
                </a:moveTo>
                <a:lnTo>
                  <a:pt x="997154" y="0"/>
                </a:lnTo>
                <a:lnTo>
                  <a:pt x="997154" y="486518"/>
                </a:lnTo>
                <a:lnTo>
                  <a:pt x="0" y="486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text-462 Perception">
            <a:extLst xmlns:a="http://schemas.openxmlformats.org/drawingml/2006/main">
              <a:ext uri="{FF2B5EF4-FFF2-40B4-BE49-F238E27FC236}">
                <a16:creationId xmlns:a16="http://schemas.microsoft.com/office/drawing/2014/main" id="{6A293CB5-DD9C-416A-BC4D-A7BA85C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7822" y="3443333"/>
            <a:ext cx="940877" cy="24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471" name="text-463 Net">
            <a:extLst xmlns:a="http://schemas.openxmlformats.org/drawingml/2006/main">
              <a:ext uri="{FF2B5EF4-FFF2-40B4-BE49-F238E27FC236}">
                <a16:creationId xmlns:a16="http://schemas.microsoft.com/office/drawing/2014/main" id="{7E562900-C327-4E30-A68E-C1419E4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0712" y="3642567"/>
            <a:ext cx="315160" cy="246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472" name="path-464">
            <a:extLst xmlns:a="http://schemas.openxmlformats.org/drawingml/2006/main">
              <a:ext uri="{FF2B5EF4-FFF2-40B4-BE49-F238E27FC236}">
                <a16:creationId xmlns:a16="http://schemas.microsoft.com/office/drawing/2014/main" id="{FF005F99-3AB7-4682-81E5-B37BA0E4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52" y="5079700"/>
            <a:ext cx="223576" cy="1397356"/>
          </a:xfrm>
          <a:custGeom xmlns:a="http://schemas.openxmlformats.org/drawingml/2006/main">
            <a:pathLst>
              <a:path w="223576" h="1397356">
                <a:moveTo>
                  <a:pt x="0" y="0"/>
                </a:moveTo>
                <a:lnTo>
                  <a:pt x="223576" y="0"/>
                </a:lnTo>
                <a:lnTo>
                  <a:pt x="223576" y="1397356"/>
                </a:lnTo>
                <a:lnTo>
                  <a:pt x="0" y="139735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65">
            <a:extLst xmlns:a="http://schemas.openxmlformats.org/drawingml/2006/main">
              <a:ext uri="{FF2B5EF4-FFF2-40B4-BE49-F238E27FC236}">
                <a16:creationId xmlns:a16="http://schemas.microsoft.com/office/drawing/2014/main" id="{BBB1BD52-12EB-4536-93CA-9E661CF5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17" y="5079652"/>
            <a:ext cx="223602" cy="1397405"/>
          </a:xfrm>
          <a:custGeom xmlns:a="http://schemas.openxmlformats.org/drawingml/2006/main">
            <a:pathLst>
              <a:path w="223602" h="1397405">
                <a:moveTo>
                  <a:pt x="0" y="0"/>
                </a:moveTo>
                <a:lnTo>
                  <a:pt x="0" y="1397405"/>
                </a:lnTo>
                <a:lnTo>
                  <a:pt x="223602" y="1397405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74" name="path-466">
            <a:extLst xmlns:a="http://schemas.openxmlformats.org/drawingml/2006/main">
              <a:ext uri="{FF2B5EF4-FFF2-40B4-BE49-F238E27FC236}">
                <a16:creationId xmlns:a16="http://schemas.microsoft.com/office/drawing/2014/main" id="{5511D90D-C9D0-4BE2-817D-855FD0E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88" y="5219396"/>
            <a:ext cx="223576" cy="1117885"/>
          </a:xfrm>
          <a:custGeom xmlns:a="http://schemas.openxmlformats.org/drawingml/2006/main">
            <a:pathLst>
              <a:path w="223576" h="1117885">
                <a:moveTo>
                  <a:pt x="0" y="0"/>
                </a:moveTo>
                <a:lnTo>
                  <a:pt x="223576" y="0"/>
                </a:lnTo>
                <a:lnTo>
                  <a:pt x="223576" y="1117885"/>
                </a:lnTo>
                <a:lnTo>
                  <a:pt x="0" y="1117885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67">
            <a:extLst xmlns:a="http://schemas.openxmlformats.org/drawingml/2006/main">
              <a:ext uri="{FF2B5EF4-FFF2-40B4-BE49-F238E27FC236}">
                <a16:creationId xmlns:a16="http://schemas.microsoft.com/office/drawing/2014/main" id="{6F7A4529-7CB5-4C75-A266-0391E00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749" y="5219431"/>
            <a:ext cx="223608" cy="1117848"/>
          </a:xfrm>
          <a:custGeom xmlns:a="http://schemas.openxmlformats.org/drawingml/2006/main">
            <a:pathLst>
              <a:path w="223608" h="1117848">
                <a:moveTo>
                  <a:pt x="0" y="0"/>
                </a:moveTo>
                <a:lnTo>
                  <a:pt x="0" y="1117848"/>
                </a:lnTo>
                <a:lnTo>
                  <a:pt x="223608" y="1117848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76" name="path-468">
            <a:extLst xmlns:a="http://schemas.openxmlformats.org/drawingml/2006/main">
              <a:ext uri="{FF2B5EF4-FFF2-40B4-BE49-F238E27FC236}">
                <a16:creationId xmlns:a16="http://schemas.microsoft.com/office/drawing/2014/main" id="{D40091F2-0B9F-4C48-B43B-E73B3F0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515" y="5359094"/>
            <a:ext cx="223576" cy="838412"/>
          </a:xfrm>
          <a:custGeom xmlns:a="http://schemas.openxmlformats.org/drawingml/2006/main">
            <a:pathLst>
              <a:path w="223576" h="838412">
                <a:moveTo>
                  <a:pt x="0" y="0"/>
                </a:moveTo>
                <a:lnTo>
                  <a:pt x="223576" y="0"/>
                </a:lnTo>
                <a:lnTo>
                  <a:pt x="223576" y="838412"/>
                </a:lnTo>
                <a:lnTo>
                  <a:pt x="0" y="83841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69">
            <a:extLst xmlns:a="http://schemas.openxmlformats.org/drawingml/2006/main">
              <a:ext uri="{FF2B5EF4-FFF2-40B4-BE49-F238E27FC236}">
                <a16:creationId xmlns:a16="http://schemas.microsoft.com/office/drawing/2014/main" id="{33AB385A-8F38-4191-B56C-FCB6348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488" y="5359115"/>
            <a:ext cx="223602" cy="838479"/>
          </a:xfrm>
          <a:custGeom xmlns:a="http://schemas.openxmlformats.org/drawingml/2006/main">
            <a:pathLst>
              <a:path w="223602" h="838479">
                <a:moveTo>
                  <a:pt x="0" y="0"/>
                </a:moveTo>
                <a:lnTo>
                  <a:pt x="0" y="838479"/>
                </a:lnTo>
                <a:lnTo>
                  <a:pt x="223602" y="838479"/>
                </a:lnTo>
                <a:lnTo>
                  <a:pt x="2236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78" name="path-470">
            <a:extLst xmlns:a="http://schemas.openxmlformats.org/drawingml/2006/main">
              <a:ext uri="{FF2B5EF4-FFF2-40B4-BE49-F238E27FC236}">
                <a16:creationId xmlns:a16="http://schemas.microsoft.com/office/drawing/2014/main" id="{976CA753-38AD-4D5B-829B-5F2C222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242" y="5498877"/>
            <a:ext cx="223576" cy="558942"/>
          </a:xfrm>
          <a:custGeom xmlns:a="http://schemas.openxmlformats.org/drawingml/2006/main">
            <a:pathLst>
              <a:path w="223576" h="558942">
                <a:moveTo>
                  <a:pt x="0" y="0"/>
                </a:moveTo>
                <a:lnTo>
                  <a:pt x="223576" y="0"/>
                </a:lnTo>
                <a:lnTo>
                  <a:pt x="223576" y="558942"/>
                </a:lnTo>
                <a:lnTo>
                  <a:pt x="0" y="558942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71">
            <a:extLst xmlns:a="http://schemas.openxmlformats.org/drawingml/2006/main">
              <a:ext uri="{FF2B5EF4-FFF2-40B4-BE49-F238E27FC236}">
                <a16:creationId xmlns:a16="http://schemas.microsoft.com/office/drawing/2014/main" id="{F5F1EE0F-FFBD-4B41-BC98-92263BB9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220" y="5498893"/>
            <a:ext cx="223608" cy="558926"/>
          </a:xfrm>
          <a:custGeom xmlns:a="http://schemas.openxmlformats.org/drawingml/2006/main">
            <a:pathLst>
              <a:path w="223608" h="558926">
                <a:moveTo>
                  <a:pt x="0" y="0"/>
                </a:moveTo>
                <a:lnTo>
                  <a:pt x="0" y="558926"/>
                </a:lnTo>
                <a:lnTo>
                  <a:pt x="223608" y="558926"/>
                </a:lnTo>
                <a:lnTo>
                  <a:pt x="2236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91">
            <a:solidFill>
              <a:srgbClr val="531B93"/>
            </a:solidFill>
            <a:prstDash val="solid"/>
          </a:ln>
        </p:spPr>
      </p:sp>
      <p:sp>
        <p:nvSpPr>
          <p:cNvPr id="480" name="path-472">
            <a:extLst xmlns:a="http://schemas.openxmlformats.org/drawingml/2006/main">
              <a:ext uri="{FF2B5EF4-FFF2-40B4-BE49-F238E27FC236}">
                <a16:creationId xmlns:a16="http://schemas.microsoft.com/office/drawing/2014/main" id="{047FC420-B9E8-40FA-B5E5-C1985BD6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91" y="4940846"/>
            <a:ext cx="297580" cy="185782"/>
          </a:xfrm>
          <a:custGeom xmlns:a="http://schemas.openxmlformats.org/drawingml/2006/main">
            <a:pathLst>
              <a:path w="297580" h="185782">
                <a:moveTo>
                  <a:pt x="527" y="127810"/>
                </a:moveTo>
                <a:lnTo>
                  <a:pt x="527" y="51638"/>
                </a:lnTo>
                <a:lnTo>
                  <a:pt x="0" y="51638"/>
                </a:lnTo>
                <a:lnTo>
                  <a:pt x="0" y="0"/>
                </a:lnTo>
                <a:lnTo>
                  <a:pt x="297580" y="0"/>
                </a:lnTo>
                <a:lnTo>
                  <a:pt x="296266" y="144001"/>
                </a:lnTo>
                <a:lnTo>
                  <a:pt x="296266" y="185782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81" name="path-473">
            <a:extLst xmlns:a="http://schemas.openxmlformats.org/drawingml/2006/main">
              <a:ext uri="{FF2B5EF4-FFF2-40B4-BE49-F238E27FC236}">
                <a16:creationId xmlns:a16="http://schemas.microsoft.com/office/drawing/2014/main" id="{CB578C80-CA61-4C89-AE8F-FB76C91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906" y="5094962"/>
            <a:ext cx="63334" cy="84445"/>
          </a:xfrm>
          <a:custGeom xmlns:a="http://schemas.openxmlformats.org/drawingml/2006/main">
            <a:pathLst>
              <a:path w="63334" h="84445">
                <a:moveTo>
                  <a:pt x="31667" y="84445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5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74">
            <a:extLst xmlns:a="http://schemas.openxmlformats.org/drawingml/2006/main">
              <a:ext uri="{FF2B5EF4-FFF2-40B4-BE49-F238E27FC236}">
                <a16:creationId xmlns:a16="http://schemas.microsoft.com/office/drawing/2014/main" id="{C2D95939-3BFC-4757-B8FB-9F1C106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889" y="5094962"/>
            <a:ext cx="63328" cy="84444"/>
          </a:xfrm>
          <a:custGeom xmlns:a="http://schemas.openxmlformats.org/drawingml/2006/main">
            <a:pathLst>
              <a:path w="63328" h="84444">
                <a:moveTo>
                  <a:pt x="31667" y="84444"/>
                </a:moveTo>
                <a:lnTo>
                  <a:pt x="63328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4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83" name="path-475">
            <a:extLst xmlns:a="http://schemas.openxmlformats.org/drawingml/2006/main">
              <a:ext uri="{FF2B5EF4-FFF2-40B4-BE49-F238E27FC236}">
                <a16:creationId xmlns:a16="http://schemas.microsoft.com/office/drawing/2014/main" id="{5CE89649-918E-438C-BA62-D7EA3815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902" y="5043853"/>
            <a:ext cx="298556" cy="222463"/>
          </a:xfrm>
          <a:custGeom xmlns:a="http://schemas.openxmlformats.org/drawingml/2006/main">
            <a:pathLst>
              <a:path w="298556" h="222463">
                <a:moveTo>
                  <a:pt x="0" y="0"/>
                </a:moveTo>
                <a:lnTo>
                  <a:pt x="96764" y="0"/>
                </a:lnTo>
                <a:lnTo>
                  <a:pt x="298556" y="615"/>
                </a:lnTo>
                <a:lnTo>
                  <a:pt x="295387" y="180678"/>
                </a:lnTo>
                <a:lnTo>
                  <a:pt x="295387" y="222463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84" name="path-476">
            <a:extLst xmlns:a="http://schemas.openxmlformats.org/drawingml/2006/main">
              <a:ext uri="{FF2B5EF4-FFF2-40B4-BE49-F238E27FC236}">
                <a16:creationId xmlns:a16="http://schemas.microsoft.com/office/drawing/2014/main" id="{02351A89-6232-4470-8EAD-294CC86B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33" y="5234649"/>
            <a:ext cx="63334" cy="84445"/>
          </a:xfrm>
          <a:custGeom xmlns:a="http://schemas.openxmlformats.org/drawingml/2006/main">
            <a:pathLst>
              <a:path w="63334" h="84445">
                <a:moveTo>
                  <a:pt x="31667" y="84445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5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path-477">
            <a:extLst xmlns:a="http://schemas.openxmlformats.org/drawingml/2006/main">
              <a:ext uri="{FF2B5EF4-FFF2-40B4-BE49-F238E27FC236}">
                <a16:creationId xmlns:a16="http://schemas.microsoft.com/office/drawing/2014/main" id="{9DC62FD4-DD91-475A-BA38-789F151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22" y="5234646"/>
            <a:ext cx="63334" cy="84447"/>
          </a:xfrm>
          <a:custGeom xmlns:a="http://schemas.openxmlformats.org/drawingml/2006/main">
            <a:pathLst>
              <a:path w="63334" h="84447">
                <a:moveTo>
                  <a:pt x="31667" y="84447"/>
                </a:moveTo>
                <a:lnTo>
                  <a:pt x="63334" y="0"/>
                </a:lnTo>
                <a:lnTo>
                  <a:pt x="31667" y="31670"/>
                </a:lnTo>
                <a:lnTo>
                  <a:pt x="0" y="0"/>
                </a:lnTo>
                <a:lnTo>
                  <a:pt x="31667" y="84447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86" name="path-478">
            <a:extLst xmlns:a="http://schemas.openxmlformats.org/drawingml/2006/main">
              <a:ext uri="{FF2B5EF4-FFF2-40B4-BE49-F238E27FC236}">
                <a16:creationId xmlns:a16="http://schemas.microsoft.com/office/drawing/2014/main" id="{50D93335-B550-46A4-A521-F83105CA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82" y="5177207"/>
            <a:ext cx="294945" cy="228885"/>
          </a:xfrm>
          <a:custGeom xmlns:a="http://schemas.openxmlformats.org/drawingml/2006/main">
            <a:pathLst>
              <a:path w="294945" h="228885">
                <a:moveTo>
                  <a:pt x="0" y="264"/>
                </a:moveTo>
                <a:lnTo>
                  <a:pt x="96758" y="264"/>
                </a:lnTo>
                <a:lnTo>
                  <a:pt x="186131" y="0"/>
                </a:lnTo>
                <a:lnTo>
                  <a:pt x="294945" y="0"/>
                </a:lnTo>
                <a:lnTo>
                  <a:pt x="294945" y="228885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87" name="path-479">
            <a:extLst xmlns:a="http://schemas.openxmlformats.org/drawingml/2006/main">
              <a:ext uri="{FF2B5EF4-FFF2-40B4-BE49-F238E27FC236}">
                <a16:creationId xmlns:a16="http://schemas.microsoft.com/office/drawing/2014/main" id="{AC1A434A-B56A-48E1-B66C-C97937A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69" y="5374425"/>
            <a:ext cx="63334" cy="84445"/>
          </a:xfrm>
          <a:custGeom xmlns:a="http://schemas.openxmlformats.org/drawingml/2006/main">
            <a:pathLst>
              <a:path w="63334" h="84445">
                <a:moveTo>
                  <a:pt x="31667" y="84445"/>
                </a:moveTo>
                <a:lnTo>
                  <a:pt x="63334" y="0"/>
                </a:lnTo>
                <a:lnTo>
                  <a:pt x="31667" y="31667"/>
                </a:lnTo>
                <a:lnTo>
                  <a:pt x="0" y="0"/>
                </a:lnTo>
                <a:lnTo>
                  <a:pt x="31667" y="84445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80">
            <a:extLst xmlns:a="http://schemas.openxmlformats.org/drawingml/2006/main">
              <a:ext uri="{FF2B5EF4-FFF2-40B4-BE49-F238E27FC236}">
                <a16:creationId xmlns:a16="http://schemas.microsoft.com/office/drawing/2014/main" id="{F4498B3A-AB7C-4328-9DF9-498ECE09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54" y="5374425"/>
            <a:ext cx="63340" cy="84444"/>
          </a:xfrm>
          <a:custGeom xmlns:a="http://schemas.openxmlformats.org/drawingml/2006/main">
            <a:pathLst>
              <a:path w="63340" h="84444">
                <a:moveTo>
                  <a:pt x="31673" y="84444"/>
                </a:moveTo>
                <a:lnTo>
                  <a:pt x="63340" y="0"/>
                </a:lnTo>
                <a:lnTo>
                  <a:pt x="31673" y="31667"/>
                </a:lnTo>
                <a:lnTo>
                  <a:pt x="0" y="0"/>
                </a:lnTo>
                <a:lnTo>
                  <a:pt x="31673" y="84444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531B93"/>
            </a:solidFill>
            <a:prstDash val="solid"/>
          </a:ln>
        </p:spPr>
      </p:sp>
      <p:sp>
        <p:nvSpPr>
          <p:cNvPr id="489" name="path-481">
            <a:extLst xmlns:a="http://schemas.openxmlformats.org/drawingml/2006/main">
              <a:ext uri="{FF2B5EF4-FFF2-40B4-BE49-F238E27FC236}">
                <a16:creationId xmlns:a16="http://schemas.microsoft.com/office/drawing/2014/main" id="{88F4BE20-FFEE-4CA3-ACE6-A90EB0B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859" y="5465655"/>
            <a:ext cx="997154" cy="486518"/>
          </a:xfrm>
          <a:custGeom xmlns:a="http://schemas.openxmlformats.org/drawingml/2006/main">
            <a:pathLst>
              <a:path w="997154" h="486518">
                <a:moveTo>
                  <a:pt x="0" y="0"/>
                </a:moveTo>
                <a:lnTo>
                  <a:pt x="997154" y="0"/>
                </a:lnTo>
                <a:lnTo>
                  <a:pt x="997154" y="486518"/>
                </a:lnTo>
                <a:lnTo>
                  <a:pt x="0" y="4865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text-482 Perception">
            <a:extLst xmlns:a="http://schemas.openxmlformats.org/drawingml/2006/main">
              <a:ext uri="{FF2B5EF4-FFF2-40B4-BE49-F238E27FC236}">
                <a16:creationId xmlns:a16="http://schemas.microsoft.com/office/drawing/2014/main" id="{EDFC3F54-F75A-4DE4-AB71-B551BEB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7822" y="5492023"/>
            <a:ext cx="940877" cy="246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491" name="text-483 Net">
            <a:extLst xmlns:a="http://schemas.openxmlformats.org/drawingml/2006/main">
              <a:ext uri="{FF2B5EF4-FFF2-40B4-BE49-F238E27FC236}">
                <a16:creationId xmlns:a16="http://schemas.microsoft.com/office/drawing/2014/main" id="{E565964D-E7D0-4686-93B0-D14BEDB5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0712" y="5691342"/>
            <a:ext cx="315160" cy="246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492" name="path-484">
            <a:extLst xmlns:a="http://schemas.openxmlformats.org/drawingml/2006/main">
              <a:ext uri="{FF2B5EF4-FFF2-40B4-BE49-F238E27FC236}">
                <a16:creationId xmlns:a16="http://schemas.microsoft.com/office/drawing/2014/main" id="{B40D4362-C19F-48BE-A7D7-0CDC7FB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161" y="3326789"/>
            <a:ext cx="191" cy="126495"/>
          </a:xfrm>
          <a:custGeom xmlns:a="http://schemas.openxmlformats.org/drawingml/2006/main">
            <a:pathLst>
              <a:path w="191" h="126495">
                <a:moveTo>
                  <a:pt x="0" y="1264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9051"/>
            </a:solidFill>
            <a:prstDash val="solid"/>
          </a:ln>
        </p:spPr>
      </p:sp>
      <p:sp>
        <p:nvSpPr>
          <p:cNvPr id="493" name="path-485">
            <a:extLst xmlns:a="http://schemas.openxmlformats.org/drawingml/2006/main">
              <a:ext uri="{FF2B5EF4-FFF2-40B4-BE49-F238E27FC236}">
                <a16:creationId xmlns:a16="http://schemas.microsoft.com/office/drawing/2014/main" id="{A14386FC-7D55-4EB0-A7B6-412AE5BD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32" y="3278411"/>
            <a:ext cx="58056" cy="77408"/>
          </a:xfrm>
          <a:custGeom xmlns:a="http://schemas.openxmlformats.org/drawingml/2006/main">
            <a:pathLst>
              <a:path w="58056" h="77408">
                <a:moveTo>
                  <a:pt x="29028" y="0"/>
                </a:moveTo>
                <a:lnTo>
                  <a:pt x="0" y="77408"/>
                </a:lnTo>
                <a:lnTo>
                  <a:pt x="29028" y="48381"/>
                </a:lnTo>
                <a:lnTo>
                  <a:pt x="58056" y="77408"/>
                </a:lnTo>
                <a:lnTo>
                  <a:pt x="29028" y="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86">
            <a:extLst xmlns:a="http://schemas.openxmlformats.org/drawingml/2006/main">
              <a:ext uri="{FF2B5EF4-FFF2-40B4-BE49-F238E27FC236}">
                <a16:creationId xmlns:a16="http://schemas.microsoft.com/office/drawing/2014/main" id="{4B63974B-285C-46C9-9671-BF3BD2C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29" y="3278410"/>
            <a:ext cx="58057" cy="77411"/>
          </a:xfrm>
          <a:custGeom xmlns:a="http://schemas.openxmlformats.org/drawingml/2006/main">
            <a:pathLst>
              <a:path w="58057" h="77411">
                <a:moveTo>
                  <a:pt x="29032" y="0"/>
                </a:moveTo>
                <a:lnTo>
                  <a:pt x="0" y="77411"/>
                </a:lnTo>
                <a:lnTo>
                  <a:pt x="29032" y="48379"/>
                </a:lnTo>
                <a:lnTo>
                  <a:pt x="58057" y="77411"/>
                </a:lnTo>
                <a:lnTo>
                  <a:pt x="29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9051"/>
            </a:solidFill>
            <a:prstDash val="solid"/>
          </a:ln>
        </p:spPr>
      </p:sp>
      <p:sp>
        <p:nvSpPr>
          <p:cNvPr id="495" name="path-487">
            <a:extLst xmlns:a="http://schemas.openxmlformats.org/drawingml/2006/main">
              <a:ext uri="{FF2B5EF4-FFF2-40B4-BE49-F238E27FC236}">
                <a16:creationId xmlns:a16="http://schemas.microsoft.com/office/drawing/2014/main" id="{AC836C93-8FFF-4BCA-99B5-DF514344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90" y="3660177"/>
            <a:ext cx="174166" cy="191"/>
          </a:xfrm>
          <a:custGeom xmlns:a="http://schemas.openxmlformats.org/drawingml/2006/main">
            <a:pathLst>
              <a:path w="174166" h="191">
                <a:moveTo>
                  <a:pt x="0" y="0"/>
                </a:moveTo>
                <a:lnTo>
                  <a:pt x="174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496" name="path-488">
            <a:extLst xmlns:a="http://schemas.openxmlformats.org/drawingml/2006/main">
              <a:ext uri="{FF2B5EF4-FFF2-40B4-BE49-F238E27FC236}">
                <a16:creationId xmlns:a16="http://schemas.microsoft.com/office/drawing/2014/main" id="{50F4F529-647D-4EDB-BC2C-E4276D1F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731" y="3631148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489">
            <a:extLst xmlns:a="http://schemas.openxmlformats.org/drawingml/2006/main">
              <a:ext uri="{FF2B5EF4-FFF2-40B4-BE49-F238E27FC236}">
                <a16:creationId xmlns:a16="http://schemas.microsoft.com/office/drawing/2014/main" id="{A827E3BE-938B-40A4-A563-C675B7BF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730" y="3631145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32"/>
                </a:moveTo>
                <a:lnTo>
                  <a:pt x="0" y="0"/>
                </a:lnTo>
                <a:lnTo>
                  <a:pt x="29026" y="29032"/>
                </a:lnTo>
                <a:lnTo>
                  <a:pt x="0" y="58057"/>
                </a:lnTo>
                <a:lnTo>
                  <a:pt x="77408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498" name="path-490">
            <a:extLst xmlns:a="http://schemas.openxmlformats.org/drawingml/2006/main">
              <a:ext uri="{FF2B5EF4-FFF2-40B4-BE49-F238E27FC236}">
                <a16:creationId xmlns:a16="http://schemas.microsoft.com/office/drawing/2014/main" id="{2EFE752F-6846-4874-B794-2AFD7CE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413" y="2938869"/>
            <a:ext cx="965405" cy="307876"/>
          </a:xfrm>
          <a:custGeom xmlns:a="http://schemas.openxmlformats.org/drawingml/2006/main">
            <a:pathLst>
              <a:path w="965405" h="307876">
                <a:moveTo>
                  <a:pt x="0" y="0"/>
                </a:moveTo>
                <a:lnTo>
                  <a:pt x="0" y="307876"/>
                </a:lnTo>
                <a:lnTo>
                  <a:pt x="965405" y="307876"/>
                </a:lnTo>
                <a:lnTo>
                  <a:pt x="9654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499" name="path-491">
            <a:extLst xmlns:a="http://schemas.openxmlformats.org/drawingml/2006/main">
              <a:ext uri="{FF2B5EF4-FFF2-40B4-BE49-F238E27FC236}">
                <a16:creationId xmlns:a16="http://schemas.microsoft.com/office/drawing/2014/main" id="{8BCAC62D-B7CD-4A46-8DCE-342F42A5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48" y="3161592"/>
            <a:ext cx="702921" cy="191"/>
          </a:xfrm>
          <a:custGeom xmlns:a="http://schemas.openxmlformats.org/drawingml/2006/main">
            <a:pathLst>
              <a:path w="702921" h="191">
                <a:moveTo>
                  <a:pt x="0" y="0"/>
                </a:moveTo>
                <a:lnTo>
                  <a:pt x="7029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500" name="path-492">
            <a:extLst xmlns:a="http://schemas.openxmlformats.org/drawingml/2006/main">
              <a:ext uri="{FF2B5EF4-FFF2-40B4-BE49-F238E27FC236}">
                <a16:creationId xmlns:a16="http://schemas.microsoft.com/office/drawing/2014/main" id="{191A0A33-3811-4709-B409-09B413DF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780" y="3161592"/>
            <a:ext cx="14080" cy="191"/>
          </a:xfrm>
          <a:custGeom xmlns:a="http://schemas.openxmlformats.org/drawingml/2006/main">
            <a:pathLst>
              <a:path w="14080" h="191">
                <a:moveTo>
                  <a:pt x="1408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501" name="text-493 Terminating">
            <a:extLst xmlns:a="http://schemas.openxmlformats.org/drawingml/2006/main">
              <a:ext uri="{FF2B5EF4-FFF2-40B4-BE49-F238E27FC236}">
                <a16:creationId xmlns:a16="http://schemas.microsoft.com/office/drawing/2014/main" id="{63A40347-BEBF-4969-84C3-8D6F6C06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7648" y="2998049"/>
            <a:ext cx="820333" cy="19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Terminating</a:t>
            </a:r>
          </a:p>
        </p:txBody>
      </p:sp>
      <p:sp>
        <p:nvSpPr>
          <p:cNvPr id="502" name="path-494">
            <a:extLst xmlns:a="http://schemas.openxmlformats.org/drawingml/2006/main">
              <a:ext uri="{FF2B5EF4-FFF2-40B4-BE49-F238E27FC236}">
                <a16:creationId xmlns:a16="http://schemas.microsoft.com/office/drawing/2014/main" id="{4C8D9992-65CC-4962-B50B-29D89E9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39" y="3462108"/>
            <a:ext cx="1097301" cy="396251"/>
          </a:xfrm>
          <a:custGeom xmlns:a="http://schemas.openxmlformats.org/drawingml/2006/main">
            <a:pathLst>
              <a:path w="1097301" h="396251">
                <a:moveTo>
                  <a:pt x="0" y="0"/>
                </a:moveTo>
                <a:lnTo>
                  <a:pt x="1097301" y="0"/>
                </a:lnTo>
                <a:lnTo>
                  <a:pt x="1097301" y="396251"/>
                </a:lnTo>
                <a:lnTo>
                  <a:pt x="0" y="396251"/>
                </a:lnTo>
                <a:close/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495">
            <a:extLst xmlns:a="http://schemas.openxmlformats.org/drawingml/2006/main">
              <a:ext uri="{FF2B5EF4-FFF2-40B4-BE49-F238E27FC236}">
                <a16:creationId xmlns:a16="http://schemas.microsoft.com/office/drawing/2014/main" id="{2D52A320-8201-4F5F-9986-8E3889D7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37" y="3462081"/>
            <a:ext cx="1097356" cy="396277"/>
          </a:xfrm>
          <a:custGeom xmlns:a="http://schemas.openxmlformats.org/drawingml/2006/main">
            <a:pathLst>
              <a:path w="1097356" h="396277">
                <a:moveTo>
                  <a:pt x="0" y="0"/>
                </a:moveTo>
                <a:lnTo>
                  <a:pt x="0" y="396277"/>
                </a:lnTo>
                <a:lnTo>
                  <a:pt x="1097356" y="396277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5300"/>
            </a:solidFill>
            <a:prstDash val="solid"/>
          </a:ln>
        </p:spPr>
      </p:sp>
      <p:sp>
        <p:nvSpPr>
          <p:cNvPr id="504" name="text-496 Observation">
            <a:extLst xmlns:a="http://schemas.openxmlformats.org/drawingml/2006/main">
              <a:ext uri="{FF2B5EF4-FFF2-40B4-BE49-F238E27FC236}">
                <a16:creationId xmlns:a16="http://schemas.microsoft.com/office/drawing/2014/main" id="{9E4773D9-B992-4CCE-B6E6-168BA1DA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252" y="3479662"/>
            <a:ext cx="846601" cy="19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05" name="text-496 is">
            <a:extLst xmlns:a="http://schemas.openxmlformats.org/drawingml/2006/main">
              <a:ext uri="{FF2B5EF4-FFF2-40B4-BE49-F238E27FC236}">
                <a16:creationId xmlns:a16="http://schemas.microsoft.com/office/drawing/2014/main" id="{A5402156-5766-4ED0-86A9-9B76DC1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586" y="3479614"/>
            <a:ext cx="142736" cy="197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506" name="text-497 Sufficient?">
            <a:extLst xmlns:a="http://schemas.openxmlformats.org/drawingml/2006/main">
              <a:ext uri="{FF2B5EF4-FFF2-40B4-BE49-F238E27FC236}">
                <a16:creationId xmlns:a16="http://schemas.microsoft.com/office/drawing/2014/main" id="{E98565C8-5A70-42BE-ADB0-37DEBAE7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1514" y="3651199"/>
            <a:ext cx="752489" cy="19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Sufficient?</a:t>
            </a:r>
          </a:p>
        </p:txBody>
      </p:sp>
      <p:sp>
        <p:nvSpPr>
          <p:cNvPr id="507" name="path-498">
            <a:extLst xmlns:a="http://schemas.openxmlformats.org/drawingml/2006/main">
              <a:ext uri="{FF2B5EF4-FFF2-40B4-BE49-F238E27FC236}">
                <a16:creationId xmlns:a16="http://schemas.microsoft.com/office/drawing/2014/main" id="{28022C3D-6068-4FC8-90A7-01E7B7B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805" y="3462081"/>
            <a:ext cx="1097356" cy="396277"/>
          </a:xfrm>
          <a:custGeom xmlns:a="http://schemas.openxmlformats.org/drawingml/2006/main">
            <a:pathLst>
              <a:path w="1097356" h="396277">
                <a:moveTo>
                  <a:pt x="0" y="0"/>
                </a:moveTo>
                <a:lnTo>
                  <a:pt x="0" y="396277"/>
                </a:lnTo>
                <a:lnTo>
                  <a:pt x="1097356" y="396277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1100"/>
            </a:solidFill>
            <a:prstDash val="solid"/>
          </a:ln>
        </p:spPr>
      </p:sp>
      <p:sp>
        <p:nvSpPr>
          <p:cNvPr id="508" name="text-499 Localizing">
            <a:extLst xmlns:a="http://schemas.openxmlformats.org/drawingml/2006/main">
              <a:ext uri="{FF2B5EF4-FFF2-40B4-BE49-F238E27FC236}">
                <a16:creationId xmlns:a16="http://schemas.microsoft.com/office/drawing/2014/main" id="{7906F0B5-E4BE-4273-A7B7-97F53CCE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405" y="3488366"/>
            <a:ext cx="651320" cy="19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509" name="path-501">
            <a:extLst xmlns:a="http://schemas.openxmlformats.org/drawingml/2006/main">
              <a:ext uri="{FF2B5EF4-FFF2-40B4-BE49-F238E27FC236}">
                <a16:creationId xmlns:a16="http://schemas.microsoft.com/office/drawing/2014/main" id="{D0F60A56-91ED-4BC9-A8DA-DC2BAC0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497" y="3654194"/>
            <a:ext cx="305062" cy="191"/>
          </a:xfrm>
          <a:custGeom xmlns:a="http://schemas.openxmlformats.org/drawingml/2006/main">
            <a:pathLst>
              <a:path w="305062" h="191">
                <a:moveTo>
                  <a:pt x="0" y="0"/>
                </a:moveTo>
                <a:lnTo>
                  <a:pt x="305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1100"/>
            </a:solidFill>
            <a:prstDash val="solid"/>
          </a:ln>
        </p:spPr>
      </p:sp>
      <p:sp>
        <p:nvSpPr>
          <p:cNvPr id="510" name="text-502 Next">
            <a:extLst xmlns:a="http://schemas.openxmlformats.org/drawingml/2006/main">
              <a:ext uri="{FF2B5EF4-FFF2-40B4-BE49-F238E27FC236}">
                <a16:creationId xmlns:a16="http://schemas.microsoft.com/office/drawing/2014/main" id="{7FE284D3-5D62-4714-9C2E-35B9A6F8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5497" y="3488339"/>
            <a:ext cx="330439" cy="19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11" name="text-503 Visual">
            <a:extLst xmlns:a="http://schemas.openxmlformats.org/drawingml/2006/main">
              <a:ext uri="{FF2B5EF4-FFF2-40B4-BE49-F238E27FC236}">
                <a16:creationId xmlns:a16="http://schemas.microsoft.com/office/drawing/2014/main" id="{B927FF05-17E5-464E-8749-97C4472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9170" y="3642481"/>
            <a:ext cx="406158" cy="19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12" name="text-503 Fixation">
            <a:extLst xmlns:a="http://schemas.openxmlformats.org/drawingml/2006/main">
              <a:ext uri="{FF2B5EF4-FFF2-40B4-BE49-F238E27FC236}">
                <a16:creationId xmlns:a16="http://schemas.microsoft.com/office/drawing/2014/main" id="{C501A241-001A-4A2D-9795-87EA228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9075" y="3642476"/>
            <a:ext cx="518176" cy="19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513" name="path-504">
            <a:extLst xmlns:a="http://schemas.openxmlformats.org/drawingml/2006/main">
              <a:ext uri="{FF2B5EF4-FFF2-40B4-BE49-F238E27FC236}">
                <a16:creationId xmlns:a16="http://schemas.microsoft.com/office/drawing/2014/main" id="{6B7E44AB-3B76-4AFE-A8D1-B784C034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125" y="3660177"/>
            <a:ext cx="220264" cy="191"/>
          </a:xfrm>
          <a:custGeom xmlns:a="http://schemas.openxmlformats.org/drawingml/2006/main">
            <a:pathLst>
              <a:path w="220264" h="191">
                <a:moveTo>
                  <a:pt x="0" y="0"/>
                </a:moveTo>
                <a:lnTo>
                  <a:pt x="220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514" name="path-505">
            <a:extLst xmlns:a="http://schemas.openxmlformats.org/drawingml/2006/main">
              <a:ext uri="{FF2B5EF4-FFF2-40B4-BE49-F238E27FC236}">
                <a16:creationId xmlns:a16="http://schemas.microsoft.com/office/drawing/2014/main" id="{E235E695-8018-4043-AC3E-BDE2131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63" y="3631148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506">
            <a:extLst xmlns:a="http://schemas.openxmlformats.org/drawingml/2006/main">
              <a:ext uri="{FF2B5EF4-FFF2-40B4-BE49-F238E27FC236}">
                <a16:creationId xmlns:a16="http://schemas.microsoft.com/office/drawing/2014/main" id="{94FBCC5B-3BAD-4D18-AB8C-F6E61AFE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57" y="3631145"/>
            <a:ext cx="77414" cy="58057"/>
          </a:xfrm>
          <a:custGeom xmlns:a="http://schemas.openxmlformats.org/drawingml/2006/main">
            <a:pathLst>
              <a:path w="77414" h="58057">
                <a:moveTo>
                  <a:pt x="77414" y="29032"/>
                </a:moveTo>
                <a:lnTo>
                  <a:pt x="0" y="0"/>
                </a:lnTo>
                <a:lnTo>
                  <a:pt x="29032" y="29032"/>
                </a:lnTo>
                <a:lnTo>
                  <a:pt x="0" y="58057"/>
                </a:lnTo>
                <a:lnTo>
                  <a:pt x="77414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516" name="text-507 Yes">
            <a:extLst xmlns:a="http://schemas.openxmlformats.org/drawingml/2006/main">
              <a:ext uri="{FF2B5EF4-FFF2-40B4-BE49-F238E27FC236}">
                <a16:creationId xmlns:a16="http://schemas.microsoft.com/office/drawing/2014/main" id="{8F2B9B7C-F99C-4730-BDBB-D38207FD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5037" y="2995464"/>
            <a:ext cx="267945" cy="197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17" name="path-508">
            <a:extLst xmlns:a="http://schemas.openxmlformats.org/drawingml/2006/main">
              <a:ext uri="{FF2B5EF4-FFF2-40B4-BE49-F238E27FC236}">
                <a16:creationId xmlns:a16="http://schemas.microsoft.com/office/drawing/2014/main" id="{E1BCCC19-5145-42B9-B8FA-88F2A812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61" y="2987952"/>
            <a:ext cx="178479" cy="256153"/>
          </a:xfrm>
          <a:custGeom xmlns:a="http://schemas.openxmlformats.org/drawingml/2006/main">
            <a:pathLst>
              <a:path w="178479" h="256153">
                <a:moveTo>
                  <a:pt x="178479" y="90253"/>
                </a:moveTo>
                <a:cubicBezTo>
                  <a:pt x="178479" y="65271"/>
                  <a:pt x="167748" y="41344"/>
                  <a:pt x="149099" y="24632"/>
                </a:cubicBezTo>
                <a:cubicBezTo>
                  <a:pt x="130539" y="8006"/>
                  <a:pt x="105381" y="0"/>
                  <a:pt x="80312" y="2726"/>
                </a:cubicBezTo>
                <a:cubicBezTo>
                  <a:pt x="39320" y="7214"/>
                  <a:pt x="6685" y="40376"/>
                  <a:pt x="2638" y="81544"/>
                </a:cubicBezTo>
                <a:cubicBezTo>
                  <a:pt x="0" y="109076"/>
                  <a:pt x="10028" y="135728"/>
                  <a:pt x="30171" y="154553"/>
                </a:cubicBezTo>
                <a:cubicBezTo>
                  <a:pt x="37736" y="161679"/>
                  <a:pt x="42134" y="171883"/>
                  <a:pt x="42399" y="182614"/>
                </a:cubicBezTo>
                <a:cubicBezTo>
                  <a:pt x="38793" y="185430"/>
                  <a:pt x="36505" y="189739"/>
                  <a:pt x="36505" y="194578"/>
                </a:cubicBezTo>
                <a:lnTo>
                  <a:pt x="36505" y="217712"/>
                </a:lnTo>
                <a:cubicBezTo>
                  <a:pt x="36505" y="226157"/>
                  <a:pt x="43454" y="233106"/>
                  <a:pt x="51900" y="233106"/>
                </a:cubicBezTo>
                <a:lnTo>
                  <a:pt x="54626" y="233106"/>
                </a:lnTo>
                <a:lnTo>
                  <a:pt x="62807" y="251578"/>
                </a:lnTo>
                <a:cubicBezTo>
                  <a:pt x="64038" y="254393"/>
                  <a:pt x="66853" y="256153"/>
                  <a:pt x="69844" y="256153"/>
                </a:cubicBezTo>
                <a:lnTo>
                  <a:pt x="110923" y="256153"/>
                </a:lnTo>
                <a:cubicBezTo>
                  <a:pt x="114002" y="256153"/>
                  <a:pt x="116729" y="254393"/>
                  <a:pt x="117961" y="251578"/>
                </a:cubicBezTo>
                <a:lnTo>
                  <a:pt x="126229" y="233018"/>
                </a:lnTo>
                <a:lnTo>
                  <a:pt x="128868" y="233018"/>
                </a:lnTo>
                <a:cubicBezTo>
                  <a:pt x="137400" y="233018"/>
                  <a:pt x="144262" y="226157"/>
                  <a:pt x="144262" y="217624"/>
                </a:cubicBezTo>
                <a:lnTo>
                  <a:pt x="144262" y="194578"/>
                </a:lnTo>
                <a:cubicBezTo>
                  <a:pt x="144262" y="189651"/>
                  <a:pt x="141975" y="185430"/>
                  <a:pt x="138368" y="182526"/>
                </a:cubicBezTo>
                <a:cubicBezTo>
                  <a:pt x="138632" y="171707"/>
                  <a:pt x="142854" y="161679"/>
                  <a:pt x="150067" y="154994"/>
                </a:cubicBezTo>
                <a:cubicBezTo>
                  <a:pt x="168188" y="138368"/>
                  <a:pt x="178479" y="114795"/>
                  <a:pt x="178479" y="90253"/>
                </a:cubicBezTo>
                <a:moveTo>
                  <a:pt x="105908" y="240759"/>
                </a:moveTo>
                <a:lnTo>
                  <a:pt x="74858" y="240759"/>
                </a:lnTo>
                <a:lnTo>
                  <a:pt x="71427" y="233106"/>
                </a:lnTo>
                <a:lnTo>
                  <a:pt x="109340" y="233018"/>
                </a:lnTo>
                <a:lnTo>
                  <a:pt x="105908" y="240759"/>
                </a:lnTo>
                <a:moveTo>
                  <a:pt x="51900" y="217712"/>
                </a:moveTo>
                <a:lnTo>
                  <a:pt x="51900" y="194578"/>
                </a:lnTo>
                <a:lnTo>
                  <a:pt x="128868" y="194578"/>
                </a:lnTo>
                <a:lnTo>
                  <a:pt x="128868" y="217624"/>
                </a:lnTo>
                <a:lnTo>
                  <a:pt x="51900" y="217712"/>
                </a:lnTo>
                <a:moveTo>
                  <a:pt x="123063" y="179183"/>
                </a:moveTo>
                <a:lnTo>
                  <a:pt x="57616" y="179183"/>
                </a:lnTo>
                <a:cubicBezTo>
                  <a:pt x="56561" y="165461"/>
                  <a:pt x="50580" y="152530"/>
                  <a:pt x="40728" y="143295"/>
                </a:cubicBezTo>
                <a:cubicBezTo>
                  <a:pt x="24015" y="127725"/>
                  <a:pt x="15745" y="105733"/>
                  <a:pt x="18033" y="83039"/>
                </a:cubicBezTo>
                <a:cubicBezTo>
                  <a:pt x="21200" y="49613"/>
                  <a:pt x="48732" y="21728"/>
                  <a:pt x="81982" y="18034"/>
                </a:cubicBezTo>
                <a:cubicBezTo>
                  <a:pt x="103094" y="15658"/>
                  <a:pt x="123238" y="22168"/>
                  <a:pt x="138895" y="36153"/>
                </a:cubicBezTo>
                <a:cubicBezTo>
                  <a:pt x="154289" y="49877"/>
                  <a:pt x="163086" y="69668"/>
                  <a:pt x="163086" y="90253"/>
                </a:cubicBezTo>
                <a:cubicBezTo>
                  <a:pt x="163086" y="110483"/>
                  <a:pt x="154553" y="130012"/>
                  <a:pt x="139687" y="143647"/>
                </a:cubicBezTo>
                <a:cubicBezTo>
                  <a:pt x="130012" y="152530"/>
                  <a:pt x="124118" y="165373"/>
                  <a:pt x="123150" y="179183"/>
                </a:cubicBezTo>
                <a:lnTo>
                  <a:pt x="123063" y="17918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509">
            <a:extLst xmlns:a="http://schemas.openxmlformats.org/drawingml/2006/main">
              <a:ext uri="{FF2B5EF4-FFF2-40B4-BE49-F238E27FC236}">
                <a16:creationId xmlns:a16="http://schemas.microsoft.com/office/drawing/2014/main" id="{DCF70145-C202-434C-A73B-D96B4A6E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60" y="2987951"/>
            <a:ext cx="178479" cy="256153"/>
          </a:xfrm>
          <a:custGeom xmlns:a="http://schemas.openxmlformats.org/drawingml/2006/main">
            <a:pathLst>
              <a:path w="178479" h="256153">
                <a:moveTo>
                  <a:pt x="178479" y="90251"/>
                </a:moveTo>
                <a:cubicBezTo>
                  <a:pt x="178479" y="65273"/>
                  <a:pt x="167750" y="41345"/>
                  <a:pt x="149102" y="24630"/>
                </a:cubicBezTo>
                <a:cubicBezTo>
                  <a:pt x="130539" y="8006"/>
                  <a:pt x="105379" y="0"/>
                  <a:pt x="80310" y="2726"/>
                </a:cubicBezTo>
                <a:cubicBezTo>
                  <a:pt x="39319" y="7300"/>
                  <a:pt x="6688" y="40379"/>
                  <a:pt x="2641" y="81542"/>
                </a:cubicBezTo>
                <a:cubicBezTo>
                  <a:pt x="0" y="109078"/>
                  <a:pt x="10027" y="135728"/>
                  <a:pt x="30171" y="154555"/>
                </a:cubicBezTo>
                <a:cubicBezTo>
                  <a:pt x="37737" y="161679"/>
                  <a:pt x="42136" y="171882"/>
                  <a:pt x="42402" y="182614"/>
                </a:cubicBezTo>
                <a:cubicBezTo>
                  <a:pt x="38792" y="185428"/>
                  <a:pt x="36502" y="189742"/>
                  <a:pt x="36502" y="194576"/>
                </a:cubicBezTo>
                <a:lnTo>
                  <a:pt x="36502" y="217710"/>
                </a:lnTo>
                <a:cubicBezTo>
                  <a:pt x="36502" y="226158"/>
                  <a:pt x="43451" y="233104"/>
                  <a:pt x="51896" y="233104"/>
                </a:cubicBezTo>
                <a:lnTo>
                  <a:pt x="54622" y="233104"/>
                </a:lnTo>
                <a:lnTo>
                  <a:pt x="62807" y="251579"/>
                </a:lnTo>
                <a:cubicBezTo>
                  <a:pt x="64037" y="254396"/>
                  <a:pt x="66854" y="256153"/>
                  <a:pt x="69841" y="256153"/>
                </a:cubicBezTo>
                <a:lnTo>
                  <a:pt x="110922" y="256153"/>
                </a:lnTo>
                <a:cubicBezTo>
                  <a:pt x="114000" y="256153"/>
                  <a:pt x="116726" y="254396"/>
                  <a:pt x="117962" y="251579"/>
                </a:cubicBezTo>
                <a:lnTo>
                  <a:pt x="126226" y="233104"/>
                </a:lnTo>
                <a:lnTo>
                  <a:pt x="128867" y="233104"/>
                </a:lnTo>
                <a:cubicBezTo>
                  <a:pt x="137397" y="233104"/>
                  <a:pt x="144262" y="226158"/>
                  <a:pt x="144262" y="217710"/>
                </a:cubicBezTo>
                <a:lnTo>
                  <a:pt x="144262" y="194576"/>
                </a:lnTo>
                <a:cubicBezTo>
                  <a:pt x="144262" y="189742"/>
                  <a:pt x="141971" y="185428"/>
                  <a:pt x="138367" y="182614"/>
                </a:cubicBezTo>
                <a:cubicBezTo>
                  <a:pt x="138633" y="171706"/>
                  <a:pt x="142856" y="161679"/>
                  <a:pt x="150065" y="154994"/>
                </a:cubicBezTo>
                <a:cubicBezTo>
                  <a:pt x="168186" y="138370"/>
                  <a:pt x="178479" y="114794"/>
                  <a:pt x="178479" y="90251"/>
                </a:cubicBezTo>
                <a:moveTo>
                  <a:pt x="105906" y="240759"/>
                </a:moveTo>
                <a:lnTo>
                  <a:pt x="109341" y="233104"/>
                </a:lnTo>
                <a:lnTo>
                  <a:pt x="71428" y="233104"/>
                </a:lnTo>
                <a:lnTo>
                  <a:pt x="74857" y="240759"/>
                </a:lnTo>
                <a:close/>
                <a:moveTo>
                  <a:pt x="51896" y="217710"/>
                </a:moveTo>
                <a:lnTo>
                  <a:pt x="128867" y="217710"/>
                </a:lnTo>
                <a:lnTo>
                  <a:pt x="128867" y="194576"/>
                </a:lnTo>
                <a:lnTo>
                  <a:pt x="51896" y="194576"/>
                </a:lnTo>
                <a:close/>
                <a:moveTo>
                  <a:pt x="123063" y="179185"/>
                </a:moveTo>
                <a:lnTo>
                  <a:pt x="57615" y="179185"/>
                </a:lnTo>
                <a:cubicBezTo>
                  <a:pt x="56561" y="165460"/>
                  <a:pt x="50575" y="152619"/>
                  <a:pt x="40724" y="143292"/>
                </a:cubicBezTo>
                <a:cubicBezTo>
                  <a:pt x="24009" y="127722"/>
                  <a:pt x="15746" y="105733"/>
                  <a:pt x="18036" y="83042"/>
                </a:cubicBezTo>
                <a:cubicBezTo>
                  <a:pt x="21198" y="49612"/>
                  <a:pt x="48733" y="21728"/>
                  <a:pt x="81982" y="18036"/>
                </a:cubicBezTo>
                <a:cubicBezTo>
                  <a:pt x="103095" y="15746"/>
                  <a:pt x="123239" y="22168"/>
                  <a:pt x="138894" y="36156"/>
                </a:cubicBezTo>
                <a:cubicBezTo>
                  <a:pt x="154288" y="49963"/>
                  <a:pt x="163085" y="69671"/>
                  <a:pt x="163085" y="90251"/>
                </a:cubicBezTo>
                <a:cubicBezTo>
                  <a:pt x="163085" y="110483"/>
                  <a:pt x="154555" y="130012"/>
                  <a:pt x="139681" y="143647"/>
                </a:cubicBezTo>
                <a:cubicBezTo>
                  <a:pt x="130012" y="152619"/>
                  <a:pt x="124111" y="165375"/>
                  <a:pt x="123148" y="179185"/>
                </a:cubicBezTo>
                <a:lnTo>
                  <a:pt x="123063" y="179185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19" name="path-510">
            <a:extLst xmlns:a="http://schemas.openxmlformats.org/drawingml/2006/main">
              <a:ext uri="{FF2B5EF4-FFF2-40B4-BE49-F238E27FC236}">
                <a16:creationId xmlns:a16="http://schemas.microsoft.com/office/drawing/2014/main" id="{21FB2E2C-879D-47D6-9DF0-2CC43B82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23" y="3024459"/>
            <a:ext cx="57265" cy="57439"/>
          </a:xfrm>
          <a:custGeom xmlns:a="http://schemas.openxmlformats.org/drawingml/2006/main">
            <a:pathLst>
              <a:path w="57265" h="57439">
                <a:moveTo>
                  <a:pt x="48293" y="439"/>
                </a:moveTo>
                <a:cubicBezTo>
                  <a:pt x="23047" y="3167"/>
                  <a:pt x="2903" y="23662"/>
                  <a:pt x="439" y="48995"/>
                </a:cubicBezTo>
                <a:cubicBezTo>
                  <a:pt x="0" y="53218"/>
                  <a:pt x="3167" y="57000"/>
                  <a:pt x="7389" y="57353"/>
                </a:cubicBezTo>
                <a:cubicBezTo>
                  <a:pt x="7653" y="57439"/>
                  <a:pt x="7830" y="57439"/>
                  <a:pt x="8092" y="57439"/>
                </a:cubicBezTo>
                <a:cubicBezTo>
                  <a:pt x="12052" y="57439"/>
                  <a:pt x="15394" y="54449"/>
                  <a:pt x="15745" y="50492"/>
                </a:cubicBezTo>
                <a:cubicBezTo>
                  <a:pt x="17505" y="32635"/>
                  <a:pt x="32195" y="17681"/>
                  <a:pt x="49963" y="15744"/>
                </a:cubicBezTo>
                <a:cubicBezTo>
                  <a:pt x="54186" y="15217"/>
                  <a:pt x="57265" y="11435"/>
                  <a:pt x="56825" y="7212"/>
                </a:cubicBezTo>
                <a:cubicBezTo>
                  <a:pt x="56297" y="2990"/>
                  <a:pt x="52603" y="0"/>
                  <a:pt x="48293" y="439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511">
            <a:extLst xmlns:a="http://schemas.openxmlformats.org/drawingml/2006/main">
              <a:ext uri="{FF2B5EF4-FFF2-40B4-BE49-F238E27FC236}">
                <a16:creationId xmlns:a16="http://schemas.microsoft.com/office/drawing/2014/main" id="{AB60010F-ECB2-4645-8751-54A299C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23" y="3024459"/>
            <a:ext cx="57264" cy="57439"/>
          </a:xfrm>
          <a:custGeom xmlns:a="http://schemas.openxmlformats.org/drawingml/2006/main">
            <a:pathLst>
              <a:path w="57264" h="57439">
                <a:moveTo>
                  <a:pt x="48291" y="439"/>
                </a:moveTo>
                <a:cubicBezTo>
                  <a:pt x="23046" y="3165"/>
                  <a:pt x="2902" y="23661"/>
                  <a:pt x="442" y="48994"/>
                </a:cubicBezTo>
                <a:cubicBezTo>
                  <a:pt x="0" y="53217"/>
                  <a:pt x="3162" y="57000"/>
                  <a:pt x="7385" y="57439"/>
                </a:cubicBezTo>
                <a:cubicBezTo>
                  <a:pt x="7652" y="57439"/>
                  <a:pt x="7827" y="57439"/>
                  <a:pt x="8088" y="57439"/>
                </a:cubicBezTo>
                <a:cubicBezTo>
                  <a:pt x="12050" y="57439"/>
                  <a:pt x="15388" y="54449"/>
                  <a:pt x="15746" y="50490"/>
                </a:cubicBezTo>
                <a:cubicBezTo>
                  <a:pt x="17503" y="32633"/>
                  <a:pt x="32194" y="17678"/>
                  <a:pt x="49963" y="15746"/>
                </a:cubicBezTo>
                <a:cubicBezTo>
                  <a:pt x="54186" y="15219"/>
                  <a:pt x="57264" y="11435"/>
                  <a:pt x="56821" y="7212"/>
                </a:cubicBezTo>
                <a:cubicBezTo>
                  <a:pt x="56294" y="2990"/>
                  <a:pt x="52599" y="0"/>
                  <a:pt x="48291" y="43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21" name="path-512">
            <a:extLst xmlns:a="http://schemas.openxmlformats.org/drawingml/2006/main">
              <a:ext uri="{FF2B5EF4-FFF2-40B4-BE49-F238E27FC236}">
                <a16:creationId xmlns:a16="http://schemas.microsoft.com/office/drawing/2014/main" id="{276428DD-DA56-44FE-8EAE-DC3A9272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9" y="2936231"/>
            <a:ext cx="15482" cy="38528"/>
          </a:xfrm>
          <a:custGeom xmlns:a="http://schemas.openxmlformats.org/drawingml/2006/main">
            <a:pathLst>
              <a:path w="15482" h="38528">
                <a:moveTo>
                  <a:pt x="7741" y="38528"/>
                </a:moveTo>
                <a:cubicBezTo>
                  <a:pt x="11963" y="38528"/>
                  <a:pt x="15482" y="35008"/>
                  <a:pt x="15482" y="30787"/>
                </a:cubicBezTo>
                <a:lnTo>
                  <a:pt x="15394" y="7740"/>
                </a:lnTo>
                <a:cubicBezTo>
                  <a:pt x="15394" y="3431"/>
                  <a:pt x="11963" y="0"/>
                  <a:pt x="7741" y="0"/>
                </a:cubicBezTo>
                <a:cubicBezTo>
                  <a:pt x="3518" y="0"/>
                  <a:pt x="0" y="3431"/>
                  <a:pt x="0" y="7740"/>
                </a:cubicBezTo>
                <a:lnTo>
                  <a:pt x="88" y="30787"/>
                </a:lnTo>
                <a:cubicBezTo>
                  <a:pt x="88" y="35008"/>
                  <a:pt x="3518" y="38528"/>
                  <a:pt x="7741" y="3852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513">
            <a:extLst xmlns:a="http://schemas.openxmlformats.org/drawingml/2006/main">
              <a:ext uri="{FF2B5EF4-FFF2-40B4-BE49-F238E27FC236}">
                <a16:creationId xmlns:a16="http://schemas.microsoft.com/office/drawing/2014/main" id="{AFF632F6-35E2-4A14-AA1F-BC4DA445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9" y="2936228"/>
            <a:ext cx="15479" cy="38528"/>
          </a:xfrm>
          <a:custGeom xmlns:a="http://schemas.openxmlformats.org/drawingml/2006/main">
            <a:pathLst>
              <a:path w="15479" h="38528">
                <a:moveTo>
                  <a:pt x="7737" y="38528"/>
                </a:moveTo>
                <a:cubicBezTo>
                  <a:pt x="11959" y="38528"/>
                  <a:pt x="15479" y="35099"/>
                  <a:pt x="15479" y="30789"/>
                </a:cubicBezTo>
                <a:lnTo>
                  <a:pt x="15394" y="7740"/>
                </a:lnTo>
                <a:cubicBezTo>
                  <a:pt x="15394" y="3432"/>
                  <a:pt x="11959" y="0"/>
                  <a:pt x="7737" y="0"/>
                </a:cubicBezTo>
                <a:cubicBezTo>
                  <a:pt x="3514" y="0"/>
                  <a:pt x="0" y="3432"/>
                  <a:pt x="0" y="7740"/>
                </a:cubicBezTo>
                <a:lnTo>
                  <a:pt x="85" y="30789"/>
                </a:lnTo>
                <a:cubicBezTo>
                  <a:pt x="85" y="35099"/>
                  <a:pt x="3514" y="38528"/>
                  <a:pt x="7737" y="385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23" name="path-514">
            <a:extLst xmlns:a="http://schemas.openxmlformats.org/drawingml/2006/main">
              <a:ext uri="{FF2B5EF4-FFF2-40B4-BE49-F238E27FC236}">
                <a16:creationId xmlns:a16="http://schemas.microsoft.com/office/drawing/2014/main" id="{1EA88F9A-5845-4574-BA43-13C2506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09" y="2978365"/>
            <a:ext cx="33251" cy="32459"/>
          </a:xfrm>
          <a:custGeom xmlns:a="http://schemas.openxmlformats.org/drawingml/2006/main">
            <a:pathLst>
              <a:path w="33251" h="32459">
                <a:moveTo>
                  <a:pt x="19353" y="30171"/>
                </a:moveTo>
                <a:cubicBezTo>
                  <a:pt x="20848" y="31667"/>
                  <a:pt x="22872" y="32459"/>
                  <a:pt x="24807" y="32459"/>
                </a:cubicBezTo>
                <a:cubicBezTo>
                  <a:pt x="26830" y="32459"/>
                  <a:pt x="28765" y="31667"/>
                  <a:pt x="30261" y="30171"/>
                </a:cubicBezTo>
                <a:cubicBezTo>
                  <a:pt x="33251" y="27181"/>
                  <a:pt x="33251" y="22342"/>
                  <a:pt x="30261" y="19264"/>
                </a:cubicBezTo>
                <a:lnTo>
                  <a:pt x="13899" y="2991"/>
                </a:lnTo>
                <a:cubicBezTo>
                  <a:pt x="10908" y="0"/>
                  <a:pt x="6070" y="0"/>
                  <a:pt x="3080" y="2991"/>
                </a:cubicBezTo>
                <a:cubicBezTo>
                  <a:pt x="0" y="5981"/>
                  <a:pt x="0" y="10908"/>
                  <a:pt x="3080" y="13898"/>
                </a:cubicBezTo>
                <a:lnTo>
                  <a:pt x="19353" y="30171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515">
            <a:extLst xmlns:a="http://schemas.openxmlformats.org/drawingml/2006/main">
              <a:ext uri="{FF2B5EF4-FFF2-40B4-BE49-F238E27FC236}">
                <a16:creationId xmlns:a16="http://schemas.microsoft.com/office/drawing/2014/main" id="{FA42EF95-AED1-43CB-9459-6004B72E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10" y="2978364"/>
            <a:ext cx="33248" cy="32458"/>
          </a:xfrm>
          <a:custGeom xmlns:a="http://schemas.openxmlformats.org/drawingml/2006/main">
            <a:pathLst>
              <a:path w="33248" h="32458">
                <a:moveTo>
                  <a:pt x="19350" y="30174"/>
                </a:moveTo>
                <a:cubicBezTo>
                  <a:pt x="20841" y="31667"/>
                  <a:pt x="22864" y="32458"/>
                  <a:pt x="24803" y="32458"/>
                </a:cubicBezTo>
                <a:cubicBezTo>
                  <a:pt x="26826" y="32458"/>
                  <a:pt x="28765" y="31667"/>
                  <a:pt x="30255" y="30174"/>
                </a:cubicBezTo>
                <a:cubicBezTo>
                  <a:pt x="33248" y="27181"/>
                  <a:pt x="33248" y="22343"/>
                  <a:pt x="30255" y="19353"/>
                </a:cubicBezTo>
                <a:lnTo>
                  <a:pt x="13892" y="2990"/>
                </a:lnTo>
                <a:cubicBezTo>
                  <a:pt x="10905" y="0"/>
                  <a:pt x="6070" y="0"/>
                  <a:pt x="3072" y="2990"/>
                </a:cubicBezTo>
                <a:cubicBezTo>
                  <a:pt x="0" y="5983"/>
                  <a:pt x="0" y="10908"/>
                  <a:pt x="3072" y="13898"/>
                </a:cubicBezTo>
                <a:lnTo>
                  <a:pt x="19350" y="30174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25" name="path-516">
            <a:extLst xmlns:a="http://schemas.openxmlformats.org/drawingml/2006/main">
              <a:ext uri="{FF2B5EF4-FFF2-40B4-BE49-F238E27FC236}">
                <a16:creationId xmlns:a16="http://schemas.microsoft.com/office/drawing/2014/main" id="{6617F7AA-8AE1-4053-973B-FC909FED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40" y="3168806"/>
            <a:ext cx="33251" cy="32461"/>
          </a:xfrm>
          <a:custGeom xmlns:a="http://schemas.openxmlformats.org/drawingml/2006/main">
            <a:pathLst>
              <a:path w="33251" h="32461">
                <a:moveTo>
                  <a:pt x="13898" y="2993"/>
                </a:moveTo>
                <a:cubicBezTo>
                  <a:pt x="10907" y="0"/>
                  <a:pt x="6070" y="0"/>
                  <a:pt x="3078" y="2993"/>
                </a:cubicBezTo>
                <a:cubicBezTo>
                  <a:pt x="0" y="5983"/>
                  <a:pt x="0" y="10822"/>
                  <a:pt x="3078" y="13899"/>
                </a:cubicBezTo>
                <a:lnTo>
                  <a:pt x="19353" y="30174"/>
                </a:lnTo>
                <a:cubicBezTo>
                  <a:pt x="20848" y="31669"/>
                  <a:pt x="22870" y="32461"/>
                  <a:pt x="24806" y="32461"/>
                </a:cubicBezTo>
                <a:cubicBezTo>
                  <a:pt x="26742" y="32461"/>
                  <a:pt x="28764" y="31669"/>
                  <a:pt x="30260" y="30174"/>
                </a:cubicBezTo>
                <a:cubicBezTo>
                  <a:pt x="33251" y="27182"/>
                  <a:pt x="33251" y="22343"/>
                  <a:pt x="30260" y="19266"/>
                </a:cubicBezTo>
                <a:lnTo>
                  <a:pt x="13898" y="299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17">
            <a:extLst xmlns:a="http://schemas.openxmlformats.org/drawingml/2006/main">
              <a:ext uri="{FF2B5EF4-FFF2-40B4-BE49-F238E27FC236}">
                <a16:creationId xmlns:a16="http://schemas.microsoft.com/office/drawing/2014/main" id="{5E9B4A10-A0BB-4DD4-AA7B-12EB5DF0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39" y="3168805"/>
            <a:ext cx="33248" cy="32458"/>
          </a:xfrm>
          <a:custGeom xmlns:a="http://schemas.openxmlformats.org/drawingml/2006/main">
            <a:pathLst>
              <a:path w="33248" h="32458">
                <a:moveTo>
                  <a:pt x="13898" y="2993"/>
                </a:moveTo>
                <a:cubicBezTo>
                  <a:pt x="10905" y="0"/>
                  <a:pt x="6064" y="0"/>
                  <a:pt x="3078" y="2993"/>
                </a:cubicBezTo>
                <a:cubicBezTo>
                  <a:pt x="0" y="5983"/>
                  <a:pt x="0" y="10820"/>
                  <a:pt x="3078" y="13898"/>
                </a:cubicBezTo>
                <a:lnTo>
                  <a:pt x="19350" y="30174"/>
                </a:lnTo>
                <a:cubicBezTo>
                  <a:pt x="20847" y="31667"/>
                  <a:pt x="22870" y="32458"/>
                  <a:pt x="24809" y="32458"/>
                </a:cubicBezTo>
                <a:cubicBezTo>
                  <a:pt x="26742" y="32458"/>
                  <a:pt x="28759" y="31667"/>
                  <a:pt x="30255" y="30174"/>
                </a:cubicBezTo>
                <a:cubicBezTo>
                  <a:pt x="33248" y="27184"/>
                  <a:pt x="33248" y="22343"/>
                  <a:pt x="30255" y="19263"/>
                </a:cubicBezTo>
                <a:lnTo>
                  <a:pt x="13898" y="2993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27" name="path-518">
            <a:extLst xmlns:a="http://schemas.openxmlformats.org/drawingml/2006/main">
              <a:ext uri="{FF2B5EF4-FFF2-40B4-BE49-F238E27FC236}">
                <a16:creationId xmlns:a16="http://schemas.microsoft.com/office/drawing/2014/main" id="{244E9697-11E4-4C2D-ABC1-D18432DF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363" y="3082514"/>
            <a:ext cx="38528" cy="15394"/>
          </a:xfrm>
          <a:custGeom xmlns:a="http://schemas.openxmlformats.org/drawingml/2006/main">
            <a:pathLst>
              <a:path w="38528" h="15394">
                <a:moveTo>
                  <a:pt x="30787" y="0"/>
                </a:moveTo>
                <a:lnTo>
                  <a:pt x="7741" y="0"/>
                </a:lnTo>
                <a:cubicBezTo>
                  <a:pt x="3431" y="0"/>
                  <a:pt x="0" y="3431"/>
                  <a:pt x="0" y="7653"/>
                </a:cubicBezTo>
                <a:cubicBezTo>
                  <a:pt x="0" y="11964"/>
                  <a:pt x="3431" y="15394"/>
                  <a:pt x="7741" y="15394"/>
                </a:cubicBezTo>
                <a:lnTo>
                  <a:pt x="30787" y="15394"/>
                </a:lnTo>
                <a:cubicBezTo>
                  <a:pt x="35098" y="15394"/>
                  <a:pt x="38528" y="11964"/>
                  <a:pt x="38528" y="7653"/>
                </a:cubicBezTo>
                <a:cubicBezTo>
                  <a:pt x="38528" y="3431"/>
                  <a:pt x="35098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519">
            <a:extLst xmlns:a="http://schemas.openxmlformats.org/drawingml/2006/main">
              <a:ext uri="{FF2B5EF4-FFF2-40B4-BE49-F238E27FC236}">
                <a16:creationId xmlns:a16="http://schemas.microsoft.com/office/drawing/2014/main" id="{FDF6E680-7060-40D7-B8D5-F3452A1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359" y="3082513"/>
            <a:ext cx="38525" cy="15391"/>
          </a:xfrm>
          <a:custGeom xmlns:a="http://schemas.openxmlformats.org/drawingml/2006/main">
            <a:pathLst>
              <a:path w="38525" h="15391">
                <a:moveTo>
                  <a:pt x="30789" y="0"/>
                </a:moveTo>
                <a:lnTo>
                  <a:pt x="7743" y="0"/>
                </a:lnTo>
                <a:cubicBezTo>
                  <a:pt x="3435" y="0"/>
                  <a:pt x="0" y="3432"/>
                  <a:pt x="0" y="7743"/>
                </a:cubicBezTo>
                <a:cubicBezTo>
                  <a:pt x="0" y="11965"/>
                  <a:pt x="3435" y="15391"/>
                  <a:pt x="7743" y="15391"/>
                </a:cubicBezTo>
                <a:lnTo>
                  <a:pt x="30789" y="15391"/>
                </a:lnTo>
                <a:cubicBezTo>
                  <a:pt x="35102" y="15391"/>
                  <a:pt x="38525" y="11965"/>
                  <a:pt x="38525" y="7652"/>
                </a:cubicBezTo>
                <a:cubicBezTo>
                  <a:pt x="38525" y="3432"/>
                  <a:pt x="35102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29" name="path-520">
            <a:extLst xmlns:a="http://schemas.openxmlformats.org/drawingml/2006/main">
              <a:ext uri="{FF2B5EF4-FFF2-40B4-BE49-F238E27FC236}">
                <a16:creationId xmlns:a16="http://schemas.microsoft.com/office/drawing/2014/main" id="{635535DF-600A-4820-98B3-B261FCB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98" y="3082426"/>
            <a:ext cx="38440" cy="15394"/>
          </a:xfrm>
          <a:custGeom xmlns:a="http://schemas.openxmlformats.org/drawingml/2006/main">
            <a:pathLst>
              <a:path w="38440" h="15394">
                <a:moveTo>
                  <a:pt x="30787" y="0"/>
                </a:moveTo>
                <a:lnTo>
                  <a:pt x="7652" y="0"/>
                </a:lnTo>
                <a:cubicBezTo>
                  <a:pt x="3430" y="0"/>
                  <a:pt x="0" y="3431"/>
                  <a:pt x="0" y="7741"/>
                </a:cubicBezTo>
                <a:cubicBezTo>
                  <a:pt x="0" y="11964"/>
                  <a:pt x="3430" y="15394"/>
                  <a:pt x="7652" y="15394"/>
                </a:cubicBezTo>
                <a:lnTo>
                  <a:pt x="30787" y="15394"/>
                </a:lnTo>
                <a:cubicBezTo>
                  <a:pt x="35010" y="15394"/>
                  <a:pt x="38440" y="11964"/>
                  <a:pt x="38440" y="7741"/>
                </a:cubicBezTo>
                <a:cubicBezTo>
                  <a:pt x="38440" y="3431"/>
                  <a:pt x="35010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21">
            <a:extLst xmlns:a="http://schemas.openxmlformats.org/drawingml/2006/main">
              <a:ext uri="{FF2B5EF4-FFF2-40B4-BE49-F238E27FC236}">
                <a16:creationId xmlns:a16="http://schemas.microsoft.com/office/drawing/2014/main" id="{D4C23525-A42B-4009-99E1-E4F54426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92" y="3082425"/>
            <a:ext cx="38440" cy="15394"/>
          </a:xfrm>
          <a:custGeom xmlns:a="http://schemas.openxmlformats.org/drawingml/2006/main">
            <a:pathLst>
              <a:path w="38440" h="15394">
                <a:moveTo>
                  <a:pt x="30789" y="0"/>
                </a:moveTo>
                <a:lnTo>
                  <a:pt x="7658" y="0"/>
                </a:lnTo>
                <a:cubicBezTo>
                  <a:pt x="3435" y="0"/>
                  <a:pt x="0" y="3432"/>
                  <a:pt x="0" y="7740"/>
                </a:cubicBezTo>
                <a:cubicBezTo>
                  <a:pt x="0" y="11962"/>
                  <a:pt x="3435" y="15394"/>
                  <a:pt x="7658" y="15394"/>
                </a:cubicBezTo>
                <a:lnTo>
                  <a:pt x="30789" y="15394"/>
                </a:lnTo>
                <a:cubicBezTo>
                  <a:pt x="35011" y="15394"/>
                  <a:pt x="38440" y="11962"/>
                  <a:pt x="38440" y="7740"/>
                </a:cubicBezTo>
                <a:cubicBezTo>
                  <a:pt x="38440" y="3432"/>
                  <a:pt x="35011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31" name="path-522">
            <a:extLst xmlns:a="http://schemas.openxmlformats.org/drawingml/2006/main">
              <a:ext uri="{FF2B5EF4-FFF2-40B4-BE49-F238E27FC236}">
                <a16:creationId xmlns:a16="http://schemas.microsoft.com/office/drawing/2014/main" id="{0565B13E-6141-4DD6-AB6C-47DDFF3F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97" y="3168806"/>
            <a:ext cx="33251" cy="32461"/>
          </a:xfrm>
          <a:custGeom xmlns:a="http://schemas.openxmlformats.org/drawingml/2006/main">
            <a:pathLst>
              <a:path w="33251" h="32461">
                <a:moveTo>
                  <a:pt x="19353" y="2993"/>
                </a:moveTo>
                <a:lnTo>
                  <a:pt x="2991" y="19353"/>
                </a:lnTo>
                <a:cubicBezTo>
                  <a:pt x="0" y="22343"/>
                  <a:pt x="0" y="27182"/>
                  <a:pt x="2991" y="30261"/>
                </a:cubicBezTo>
                <a:cubicBezTo>
                  <a:pt x="4486" y="31756"/>
                  <a:pt x="6509" y="32461"/>
                  <a:pt x="8445" y="32461"/>
                </a:cubicBezTo>
                <a:cubicBezTo>
                  <a:pt x="10380" y="32461"/>
                  <a:pt x="12403" y="31756"/>
                  <a:pt x="13899" y="30261"/>
                </a:cubicBezTo>
                <a:lnTo>
                  <a:pt x="30172" y="13899"/>
                </a:lnTo>
                <a:cubicBezTo>
                  <a:pt x="33251" y="10910"/>
                  <a:pt x="33251" y="5983"/>
                  <a:pt x="30172" y="2993"/>
                </a:cubicBezTo>
                <a:cubicBezTo>
                  <a:pt x="27182" y="0"/>
                  <a:pt x="22343" y="0"/>
                  <a:pt x="19353" y="2993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23">
            <a:extLst xmlns:a="http://schemas.openxmlformats.org/drawingml/2006/main">
              <a:ext uri="{FF2B5EF4-FFF2-40B4-BE49-F238E27FC236}">
                <a16:creationId xmlns:a16="http://schemas.microsoft.com/office/drawing/2014/main" id="{5F140F6E-3E6B-4A04-9D6F-CFEA6EE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95" y="3168805"/>
            <a:ext cx="33254" cy="32458"/>
          </a:xfrm>
          <a:custGeom xmlns:a="http://schemas.openxmlformats.org/drawingml/2006/main">
            <a:pathLst>
              <a:path w="33254" h="32458">
                <a:moveTo>
                  <a:pt x="19356" y="2993"/>
                </a:moveTo>
                <a:lnTo>
                  <a:pt x="2987" y="19353"/>
                </a:lnTo>
                <a:cubicBezTo>
                  <a:pt x="0" y="22343"/>
                  <a:pt x="0" y="27269"/>
                  <a:pt x="2987" y="30258"/>
                </a:cubicBezTo>
                <a:cubicBezTo>
                  <a:pt x="4489" y="31758"/>
                  <a:pt x="6513" y="32458"/>
                  <a:pt x="8445" y="32458"/>
                </a:cubicBezTo>
                <a:cubicBezTo>
                  <a:pt x="10384" y="32458"/>
                  <a:pt x="12401" y="31758"/>
                  <a:pt x="13898" y="30258"/>
                </a:cubicBezTo>
                <a:lnTo>
                  <a:pt x="30171" y="13898"/>
                </a:lnTo>
                <a:cubicBezTo>
                  <a:pt x="33254" y="10911"/>
                  <a:pt x="33254" y="6070"/>
                  <a:pt x="30171" y="2993"/>
                </a:cubicBezTo>
                <a:cubicBezTo>
                  <a:pt x="27178" y="0"/>
                  <a:pt x="22343" y="0"/>
                  <a:pt x="19356" y="2993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33" name="path-524">
            <a:extLst xmlns:a="http://schemas.openxmlformats.org/drawingml/2006/main">
              <a:ext uri="{FF2B5EF4-FFF2-40B4-BE49-F238E27FC236}">
                <a16:creationId xmlns:a16="http://schemas.microsoft.com/office/drawing/2014/main" id="{C8614856-43BD-4265-BE29-03175721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40" y="2978277"/>
            <a:ext cx="33251" cy="32458"/>
          </a:xfrm>
          <a:custGeom xmlns:a="http://schemas.openxmlformats.org/drawingml/2006/main">
            <a:pathLst>
              <a:path w="33251" h="32458">
                <a:moveTo>
                  <a:pt x="19353" y="2990"/>
                </a:moveTo>
                <a:lnTo>
                  <a:pt x="2991" y="19352"/>
                </a:lnTo>
                <a:cubicBezTo>
                  <a:pt x="0" y="22342"/>
                  <a:pt x="0" y="27269"/>
                  <a:pt x="2991" y="30258"/>
                </a:cubicBezTo>
                <a:cubicBezTo>
                  <a:pt x="4486" y="31755"/>
                  <a:pt x="6509" y="32458"/>
                  <a:pt x="8444" y="32458"/>
                </a:cubicBezTo>
                <a:cubicBezTo>
                  <a:pt x="10380" y="32458"/>
                  <a:pt x="12403" y="31755"/>
                  <a:pt x="13898" y="30258"/>
                </a:cubicBezTo>
                <a:lnTo>
                  <a:pt x="30172" y="13898"/>
                </a:lnTo>
                <a:cubicBezTo>
                  <a:pt x="33251" y="10908"/>
                  <a:pt x="33251" y="6069"/>
                  <a:pt x="30172" y="2990"/>
                </a:cubicBezTo>
                <a:cubicBezTo>
                  <a:pt x="27180" y="0"/>
                  <a:pt x="22343" y="0"/>
                  <a:pt x="19353" y="299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25">
            <a:extLst xmlns:a="http://schemas.openxmlformats.org/drawingml/2006/main">
              <a:ext uri="{FF2B5EF4-FFF2-40B4-BE49-F238E27FC236}">
                <a16:creationId xmlns:a16="http://schemas.microsoft.com/office/drawing/2014/main" id="{3C5A2DC0-5B39-44F3-B639-4E0B9591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39" y="2978279"/>
            <a:ext cx="33248" cy="32458"/>
          </a:xfrm>
          <a:custGeom xmlns:a="http://schemas.openxmlformats.org/drawingml/2006/main">
            <a:pathLst>
              <a:path w="33248" h="32458">
                <a:moveTo>
                  <a:pt x="19350" y="2987"/>
                </a:moveTo>
                <a:lnTo>
                  <a:pt x="2993" y="19347"/>
                </a:lnTo>
                <a:cubicBezTo>
                  <a:pt x="0" y="22343"/>
                  <a:pt x="0" y="27266"/>
                  <a:pt x="2993" y="30258"/>
                </a:cubicBezTo>
                <a:cubicBezTo>
                  <a:pt x="4483" y="31752"/>
                  <a:pt x="6507" y="32458"/>
                  <a:pt x="8439" y="32458"/>
                </a:cubicBezTo>
                <a:cubicBezTo>
                  <a:pt x="10378" y="32458"/>
                  <a:pt x="12401" y="31752"/>
                  <a:pt x="13898" y="30258"/>
                </a:cubicBezTo>
                <a:lnTo>
                  <a:pt x="30171" y="13898"/>
                </a:lnTo>
                <a:cubicBezTo>
                  <a:pt x="33248" y="10905"/>
                  <a:pt x="33248" y="6067"/>
                  <a:pt x="30171" y="2987"/>
                </a:cubicBezTo>
                <a:cubicBezTo>
                  <a:pt x="27184" y="0"/>
                  <a:pt x="22343" y="0"/>
                  <a:pt x="19350" y="2987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35" name="path-526">
            <a:extLst xmlns:a="http://schemas.openxmlformats.org/drawingml/2006/main">
              <a:ext uri="{FF2B5EF4-FFF2-40B4-BE49-F238E27FC236}">
                <a16:creationId xmlns:a16="http://schemas.microsoft.com/office/drawing/2014/main" id="{E8A8F889-6CB3-48B7-BC82-C87DE665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185" y="3208831"/>
            <a:ext cx="30611" cy="30524"/>
          </a:xfrm>
          <a:custGeom xmlns:a="http://schemas.openxmlformats.org/drawingml/2006/main">
            <a:pathLst>
              <a:path w="30611" h="30524">
                <a:moveTo>
                  <a:pt x="30611" y="15219"/>
                </a:moveTo>
                <a:cubicBezTo>
                  <a:pt x="30611" y="6861"/>
                  <a:pt x="23752" y="0"/>
                  <a:pt x="15306" y="0"/>
                </a:cubicBezTo>
                <a:cubicBezTo>
                  <a:pt x="6861" y="0"/>
                  <a:pt x="0" y="6861"/>
                  <a:pt x="0" y="15219"/>
                </a:cubicBezTo>
                <a:cubicBezTo>
                  <a:pt x="0" y="23664"/>
                  <a:pt x="6861" y="30524"/>
                  <a:pt x="15306" y="30524"/>
                </a:cubicBezTo>
                <a:cubicBezTo>
                  <a:pt x="23752" y="30524"/>
                  <a:pt x="30611" y="23664"/>
                  <a:pt x="30611" y="15219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ath-527">
            <a:extLst xmlns:a="http://schemas.openxmlformats.org/drawingml/2006/main">
              <a:ext uri="{FF2B5EF4-FFF2-40B4-BE49-F238E27FC236}">
                <a16:creationId xmlns:a16="http://schemas.microsoft.com/office/drawing/2014/main" id="{B4C087E6-A4CE-42B2-BD1E-E2DA6AE0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187" y="3208832"/>
            <a:ext cx="30607" cy="30519"/>
          </a:xfrm>
          <a:custGeom xmlns:a="http://schemas.openxmlformats.org/drawingml/2006/main">
            <a:pathLst>
              <a:path w="30607" h="30519">
                <a:moveTo>
                  <a:pt x="30607" y="15303"/>
                </a:moveTo>
                <a:cubicBezTo>
                  <a:pt x="30607" y="6858"/>
                  <a:pt x="23749" y="0"/>
                  <a:pt x="15303" y="0"/>
                </a:cubicBezTo>
                <a:cubicBezTo>
                  <a:pt x="6858" y="0"/>
                  <a:pt x="0" y="6858"/>
                  <a:pt x="0" y="15303"/>
                </a:cubicBezTo>
                <a:cubicBezTo>
                  <a:pt x="0" y="23661"/>
                  <a:pt x="6858" y="30519"/>
                  <a:pt x="15303" y="30519"/>
                </a:cubicBezTo>
                <a:cubicBezTo>
                  <a:pt x="23749" y="30519"/>
                  <a:pt x="30607" y="23661"/>
                  <a:pt x="30607" y="153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37" name="path-528">
            <a:extLst xmlns:a="http://schemas.openxmlformats.org/drawingml/2006/main">
              <a:ext uri="{FF2B5EF4-FFF2-40B4-BE49-F238E27FC236}">
                <a16:creationId xmlns:a16="http://schemas.microsoft.com/office/drawing/2014/main" id="{E078E1CE-9AD3-49F0-9C8D-F97BA1A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961" y="3219035"/>
            <a:ext cx="30611" cy="30611"/>
          </a:xfrm>
          <a:custGeom xmlns:a="http://schemas.openxmlformats.org/drawingml/2006/main">
            <a:pathLst>
              <a:path w="30611" h="30611">
                <a:moveTo>
                  <a:pt x="15305" y="30611"/>
                </a:moveTo>
                <a:cubicBezTo>
                  <a:pt x="23749" y="30611"/>
                  <a:pt x="30611" y="23750"/>
                  <a:pt x="30611" y="15306"/>
                </a:cubicBezTo>
                <a:cubicBezTo>
                  <a:pt x="30611" y="6863"/>
                  <a:pt x="23749" y="0"/>
                  <a:pt x="15305" y="0"/>
                </a:cubicBezTo>
                <a:cubicBezTo>
                  <a:pt x="6861" y="0"/>
                  <a:pt x="0" y="6863"/>
                  <a:pt x="0" y="15306"/>
                </a:cubicBezTo>
                <a:cubicBezTo>
                  <a:pt x="0" y="23750"/>
                  <a:pt x="6861" y="30611"/>
                  <a:pt x="15305" y="30611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29">
            <a:extLst xmlns:a="http://schemas.openxmlformats.org/drawingml/2006/main">
              <a:ext uri="{FF2B5EF4-FFF2-40B4-BE49-F238E27FC236}">
                <a16:creationId xmlns:a16="http://schemas.microsoft.com/office/drawing/2014/main" id="{8DEC0EB6-44D8-401A-99E0-2D5D152E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956" y="3219032"/>
            <a:ext cx="30619" cy="30613"/>
          </a:xfrm>
          <a:custGeom xmlns:a="http://schemas.openxmlformats.org/drawingml/2006/main">
            <a:pathLst>
              <a:path w="30619" h="30613">
                <a:moveTo>
                  <a:pt x="15309" y="30613"/>
                </a:moveTo>
                <a:cubicBezTo>
                  <a:pt x="23755" y="30613"/>
                  <a:pt x="30619" y="23752"/>
                  <a:pt x="30619" y="15309"/>
                </a:cubicBezTo>
                <a:cubicBezTo>
                  <a:pt x="30619" y="6864"/>
                  <a:pt x="23755" y="0"/>
                  <a:pt x="15309" y="0"/>
                </a:cubicBezTo>
                <a:cubicBezTo>
                  <a:pt x="6864" y="0"/>
                  <a:pt x="0" y="6864"/>
                  <a:pt x="0" y="15309"/>
                </a:cubicBezTo>
                <a:cubicBezTo>
                  <a:pt x="0" y="23752"/>
                  <a:pt x="6864" y="30613"/>
                  <a:pt x="15309" y="306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39" name="path-530">
            <a:extLst xmlns:a="http://schemas.openxmlformats.org/drawingml/2006/main">
              <a:ext uri="{FF2B5EF4-FFF2-40B4-BE49-F238E27FC236}">
                <a16:creationId xmlns:a16="http://schemas.microsoft.com/office/drawing/2014/main" id="{E9608C5B-9165-484E-9AC6-FC80EE17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445" y="3293718"/>
            <a:ext cx="87436" cy="28676"/>
          </a:xfrm>
          <a:custGeom xmlns:a="http://schemas.openxmlformats.org/drawingml/2006/main">
            <a:pathLst>
              <a:path w="87436" h="28676">
                <a:moveTo>
                  <a:pt x="441" y="14426"/>
                </a:moveTo>
                <a:cubicBezTo>
                  <a:pt x="968" y="17241"/>
                  <a:pt x="3608" y="19087"/>
                  <a:pt x="6334" y="18560"/>
                </a:cubicBezTo>
                <a:cubicBezTo>
                  <a:pt x="6773" y="18472"/>
                  <a:pt x="52603" y="10643"/>
                  <a:pt x="78904" y="27884"/>
                </a:cubicBezTo>
                <a:cubicBezTo>
                  <a:pt x="79696" y="28412"/>
                  <a:pt x="80664" y="28676"/>
                  <a:pt x="81632" y="28676"/>
                </a:cubicBezTo>
                <a:cubicBezTo>
                  <a:pt x="83302" y="28676"/>
                  <a:pt x="84887" y="27884"/>
                  <a:pt x="85853" y="26389"/>
                </a:cubicBezTo>
                <a:cubicBezTo>
                  <a:pt x="87436" y="24102"/>
                  <a:pt x="86733" y="20935"/>
                  <a:pt x="84446" y="19440"/>
                </a:cubicBezTo>
                <a:cubicBezTo>
                  <a:pt x="54715" y="0"/>
                  <a:pt x="6598" y="8268"/>
                  <a:pt x="4574" y="8620"/>
                </a:cubicBezTo>
                <a:cubicBezTo>
                  <a:pt x="1848" y="9060"/>
                  <a:pt x="0" y="11699"/>
                  <a:pt x="441" y="1442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31">
            <a:extLst xmlns:a="http://schemas.openxmlformats.org/drawingml/2006/main">
              <a:ext uri="{FF2B5EF4-FFF2-40B4-BE49-F238E27FC236}">
                <a16:creationId xmlns:a16="http://schemas.microsoft.com/office/drawing/2014/main" id="{9F351C10-906A-4534-BAAB-70B563B6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443" y="3293716"/>
            <a:ext cx="87434" cy="28674"/>
          </a:xfrm>
          <a:custGeom xmlns:a="http://schemas.openxmlformats.org/drawingml/2006/main">
            <a:pathLst>
              <a:path w="87434" h="28674">
                <a:moveTo>
                  <a:pt x="442" y="14513"/>
                </a:moveTo>
                <a:cubicBezTo>
                  <a:pt x="969" y="17242"/>
                  <a:pt x="3605" y="19087"/>
                  <a:pt x="6337" y="18560"/>
                </a:cubicBezTo>
                <a:cubicBezTo>
                  <a:pt x="6773" y="18475"/>
                  <a:pt x="52599" y="10645"/>
                  <a:pt x="78904" y="27884"/>
                </a:cubicBezTo>
                <a:cubicBezTo>
                  <a:pt x="79698" y="28414"/>
                  <a:pt x="80661" y="28674"/>
                  <a:pt x="81630" y="28674"/>
                </a:cubicBezTo>
                <a:cubicBezTo>
                  <a:pt x="83302" y="28674"/>
                  <a:pt x="84884" y="27884"/>
                  <a:pt x="85853" y="26475"/>
                </a:cubicBezTo>
                <a:cubicBezTo>
                  <a:pt x="87434" y="24100"/>
                  <a:pt x="86737" y="20935"/>
                  <a:pt x="84447" y="19441"/>
                </a:cubicBezTo>
                <a:cubicBezTo>
                  <a:pt x="54713" y="0"/>
                  <a:pt x="6598" y="8270"/>
                  <a:pt x="4574" y="8621"/>
                </a:cubicBezTo>
                <a:cubicBezTo>
                  <a:pt x="1848" y="9057"/>
                  <a:pt x="0" y="11699"/>
                  <a:pt x="442" y="145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41" name="path-532">
            <a:extLst xmlns:a="http://schemas.openxmlformats.org/drawingml/2006/main">
              <a:ext uri="{FF2B5EF4-FFF2-40B4-BE49-F238E27FC236}">
                <a16:creationId xmlns:a16="http://schemas.microsoft.com/office/drawing/2014/main" id="{A76E99A9-405E-48D3-BBA7-72EEDFD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98" y="3166433"/>
            <a:ext cx="65445" cy="33866"/>
          </a:xfrm>
          <a:custGeom xmlns:a="http://schemas.openxmlformats.org/drawingml/2006/main">
            <a:pathLst>
              <a:path w="65445" h="33866">
                <a:moveTo>
                  <a:pt x="5630" y="33866"/>
                </a:moveTo>
                <a:cubicBezTo>
                  <a:pt x="6949" y="33866"/>
                  <a:pt x="8357" y="33250"/>
                  <a:pt x="9324" y="32194"/>
                </a:cubicBezTo>
                <a:cubicBezTo>
                  <a:pt x="10292" y="31226"/>
                  <a:pt x="31403" y="8709"/>
                  <a:pt x="56649" y="28939"/>
                </a:cubicBezTo>
                <a:cubicBezTo>
                  <a:pt x="58760" y="30699"/>
                  <a:pt x="61927" y="30348"/>
                  <a:pt x="63685" y="28149"/>
                </a:cubicBezTo>
                <a:cubicBezTo>
                  <a:pt x="65445" y="26037"/>
                  <a:pt x="65094" y="22782"/>
                  <a:pt x="62983" y="21110"/>
                </a:cubicBezTo>
                <a:cubicBezTo>
                  <a:pt x="36770" y="0"/>
                  <a:pt x="11523" y="14688"/>
                  <a:pt x="1848" y="25421"/>
                </a:cubicBezTo>
                <a:cubicBezTo>
                  <a:pt x="0" y="27444"/>
                  <a:pt x="176" y="30611"/>
                  <a:pt x="2199" y="32547"/>
                </a:cubicBezTo>
                <a:cubicBezTo>
                  <a:pt x="3165" y="33425"/>
                  <a:pt x="4398" y="33866"/>
                  <a:pt x="5630" y="3386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533">
            <a:extLst xmlns:a="http://schemas.openxmlformats.org/drawingml/2006/main">
              <a:ext uri="{FF2B5EF4-FFF2-40B4-BE49-F238E27FC236}">
                <a16:creationId xmlns:a16="http://schemas.microsoft.com/office/drawing/2014/main" id="{3B16B2AF-CE05-47C3-AA1D-12F82715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98" y="3166430"/>
            <a:ext cx="65442" cy="33866"/>
          </a:xfrm>
          <a:custGeom xmlns:a="http://schemas.openxmlformats.org/drawingml/2006/main">
            <a:pathLst>
              <a:path w="65442" h="33866">
                <a:moveTo>
                  <a:pt x="5628" y="33866"/>
                </a:moveTo>
                <a:cubicBezTo>
                  <a:pt x="6949" y="33866"/>
                  <a:pt x="8354" y="33254"/>
                  <a:pt x="9324" y="32197"/>
                </a:cubicBezTo>
                <a:cubicBezTo>
                  <a:pt x="10293" y="31231"/>
                  <a:pt x="31400" y="8712"/>
                  <a:pt x="56646" y="28941"/>
                </a:cubicBezTo>
                <a:cubicBezTo>
                  <a:pt x="58754" y="30701"/>
                  <a:pt x="61928" y="30349"/>
                  <a:pt x="63685" y="28150"/>
                </a:cubicBezTo>
                <a:cubicBezTo>
                  <a:pt x="65442" y="26036"/>
                  <a:pt x="65091" y="22870"/>
                  <a:pt x="62977" y="21113"/>
                </a:cubicBezTo>
                <a:cubicBezTo>
                  <a:pt x="36768" y="0"/>
                  <a:pt x="11523" y="14695"/>
                  <a:pt x="1848" y="25424"/>
                </a:cubicBezTo>
                <a:cubicBezTo>
                  <a:pt x="0" y="27444"/>
                  <a:pt x="176" y="30610"/>
                  <a:pt x="2199" y="32549"/>
                </a:cubicBezTo>
                <a:cubicBezTo>
                  <a:pt x="3162" y="33430"/>
                  <a:pt x="4398" y="33866"/>
                  <a:pt x="5628" y="338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43" name="path-534">
            <a:extLst xmlns:a="http://schemas.openxmlformats.org/drawingml/2006/main">
              <a:ext uri="{FF2B5EF4-FFF2-40B4-BE49-F238E27FC236}">
                <a16:creationId xmlns:a16="http://schemas.microsoft.com/office/drawing/2014/main" id="{F7FF924E-62CF-4D80-8B84-C26B15E5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575" y="3188072"/>
            <a:ext cx="64655" cy="20759"/>
          </a:xfrm>
          <a:custGeom xmlns:a="http://schemas.openxmlformats.org/drawingml/2006/main">
            <a:pathLst>
              <a:path w="64655" h="20759">
                <a:moveTo>
                  <a:pt x="5718" y="20056"/>
                </a:moveTo>
                <a:cubicBezTo>
                  <a:pt x="6246" y="20056"/>
                  <a:pt x="6861" y="19968"/>
                  <a:pt x="7390" y="19791"/>
                </a:cubicBezTo>
                <a:cubicBezTo>
                  <a:pt x="7653" y="19703"/>
                  <a:pt x="34218" y="10731"/>
                  <a:pt x="57088" y="19703"/>
                </a:cubicBezTo>
                <a:cubicBezTo>
                  <a:pt x="59728" y="20759"/>
                  <a:pt x="62630" y="19440"/>
                  <a:pt x="63685" y="16889"/>
                </a:cubicBezTo>
                <a:cubicBezTo>
                  <a:pt x="64655" y="14249"/>
                  <a:pt x="63423" y="11347"/>
                  <a:pt x="60783" y="10292"/>
                </a:cubicBezTo>
                <a:cubicBezTo>
                  <a:pt x="34483" y="0"/>
                  <a:pt x="5278" y="9852"/>
                  <a:pt x="4047" y="10204"/>
                </a:cubicBezTo>
                <a:cubicBezTo>
                  <a:pt x="1407" y="11172"/>
                  <a:pt x="0" y="13986"/>
                  <a:pt x="968" y="16626"/>
                </a:cubicBezTo>
                <a:cubicBezTo>
                  <a:pt x="1672" y="18737"/>
                  <a:pt x="3606" y="20056"/>
                  <a:pt x="5718" y="2005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35">
            <a:extLst xmlns:a="http://schemas.openxmlformats.org/drawingml/2006/main">
              <a:ext uri="{FF2B5EF4-FFF2-40B4-BE49-F238E27FC236}">
                <a16:creationId xmlns:a16="http://schemas.microsoft.com/office/drawing/2014/main" id="{DD1D6025-BBCE-4E0B-96EC-AE36D1B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574" y="3188067"/>
            <a:ext cx="64655" cy="20765"/>
          </a:xfrm>
          <a:custGeom xmlns:a="http://schemas.openxmlformats.org/drawingml/2006/main">
            <a:pathLst>
              <a:path w="64655" h="20765">
                <a:moveTo>
                  <a:pt x="5719" y="20059"/>
                </a:moveTo>
                <a:cubicBezTo>
                  <a:pt x="6246" y="20059"/>
                  <a:pt x="6858" y="19968"/>
                  <a:pt x="7391" y="19793"/>
                </a:cubicBezTo>
                <a:cubicBezTo>
                  <a:pt x="7652" y="19708"/>
                  <a:pt x="34218" y="10735"/>
                  <a:pt x="57088" y="19708"/>
                </a:cubicBezTo>
                <a:cubicBezTo>
                  <a:pt x="59729" y="20765"/>
                  <a:pt x="62631" y="19444"/>
                  <a:pt x="63685" y="16894"/>
                </a:cubicBezTo>
                <a:cubicBezTo>
                  <a:pt x="64655" y="14252"/>
                  <a:pt x="63425" y="11350"/>
                  <a:pt x="60783" y="10296"/>
                </a:cubicBezTo>
                <a:cubicBezTo>
                  <a:pt x="34484" y="0"/>
                  <a:pt x="5277" y="9854"/>
                  <a:pt x="4047" y="10296"/>
                </a:cubicBezTo>
                <a:cubicBezTo>
                  <a:pt x="1412" y="11172"/>
                  <a:pt x="0" y="14077"/>
                  <a:pt x="969" y="16718"/>
                </a:cubicBezTo>
                <a:cubicBezTo>
                  <a:pt x="1672" y="18742"/>
                  <a:pt x="3611" y="20059"/>
                  <a:pt x="5719" y="200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45" name="path-536">
            <a:extLst xmlns:a="http://schemas.openxmlformats.org/drawingml/2006/main">
              <a:ext uri="{FF2B5EF4-FFF2-40B4-BE49-F238E27FC236}">
                <a16:creationId xmlns:a16="http://schemas.microsoft.com/office/drawing/2014/main" id="{545C2FA5-C673-4792-B942-2281EC94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319" y="3120691"/>
            <a:ext cx="298462" cy="307875"/>
          </a:xfrm>
          <a:custGeom xmlns:a="http://schemas.openxmlformats.org/drawingml/2006/main">
            <a:pathLst>
              <a:path w="298462" h="307875">
                <a:moveTo>
                  <a:pt x="38967" y="265300"/>
                </a:moveTo>
                <a:cubicBezTo>
                  <a:pt x="41079" y="283334"/>
                  <a:pt x="48028" y="307348"/>
                  <a:pt x="83917" y="307875"/>
                </a:cubicBezTo>
                <a:cubicBezTo>
                  <a:pt x="84885" y="307875"/>
                  <a:pt x="85941" y="307875"/>
                  <a:pt x="86909" y="307875"/>
                </a:cubicBezTo>
                <a:cubicBezTo>
                  <a:pt x="109779" y="307875"/>
                  <a:pt x="124645" y="304444"/>
                  <a:pt x="132298" y="297408"/>
                </a:cubicBezTo>
                <a:cubicBezTo>
                  <a:pt x="138103" y="298023"/>
                  <a:pt x="143733" y="298463"/>
                  <a:pt x="149187" y="298463"/>
                </a:cubicBezTo>
                <a:cubicBezTo>
                  <a:pt x="231522" y="298463"/>
                  <a:pt x="298462" y="231523"/>
                  <a:pt x="298462" y="149188"/>
                </a:cubicBezTo>
                <a:cubicBezTo>
                  <a:pt x="298462" y="66940"/>
                  <a:pt x="231522" y="0"/>
                  <a:pt x="149187" y="0"/>
                </a:cubicBezTo>
                <a:cubicBezTo>
                  <a:pt x="66940" y="0"/>
                  <a:pt x="0" y="66940"/>
                  <a:pt x="0" y="149188"/>
                </a:cubicBezTo>
                <a:cubicBezTo>
                  <a:pt x="0" y="186747"/>
                  <a:pt x="13986" y="222551"/>
                  <a:pt x="39408" y="250171"/>
                </a:cubicBezTo>
                <a:cubicBezTo>
                  <a:pt x="38616" y="255713"/>
                  <a:pt x="38440" y="260726"/>
                  <a:pt x="38967" y="265300"/>
                </a:cubicBezTo>
                <a:moveTo>
                  <a:pt x="84005" y="297759"/>
                </a:moveTo>
                <a:cubicBezTo>
                  <a:pt x="56649" y="297408"/>
                  <a:pt x="51019" y="281397"/>
                  <a:pt x="48995" y="264069"/>
                </a:cubicBezTo>
                <a:cubicBezTo>
                  <a:pt x="48468" y="259847"/>
                  <a:pt x="48732" y="254920"/>
                  <a:pt x="49700" y="249379"/>
                </a:cubicBezTo>
                <a:cubicBezTo>
                  <a:pt x="51635" y="238558"/>
                  <a:pt x="56032" y="227740"/>
                  <a:pt x="58848" y="220527"/>
                </a:cubicBezTo>
                <a:cubicBezTo>
                  <a:pt x="59728" y="218416"/>
                  <a:pt x="60431" y="216568"/>
                  <a:pt x="61047" y="215073"/>
                </a:cubicBezTo>
                <a:cubicBezTo>
                  <a:pt x="63069" y="209443"/>
                  <a:pt x="62013" y="202670"/>
                  <a:pt x="61047" y="196688"/>
                </a:cubicBezTo>
                <a:cubicBezTo>
                  <a:pt x="60696" y="194313"/>
                  <a:pt x="60079" y="190794"/>
                  <a:pt x="60255" y="189124"/>
                </a:cubicBezTo>
                <a:cubicBezTo>
                  <a:pt x="62013" y="188597"/>
                  <a:pt x="64038" y="188332"/>
                  <a:pt x="65268" y="189211"/>
                </a:cubicBezTo>
                <a:cubicBezTo>
                  <a:pt x="68876" y="191674"/>
                  <a:pt x="69052" y="202670"/>
                  <a:pt x="69227" y="209180"/>
                </a:cubicBezTo>
                <a:cubicBezTo>
                  <a:pt x="69315" y="212433"/>
                  <a:pt x="69403" y="215424"/>
                  <a:pt x="69667" y="217887"/>
                </a:cubicBezTo>
                <a:cubicBezTo>
                  <a:pt x="70636" y="226157"/>
                  <a:pt x="77321" y="235481"/>
                  <a:pt x="103357" y="233633"/>
                </a:cubicBezTo>
                <a:cubicBezTo>
                  <a:pt x="109515" y="233281"/>
                  <a:pt x="119278" y="230380"/>
                  <a:pt x="130626" y="227125"/>
                </a:cubicBezTo>
                <a:cubicBezTo>
                  <a:pt x="141358" y="223958"/>
                  <a:pt x="153585" y="220439"/>
                  <a:pt x="164228" y="218502"/>
                </a:cubicBezTo>
                <a:cubicBezTo>
                  <a:pt x="170650" y="217360"/>
                  <a:pt x="173289" y="218416"/>
                  <a:pt x="173464" y="219119"/>
                </a:cubicBezTo>
                <a:cubicBezTo>
                  <a:pt x="173905" y="220701"/>
                  <a:pt x="171882" y="224309"/>
                  <a:pt x="169595" y="225188"/>
                </a:cubicBezTo>
                <a:cubicBezTo>
                  <a:pt x="161853" y="228268"/>
                  <a:pt x="127987" y="241110"/>
                  <a:pt x="127636" y="241198"/>
                </a:cubicBezTo>
                <a:cubicBezTo>
                  <a:pt x="125349" y="242078"/>
                  <a:pt x="123940" y="244629"/>
                  <a:pt x="124557" y="247092"/>
                </a:cubicBezTo>
                <a:cubicBezTo>
                  <a:pt x="125085" y="249554"/>
                  <a:pt x="127372" y="251138"/>
                  <a:pt x="129923" y="250963"/>
                </a:cubicBezTo>
                <a:cubicBezTo>
                  <a:pt x="130099" y="250963"/>
                  <a:pt x="130274" y="250963"/>
                  <a:pt x="130362" y="250963"/>
                </a:cubicBezTo>
                <a:cubicBezTo>
                  <a:pt x="131154" y="252721"/>
                  <a:pt x="130274" y="258704"/>
                  <a:pt x="128516" y="263541"/>
                </a:cubicBezTo>
                <a:cubicBezTo>
                  <a:pt x="127724" y="265565"/>
                  <a:pt x="128339" y="267852"/>
                  <a:pt x="130011" y="269259"/>
                </a:cubicBezTo>
                <a:cubicBezTo>
                  <a:pt x="133705" y="272250"/>
                  <a:pt x="129835" y="277351"/>
                  <a:pt x="129043" y="278319"/>
                </a:cubicBezTo>
                <a:cubicBezTo>
                  <a:pt x="128075" y="279463"/>
                  <a:pt x="127724" y="280958"/>
                  <a:pt x="127987" y="282453"/>
                </a:cubicBezTo>
                <a:cubicBezTo>
                  <a:pt x="128427" y="285093"/>
                  <a:pt x="127987" y="287116"/>
                  <a:pt x="126492" y="288874"/>
                </a:cubicBezTo>
                <a:cubicBezTo>
                  <a:pt x="123677" y="292393"/>
                  <a:pt x="114441" y="298110"/>
                  <a:pt x="84005" y="297759"/>
                </a:cubicBezTo>
                <a:moveTo>
                  <a:pt x="149187" y="10116"/>
                </a:moveTo>
                <a:cubicBezTo>
                  <a:pt x="225892" y="10116"/>
                  <a:pt x="288347" y="72482"/>
                  <a:pt x="288347" y="149188"/>
                </a:cubicBezTo>
                <a:cubicBezTo>
                  <a:pt x="288347" y="225893"/>
                  <a:pt x="225892" y="288347"/>
                  <a:pt x="149187" y="288347"/>
                </a:cubicBezTo>
                <a:cubicBezTo>
                  <a:pt x="145579" y="288347"/>
                  <a:pt x="141709" y="288172"/>
                  <a:pt x="137928" y="287819"/>
                </a:cubicBezTo>
                <a:cubicBezTo>
                  <a:pt x="137928" y="287467"/>
                  <a:pt x="138015" y="287116"/>
                  <a:pt x="138015" y="286763"/>
                </a:cubicBezTo>
                <a:cubicBezTo>
                  <a:pt x="138103" y="286500"/>
                  <a:pt x="138103" y="286236"/>
                  <a:pt x="138103" y="285883"/>
                </a:cubicBezTo>
                <a:cubicBezTo>
                  <a:pt x="138191" y="284917"/>
                  <a:pt x="138279" y="283949"/>
                  <a:pt x="138191" y="282893"/>
                </a:cubicBezTo>
                <a:cubicBezTo>
                  <a:pt x="139775" y="280431"/>
                  <a:pt x="142150" y="275855"/>
                  <a:pt x="141622" y="270842"/>
                </a:cubicBezTo>
                <a:cubicBezTo>
                  <a:pt x="141446" y="268379"/>
                  <a:pt x="140478" y="266092"/>
                  <a:pt x="138983" y="264069"/>
                </a:cubicBezTo>
                <a:cubicBezTo>
                  <a:pt x="140302" y="259670"/>
                  <a:pt x="141797" y="252633"/>
                  <a:pt x="139863" y="247443"/>
                </a:cubicBezTo>
                <a:cubicBezTo>
                  <a:pt x="150506" y="243397"/>
                  <a:pt x="167922" y="236712"/>
                  <a:pt x="173376" y="234601"/>
                </a:cubicBezTo>
                <a:cubicBezTo>
                  <a:pt x="179710" y="232050"/>
                  <a:pt x="185252" y="223694"/>
                  <a:pt x="183141" y="216304"/>
                </a:cubicBezTo>
                <a:cubicBezTo>
                  <a:pt x="183141" y="216129"/>
                  <a:pt x="183053" y="215865"/>
                  <a:pt x="182965" y="215688"/>
                </a:cubicBezTo>
                <a:cubicBezTo>
                  <a:pt x="182261" y="213842"/>
                  <a:pt x="180766" y="211114"/>
                  <a:pt x="177160" y="209443"/>
                </a:cubicBezTo>
                <a:cubicBezTo>
                  <a:pt x="173993" y="208036"/>
                  <a:pt x="169331" y="207332"/>
                  <a:pt x="162382" y="208563"/>
                </a:cubicBezTo>
                <a:cubicBezTo>
                  <a:pt x="151209" y="210587"/>
                  <a:pt x="138808" y="214193"/>
                  <a:pt x="127812" y="217360"/>
                </a:cubicBezTo>
                <a:cubicBezTo>
                  <a:pt x="117520" y="220351"/>
                  <a:pt x="107755" y="223253"/>
                  <a:pt x="102653" y="223605"/>
                </a:cubicBezTo>
                <a:cubicBezTo>
                  <a:pt x="92626" y="224309"/>
                  <a:pt x="80575" y="223694"/>
                  <a:pt x="79695" y="216656"/>
                </a:cubicBezTo>
                <a:cubicBezTo>
                  <a:pt x="79431" y="214722"/>
                  <a:pt x="79343" y="211906"/>
                  <a:pt x="79343" y="209003"/>
                </a:cubicBezTo>
                <a:cubicBezTo>
                  <a:pt x="79080" y="198887"/>
                  <a:pt x="78815" y="186220"/>
                  <a:pt x="71075" y="180856"/>
                </a:cubicBezTo>
                <a:cubicBezTo>
                  <a:pt x="67028" y="178128"/>
                  <a:pt x="61927" y="177776"/>
                  <a:pt x="55857" y="179888"/>
                </a:cubicBezTo>
                <a:cubicBezTo>
                  <a:pt x="48556" y="182438"/>
                  <a:pt x="49875" y="190884"/>
                  <a:pt x="51019" y="198272"/>
                </a:cubicBezTo>
                <a:cubicBezTo>
                  <a:pt x="51811" y="203022"/>
                  <a:pt x="52690" y="208476"/>
                  <a:pt x="51546" y="211643"/>
                </a:cubicBezTo>
                <a:cubicBezTo>
                  <a:pt x="51019" y="213050"/>
                  <a:pt x="50315" y="214810"/>
                  <a:pt x="49524" y="216744"/>
                </a:cubicBezTo>
                <a:cubicBezTo>
                  <a:pt x="49083" y="217887"/>
                  <a:pt x="48556" y="219119"/>
                  <a:pt x="48028" y="220439"/>
                </a:cubicBezTo>
                <a:cubicBezTo>
                  <a:pt x="47852" y="220879"/>
                  <a:pt x="47676" y="221318"/>
                  <a:pt x="47501" y="221758"/>
                </a:cubicBezTo>
                <a:cubicBezTo>
                  <a:pt x="47060" y="222990"/>
                  <a:pt x="46533" y="224221"/>
                  <a:pt x="46093" y="225540"/>
                </a:cubicBezTo>
                <a:cubicBezTo>
                  <a:pt x="46004" y="225893"/>
                  <a:pt x="45828" y="226157"/>
                  <a:pt x="45741" y="226420"/>
                </a:cubicBezTo>
                <a:cubicBezTo>
                  <a:pt x="45213" y="228003"/>
                  <a:pt x="44597" y="229675"/>
                  <a:pt x="44070" y="231346"/>
                </a:cubicBezTo>
                <a:cubicBezTo>
                  <a:pt x="43894" y="231785"/>
                  <a:pt x="43805" y="232226"/>
                  <a:pt x="43629" y="232667"/>
                </a:cubicBezTo>
                <a:cubicBezTo>
                  <a:pt x="43190" y="233984"/>
                  <a:pt x="42751" y="235481"/>
                  <a:pt x="42310" y="236888"/>
                </a:cubicBezTo>
                <a:cubicBezTo>
                  <a:pt x="42222" y="237239"/>
                  <a:pt x="42134" y="237504"/>
                  <a:pt x="42046" y="237856"/>
                </a:cubicBezTo>
                <a:cubicBezTo>
                  <a:pt x="21374" y="212962"/>
                  <a:pt x="10116" y="181822"/>
                  <a:pt x="10116" y="149188"/>
                </a:cubicBezTo>
                <a:cubicBezTo>
                  <a:pt x="10116" y="72482"/>
                  <a:pt x="72482" y="10116"/>
                  <a:pt x="149187" y="1011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ath-537">
            <a:extLst xmlns:a="http://schemas.openxmlformats.org/drawingml/2006/main">
              <a:ext uri="{FF2B5EF4-FFF2-40B4-BE49-F238E27FC236}">
                <a16:creationId xmlns:a16="http://schemas.microsoft.com/office/drawing/2014/main" id="{97F33BE2-0F58-4BB0-B9E9-8C16FD6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317" y="3120692"/>
            <a:ext cx="298465" cy="307873"/>
          </a:xfrm>
          <a:custGeom xmlns:a="http://schemas.openxmlformats.org/drawingml/2006/main">
            <a:pathLst>
              <a:path w="298465" h="307873">
                <a:moveTo>
                  <a:pt x="38967" y="265295"/>
                </a:moveTo>
                <a:cubicBezTo>
                  <a:pt x="41076" y="283331"/>
                  <a:pt x="48031" y="307346"/>
                  <a:pt x="83920" y="307873"/>
                </a:cubicBezTo>
                <a:cubicBezTo>
                  <a:pt x="84884" y="307873"/>
                  <a:pt x="85938" y="307873"/>
                  <a:pt x="86907" y="307873"/>
                </a:cubicBezTo>
                <a:cubicBezTo>
                  <a:pt x="109777" y="307873"/>
                  <a:pt x="124645" y="304441"/>
                  <a:pt x="132296" y="297408"/>
                </a:cubicBezTo>
                <a:cubicBezTo>
                  <a:pt x="138106" y="298020"/>
                  <a:pt x="143734" y="298459"/>
                  <a:pt x="149187" y="298459"/>
                </a:cubicBezTo>
                <a:cubicBezTo>
                  <a:pt x="231520" y="298459"/>
                  <a:pt x="298465" y="231520"/>
                  <a:pt x="298465" y="149187"/>
                </a:cubicBezTo>
                <a:cubicBezTo>
                  <a:pt x="298465" y="66939"/>
                  <a:pt x="231520" y="0"/>
                  <a:pt x="149187" y="0"/>
                </a:cubicBezTo>
                <a:cubicBezTo>
                  <a:pt x="66939" y="0"/>
                  <a:pt x="0" y="66939"/>
                  <a:pt x="0" y="149187"/>
                </a:cubicBezTo>
                <a:cubicBezTo>
                  <a:pt x="0" y="186746"/>
                  <a:pt x="13983" y="222548"/>
                  <a:pt x="39410" y="250168"/>
                </a:cubicBezTo>
                <a:cubicBezTo>
                  <a:pt x="38616" y="255708"/>
                  <a:pt x="38440" y="260727"/>
                  <a:pt x="38967" y="265295"/>
                </a:cubicBezTo>
                <a:moveTo>
                  <a:pt x="84005" y="297759"/>
                </a:moveTo>
                <a:cubicBezTo>
                  <a:pt x="56646" y="297408"/>
                  <a:pt x="51017" y="281395"/>
                  <a:pt x="48994" y="264069"/>
                </a:cubicBezTo>
                <a:cubicBezTo>
                  <a:pt x="48467" y="259846"/>
                  <a:pt x="48733" y="254920"/>
                  <a:pt x="49697" y="249377"/>
                </a:cubicBezTo>
                <a:cubicBezTo>
                  <a:pt x="51635" y="238645"/>
                  <a:pt x="56034" y="227740"/>
                  <a:pt x="58936" y="220524"/>
                </a:cubicBezTo>
                <a:cubicBezTo>
                  <a:pt x="59729" y="218416"/>
                  <a:pt x="60432" y="216568"/>
                  <a:pt x="61044" y="215069"/>
                </a:cubicBezTo>
                <a:cubicBezTo>
                  <a:pt x="63067" y="209443"/>
                  <a:pt x="62013" y="202670"/>
                  <a:pt x="61044" y="196684"/>
                </a:cubicBezTo>
                <a:cubicBezTo>
                  <a:pt x="60693" y="194310"/>
                  <a:pt x="60081" y="190793"/>
                  <a:pt x="60256" y="189121"/>
                </a:cubicBezTo>
                <a:cubicBezTo>
                  <a:pt x="62013" y="188594"/>
                  <a:pt x="64037" y="188327"/>
                  <a:pt x="65267" y="189208"/>
                </a:cubicBezTo>
                <a:cubicBezTo>
                  <a:pt x="68877" y="191674"/>
                  <a:pt x="69053" y="202670"/>
                  <a:pt x="69229" y="209177"/>
                </a:cubicBezTo>
                <a:cubicBezTo>
                  <a:pt x="69314" y="212430"/>
                  <a:pt x="69405" y="215420"/>
                  <a:pt x="69665" y="217886"/>
                </a:cubicBezTo>
                <a:cubicBezTo>
                  <a:pt x="70634" y="226155"/>
                  <a:pt x="77323" y="235479"/>
                  <a:pt x="103356" y="233719"/>
                </a:cubicBezTo>
                <a:cubicBezTo>
                  <a:pt x="109517" y="233280"/>
                  <a:pt x="119277" y="230378"/>
                  <a:pt x="130630" y="227122"/>
                </a:cubicBezTo>
                <a:cubicBezTo>
                  <a:pt x="141354" y="223956"/>
                  <a:pt x="153585" y="220436"/>
                  <a:pt x="164230" y="218501"/>
                </a:cubicBezTo>
                <a:cubicBezTo>
                  <a:pt x="170652" y="217359"/>
                  <a:pt x="173293" y="218416"/>
                  <a:pt x="173469" y="219116"/>
                </a:cubicBezTo>
                <a:cubicBezTo>
                  <a:pt x="173905" y="220700"/>
                  <a:pt x="171882" y="224308"/>
                  <a:pt x="169592" y="225189"/>
                </a:cubicBezTo>
                <a:cubicBezTo>
                  <a:pt x="161855" y="228264"/>
                  <a:pt x="127989" y="241104"/>
                  <a:pt x="127631" y="241195"/>
                </a:cubicBezTo>
                <a:cubicBezTo>
                  <a:pt x="125347" y="242162"/>
                  <a:pt x="123942" y="244627"/>
                  <a:pt x="124560" y="247090"/>
                </a:cubicBezTo>
                <a:cubicBezTo>
                  <a:pt x="125087" y="249556"/>
                  <a:pt x="127371" y="251134"/>
                  <a:pt x="129921" y="250958"/>
                </a:cubicBezTo>
                <a:cubicBezTo>
                  <a:pt x="130097" y="250958"/>
                  <a:pt x="130273" y="250958"/>
                  <a:pt x="130364" y="250958"/>
                </a:cubicBezTo>
                <a:cubicBezTo>
                  <a:pt x="131157" y="252721"/>
                  <a:pt x="130273" y="258698"/>
                  <a:pt x="128516" y="263538"/>
                </a:cubicBezTo>
                <a:cubicBezTo>
                  <a:pt x="127722" y="265562"/>
                  <a:pt x="128340" y="267846"/>
                  <a:pt x="130006" y="269258"/>
                </a:cubicBezTo>
                <a:cubicBezTo>
                  <a:pt x="133708" y="272244"/>
                  <a:pt x="129831" y="277348"/>
                  <a:pt x="129043" y="278318"/>
                </a:cubicBezTo>
                <a:cubicBezTo>
                  <a:pt x="128074" y="279463"/>
                  <a:pt x="127722" y="280956"/>
                  <a:pt x="127989" y="282450"/>
                </a:cubicBezTo>
                <a:cubicBezTo>
                  <a:pt x="128431" y="285088"/>
                  <a:pt x="127989" y="287115"/>
                  <a:pt x="126492" y="288962"/>
                </a:cubicBezTo>
                <a:cubicBezTo>
                  <a:pt x="123675" y="292388"/>
                  <a:pt x="114436" y="298110"/>
                  <a:pt x="84005" y="297759"/>
                </a:cubicBezTo>
                <a:moveTo>
                  <a:pt x="149187" y="10114"/>
                </a:moveTo>
                <a:cubicBezTo>
                  <a:pt x="225892" y="10114"/>
                  <a:pt x="288347" y="72479"/>
                  <a:pt x="288347" y="149187"/>
                </a:cubicBezTo>
                <a:cubicBezTo>
                  <a:pt x="288347" y="225889"/>
                  <a:pt x="225892" y="288344"/>
                  <a:pt x="149187" y="288344"/>
                </a:cubicBezTo>
                <a:cubicBezTo>
                  <a:pt x="145576" y="288344"/>
                  <a:pt x="141711" y="288169"/>
                  <a:pt x="137931" y="287814"/>
                </a:cubicBezTo>
                <a:cubicBezTo>
                  <a:pt x="137931" y="287463"/>
                  <a:pt x="138015" y="287115"/>
                  <a:pt x="138015" y="286763"/>
                </a:cubicBezTo>
                <a:cubicBezTo>
                  <a:pt x="138106" y="286497"/>
                  <a:pt x="138106" y="286236"/>
                  <a:pt x="138106" y="285882"/>
                </a:cubicBezTo>
                <a:cubicBezTo>
                  <a:pt x="138191" y="284915"/>
                  <a:pt x="138282" y="283946"/>
                  <a:pt x="138191" y="282889"/>
                </a:cubicBezTo>
                <a:cubicBezTo>
                  <a:pt x="139778" y="280429"/>
                  <a:pt x="142153" y="275852"/>
                  <a:pt x="141620" y="270842"/>
                </a:cubicBezTo>
                <a:cubicBezTo>
                  <a:pt x="141444" y="268376"/>
                  <a:pt x="140481" y="266092"/>
                  <a:pt x="138979" y="264069"/>
                </a:cubicBezTo>
                <a:cubicBezTo>
                  <a:pt x="140305" y="259670"/>
                  <a:pt x="141802" y="252630"/>
                  <a:pt x="139863" y="247441"/>
                </a:cubicBezTo>
                <a:cubicBezTo>
                  <a:pt x="150508" y="243394"/>
                  <a:pt x="167919" y="236709"/>
                  <a:pt x="173378" y="234598"/>
                </a:cubicBezTo>
                <a:cubicBezTo>
                  <a:pt x="179715" y="232047"/>
                  <a:pt x="185252" y="223690"/>
                  <a:pt x="183138" y="216301"/>
                </a:cubicBezTo>
                <a:cubicBezTo>
                  <a:pt x="183138" y="216126"/>
                  <a:pt x="183053" y="215950"/>
                  <a:pt x="182962" y="215687"/>
                </a:cubicBezTo>
                <a:cubicBezTo>
                  <a:pt x="182266" y="213842"/>
                  <a:pt x="180763" y="211112"/>
                  <a:pt x="177158" y="209443"/>
                </a:cubicBezTo>
                <a:cubicBezTo>
                  <a:pt x="173990" y="208032"/>
                  <a:pt x="169331" y="207329"/>
                  <a:pt x="162382" y="208562"/>
                </a:cubicBezTo>
                <a:cubicBezTo>
                  <a:pt x="151210" y="210585"/>
                  <a:pt x="138803" y="214193"/>
                  <a:pt x="127807" y="217359"/>
                </a:cubicBezTo>
                <a:cubicBezTo>
                  <a:pt x="117520" y="220436"/>
                  <a:pt x="107754" y="223250"/>
                  <a:pt x="102653" y="223602"/>
                </a:cubicBezTo>
                <a:cubicBezTo>
                  <a:pt x="92626" y="224308"/>
                  <a:pt x="80576" y="223690"/>
                  <a:pt x="79698" y="216653"/>
                </a:cubicBezTo>
                <a:cubicBezTo>
                  <a:pt x="79431" y="214717"/>
                  <a:pt x="79346" y="211903"/>
                  <a:pt x="79346" y="209001"/>
                </a:cubicBezTo>
                <a:cubicBezTo>
                  <a:pt x="79080" y="198884"/>
                  <a:pt x="78813" y="186303"/>
                  <a:pt x="71077" y="180854"/>
                </a:cubicBezTo>
                <a:cubicBezTo>
                  <a:pt x="67030" y="178128"/>
                  <a:pt x="61928" y="177773"/>
                  <a:pt x="55858" y="179882"/>
                </a:cubicBezTo>
                <a:cubicBezTo>
                  <a:pt x="48558" y="182435"/>
                  <a:pt x="49872" y="190878"/>
                  <a:pt x="51017" y="198272"/>
                </a:cubicBezTo>
                <a:cubicBezTo>
                  <a:pt x="51811" y="203022"/>
                  <a:pt x="52690" y="208471"/>
                  <a:pt x="51544" y="211643"/>
                </a:cubicBezTo>
                <a:cubicBezTo>
                  <a:pt x="51017" y="213045"/>
                  <a:pt x="50315" y="214808"/>
                  <a:pt x="49521" y="216744"/>
                </a:cubicBezTo>
                <a:cubicBezTo>
                  <a:pt x="49085" y="217886"/>
                  <a:pt x="48558" y="219116"/>
                  <a:pt x="48031" y="220436"/>
                </a:cubicBezTo>
                <a:cubicBezTo>
                  <a:pt x="47849" y="220875"/>
                  <a:pt x="47673" y="221315"/>
                  <a:pt x="47497" y="221757"/>
                </a:cubicBezTo>
                <a:cubicBezTo>
                  <a:pt x="47061" y="222990"/>
                  <a:pt x="46534" y="224217"/>
                  <a:pt x="46092" y="225540"/>
                </a:cubicBezTo>
                <a:cubicBezTo>
                  <a:pt x="46007" y="225889"/>
                  <a:pt x="45831" y="226155"/>
                  <a:pt x="45741" y="226416"/>
                </a:cubicBezTo>
                <a:cubicBezTo>
                  <a:pt x="45213" y="228000"/>
                  <a:pt x="44596" y="229672"/>
                  <a:pt x="44068" y="231344"/>
                </a:cubicBezTo>
                <a:cubicBezTo>
                  <a:pt x="43893" y="231787"/>
                  <a:pt x="43808" y="232223"/>
                  <a:pt x="43632" y="232662"/>
                </a:cubicBezTo>
                <a:cubicBezTo>
                  <a:pt x="43190" y="234071"/>
                  <a:pt x="42748" y="235479"/>
                  <a:pt x="42312" y="236885"/>
                </a:cubicBezTo>
                <a:cubicBezTo>
                  <a:pt x="42221" y="237236"/>
                  <a:pt x="42136" y="237503"/>
                  <a:pt x="42045" y="237854"/>
                </a:cubicBezTo>
                <a:cubicBezTo>
                  <a:pt x="21374" y="212960"/>
                  <a:pt x="10117" y="181820"/>
                  <a:pt x="10117" y="149187"/>
                </a:cubicBezTo>
                <a:cubicBezTo>
                  <a:pt x="10117" y="72479"/>
                  <a:pt x="72482" y="10114"/>
                  <a:pt x="149187" y="101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47" name="text-538 No">
            <a:extLst xmlns:a="http://schemas.openxmlformats.org/drawingml/2006/main">
              <a:ext uri="{FF2B5EF4-FFF2-40B4-BE49-F238E27FC236}">
                <a16:creationId xmlns:a16="http://schemas.microsoft.com/office/drawing/2014/main" id="{F9A280D1-4D12-45E7-818D-0FE1951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549" y="3179851"/>
            <a:ext cx="212974" cy="19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48" name="path-539">
            <a:extLst xmlns:a="http://schemas.openxmlformats.org/drawingml/2006/main">
              <a:ext uri="{FF2B5EF4-FFF2-40B4-BE49-F238E27FC236}">
                <a16:creationId xmlns:a16="http://schemas.microsoft.com/office/drawing/2014/main" id="{38FC5F9E-D83F-4055-89FD-A28531C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161" y="5374425"/>
            <a:ext cx="191" cy="127634"/>
          </a:xfrm>
          <a:custGeom xmlns:a="http://schemas.openxmlformats.org/drawingml/2006/main">
            <a:pathLst>
              <a:path w="191" h="127634">
                <a:moveTo>
                  <a:pt x="0" y="1276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9051"/>
            </a:solidFill>
            <a:prstDash val="solid"/>
          </a:ln>
        </p:spPr>
      </p:sp>
      <p:sp>
        <p:nvSpPr>
          <p:cNvPr id="549" name="path-540">
            <a:extLst xmlns:a="http://schemas.openxmlformats.org/drawingml/2006/main">
              <a:ext uri="{FF2B5EF4-FFF2-40B4-BE49-F238E27FC236}">
                <a16:creationId xmlns:a16="http://schemas.microsoft.com/office/drawing/2014/main" id="{FF172C7F-A063-433D-A73F-76CA3E81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32" y="5326044"/>
            <a:ext cx="58056" cy="77408"/>
          </a:xfrm>
          <a:custGeom xmlns:a="http://schemas.openxmlformats.org/drawingml/2006/main">
            <a:pathLst>
              <a:path w="58056" h="77408">
                <a:moveTo>
                  <a:pt x="29028" y="0"/>
                </a:moveTo>
                <a:lnTo>
                  <a:pt x="0" y="77408"/>
                </a:lnTo>
                <a:lnTo>
                  <a:pt x="29028" y="48381"/>
                </a:lnTo>
                <a:lnTo>
                  <a:pt x="58056" y="77408"/>
                </a:lnTo>
                <a:lnTo>
                  <a:pt x="29028" y="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41">
            <a:extLst xmlns:a="http://schemas.openxmlformats.org/drawingml/2006/main">
              <a:ext uri="{FF2B5EF4-FFF2-40B4-BE49-F238E27FC236}">
                <a16:creationId xmlns:a16="http://schemas.microsoft.com/office/drawing/2014/main" id="{BB5F6C14-DFFD-4581-B6AE-D009898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129" y="5326043"/>
            <a:ext cx="58057" cy="77408"/>
          </a:xfrm>
          <a:custGeom xmlns:a="http://schemas.openxmlformats.org/drawingml/2006/main">
            <a:pathLst>
              <a:path w="58057" h="77408">
                <a:moveTo>
                  <a:pt x="29032" y="0"/>
                </a:moveTo>
                <a:lnTo>
                  <a:pt x="0" y="77408"/>
                </a:lnTo>
                <a:lnTo>
                  <a:pt x="29032" y="48382"/>
                </a:lnTo>
                <a:lnTo>
                  <a:pt x="58057" y="77408"/>
                </a:lnTo>
                <a:lnTo>
                  <a:pt x="290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9051"/>
            </a:solidFill>
            <a:prstDash val="solid"/>
          </a:ln>
        </p:spPr>
      </p:sp>
      <p:sp>
        <p:nvSpPr>
          <p:cNvPr id="551" name="path-542">
            <a:extLst xmlns:a="http://schemas.openxmlformats.org/drawingml/2006/main">
              <a:ext uri="{FF2B5EF4-FFF2-40B4-BE49-F238E27FC236}">
                <a16:creationId xmlns:a16="http://schemas.microsoft.com/office/drawing/2014/main" id="{6C3CE4CD-6AA1-45C2-82F6-8881026D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90" y="5708337"/>
            <a:ext cx="174166" cy="191"/>
          </a:xfrm>
          <a:custGeom xmlns:a="http://schemas.openxmlformats.org/drawingml/2006/main">
            <a:pathLst>
              <a:path w="174166" h="191">
                <a:moveTo>
                  <a:pt x="0" y="176"/>
                </a:moveTo>
                <a:lnTo>
                  <a:pt x="174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552" name="path-543">
            <a:extLst xmlns:a="http://schemas.openxmlformats.org/drawingml/2006/main">
              <a:ext uri="{FF2B5EF4-FFF2-40B4-BE49-F238E27FC236}">
                <a16:creationId xmlns:a16="http://schemas.microsoft.com/office/drawing/2014/main" id="{FB73BCE3-4A7E-4CED-9BF3-A4360C98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731" y="5679396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8941"/>
                </a:moveTo>
                <a:lnTo>
                  <a:pt x="0" y="0"/>
                </a:lnTo>
                <a:lnTo>
                  <a:pt x="29029" y="28941"/>
                </a:lnTo>
                <a:lnTo>
                  <a:pt x="88" y="58056"/>
                </a:lnTo>
                <a:lnTo>
                  <a:pt x="77409" y="28941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44">
            <a:extLst xmlns:a="http://schemas.openxmlformats.org/drawingml/2006/main">
              <a:ext uri="{FF2B5EF4-FFF2-40B4-BE49-F238E27FC236}">
                <a16:creationId xmlns:a16="http://schemas.microsoft.com/office/drawing/2014/main" id="{3B193DDD-C2D9-4839-9214-C55B42D8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730" y="5679396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8941"/>
                </a:moveTo>
                <a:lnTo>
                  <a:pt x="0" y="0"/>
                </a:lnTo>
                <a:lnTo>
                  <a:pt x="29026" y="28941"/>
                </a:lnTo>
                <a:lnTo>
                  <a:pt x="85" y="58057"/>
                </a:lnTo>
                <a:lnTo>
                  <a:pt x="77408" y="2894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554" name="path-545">
            <a:extLst xmlns:a="http://schemas.openxmlformats.org/drawingml/2006/main">
              <a:ext uri="{FF2B5EF4-FFF2-40B4-BE49-F238E27FC236}">
                <a16:creationId xmlns:a16="http://schemas.microsoft.com/office/drawing/2014/main" id="{E7BE7CB4-CC7B-4077-9DA5-73E5688A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413" y="4986499"/>
            <a:ext cx="965405" cy="307876"/>
          </a:xfrm>
          <a:custGeom xmlns:a="http://schemas.openxmlformats.org/drawingml/2006/main">
            <a:pathLst>
              <a:path w="965405" h="307876">
                <a:moveTo>
                  <a:pt x="0" y="0"/>
                </a:moveTo>
                <a:lnTo>
                  <a:pt x="0" y="307876"/>
                </a:lnTo>
                <a:lnTo>
                  <a:pt x="965405" y="307876"/>
                </a:lnTo>
                <a:lnTo>
                  <a:pt x="9654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555" name="path-546">
            <a:extLst xmlns:a="http://schemas.openxmlformats.org/drawingml/2006/main">
              <a:ext uri="{FF2B5EF4-FFF2-40B4-BE49-F238E27FC236}">
                <a16:creationId xmlns:a16="http://schemas.microsoft.com/office/drawing/2014/main" id="{B3A027EA-1653-44F8-9E27-F9DF605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48" y="5211161"/>
            <a:ext cx="703799" cy="191"/>
          </a:xfrm>
          <a:custGeom xmlns:a="http://schemas.openxmlformats.org/drawingml/2006/main">
            <a:pathLst>
              <a:path w="703799" h="191">
                <a:moveTo>
                  <a:pt x="0" y="0"/>
                </a:moveTo>
                <a:lnTo>
                  <a:pt x="703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9051"/>
            </a:solidFill>
            <a:prstDash val="solid"/>
          </a:ln>
        </p:spPr>
      </p:sp>
      <p:sp>
        <p:nvSpPr>
          <p:cNvPr id="556" name="text-547 Terminating">
            <a:extLst xmlns:a="http://schemas.openxmlformats.org/drawingml/2006/main">
              <a:ext uri="{FF2B5EF4-FFF2-40B4-BE49-F238E27FC236}">
                <a16:creationId xmlns:a16="http://schemas.microsoft.com/office/drawing/2014/main" id="{5827D7DF-71E7-461F-99DB-4400894B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7648" y="5045685"/>
            <a:ext cx="820333" cy="19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Terminating</a:t>
            </a:r>
          </a:p>
        </p:txBody>
      </p:sp>
      <p:sp>
        <p:nvSpPr>
          <p:cNvPr id="557" name="path-548">
            <a:extLst xmlns:a="http://schemas.openxmlformats.org/drawingml/2006/main">
              <a:ext uri="{FF2B5EF4-FFF2-40B4-BE49-F238E27FC236}">
                <a16:creationId xmlns:a16="http://schemas.microsoft.com/office/drawing/2014/main" id="{0F539BB2-5A99-41D2-A2D5-70F3150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39" y="5510795"/>
            <a:ext cx="1097301" cy="396253"/>
          </a:xfrm>
          <a:custGeom xmlns:a="http://schemas.openxmlformats.org/drawingml/2006/main">
            <a:pathLst>
              <a:path w="1097301" h="396253">
                <a:moveTo>
                  <a:pt x="0" y="0"/>
                </a:moveTo>
                <a:lnTo>
                  <a:pt x="1097301" y="0"/>
                </a:lnTo>
                <a:lnTo>
                  <a:pt x="1097301" y="396253"/>
                </a:lnTo>
                <a:lnTo>
                  <a:pt x="0" y="396253"/>
                </a:lnTo>
                <a:close/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ath-549">
            <a:extLst xmlns:a="http://schemas.openxmlformats.org/drawingml/2006/main">
              <a:ext uri="{FF2B5EF4-FFF2-40B4-BE49-F238E27FC236}">
                <a16:creationId xmlns:a16="http://schemas.microsoft.com/office/drawing/2014/main" id="{E7EA5B61-1995-4D4E-B9D8-0E3C69F5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437" y="5510853"/>
            <a:ext cx="1097356" cy="396192"/>
          </a:xfrm>
          <a:custGeom xmlns:a="http://schemas.openxmlformats.org/drawingml/2006/main">
            <a:pathLst>
              <a:path w="1097356" h="396192">
                <a:moveTo>
                  <a:pt x="0" y="0"/>
                </a:moveTo>
                <a:lnTo>
                  <a:pt x="0" y="396192"/>
                </a:lnTo>
                <a:lnTo>
                  <a:pt x="1097356" y="396192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5300"/>
            </a:solidFill>
            <a:prstDash val="solid"/>
          </a:ln>
        </p:spPr>
      </p:sp>
      <p:sp>
        <p:nvSpPr>
          <p:cNvPr id="559" name="text-550 Observation">
            <a:extLst xmlns:a="http://schemas.openxmlformats.org/drawingml/2006/main">
              <a:ext uri="{FF2B5EF4-FFF2-40B4-BE49-F238E27FC236}">
                <a16:creationId xmlns:a16="http://schemas.microsoft.com/office/drawing/2014/main" id="{47215EC4-B47D-41C6-803C-7C4AD99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252" y="5528437"/>
            <a:ext cx="846601" cy="197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60" name="text-550 is">
            <a:extLst xmlns:a="http://schemas.openxmlformats.org/drawingml/2006/main">
              <a:ext uri="{FF2B5EF4-FFF2-40B4-BE49-F238E27FC236}">
                <a16:creationId xmlns:a16="http://schemas.microsoft.com/office/drawing/2014/main" id="{9A3C875A-EC9F-4F4D-A754-D3D784E6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586" y="5528389"/>
            <a:ext cx="142736" cy="197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561" name="text-551 Sufficient?">
            <a:extLst xmlns:a="http://schemas.openxmlformats.org/drawingml/2006/main">
              <a:ext uri="{FF2B5EF4-FFF2-40B4-BE49-F238E27FC236}">
                <a16:creationId xmlns:a16="http://schemas.microsoft.com/office/drawing/2014/main" id="{DCEE8BDB-8E6D-49A7-9FD4-C7DC3AC1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1514" y="5699977"/>
            <a:ext cx="752489" cy="19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A5E13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A5E13"/>
                </a:solidFill>
                <a:latin typeface="Arial"/>
                <a:ea typeface="Arial"/>
                <a:cs typeface="Arial"/>
              </a:rPr>
              <a:t>Sufficient?</a:t>
            </a:r>
          </a:p>
        </p:txBody>
      </p:sp>
      <p:sp>
        <p:nvSpPr>
          <p:cNvPr id="562" name="path-552">
            <a:extLst xmlns:a="http://schemas.openxmlformats.org/drawingml/2006/main">
              <a:ext uri="{FF2B5EF4-FFF2-40B4-BE49-F238E27FC236}">
                <a16:creationId xmlns:a16="http://schemas.microsoft.com/office/drawing/2014/main" id="{7B5C9981-3DEB-42AD-88FC-FE903756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805" y="5509711"/>
            <a:ext cx="1097356" cy="396283"/>
          </a:xfrm>
          <a:custGeom xmlns:a="http://schemas.openxmlformats.org/drawingml/2006/main">
            <a:pathLst>
              <a:path w="1097356" h="396283">
                <a:moveTo>
                  <a:pt x="0" y="0"/>
                </a:moveTo>
                <a:lnTo>
                  <a:pt x="0" y="396283"/>
                </a:lnTo>
                <a:lnTo>
                  <a:pt x="1097356" y="396283"/>
                </a:lnTo>
                <a:lnTo>
                  <a:pt x="1097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1100"/>
            </a:solidFill>
            <a:prstDash val="solid"/>
          </a:ln>
        </p:spPr>
      </p:sp>
      <p:sp>
        <p:nvSpPr>
          <p:cNvPr id="563" name="text-553 Localizing">
            <a:extLst xmlns:a="http://schemas.openxmlformats.org/drawingml/2006/main">
              <a:ext uri="{FF2B5EF4-FFF2-40B4-BE49-F238E27FC236}">
                <a16:creationId xmlns:a16="http://schemas.microsoft.com/office/drawing/2014/main" id="{D9674CD6-A03E-4F19-B331-298506C4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0405" y="5535996"/>
            <a:ext cx="651320" cy="19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564" name="path-555">
            <a:extLst xmlns:a="http://schemas.openxmlformats.org/drawingml/2006/main">
              <a:ext uri="{FF2B5EF4-FFF2-40B4-BE49-F238E27FC236}">
                <a16:creationId xmlns:a16="http://schemas.microsoft.com/office/drawing/2014/main" id="{D43ADE8A-5B76-43D5-A8B9-1F8AD9E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497" y="5694966"/>
            <a:ext cx="305062" cy="191"/>
          </a:xfrm>
          <a:custGeom xmlns:a="http://schemas.openxmlformats.org/drawingml/2006/main">
            <a:pathLst>
              <a:path w="305062" h="191">
                <a:moveTo>
                  <a:pt x="0" y="0"/>
                </a:moveTo>
                <a:lnTo>
                  <a:pt x="305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931100"/>
            </a:solidFill>
            <a:prstDash val="solid"/>
          </a:ln>
        </p:spPr>
      </p:sp>
      <p:sp>
        <p:nvSpPr>
          <p:cNvPr id="565" name="text-556 Next">
            <a:extLst xmlns:a="http://schemas.openxmlformats.org/drawingml/2006/main">
              <a:ext uri="{FF2B5EF4-FFF2-40B4-BE49-F238E27FC236}">
                <a16:creationId xmlns:a16="http://schemas.microsoft.com/office/drawing/2014/main" id="{57831D0B-A77D-4316-BD4C-749098B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5497" y="5535969"/>
            <a:ext cx="330439" cy="197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66" name="text-557 Visual">
            <a:extLst xmlns:a="http://schemas.openxmlformats.org/drawingml/2006/main">
              <a:ext uri="{FF2B5EF4-FFF2-40B4-BE49-F238E27FC236}">
                <a16:creationId xmlns:a16="http://schemas.microsoft.com/office/drawing/2014/main" id="{63D7003C-E212-49A6-BA3F-AF687FAB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9170" y="5690202"/>
            <a:ext cx="406158" cy="19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67" name="text-557 Fixation">
            <a:extLst xmlns:a="http://schemas.openxmlformats.org/drawingml/2006/main">
              <a:ext uri="{FF2B5EF4-FFF2-40B4-BE49-F238E27FC236}">
                <a16:creationId xmlns:a16="http://schemas.microsoft.com/office/drawing/2014/main" id="{25543EEB-356F-4FE6-9862-BC48F10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9075" y="5690197"/>
            <a:ext cx="518176" cy="19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568" name="path-558">
            <a:extLst xmlns:a="http://schemas.openxmlformats.org/drawingml/2006/main">
              <a:ext uri="{FF2B5EF4-FFF2-40B4-BE49-F238E27FC236}">
                <a16:creationId xmlns:a16="http://schemas.microsoft.com/office/drawing/2014/main" id="{3F877A4E-6257-46BD-ABD4-5A69AC7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125" y="5708949"/>
            <a:ext cx="220264" cy="191"/>
          </a:xfrm>
          <a:custGeom xmlns:a="http://schemas.openxmlformats.org/drawingml/2006/main">
            <a:pathLst>
              <a:path w="220264" h="191">
                <a:moveTo>
                  <a:pt x="0" y="0"/>
                </a:moveTo>
                <a:lnTo>
                  <a:pt x="220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569" name="path-559">
            <a:extLst xmlns:a="http://schemas.openxmlformats.org/drawingml/2006/main">
              <a:ext uri="{FF2B5EF4-FFF2-40B4-BE49-F238E27FC236}">
                <a16:creationId xmlns:a16="http://schemas.microsoft.com/office/drawing/2014/main" id="{19EB3BD9-4A9C-4A42-BB88-18EC9EFC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63" y="5679924"/>
            <a:ext cx="77409" cy="58056"/>
          </a:xfrm>
          <a:custGeom xmlns:a="http://schemas.openxmlformats.org/drawingml/2006/main">
            <a:pathLst>
              <a:path w="77409" h="58056">
                <a:moveTo>
                  <a:pt x="77409" y="29028"/>
                </a:moveTo>
                <a:lnTo>
                  <a:pt x="0" y="0"/>
                </a:lnTo>
                <a:lnTo>
                  <a:pt x="29029" y="29028"/>
                </a:lnTo>
                <a:lnTo>
                  <a:pt x="0" y="58056"/>
                </a:lnTo>
                <a:lnTo>
                  <a:pt x="77409" y="2902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ath-560">
            <a:extLst xmlns:a="http://schemas.openxmlformats.org/drawingml/2006/main">
              <a:ext uri="{FF2B5EF4-FFF2-40B4-BE49-F238E27FC236}">
                <a16:creationId xmlns:a16="http://schemas.microsoft.com/office/drawing/2014/main" id="{A822602E-C00C-414D-9053-FB76A335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57" y="5679923"/>
            <a:ext cx="77414" cy="58057"/>
          </a:xfrm>
          <a:custGeom xmlns:a="http://schemas.openxmlformats.org/drawingml/2006/main">
            <a:pathLst>
              <a:path w="77414" h="58057">
                <a:moveTo>
                  <a:pt x="77414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7"/>
                </a:lnTo>
                <a:lnTo>
                  <a:pt x="77414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5300"/>
            </a:solidFill>
            <a:prstDash val="solid"/>
          </a:ln>
        </p:spPr>
      </p:sp>
      <p:sp>
        <p:nvSpPr>
          <p:cNvPr id="571" name="text-561 Yes">
            <a:extLst xmlns:a="http://schemas.openxmlformats.org/drawingml/2006/main">
              <a:ext uri="{FF2B5EF4-FFF2-40B4-BE49-F238E27FC236}">
                <a16:creationId xmlns:a16="http://schemas.microsoft.com/office/drawing/2014/main" id="{3566EF7A-8459-4D77-A493-FC36801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5037" y="5043185"/>
            <a:ext cx="267945" cy="1971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72" name="path-562">
            <a:extLst xmlns:a="http://schemas.openxmlformats.org/drawingml/2006/main">
              <a:ext uri="{FF2B5EF4-FFF2-40B4-BE49-F238E27FC236}">
                <a16:creationId xmlns:a16="http://schemas.microsoft.com/office/drawing/2014/main" id="{D4C78DFB-304D-4B0B-8533-DBF1A0B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61" y="5035586"/>
            <a:ext cx="178479" cy="256152"/>
          </a:xfrm>
          <a:custGeom xmlns:a="http://schemas.openxmlformats.org/drawingml/2006/main">
            <a:pathLst>
              <a:path w="178479" h="256152">
                <a:moveTo>
                  <a:pt x="178479" y="90251"/>
                </a:moveTo>
                <a:cubicBezTo>
                  <a:pt x="178479" y="65269"/>
                  <a:pt x="167748" y="41431"/>
                  <a:pt x="149099" y="24717"/>
                </a:cubicBezTo>
                <a:cubicBezTo>
                  <a:pt x="130539" y="8004"/>
                  <a:pt x="105381" y="0"/>
                  <a:pt x="80312" y="2726"/>
                </a:cubicBezTo>
                <a:cubicBezTo>
                  <a:pt x="39320" y="7300"/>
                  <a:pt x="6685" y="40463"/>
                  <a:pt x="2638" y="81543"/>
                </a:cubicBezTo>
                <a:cubicBezTo>
                  <a:pt x="0" y="109075"/>
                  <a:pt x="10028" y="135728"/>
                  <a:pt x="30171" y="154552"/>
                </a:cubicBezTo>
                <a:cubicBezTo>
                  <a:pt x="37736" y="161679"/>
                  <a:pt x="42134" y="171882"/>
                  <a:pt x="42399" y="182614"/>
                </a:cubicBezTo>
                <a:cubicBezTo>
                  <a:pt x="38793" y="185428"/>
                  <a:pt x="36505" y="189739"/>
                  <a:pt x="36505" y="194577"/>
                </a:cubicBezTo>
                <a:lnTo>
                  <a:pt x="36505" y="217712"/>
                </a:lnTo>
                <a:cubicBezTo>
                  <a:pt x="36505" y="226155"/>
                  <a:pt x="43454" y="233105"/>
                  <a:pt x="51900" y="233105"/>
                </a:cubicBezTo>
                <a:lnTo>
                  <a:pt x="54626" y="233105"/>
                </a:lnTo>
                <a:lnTo>
                  <a:pt x="62807" y="251578"/>
                </a:lnTo>
                <a:cubicBezTo>
                  <a:pt x="64038" y="254392"/>
                  <a:pt x="66853" y="256152"/>
                  <a:pt x="69844" y="256152"/>
                </a:cubicBezTo>
                <a:lnTo>
                  <a:pt x="110923" y="256152"/>
                </a:lnTo>
                <a:cubicBezTo>
                  <a:pt x="114002" y="256152"/>
                  <a:pt x="116729" y="254392"/>
                  <a:pt x="117961" y="251578"/>
                </a:cubicBezTo>
                <a:lnTo>
                  <a:pt x="126229" y="233105"/>
                </a:lnTo>
                <a:lnTo>
                  <a:pt x="128868" y="233105"/>
                </a:lnTo>
                <a:cubicBezTo>
                  <a:pt x="137400" y="233105"/>
                  <a:pt x="144262" y="226155"/>
                  <a:pt x="144262" y="217712"/>
                </a:cubicBezTo>
                <a:lnTo>
                  <a:pt x="144262" y="194577"/>
                </a:lnTo>
                <a:cubicBezTo>
                  <a:pt x="144262" y="189739"/>
                  <a:pt x="141975" y="185428"/>
                  <a:pt x="138368" y="182614"/>
                </a:cubicBezTo>
                <a:cubicBezTo>
                  <a:pt x="138632" y="171793"/>
                  <a:pt x="142854" y="161766"/>
                  <a:pt x="150067" y="154993"/>
                </a:cubicBezTo>
                <a:cubicBezTo>
                  <a:pt x="168188" y="138455"/>
                  <a:pt x="178479" y="114792"/>
                  <a:pt x="178479" y="90339"/>
                </a:cubicBezTo>
                <a:lnTo>
                  <a:pt x="178479" y="90251"/>
                </a:lnTo>
                <a:moveTo>
                  <a:pt x="105908" y="240758"/>
                </a:moveTo>
                <a:lnTo>
                  <a:pt x="74858" y="240758"/>
                </a:lnTo>
                <a:lnTo>
                  <a:pt x="71427" y="233105"/>
                </a:lnTo>
                <a:lnTo>
                  <a:pt x="109340" y="233105"/>
                </a:lnTo>
                <a:lnTo>
                  <a:pt x="105908" y="240758"/>
                </a:lnTo>
                <a:moveTo>
                  <a:pt x="51900" y="217712"/>
                </a:moveTo>
                <a:lnTo>
                  <a:pt x="51900" y="194577"/>
                </a:lnTo>
                <a:lnTo>
                  <a:pt x="128868" y="194577"/>
                </a:lnTo>
                <a:lnTo>
                  <a:pt x="128868" y="217712"/>
                </a:lnTo>
                <a:lnTo>
                  <a:pt x="51900" y="217712"/>
                </a:lnTo>
                <a:moveTo>
                  <a:pt x="123063" y="179183"/>
                </a:moveTo>
                <a:lnTo>
                  <a:pt x="57616" y="179183"/>
                </a:lnTo>
                <a:cubicBezTo>
                  <a:pt x="56561" y="165460"/>
                  <a:pt x="50580" y="152618"/>
                  <a:pt x="40728" y="143293"/>
                </a:cubicBezTo>
                <a:cubicBezTo>
                  <a:pt x="24015" y="127811"/>
                  <a:pt x="15745" y="105820"/>
                  <a:pt x="18033" y="83037"/>
                </a:cubicBezTo>
                <a:cubicBezTo>
                  <a:pt x="21200" y="49699"/>
                  <a:pt x="48732" y="21727"/>
                  <a:pt x="81982" y="18032"/>
                </a:cubicBezTo>
                <a:cubicBezTo>
                  <a:pt x="103094" y="15745"/>
                  <a:pt x="123238" y="22167"/>
                  <a:pt x="138895" y="36153"/>
                </a:cubicBezTo>
                <a:cubicBezTo>
                  <a:pt x="154289" y="49963"/>
                  <a:pt x="163086" y="69667"/>
                  <a:pt x="163086" y="90339"/>
                </a:cubicBezTo>
                <a:cubicBezTo>
                  <a:pt x="163086" y="110570"/>
                  <a:pt x="154553" y="130010"/>
                  <a:pt x="139687" y="143645"/>
                </a:cubicBezTo>
                <a:cubicBezTo>
                  <a:pt x="130012" y="152618"/>
                  <a:pt x="124118" y="165372"/>
                  <a:pt x="123150" y="179183"/>
                </a:cubicBezTo>
                <a:lnTo>
                  <a:pt x="123063" y="179183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63">
            <a:extLst xmlns:a="http://schemas.openxmlformats.org/drawingml/2006/main">
              <a:ext uri="{FF2B5EF4-FFF2-40B4-BE49-F238E27FC236}">
                <a16:creationId xmlns:a16="http://schemas.microsoft.com/office/drawing/2014/main" id="{5A175AD5-2F40-48A1-821D-F09C15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60" y="5035584"/>
            <a:ext cx="178479" cy="256241"/>
          </a:xfrm>
          <a:custGeom xmlns:a="http://schemas.openxmlformats.org/drawingml/2006/main">
            <a:pathLst>
              <a:path w="178479" h="256241">
                <a:moveTo>
                  <a:pt x="178479" y="90342"/>
                </a:moveTo>
                <a:cubicBezTo>
                  <a:pt x="178479" y="65270"/>
                  <a:pt x="167750" y="41433"/>
                  <a:pt x="149102" y="24721"/>
                </a:cubicBezTo>
                <a:cubicBezTo>
                  <a:pt x="130539" y="8006"/>
                  <a:pt x="105379" y="0"/>
                  <a:pt x="80310" y="2729"/>
                </a:cubicBezTo>
                <a:cubicBezTo>
                  <a:pt x="39319" y="7303"/>
                  <a:pt x="6688" y="40467"/>
                  <a:pt x="2641" y="81545"/>
                </a:cubicBezTo>
                <a:cubicBezTo>
                  <a:pt x="0" y="109075"/>
                  <a:pt x="10027" y="135731"/>
                  <a:pt x="30171" y="154552"/>
                </a:cubicBezTo>
                <a:cubicBezTo>
                  <a:pt x="37737" y="161679"/>
                  <a:pt x="42136" y="171885"/>
                  <a:pt x="42402" y="182614"/>
                </a:cubicBezTo>
                <a:cubicBezTo>
                  <a:pt x="38792" y="185431"/>
                  <a:pt x="36502" y="189739"/>
                  <a:pt x="36502" y="194664"/>
                </a:cubicBezTo>
                <a:lnTo>
                  <a:pt x="36502" y="217713"/>
                </a:lnTo>
                <a:cubicBezTo>
                  <a:pt x="36502" y="226243"/>
                  <a:pt x="43451" y="233107"/>
                  <a:pt x="51896" y="233107"/>
                </a:cubicBezTo>
                <a:lnTo>
                  <a:pt x="54622" y="233107"/>
                </a:lnTo>
                <a:lnTo>
                  <a:pt x="62807" y="251667"/>
                </a:lnTo>
                <a:cubicBezTo>
                  <a:pt x="64037" y="254393"/>
                  <a:pt x="66854" y="256241"/>
                  <a:pt x="69841" y="256241"/>
                </a:cubicBezTo>
                <a:lnTo>
                  <a:pt x="110922" y="256153"/>
                </a:lnTo>
                <a:cubicBezTo>
                  <a:pt x="114000" y="256153"/>
                  <a:pt x="116726" y="254393"/>
                  <a:pt x="117962" y="251579"/>
                </a:cubicBezTo>
                <a:lnTo>
                  <a:pt x="126226" y="233107"/>
                </a:lnTo>
                <a:lnTo>
                  <a:pt x="128867" y="233107"/>
                </a:lnTo>
                <a:cubicBezTo>
                  <a:pt x="137397" y="233107"/>
                  <a:pt x="144262" y="226158"/>
                  <a:pt x="144262" y="217713"/>
                </a:cubicBezTo>
                <a:lnTo>
                  <a:pt x="144262" y="194579"/>
                </a:lnTo>
                <a:cubicBezTo>
                  <a:pt x="144262" y="189739"/>
                  <a:pt x="141971" y="185431"/>
                  <a:pt x="138367" y="182614"/>
                </a:cubicBezTo>
                <a:cubicBezTo>
                  <a:pt x="138633" y="171794"/>
                  <a:pt x="142856" y="161770"/>
                  <a:pt x="150065" y="154994"/>
                </a:cubicBezTo>
                <a:cubicBezTo>
                  <a:pt x="168186" y="138455"/>
                  <a:pt x="178479" y="114885"/>
                  <a:pt x="178479" y="90342"/>
                </a:cubicBezTo>
                <a:moveTo>
                  <a:pt x="105906" y="240759"/>
                </a:moveTo>
                <a:lnTo>
                  <a:pt x="109341" y="233107"/>
                </a:lnTo>
                <a:lnTo>
                  <a:pt x="71428" y="233107"/>
                </a:lnTo>
                <a:lnTo>
                  <a:pt x="74857" y="240759"/>
                </a:lnTo>
                <a:close/>
                <a:moveTo>
                  <a:pt x="51896" y="217713"/>
                </a:moveTo>
                <a:lnTo>
                  <a:pt x="128867" y="217713"/>
                </a:lnTo>
                <a:lnTo>
                  <a:pt x="128867" y="194579"/>
                </a:lnTo>
                <a:lnTo>
                  <a:pt x="51896" y="194664"/>
                </a:lnTo>
                <a:close/>
                <a:moveTo>
                  <a:pt x="123063" y="179185"/>
                </a:moveTo>
                <a:lnTo>
                  <a:pt x="57615" y="179185"/>
                </a:lnTo>
                <a:cubicBezTo>
                  <a:pt x="56561" y="165463"/>
                  <a:pt x="50575" y="152619"/>
                  <a:pt x="40724" y="143295"/>
                </a:cubicBezTo>
                <a:cubicBezTo>
                  <a:pt x="24009" y="127810"/>
                  <a:pt x="15746" y="105821"/>
                  <a:pt x="18036" y="83039"/>
                </a:cubicBezTo>
                <a:cubicBezTo>
                  <a:pt x="21198" y="49700"/>
                  <a:pt x="48733" y="21725"/>
                  <a:pt x="81982" y="18033"/>
                </a:cubicBezTo>
                <a:cubicBezTo>
                  <a:pt x="103095" y="15746"/>
                  <a:pt x="123239" y="22168"/>
                  <a:pt x="138894" y="36153"/>
                </a:cubicBezTo>
                <a:cubicBezTo>
                  <a:pt x="154288" y="49966"/>
                  <a:pt x="163085" y="69668"/>
                  <a:pt x="163085" y="90342"/>
                </a:cubicBezTo>
                <a:cubicBezTo>
                  <a:pt x="163085" y="110571"/>
                  <a:pt x="154555" y="130009"/>
                  <a:pt x="139681" y="143734"/>
                </a:cubicBezTo>
                <a:cubicBezTo>
                  <a:pt x="130012" y="152619"/>
                  <a:pt x="124111" y="165372"/>
                  <a:pt x="123148" y="179185"/>
                </a:cubicBezTo>
                <a:lnTo>
                  <a:pt x="123063" y="179185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74" name="path-564">
            <a:extLst xmlns:a="http://schemas.openxmlformats.org/drawingml/2006/main">
              <a:ext uri="{FF2B5EF4-FFF2-40B4-BE49-F238E27FC236}">
                <a16:creationId xmlns:a16="http://schemas.microsoft.com/office/drawing/2014/main" id="{6A6F3296-BAC0-4DEB-A9B5-AA6EC14B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23" y="5072090"/>
            <a:ext cx="57265" cy="57442"/>
          </a:xfrm>
          <a:custGeom xmlns:a="http://schemas.openxmlformats.org/drawingml/2006/main">
            <a:pathLst>
              <a:path w="57265" h="57442">
                <a:moveTo>
                  <a:pt x="48293" y="441"/>
                </a:moveTo>
                <a:cubicBezTo>
                  <a:pt x="23047" y="3256"/>
                  <a:pt x="2903" y="23663"/>
                  <a:pt x="439" y="48997"/>
                </a:cubicBezTo>
                <a:cubicBezTo>
                  <a:pt x="0" y="53219"/>
                  <a:pt x="3167" y="57002"/>
                  <a:pt x="7389" y="57442"/>
                </a:cubicBezTo>
                <a:cubicBezTo>
                  <a:pt x="7653" y="57442"/>
                  <a:pt x="7830" y="57442"/>
                  <a:pt x="8092" y="57442"/>
                </a:cubicBezTo>
                <a:cubicBezTo>
                  <a:pt x="12052" y="57442"/>
                  <a:pt x="15394" y="54451"/>
                  <a:pt x="15745" y="50493"/>
                </a:cubicBezTo>
                <a:cubicBezTo>
                  <a:pt x="17505" y="32636"/>
                  <a:pt x="32195" y="17681"/>
                  <a:pt x="49963" y="15746"/>
                </a:cubicBezTo>
                <a:cubicBezTo>
                  <a:pt x="54186" y="15307"/>
                  <a:pt x="57265" y="11436"/>
                  <a:pt x="56825" y="7214"/>
                </a:cubicBezTo>
                <a:cubicBezTo>
                  <a:pt x="56297" y="2992"/>
                  <a:pt x="52603" y="0"/>
                  <a:pt x="48293" y="44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65">
            <a:extLst xmlns:a="http://schemas.openxmlformats.org/drawingml/2006/main">
              <a:ext uri="{FF2B5EF4-FFF2-40B4-BE49-F238E27FC236}">
                <a16:creationId xmlns:a16="http://schemas.microsoft.com/office/drawing/2014/main" id="{74806F8C-139D-490A-909C-ABA749FF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23" y="5072088"/>
            <a:ext cx="57264" cy="57445"/>
          </a:xfrm>
          <a:custGeom xmlns:a="http://schemas.openxmlformats.org/drawingml/2006/main">
            <a:pathLst>
              <a:path w="57264" h="57445">
                <a:moveTo>
                  <a:pt x="48291" y="442"/>
                </a:moveTo>
                <a:cubicBezTo>
                  <a:pt x="23046" y="3256"/>
                  <a:pt x="2902" y="23664"/>
                  <a:pt x="442" y="48997"/>
                </a:cubicBezTo>
                <a:cubicBezTo>
                  <a:pt x="0" y="53223"/>
                  <a:pt x="3162" y="57003"/>
                  <a:pt x="7385" y="57445"/>
                </a:cubicBezTo>
                <a:cubicBezTo>
                  <a:pt x="7652" y="57445"/>
                  <a:pt x="7827" y="57445"/>
                  <a:pt x="8088" y="57445"/>
                </a:cubicBezTo>
                <a:cubicBezTo>
                  <a:pt x="12050" y="57445"/>
                  <a:pt x="15388" y="54449"/>
                  <a:pt x="15746" y="50493"/>
                </a:cubicBezTo>
                <a:cubicBezTo>
                  <a:pt x="17503" y="32636"/>
                  <a:pt x="32194" y="17684"/>
                  <a:pt x="49963" y="15746"/>
                </a:cubicBezTo>
                <a:cubicBezTo>
                  <a:pt x="54186" y="15309"/>
                  <a:pt x="57264" y="11438"/>
                  <a:pt x="56821" y="7212"/>
                </a:cubicBezTo>
                <a:cubicBezTo>
                  <a:pt x="56294" y="2990"/>
                  <a:pt x="52599" y="0"/>
                  <a:pt x="48291" y="4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76" name="path-566">
            <a:extLst xmlns:a="http://schemas.openxmlformats.org/drawingml/2006/main">
              <a:ext uri="{FF2B5EF4-FFF2-40B4-BE49-F238E27FC236}">
                <a16:creationId xmlns:a16="http://schemas.microsoft.com/office/drawing/2014/main" id="{D895CF3B-E9A0-4F4D-A0D1-761DF3FB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9" y="4983863"/>
            <a:ext cx="15482" cy="38528"/>
          </a:xfrm>
          <a:custGeom xmlns:a="http://schemas.openxmlformats.org/drawingml/2006/main">
            <a:pathLst>
              <a:path w="15482" h="38528">
                <a:moveTo>
                  <a:pt x="7741" y="38528"/>
                </a:moveTo>
                <a:cubicBezTo>
                  <a:pt x="11963" y="38528"/>
                  <a:pt x="15482" y="35098"/>
                  <a:pt x="15482" y="30788"/>
                </a:cubicBezTo>
                <a:lnTo>
                  <a:pt x="15394" y="7741"/>
                </a:lnTo>
                <a:cubicBezTo>
                  <a:pt x="15394" y="3431"/>
                  <a:pt x="11963" y="0"/>
                  <a:pt x="7741" y="0"/>
                </a:cubicBezTo>
                <a:cubicBezTo>
                  <a:pt x="3518" y="0"/>
                  <a:pt x="0" y="3431"/>
                  <a:pt x="0" y="7741"/>
                </a:cubicBezTo>
                <a:lnTo>
                  <a:pt x="88" y="30788"/>
                </a:lnTo>
                <a:cubicBezTo>
                  <a:pt x="88" y="35098"/>
                  <a:pt x="3518" y="38528"/>
                  <a:pt x="7741" y="3852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67">
            <a:extLst xmlns:a="http://schemas.openxmlformats.org/drawingml/2006/main">
              <a:ext uri="{FF2B5EF4-FFF2-40B4-BE49-F238E27FC236}">
                <a16:creationId xmlns:a16="http://schemas.microsoft.com/office/drawing/2014/main" id="{99262EF2-5139-47AB-A6F0-B144A40F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9" y="4983864"/>
            <a:ext cx="15479" cy="38528"/>
          </a:xfrm>
          <a:custGeom xmlns:a="http://schemas.openxmlformats.org/drawingml/2006/main">
            <a:pathLst>
              <a:path w="15479" h="38528">
                <a:moveTo>
                  <a:pt x="7737" y="38528"/>
                </a:moveTo>
                <a:cubicBezTo>
                  <a:pt x="11959" y="38528"/>
                  <a:pt x="15479" y="35096"/>
                  <a:pt x="15479" y="30786"/>
                </a:cubicBezTo>
                <a:lnTo>
                  <a:pt x="15394" y="7740"/>
                </a:lnTo>
                <a:cubicBezTo>
                  <a:pt x="15394" y="3517"/>
                  <a:pt x="11959" y="0"/>
                  <a:pt x="7737" y="0"/>
                </a:cubicBezTo>
                <a:cubicBezTo>
                  <a:pt x="3514" y="0"/>
                  <a:pt x="0" y="3517"/>
                  <a:pt x="0" y="7740"/>
                </a:cubicBezTo>
                <a:lnTo>
                  <a:pt x="85" y="30786"/>
                </a:lnTo>
                <a:cubicBezTo>
                  <a:pt x="85" y="35096"/>
                  <a:pt x="3514" y="38528"/>
                  <a:pt x="7737" y="385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78" name="path-568">
            <a:extLst xmlns:a="http://schemas.openxmlformats.org/drawingml/2006/main">
              <a:ext uri="{FF2B5EF4-FFF2-40B4-BE49-F238E27FC236}">
                <a16:creationId xmlns:a16="http://schemas.microsoft.com/office/drawing/2014/main" id="{80D2C6A0-A806-440F-99C7-5B5A1781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09" y="5025997"/>
            <a:ext cx="33251" cy="32459"/>
          </a:xfrm>
          <a:custGeom xmlns:a="http://schemas.openxmlformats.org/drawingml/2006/main">
            <a:pathLst>
              <a:path w="33251" h="32459">
                <a:moveTo>
                  <a:pt x="19353" y="30260"/>
                </a:moveTo>
                <a:cubicBezTo>
                  <a:pt x="20848" y="31756"/>
                  <a:pt x="22872" y="32459"/>
                  <a:pt x="24807" y="32459"/>
                </a:cubicBezTo>
                <a:cubicBezTo>
                  <a:pt x="26830" y="32459"/>
                  <a:pt x="28765" y="31756"/>
                  <a:pt x="30261" y="30260"/>
                </a:cubicBezTo>
                <a:cubicBezTo>
                  <a:pt x="33251" y="27182"/>
                  <a:pt x="33251" y="22343"/>
                  <a:pt x="30261" y="19353"/>
                </a:cubicBezTo>
                <a:lnTo>
                  <a:pt x="13899" y="2991"/>
                </a:lnTo>
                <a:cubicBezTo>
                  <a:pt x="10908" y="0"/>
                  <a:pt x="6070" y="0"/>
                  <a:pt x="3080" y="2991"/>
                </a:cubicBezTo>
                <a:cubicBezTo>
                  <a:pt x="0" y="5982"/>
                  <a:pt x="0" y="10907"/>
                  <a:pt x="3080" y="13899"/>
                </a:cubicBezTo>
                <a:lnTo>
                  <a:pt x="19353" y="3026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69">
            <a:extLst xmlns:a="http://schemas.openxmlformats.org/drawingml/2006/main">
              <a:ext uri="{FF2B5EF4-FFF2-40B4-BE49-F238E27FC236}">
                <a16:creationId xmlns:a16="http://schemas.microsoft.com/office/drawing/2014/main" id="{ACA7E0FB-6A63-46DC-AAF5-002525B8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10" y="5025999"/>
            <a:ext cx="33248" cy="32458"/>
          </a:xfrm>
          <a:custGeom xmlns:a="http://schemas.openxmlformats.org/drawingml/2006/main">
            <a:pathLst>
              <a:path w="33248" h="32458">
                <a:moveTo>
                  <a:pt x="19350" y="30258"/>
                </a:moveTo>
                <a:cubicBezTo>
                  <a:pt x="20841" y="31752"/>
                  <a:pt x="22864" y="32458"/>
                  <a:pt x="24803" y="32458"/>
                </a:cubicBezTo>
                <a:cubicBezTo>
                  <a:pt x="26826" y="32458"/>
                  <a:pt x="28765" y="31752"/>
                  <a:pt x="30255" y="30258"/>
                </a:cubicBezTo>
                <a:cubicBezTo>
                  <a:pt x="33248" y="27178"/>
                  <a:pt x="33248" y="22343"/>
                  <a:pt x="30255" y="19347"/>
                </a:cubicBezTo>
                <a:lnTo>
                  <a:pt x="13892" y="2987"/>
                </a:lnTo>
                <a:cubicBezTo>
                  <a:pt x="10905" y="0"/>
                  <a:pt x="6070" y="0"/>
                  <a:pt x="3072" y="2987"/>
                </a:cubicBezTo>
                <a:cubicBezTo>
                  <a:pt x="0" y="6067"/>
                  <a:pt x="0" y="10905"/>
                  <a:pt x="3072" y="13895"/>
                </a:cubicBezTo>
                <a:lnTo>
                  <a:pt x="19350" y="30258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80" name="path-570">
            <a:extLst xmlns:a="http://schemas.openxmlformats.org/drawingml/2006/main">
              <a:ext uri="{FF2B5EF4-FFF2-40B4-BE49-F238E27FC236}">
                <a16:creationId xmlns:a16="http://schemas.microsoft.com/office/drawing/2014/main" id="{77ED186C-1279-47C6-A9F3-B383A72A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40" y="5216440"/>
            <a:ext cx="33251" cy="32459"/>
          </a:xfrm>
          <a:custGeom xmlns:a="http://schemas.openxmlformats.org/drawingml/2006/main">
            <a:pathLst>
              <a:path w="33251" h="32459">
                <a:moveTo>
                  <a:pt x="13898" y="2991"/>
                </a:moveTo>
                <a:cubicBezTo>
                  <a:pt x="10907" y="0"/>
                  <a:pt x="6070" y="0"/>
                  <a:pt x="3078" y="2991"/>
                </a:cubicBezTo>
                <a:cubicBezTo>
                  <a:pt x="0" y="5982"/>
                  <a:pt x="0" y="10907"/>
                  <a:pt x="3078" y="13899"/>
                </a:cubicBezTo>
                <a:lnTo>
                  <a:pt x="19353" y="30260"/>
                </a:lnTo>
                <a:cubicBezTo>
                  <a:pt x="20848" y="31667"/>
                  <a:pt x="22870" y="32459"/>
                  <a:pt x="24806" y="32459"/>
                </a:cubicBezTo>
                <a:cubicBezTo>
                  <a:pt x="26742" y="32459"/>
                  <a:pt x="28764" y="31667"/>
                  <a:pt x="30260" y="30172"/>
                </a:cubicBezTo>
                <a:cubicBezTo>
                  <a:pt x="33251" y="27181"/>
                  <a:pt x="33251" y="22343"/>
                  <a:pt x="30260" y="19353"/>
                </a:cubicBezTo>
                <a:lnTo>
                  <a:pt x="13898" y="2991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71">
            <a:extLst xmlns:a="http://schemas.openxmlformats.org/drawingml/2006/main">
              <a:ext uri="{FF2B5EF4-FFF2-40B4-BE49-F238E27FC236}">
                <a16:creationId xmlns:a16="http://schemas.microsoft.com/office/drawing/2014/main" id="{2787DAF2-BD23-4EA7-9E24-8C64C5D6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39" y="5216441"/>
            <a:ext cx="33248" cy="32458"/>
          </a:xfrm>
          <a:custGeom xmlns:a="http://schemas.openxmlformats.org/drawingml/2006/main">
            <a:pathLst>
              <a:path w="33248" h="32458">
                <a:moveTo>
                  <a:pt x="13898" y="2990"/>
                </a:moveTo>
                <a:cubicBezTo>
                  <a:pt x="10905" y="0"/>
                  <a:pt x="6064" y="0"/>
                  <a:pt x="3078" y="2990"/>
                </a:cubicBezTo>
                <a:cubicBezTo>
                  <a:pt x="0" y="5977"/>
                  <a:pt x="0" y="10905"/>
                  <a:pt x="3078" y="13898"/>
                </a:cubicBezTo>
                <a:lnTo>
                  <a:pt x="19350" y="30258"/>
                </a:lnTo>
                <a:cubicBezTo>
                  <a:pt x="20847" y="31752"/>
                  <a:pt x="22870" y="32458"/>
                  <a:pt x="24809" y="32458"/>
                </a:cubicBezTo>
                <a:cubicBezTo>
                  <a:pt x="26742" y="32458"/>
                  <a:pt x="28759" y="31752"/>
                  <a:pt x="30255" y="30168"/>
                </a:cubicBezTo>
                <a:cubicBezTo>
                  <a:pt x="33248" y="27178"/>
                  <a:pt x="33248" y="22343"/>
                  <a:pt x="30255" y="19347"/>
                </a:cubicBezTo>
                <a:lnTo>
                  <a:pt x="13898" y="2990"/>
                </a:ln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82" name="path-572">
            <a:extLst xmlns:a="http://schemas.openxmlformats.org/drawingml/2006/main">
              <a:ext uri="{FF2B5EF4-FFF2-40B4-BE49-F238E27FC236}">
                <a16:creationId xmlns:a16="http://schemas.microsoft.com/office/drawing/2014/main" id="{4C008657-5683-4749-BDF2-FD742959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363" y="5130147"/>
            <a:ext cx="38528" cy="15394"/>
          </a:xfrm>
          <a:custGeom xmlns:a="http://schemas.openxmlformats.org/drawingml/2006/main">
            <a:pathLst>
              <a:path w="38528" h="15394">
                <a:moveTo>
                  <a:pt x="30787" y="0"/>
                </a:moveTo>
                <a:lnTo>
                  <a:pt x="7741" y="0"/>
                </a:lnTo>
                <a:cubicBezTo>
                  <a:pt x="3431" y="0"/>
                  <a:pt x="0" y="3431"/>
                  <a:pt x="0" y="7741"/>
                </a:cubicBezTo>
                <a:cubicBezTo>
                  <a:pt x="0" y="11963"/>
                  <a:pt x="3431" y="15394"/>
                  <a:pt x="7741" y="15394"/>
                </a:cubicBezTo>
                <a:lnTo>
                  <a:pt x="30787" y="15394"/>
                </a:lnTo>
                <a:cubicBezTo>
                  <a:pt x="35098" y="15394"/>
                  <a:pt x="38528" y="11963"/>
                  <a:pt x="38528" y="7741"/>
                </a:cubicBezTo>
                <a:cubicBezTo>
                  <a:pt x="38528" y="3431"/>
                  <a:pt x="35098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73">
            <a:extLst xmlns:a="http://schemas.openxmlformats.org/drawingml/2006/main">
              <a:ext uri="{FF2B5EF4-FFF2-40B4-BE49-F238E27FC236}">
                <a16:creationId xmlns:a16="http://schemas.microsoft.com/office/drawing/2014/main" id="{C1804CA8-0951-48AB-9A95-DFC6845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359" y="5130146"/>
            <a:ext cx="38525" cy="15394"/>
          </a:xfrm>
          <a:custGeom xmlns:a="http://schemas.openxmlformats.org/drawingml/2006/main">
            <a:pathLst>
              <a:path w="38525" h="15394">
                <a:moveTo>
                  <a:pt x="30789" y="0"/>
                </a:moveTo>
                <a:lnTo>
                  <a:pt x="7743" y="0"/>
                </a:lnTo>
                <a:cubicBezTo>
                  <a:pt x="3435" y="0"/>
                  <a:pt x="0" y="3432"/>
                  <a:pt x="0" y="7740"/>
                </a:cubicBezTo>
                <a:cubicBezTo>
                  <a:pt x="0" y="11962"/>
                  <a:pt x="3435" y="15394"/>
                  <a:pt x="7743" y="15394"/>
                </a:cubicBezTo>
                <a:lnTo>
                  <a:pt x="30789" y="15394"/>
                </a:lnTo>
                <a:cubicBezTo>
                  <a:pt x="35102" y="15394"/>
                  <a:pt x="38525" y="11962"/>
                  <a:pt x="38525" y="7740"/>
                </a:cubicBezTo>
                <a:cubicBezTo>
                  <a:pt x="38525" y="3432"/>
                  <a:pt x="35102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84" name="path-574">
            <a:extLst xmlns:a="http://schemas.openxmlformats.org/drawingml/2006/main">
              <a:ext uri="{FF2B5EF4-FFF2-40B4-BE49-F238E27FC236}">
                <a16:creationId xmlns:a16="http://schemas.microsoft.com/office/drawing/2014/main" id="{C2BC2B21-AE28-4474-8D8D-1AA31B2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98" y="5130147"/>
            <a:ext cx="38440" cy="15394"/>
          </a:xfrm>
          <a:custGeom xmlns:a="http://schemas.openxmlformats.org/drawingml/2006/main">
            <a:pathLst>
              <a:path w="38440" h="15394">
                <a:moveTo>
                  <a:pt x="30787" y="0"/>
                </a:moveTo>
                <a:lnTo>
                  <a:pt x="7652" y="0"/>
                </a:lnTo>
                <a:cubicBezTo>
                  <a:pt x="3430" y="0"/>
                  <a:pt x="0" y="3431"/>
                  <a:pt x="0" y="7653"/>
                </a:cubicBezTo>
                <a:cubicBezTo>
                  <a:pt x="0" y="11875"/>
                  <a:pt x="3430" y="15394"/>
                  <a:pt x="7652" y="15394"/>
                </a:cubicBezTo>
                <a:lnTo>
                  <a:pt x="30787" y="15394"/>
                </a:lnTo>
                <a:cubicBezTo>
                  <a:pt x="35010" y="15394"/>
                  <a:pt x="38440" y="11875"/>
                  <a:pt x="38440" y="7653"/>
                </a:cubicBezTo>
                <a:cubicBezTo>
                  <a:pt x="38440" y="3431"/>
                  <a:pt x="35010" y="0"/>
                  <a:pt x="30787" y="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75">
            <a:extLst xmlns:a="http://schemas.openxmlformats.org/drawingml/2006/main">
              <a:ext uri="{FF2B5EF4-FFF2-40B4-BE49-F238E27FC236}">
                <a16:creationId xmlns:a16="http://schemas.microsoft.com/office/drawing/2014/main" id="{66A8090F-3485-457D-A505-5A9D6DFF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792" y="5130146"/>
            <a:ext cx="38440" cy="15394"/>
          </a:xfrm>
          <a:custGeom xmlns:a="http://schemas.openxmlformats.org/drawingml/2006/main">
            <a:pathLst>
              <a:path w="38440" h="15394">
                <a:moveTo>
                  <a:pt x="30789" y="0"/>
                </a:moveTo>
                <a:lnTo>
                  <a:pt x="7658" y="0"/>
                </a:lnTo>
                <a:cubicBezTo>
                  <a:pt x="3435" y="0"/>
                  <a:pt x="0" y="3432"/>
                  <a:pt x="0" y="7655"/>
                </a:cubicBezTo>
                <a:cubicBezTo>
                  <a:pt x="0" y="11962"/>
                  <a:pt x="3435" y="15394"/>
                  <a:pt x="7658" y="15394"/>
                </a:cubicBezTo>
                <a:lnTo>
                  <a:pt x="30789" y="15394"/>
                </a:lnTo>
                <a:cubicBezTo>
                  <a:pt x="35011" y="15394"/>
                  <a:pt x="38440" y="11877"/>
                  <a:pt x="38440" y="7655"/>
                </a:cubicBezTo>
                <a:cubicBezTo>
                  <a:pt x="38440" y="3432"/>
                  <a:pt x="35011" y="0"/>
                  <a:pt x="3078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86" name="path-576">
            <a:extLst xmlns:a="http://schemas.openxmlformats.org/drawingml/2006/main">
              <a:ext uri="{FF2B5EF4-FFF2-40B4-BE49-F238E27FC236}">
                <a16:creationId xmlns:a16="http://schemas.microsoft.com/office/drawing/2014/main" id="{87BA0DEE-0C28-49DF-8CAF-A99F5F70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97" y="5216440"/>
            <a:ext cx="33251" cy="32547"/>
          </a:xfrm>
          <a:custGeom xmlns:a="http://schemas.openxmlformats.org/drawingml/2006/main">
            <a:pathLst>
              <a:path w="33251" h="32547">
                <a:moveTo>
                  <a:pt x="19353" y="3078"/>
                </a:moveTo>
                <a:lnTo>
                  <a:pt x="2991" y="19353"/>
                </a:lnTo>
                <a:cubicBezTo>
                  <a:pt x="0" y="22343"/>
                  <a:pt x="0" y="27269"/>
                  <a:pt x="2991" y="30260"/>
                </a:cubicBezTo>
                <a:cubicBezTo>
                  <a:pt x="4486" y="31755"/>
                  <a:pt x="6509" y="32547"/>
                  <a:pt x="8445" y="32547"/>
                </a:cubicBezTo>
                <a:cubicBezTo>
                  <a:pt x="10380" y="32547"/>
                  <a:pt x="12403" y="31755"/>
                  <a:pt x="13899" y="30260"/>
                </a:cubicBezTo>
                <a:lnTo>
                  <a:pt x="30172" y="13899"/>
                </a:lnTo>
                <a:cubicBezTo>
                  <a:pt x="33251" y="10907"/>
                  <a:pt x="33251" y="6070"/>
                  <a:pt x="30172" y="3078"/>
                </a:cubicBezTo>
                <a:cubicBezTo>
                  <a:pt x="27182" y="0"/>
                  <a:pt x="22343" y="0"/>
                  <a:pt x="19353" y="3078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77">
            <a:extLst xmlns:a="http://schemas.openxmlformats.org/drawingml/2006/main">
              <a:ext uri="{FF2B5EF4-FFF2-40B4-BE49-F238E27FC236}">
                <a16:creationId xmlns:a16="http://schemas.microsoft.com/office/drawing/2014/main" id="{282895E2-16EC-457A-A186-7C684C9E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495" y="5216441"/>
            <a:ext cx="33254" cy="32542"/>
          </a:xfrm>
          <a:custGeom xmlns:a="http://schemas.openxmlformats.org/drawingml/2006/main">
            <a:pathLst>
              <a:path w="33254" h="32542">
                <a:moveTo>
                  <a:pt x="19356" y="3078"/>
                </a:moveTo>
                <a:lnTo>
                  <a:pt x="2987" y="19347"/>
                </a:lnTo>
                <a:cubicBezTo>
                  <a:pt x="0" y="22343"/>
                  <a:pt x="0" y="27269"/>
                  <a:pt x="2987" y="30258"/>
                </a:cubicBezTo>
                <a:cubicBezTo>
                  <a:pt x="4489" y="31752"/>
                  <a:pt x="6513" y="32542"/>
                  <a:pt x="8445" y="32542"/>
                </a:cubicBezTo>
                <a:cubicBezTo>
                  <a:pt x="10384" y="32542"/>
                  <a:pt x="12401" y="31752"/>
                  <a:pt x="13898" y="30258"/>
                </a:cubicBezTo>
                <a:lnTo>
                  <a:pt x="30171" y="13898"/>
                </a:lnTo>
                <a:cubicBezTo>
                  <a:pt x="33254" y="10905"/>
                  <a:pt x="33254" y="6067"/>
                  <a:pt x="30171" y="3078"/>
                </a:cubicBezTo>
                <a:cubicBezTo>
                  <a:pt x="27178" y="0"/>
                  <a:pt x="22343" y="0"/>
                  <a:pt x="19356" y="30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88" name="path-578">
            <a:extLst xmlns:a="http://schemas.openxmlformats.org/drawingml/2006/main">
              <a:ext uri="{FF2B5EF4-FFF2-40B4-BE49-F238E27FC236}">
                <a16:creationId xmlns:a16="http://schemas.microsoft.com/office/drawing/2014/main" id="{1A239EAA-416D-43FD-9F70-F70E920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40" y="5025909"/>
            <a:ext cx="33251" cy="32548"/>
          </a:xfrm>
          <a:custGeom xmlns:a="http://schemas.openxmlformats.org/drawingml/2006/main">
            <a:pathLst>
              <a:path w="33251" h="32548">
                <a:moveTo>
                  <a:pt x="19353" y="3080"/>
                </a:moveTo>
                <a:lnTo>
                  <a:pt x="2991" y="19353"/>
                </a:lnTo>
                <a:cubicBezTo>
                  <a:pt x="0" y="22432"/>
                  <a:pt x="0" y="27270"/>
                  <a:pt x="2991" y="30261"/>
                </a:cubicBezTo>
                <a:cubicBezTo>
                  <a:pt x="4486" y="31756"/>
                  <a:pt x="6509" y="32548"/>
                  <a:pt x="8444" y="32548"/>
                </a:cubicBezTo>
                <a:cubicBezTo>
                  <a:pt x="10380" y="32548"/>
                  <a:pt x="12403" y="31756"/>
                  <a:pt x="13898" y="30261"/>
                </a:cubicBezTo>
                <a:lnTo>
                  <a:pt x="30172" y="13899"/>
                </a:lnTo>
                <a:cubicBezTo>
                  <a:pt x="33251" y="10909"/>
                  <a:pt x="33251" y="6070"/>
                  <a:pt x="30172" y="3080"/>
                </a:cubicBezTo>
                <a:cubicBezTo>
                  <a:pt x="27180" y="0"/>
                  <a:pt x="22343" y="0"/>
                  <a:pt x="19353" y="3080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79">
            <a:extLst xmlns:a="http://schemas.openxmlformats.org/drawingml/2006/main">
              <a:ext uri="{FF2B5EF4-FFF2-40B4-BE49-F238E27FC236}">
                <a16:creationId xmlns:a16="http://schemas.microsoft.com/office/drawing/2014/main" id="{C7F059C0-76A1-4FD3-AE0C-FF43982E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939" y="5025999"/>
            <a:ext cx="33248" cy="32458"/>
          </a:xfrm>
          <a:custGeom xmlns:a="http://schemas.openxmlformats.org/drawingml/2006/main">
            <a:pathLst>
              <a:path w="33248" h="32458">
                <a:moveTo>
                  <a:pt x="19350" y="2987"/>
                </a:moveTo>
                <a:lnTo>
                  <a:pt x="2993" y="19263"/>
                </a:lnTo>
                <a:cubicBezTo>
                  <a:pt x="0" y="22343"/>
                  <a:pt x="0" y="27178"/>
                  <a:pt x="2993" y="30168"/>
                </a:cubicBezTo>
                <a:cubicBezTo>
                  <a:pt x="4483" y="31664"/>
                  <a:pt x="6507" y="32458"/>
                  <a:pt x="8439" y="32458"/>
                </a:cubicBezTo>
                <a:cubicBezTo>
                  <a:pt x="10378" y="32458"/>
                  <a:pt x="12401" y="31664"/>
                  <a:pt x="13898" y="30168"/>
                </a:cubicBezTo>
                <a:lnTo>
                  <a:pt x="30171" y="13807"/>
                </a:lnTo>
                <a:cubicBezTo>
                  <a:pt x="33248" y="10817"/>
                  <a:pt x="33248" y="5977"/>
                  <a:pt x="30171" y="2987"/>
                </a:cubicBezTo>
                <a:cubicBezTo>
                  <a:pt x="27184" y="0"/>
                  <a:pt x="22343" y="0"/>
                  <a:pt x="19350" y="2987"/>
                </a:cubicBezTo>
              </a:path>
            </a:pathLst>
          </a:custGeom>
          <a:noFill xmlns:a="http://schemas.openxmlformats.org/drawingml/2006/main"/>
          <a:ln xmlns:a="http://schemas.openxmlformats.org/drawingml/2006/main" w="8796">
            <a:solidFill>
              <a:srgbClr val="009051"/>
            </a:solidFill>
            <a:prstDash val="solid"/>
          </a:ln>
        </p:spPr>
      </p:sp>
      <p:sp>
        <p:nvSpPr>
          <p:cNvPr id="590" name="path-580">
            <a:extLst xmlns:a="http://schemas.openxmlformats.org/drawingml/2006/main">
              <a:ext uri="{FF2B5EF4-FFF2-40B4-BE49-F238E27FC236}">
                <a16:creationId xmlns:a16="http://schemas.microsoft.com/office/drawing/2014/main" id="{41DC77BC-95D6-42FD-B746-8227D0F6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185" y="5256464"/>
            <a:ext cx="30611" cy="30611"/>
          </a:xfrm>
          <a:custGeom xmlns:a="http://schemas.openxmlformats.org/drawingml/2006/main">
            <a:pathLst>
              <a:path w="30611" h="30611">
                <a:moveTo>
                  <a:pt x="30611" y="15306"/>
                </a:moveTo>
                <a:cubicBezTo>
                  <a:pt x="30611" y="6862"/>
                  <a:pt x="23752" y="0"/>
                  <a:pt x="15306" y="0"/>
                </a:cubicBezTo>
                <a:cubicBezTo>
                  <a:pt x="6861" y="0"/>
                  <a:pt x="0" y="6862"/>
                  <a:pt x="0" y="15306"/>
                </a:cubicBezTo>
                <a:cubicBezTo>
                  <a:pt x="0" y="23750"/>
                  <a:pt x="6861" y="30611"/>
                  <a:pt x="15306" y="30611"/>
                </a:cubicBezTo>
                <a:cubicBezTo>
                  <a:pt x="23752" y="30611"/>
                  <a:pt x="30611" y="23750"/>
                  <a:pt x="30611" y="1530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81">
            <a:extLst xmlns:a="http://schemas.openxmlformats.org/drawingml/2006/main">
              <a:ext uri="{FF2B5EF4-FFF2-40B4-BE49-F238E27FC236}">
                <a16:creationId xmlns:a16="http://schemas.microsoft.com/office/drawing/2014/main" id="{B0506E99-7FF1-49E0-9D3D-AB99D33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187" y="5256462"/>
            <a:ext cx="30607" cy="30610"/>
          </a:xfrm>
          <a:custGeom xmlns:a="http://schemas.openxmlformats.org/drawingml/2006/main">
            <a:pathLst>
              <a:path w="30607" h="30610">
                <a:moveTo>
                  <a:pt x="30607" y="15306"/>
                </a:moveTo>
                <a:cubicBezTo>
                  <a:pt x="30607" y="6864"/>
                  <a:pt x="23749" y="0"/>
                  <a:pt x="15303" y="0"/>
                </a:cubicBezTo>
                <a:cubicBezTo>
                  <a:pt x="6858" y="0"/>
                  <a:pt x="0" y="6864"/>
                  <a:pt x="0" y="15306"/>
                </a:cubicBezTo>
                <a:cubicBezTo>
                  <a:pt x="0" y="23752"/>
                  <a:pt x="6858" y="30610"/>
                  <a:pt x="15303" y="30610"/>
                </a:cubicBezTo>
                <a:cubicBezTo>
                  <a:pt x="23749" y="30610"/>
                  <a:pt x="30607" y="23752"/>
                  <a:pt x="30607" y="153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92" name="path-582">
            <a:extLst xmlns:a="http://schemas.openxmlformats.org/drawingml/2006/main">
              <a:ext uri="{FF2B5EF4-FFF2-40B4-BE49-F238E27FC236}">
                <a16:creationId xmlns:a16="http://schemas.microsoft.com/office/drawing/2014/main" id="{1BFEAC28-5530-4DD9-A96A-33C24136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961" y="5266668"/>
            <a:ext cx="30611" cy="30611"/>
          </a:xfrm>
          <a:custGeom xmlns:a="http://schemas.openxmlformats.org/drawingml/2006/main">
            <a:pathLst>
              <a:path w="30611" h="30611">
                <a:moveTo>
                  <a:pt x="15305" y="30611"/>
                </a:moveTo>
                <a:cubicBezTo>
                  <a:pt x="23749" y="30611"/>
                  <a:pt x="30611" y="23750"/>
                  <a:pt x="30611" y="15306"/>
                </a:cubicBezTo>
                <a:cubicBezTo>
                  <a:pt x="30611" y="6860"/>
                  <a:pt x="23749" y="0"/>
                  <a:pt x="15305" y="0"/>
                </a:cubicBezTo>
                <a:cubicBezTo>
                  <a:pt x="6861" y="0"/>
                  <a:pt x="0" y="6860"/>
                  <a:pt x="0" y="15306"/>
                </a:cubicBezTo>
                <a:cubicBezTo>
                  <a:pt x="0" y="23750"/>
                  <a:pt x="6861" y="30611"/>
                  <a:pt x="15305" y="30611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83">
            <a:extLst xmlns:a="http://schemas.openxmlformats.org/drawingml/2006/main">
              <a:ext uri="{FF2B5EF4-FFF2-40B4-BE49-F238E27FC236}">
                <a16:creationId xmlns:a16="http://schemas.microsoft.com/office/drawing/2014/main" id="{6DCA836A-29C9-47AB-84A0-35C0DE34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956" y="5266668"/>
            <a:ext cx="30619" cy="30610"/>
          </a:xfrm>
          <a:custGeom xmlns:a="http://schemas.openxmlformats.org/drawingml/2006/main">
            <a:pathLst>
              <a:path w="30619" h="30610">
                <a:moveTo>
                  <a:pt x="15309" y="30610"/>
                </a:moveTo>
                <a:cubicBezTo>
                  <a:pt x="23755" y="30610"/>
                  <a:pt x="30619" y="23749"/>
                  <a:pt x="30619" y="15303"/>
                </a:cubicBezTo>
                <a:cubicBezTo>
                  <a:pt x="30619" y="6858"/>
                  <a:pt x="23755" y="0"/>
                  <a:pt x="15309" y="0"/>
                </a:cubicBezTo>
                <a:cubicBezTo>
                  <a:pt x="6864" y="0"/>
                  <a:pt x="0" y="6858"/>
                  <a:pt x="0" y="15303"/>
                </a:cubicBezTo>
                <a:cubicBezTo>
                  <a:pt x="0" y="23749"/>
                  <a:pt x="6864" y="30610"/>
                  <a:pt x="15309" y="306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94" name="path-584">
            <a:extLst xmlns:a="http://schemas.openxmlformats.org/drawingml/2006/main">
              <a:ext uri="{FF2B5EF4-FFF2-40B4-BE49-F238E27FC236}">
                <a16:creationId xmlns:a16="http://schemas.microsoft.com/office/drawing/2014/main" id="{57A6C4E5-1E37-4388-9808-BFFD906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445" y="5341350"/>
            <a:ext cx="87436" cy="28764"/>
          </a:xfrm>
          <a:custGeom xmlns:a="http://schemas.openxmlformats.org/drawingml/2006/main">
            <a:pathLst>
              <a:path w="87436" h="28764">
                <a:moveTo>
                  <a:pt x="441" y="14514"/>
                </a:moveTo>
                <a:cubicBezTo>
                  <a:pt x="968" y="17241"/>
                  <a:pt x="3608" y="19088"/>
                  <a:pt x="6334" y="18561"/>
                </a:cubicBezTo>
                <a:cubicBezTo>
                  <a:pt x="6773" y="18473"/>
                  <a:pt x="52603" y="10644"/>
                  <a:pt x="78904" y="27884"/>
                </a:cubicBezTo>
                <a:cubicBezTo>
                  <a:pt x="79696" y="28501"/>
                  <a:pt x="80664" y="28764"/>
                  <a:pt x="81632" y="28764"/>
                </a:cubicBezTo>
                <a:cubicBezTo>
                  <a:pt x="83302" y="28764"/>
                  <a:pt x="84887" y="27972"/>
                  <a:pt x="85853" y="26477"/>
                </a:cubicBezTo>
                <a:cubicBezTo>
                  <a:pt x="87436" y="24102"/>
                  <a:pt x="86733" y="21022"/>
                  <a:pt x="84446" y="19440"/>
                </a:cubicBezTo>
                <a:cubicBezTo>
                  <a:pt x="54715" y="0"/>
                  <a:pt x="6598" y="8268"/>
                  <a:pt x="4574" y="8620"/>
                </a:cubicBezTo>
                <a:cubicBezTo>
                  <a:pt x="1848" y="9147"/>
                  <a:pt x="0" y="11699"/>
                  <a:pt x="441" y="14514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85">
            <a:extLst xmlns:a="http://schemas.openxmlformats.org/drawingml/2006/main">
              <a:ext uri="{FF2B5EF4-FFF2-40B4-BE49-F238E27FC236}">
                <a16:creationId xmlns:a16="http://schemas.microsoft.com/office/drawing/2014/main" id="{594948DF-2AA0-4C5D-99E9-5000CBC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0443" y="5341346"/>
            <a:ext cx="87434" cy="28765"/>
          </a:xfrm>
          <a:custGeom xmlns:a="http://schemas.openxmlformats.org/drawingml/2006/main">
            <a:pathLst>
              <a:path w="87434" h="28765">
                <a:moveTo>
                  <a:pt x="442" y="14519"/>
                </a:moveTo>
                <a:cubicBezTo>
                  <a:pt x="969" y="17242"/>
                  <a:pt x="3605" y="19093"/>
                  <a:pt x="6337" y="18566"/>
                </a:cubicBezTo>
                <a:cubicBezTo>
                  <a:pt x="6773" y="18475"/>
                  <a:pt x="52599" y="10645"/>
                  <a:pt x="78904" y="27890"/>
                </a:cubicBezTo>
                <a:cubicBezTo>
                  <a:pt x="79698" y="28505"/>
                  <a:pt x="80661" y="28765"/>
                  <a:pt x="81630" y="28765"/>
                </a:cubicBezTo>
                <a:cubicBezTo>
                  <a:pt x="83302" y="28765"/>
                  <a:pt x="84884" y="27974"/>
                  <a:pt x="85853" y="26481"/>
                </a:cubicBezTo>
                <a:cubicBezTo>
                  <a:pt x="87434" y="24106"/>
                  <a:pt x="86737" y="21026"/>
                  <a:pt x="84447" y="19441"/>
                </a:cubicBezTo>
                <a:cubicBezTo>
                  <a:pt x="54713" y="0"/>
                  <a:pt x="6598" y="8273"/>
                  <a:pt x="4574" y="8621"/>
                </a:cubicBezTo>
                <a:cubicBezTo>
                  <a:pt x="1848" y="9148"/>
                  <a:pt x="0" y="11790"/>
                  <a:pt x="442" y="145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96" name="path-586">
            <a:extLst xmlns:a="http://schemas.openxmlformats.org/drawingml/2006/main">
              <a:ext uri="{FF2B5EF4-FFF2-40B4-BE49-F238E27FC236}">
                <a16:creationId xmlns:a16="http://schemas.microsoft.com/office/drawing/2014/main" id="{860D8C30-EC06-4044-BBD8-73A2EC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98" y="5214153"/>
            <a:ext cx="65445" cy="33778"/>
          </a:xfrm>
          <a:custGeom xmlns:a="http://schemas.openxmlformats.org/drawingml/2006/main">
            <a:pathLst>
              <a:path w="65445" h="33778">
                <a:moveTo>
                  <a:pt x="5630" y="33778"/>
                </a:moveTo>
                <a:cubicBezTo>
                  <a:pt x="6949" y="33778"/>
                  <a:pt x="8357" y="33251"/>
                  <a:pt x="9324" y="32107"/>
                </a:cubicBezTo>
                <a:cubicBezTo>
                  <a:pt x="10292" y="31139"/>
                  <a:pt x="31403" y="8620"/>
                  <a:pt x="56649" y="28852"/>
                </a:cubicBezTo>
                <a:cubicBezTo>
                  <a:pt x="58760" y="30611"/>
                  <a:pt x="61927" y="30260"/>
                  <a:pt x="63685" y="28149"/>
                </a:cubicBezTo>
                <a:cubicBezTo>
                  <a:pt x="65445" y="25949"/>
                  <a:pt x="65094" y="22783"/>
                  <a:pt x="62983" y="21023"/>
                </a:cubicBezTo>
                <a:cubicBezTo>
                  <a:pt x="36770" y="0"/>
                  <a:pt x="11523" y="14602"/>
                  <a:pt x="1848" y="25334"/>
                </a:cubicBezTo>
                <a:cubicBezTo>
                  <a:pt x="0" y="27356"/>
                  <a:pt x="176" y="30611"/>
                  <a:pt x="2199" y="32459"/>
                </a:cubicBezTo>
                <a:cubicBezTo>
                  <a:pt x="3165" y="33338"/>
                  <a:pt x="4398" y="33778"/>
                  <a:pt x="5630" y="33778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87">
            <a:extLst xmlns:a="http://schemas.openxmlformats.org/drawingml/2006/main">
              <a:ext uri="{FF2B5EF4-FFF2-40B4-BE49-F238E27FC236}">
                <a16:creationId xmlns:a16="http://schemas.microsoft.com/office/drawing/2014/main" id="{B59B86C3-37CF-46DF-B3AB-68B4C2E0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98" y="5214151"/>
            <a:ext cx="65442" cy="33781"/>
          </a:xfrm>
          <a:custGeom xmlns:a="http://schemas.openxmlformats.org/drawingml/2006/main">
            <a:pathLst>
              <a:path w="65442" h="33781">
                <a:moveTo>
                  <a:pt x="5628" y="33781"/>
                </a:moveTo>
                <a:cubicBezTo>
                  <a:pt x="6949" y="33781"/>
                  <a:pt x="8354" y="33254"/>
                  <a:pt x="9324" y="32109"/>
                </a:cubicBezTo>
                <a:cubicBezTo>
                  <a:pt x="10293" y="31140"/>
                  <a:pt x="31400" y="8621"/>
                  <a:pt x="56646" y="28856"/>
                </a:cubicBezTo>
                <a:cubicBezTo>
                  <a:pt x="58754" y="30613"/>
                  <a:pt x="61928" y="30258"/>
                  <a:pt x="63685" y="28150"/>
                </a:cubicBezTo>
                <a:cubicBezTo>
                  <a:pt x="65442" y="25951"/>
                  <a:pt x="65091" y="22785"/>
                  <a:pt x="62977" y="21026"/>
                </a:cubicBezTo>
                <a:cubicBezTo>
                  <a:pt x="36768" y="0"/>
                  <a:pt x="11523" y="14688"/>
                  <a:pt x="1848" y="25336"/>
                </a:cubicBezTo>
                <a:cubicBezTo>
                  <a:pt x="0" y="27447"/>
                  <a:pt x="176" y="30613"/>
                  <a:pt x="2199" y="32458"/>
                </a:cubicBezTo>
                <a:cubicBezTo>
                  <a:pt x="3162" y="33339"/>
                  <a:pt x="4398" y="33781"/>
                  <a:pt x="5628" y="337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598" name="path-588">
            <a:extLst xmlns:a="http://schemas.openxmlformats.org/drawingml/2006/main">
              <a:ext uri="{FF2B5EF4-FFF2-40B4-BE49-F238E27FC236}">
                <a16:creationId xmlns:a16="http://schemas.microsoft.com/office/drawing/2014/main" id="{57A126A6-79F5-4782-A9AB-A066863B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575" y="5235705"/>
            <a:ext cx="64655" cy="20759"/>
          </a:xfrm>
          <a:custGeom xmlns:a="http://schemas.openxmlformats.org/drawingml/2006/main">
            <a:pathLst>
              <a:path w="64655" h="20759">
                <a:moveTo>
                  <a:pt x="5718" y="20055"/>
                </a:moveTo>
                <a:cubicBezTo>
                  <a:pt x="6246" y="20055"/>
                  <a:pt x="6861" y="19968"/>
                  <a:pt x="7390" y="19792"/>
                </a:cubicBezTo>
                <a:cubicBezTo>
                  <a:pt x="7653" y="19703"/>
                  <a:pt x="34218" y="10731"/>
                  <a:pt x="57088" y="19792"/>
                </a:cubicBezTo>
                <a:cubicBezTo>
                  <a:pt x="59728" y="20759"/>
                  <a:pt x="62630" y="19528"/>
                  <a:pt x="63685" y="16888"/>
                </a:cubicBezTo>
                <a:cubicBezTo>
                  <a:pt x="64655" y="14250"/>
                  <a:pt x="63423" y="11347"/>
                  <a:pt x="60783" y="10379"/>
                </a:cubicBezTo>
                <a:cubicBezTo>
                  <a:pt x="34483" y="0"/>
                  <a:pt x="5278" y="9852"/>
                  <a:pt x="4047" y="10291"/>
                </a:cubicBezTo>
                <a:cubicBezTo>
                  <a:pt x="1407" y="11172"/>
                  <a:pt x="0" y="14074"/>
                  <a:pt x="968" y="16712"/>
                </a:cubicBezTo>
                <a:cubicBezTo>
                  <a:pt x="1672" y="18736"/>
                  <a:pt x="3606" y="20055"/>
                  <a:pt x="5718" y="20055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589">
            <a:extLst xmlns:a="http://schemas.openxmlformats.org/drawingml/2006/main">
              <a:ext uri="{FF2B5EF4-FFF2-40B4-BE49-F238E27FC236}">
                <a16:creationId xmlns:a16="http://schemas.microsoft.com/office/drawing/2014/main" id="{B9FD2CC0-DE63-45E2-B828-0972410C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2574" y="5235703"/>
            <a:ext cx="64655" cy="20759"/>
          </a:xfrm>
          <a:custGeom xmlns:a="http://schemas.openxmlformats.org/drawingml/2006/main">
            <a:pathLst>
              <a:path w="64655" h="20759">
                <a:moveTo>
                  <a:pt x="5719" y="20144"/>
                </a:moveTo>
                <a:cubicBezTo>
                  <a:pt x="6246" y="20144"/>
                  <a:pt x="6858" y="20053"/>
                  <a:pt x="7391" y="19793"/>
                </a:cubicBezTo>
                <a:cubicBezTo>
                  <a:pt x="7652" y="19702"/>
                  <a:pt x="34218" y="10820"/>
                  <a:pt x="57088" y="19793"/>
                </a:cubicBezTo>
                <a:cubicBezTo>
                  <a:pt x="59729" y="20759"/>
                  <a:pt x="62631" y="19526"/>
                  <a:pt x="63685" y="16888"/>
                </a:cubicBezTo>
                <a:cubicBezTo>
                  <a:pt x="64655" y="14337"/>
                  <a:pt x="63425" y="11347"/>
                  <a:pt x="60783" y="10381"/>
                </a:cubicBezTo>
                <a:cubicBezTo>
                  <a:pt x="34484" y="0"/>
                  <a:pt x="5277" y="9854"/>
                  <a:pt x="4047" y="10290"/>
                </a:cubicBezTo>
                <a:cubicBezTo>
                  <a:pt x="1412" y="11172"/>
                  <a:pt x="0" y="14077"/>
                  <a:pt x="969" y="16712"/>
                </a:cubicBezTo>
                <a:cubicBezTo>
                  <a:pt x="1672" y="18826"/>
                  <a:pt x="3611" y="20144"/>
                  <a:pt x="5719" y="201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600" name="path-590">
            <a:extLst xmlns:a="http://schemas.openxmlformats.org/drawingml/2006/main">
              <a:ext uri="{FF2B5EF4-FFF2-40B4-BE49-F238E27FC236}">
                <a16:creationId xmlns:a16="http://schemas.microsoft.com/office/drawing/2014/main" id="{9163DDE3-43F0-4351-943B-4F949AD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319" y="5168324"/>
            <a:ext cx="298462" cy="307875"/>
          </a:xfrm>
          <a:custGeom xmlns:a="http://schemas.openxmlformats.org/drawingml/2006/main">
            <a:pathLst>
              <a:path w="298462" h="307875">
                <a:moveTo>
                  <a:pt x="38967" y="265301"/>
                </a:moveTo>
                <a:cubicBezTo>
                  <a:pt x="41079" y="283333"/>
                  <a:pt x="48028" y="307434"/>
                  <a:pt x="83917" y="307875"/>
                </a:cubicBezTo>
                <a:cubicBezTo>
                  <a:pt x="84885" y="307875"/>
                  <a:pt x="85941" y="307875"/>
                  <a:pt x="86909" y="307875"/>
                </a:cubicBezTo>
                <a:cubicBezTo>
                  <a:pt x="109779" y="307875"/>
                  <a:pt x="124645" y="304444"/>
                  <a:pt x="132298" y="297406"/>
                </a:cubicBezTo>
                <a:cubicBezTo>
                  <a:pt x="138103" y="298023"/>
                  <a:pt x="143733" y="298463"/>
                  <a:pt x="149187" y="298463"/>
                </a:cubicBezTo>
                <a:cubicBezTo>
                  <a:pt x="231522" y="298463"/>
                  <a:pt x="298462" y="231522"/>
                  <a:pt x="298462" y="149275"/>
                </a:cubicBezTo>
                <a:cubicBezTo>
                  <a:pt x="298462" y="66940"/>
                  <a:pt x="231522" y="0"/>
                  <a:pt x="149187" y="0"/>
                </a:cubicBezTo>
                <a:cubicBezTo>
                  <a:pt x="66940" y="0"/>
                  <a:pt x="0" y="66940"/>
                  <a:pt x="0" y="149275"/>
                </a:cubicBezTo>
                <a:cubicBezTo>
                  <a:pt x="0" y="186836"/>
                  <a:pt x="13986" y="222550"/>
                  <a:pt x="39408" y="250170"/>
                </a:cubicBezTo>
                <a:cubicBezTo>
                  <a:pt x="38616" y="255712"/>
                  <a:pt x="38440" y="260726"/>
                  <a:pt x="38967" y="265301"/>
                </a:cubicBezTo>
                <a:moveTo>
                  <a:pt x="84005" y="297759"/>
                </a:moveTo>
                <a:cubicBezTo>
                  <a:pt x="56649" y="297406"/>
                  <a:pt x="51019" y="281398"/>
                  <a:pt x="48995" y="264157"/>
                </a:cubicBezTo>
                <a:cubicBezTo>
                  <a:pt x="48468" y="259934"/>
                  <a:pt x="48732" y="254920"/>
                  <a:pt x="49700" y="249379"/>
                </a:cubicBezTo>
                <a:cubicBezTo>
                  <a:pt x="51635" y="238647"/>
                  <a:pt x="56032" y="227740"/>
                  <a:pt x="58848" y="220526"/>
                </a:cubicBezTo>
                <a:cubicBezTo>
                  <a:pt x="59728" y="218415"/>
                  <a:pt x="60431" y="216656"/>
                  <a:pt x="61047" y="215160"/>
                </a:cubicBezTo>
                <a:cubicBezTo>
                  <a:pt x="63069" y="209530"/>
                  <a:pt x="62013" y="202758"/>
                  <a:pt x="61047" y="196688"/>
                </a:cubicBezTo>
                <a:cubicBezTo>
                  <a:pt x="60696" y="194313"/>
                  <a:pt x="60079" y="190793"/>
                  <a:pt x="60255" y="189123"/>
                </a:cubicBezTo>
                <a:cubicBezTo>
                  <a:pt x="62013" y="188595"/>
                  <a:pt x="64038" y="188332"/>
                  <a:pt x="65268" y="189211"/>
                </a:cubicBezTo>
                <a:cubicBezTo>
                  <a:pt x="68876" y="191674"/>
                  <a:pt x="69052" y="202670"/>
                  <a:pt x="69227" y="209267"/>
                </a:cubicBezTo>
                <a:cubicBezTo>
                  <a:pt x="69315" y="212434"/>
                  <a:pt x="69403" y="215424"/>
                  <a:pt x="69667" y="217976"/>
                </a:cubicBezTo>
                <a:cubicBezTo>
                  <a:pt x="70636" y="226155"/>
                  <a:pt x="77321" y="235569"/>
                  <a:pt x="103357" y="233721"/>
                </a:cubicBezTo>
                <a:cubicBezTo>
                  <a:pt x="109515" y="233281"/>
                  <a:pt x="119278" y="230378"/>
                  <a:pt x="130626" y="227123"/>
                </a:cubicBezTo>
                <a:cubicBezTo>
                  <a:pt x="141358" y="223956"/>
                  <a:pt x="153585" y="220438"/>
                  <a:pt x="164228" y="218503"/>
                </a:cubicBezTo>
                <a:cubicBezTo>
                  <a:pt x="170650" y="217359"/>
                  <a:pt x="173289" y="218503"/>
                  <a:pt x="173464" y="219119"/>
                </a:cubicBezTo>
                <a:cubicBezTo>
                  <a:pt x="173905" y="220702"/>
                  <a:pt x="171882" y="224309"/>
                  <a:pt x="169595" y="225276"/>
                </a:cubicBezTo>
                <a:cubicBezTo>
                  <a:pt x="161853" y="228355"/>
                  <a:pt x="127987" y="241110"/>
                  <a:pt x="127636" y="241286"/>
                </a:cubicBezTo>
                <a:cubicBezTo>
                  <a:pt x="125349" y="242166"/>
                  <a:pt x="123940" y="244628"/>
                  <a:pt x="124557" y="247092"/>
                </a:cubicBezTo>
                <a:cubicBezTo>
                  <a:pt x="125085" y="249554"/>
                  <a:pt x="127372" y="251226"/>
                  <a:pt x="129923" y="251050"/>
                </a:cubicBezTo>
                <a:cubicBezTo>
                  <a:pt x="130099" y="250962"/>
                  <a:pt x="130274" y="250962"/>
                  <a:pt x="130362" y="251050"/>
                </a:cubicBezTo>
                <a:cubicBezTo>
                  <a:pt x="131154" y="252721"/>
                  <a:pt x="130274" y="258791"/>
                  <a:pt x="128516" y="263541"/>
                </a:cubicBezTo>
                <a:cubicBezTo>
                  <a:pt x="127724" y="265563"/>
                  <a:pt x="128339" y="267850"/>
                  <a:pt x="130011" y="269258"/>
                </a:cubicBezTo>
                <a:cubicBezTo>
                  <a:pt x="133705" y="272249"/>
                  <a:pt x="129835" y="277351"/>
                  <a:pt x="129043" y="278319"/>
                </a:cubicBezTo>
                <a:cubicBezTo>
                  <a:pt x="128075" y="279463"/>
                  <a:pt x="127724" y="280957"/>
                  <a:pt x="127987" y="282453"/>
                </a:cubicBezTo>
                <a:cubicBezTo>
                  <a:pt x="128427" y="285093"/>
                  <a:pt x="127987" y="287115"/>
                  <a:pt x="126492" y="288962"/>
                </a:cubicBezTo>
                <a:cubicBezTo>
                  <a:pt x="123677" y="292393"/>
                  <a:pt x="114441" y="298199"/>
                  <a:pt x="84005" y="297759"/>
                </a:cubicBezTo>
                <a:moveTo>
                  <a:pt x="149187" y="10116"/>
                </a:moveTo>
                <a:cubicBezTo>
                  <a:pt x="225892" y="10116"/>
                  <a:pt x="288347" y="72482"/>
                  <a:pt x="288347" y="149187"/>
                </a:cubicBezTo>
                <a:cubicBezTo>
                  <a:pt x="288347" y="225980"/>
                  <a:pt x="225892" y="288347"/>
                  <a:pt x="149187" y="288347"/>
                </a:cubicBezTo>
                <a:cubicBezTo>
                  <a:pt x="145579" y="288347"/>
                  <a:pt x="141709" y="288171"/>
                  <a:pt x="137928" y="287819"/>
                </a:cubicBezTo>
                <a:cubicBezTo>
                  <a:pt x="137928" y="287554"/>
                  <a:pt x="138015" y="287203"/>
                  <a:pt x="138015" y="286851"/>
                </a:cubicBezTo>
                <a:cubicBezTo>
                  <a:pt x="138103" y="286499"/>
                  <a:pt x="138103" y="286236"/>
                  <a:pt x="138103" y="285972"/>
                </a:cubicBezTo>
                <a:cubicBezTo>
                  <a:pt x="138191" y="284916"/>
                  <a:pt x="138279" y="283949"/>
                  <a:pt x="138191" y="282893"/>
                </a:cubicBezTo>
                <a:cubicBezTo>
                  <a:pt x="139775" y="280430"/>
                  <a:pt x="142150" y="275944"/>
                  <a:pt x="141622" y="270930"/>
                </a:cubicBezTo>
                <a:cubicBezTo>
                  <a:pt x="141446" y="268379"/>
                  <a:pt x="140478" y="266092"/>
                  <a:pt x="138983" y="264069"/>
                </a:cubicBezTo>
                <a:cubicBezTo>
                  <a:pt x="140302" y="259670"/>
                  <a:pt x="141797" y="252721"/>
                  <a:pt x="139863" y="247444"/>
                </a:cubicBezTo>
                <a:cubicBezTo>
                  <a:pt x="150506" y="243397"/>
                  <a:pt x="167922" y="236800"/>
                  <a:pt x="173376" y="234601"/>
                </a:cubicBezTo>
                <a:cubicBezTo>
                  <a:pt x="179710" y="232049"/>
                  <a:pt x="185252" y="223693"/>
                  <a:pt x="183141" y="216392"/>
                </a:cubicBezTo>
                <a:cubicBezTo>
                  <a:pt x="183141" y="216127"/>
                  <a:pt x="183053" y="215952"/>
                  <a:pt x="182965" y="215688"/>
                </a:cubicBezTo>
                <a:cubicBezTo>
                  <a:pt x="182261" y="213840"/>
                  <a:pt x="180766" y="211202"/>
                  <a:pt x="177160" y="209530"/>
                </a:cubicBezTo>
                <a:cubicBezTo>
                  <a:pt x="173993" y="208036"/>
                  <a:pt x="169331" y="207331"/>
                  <a:pt x="162382" y="208563"/>
                </a:cubicBezTo>
                <a:cubicBezTo>
                  <a:pt x="151209" y="210586"/>
                  <a:pt x="138808" y="214192"/>
                  <a:pt x="127812" y="217359"/>
                </a:cubicBezTo>
                <a:cubicBezTo>
                  <a:pt x="117520" y="220438"/>
                  <a:pt x="107755" y="223253"/>
                  <a:pt x="102653" y="223606"/>
                </a:cubicBezTo>
                <a:cubicBezTo>
                  <a:pt x="92626" y="224309"/>
                  <a:pt x="80575" y="223693"/>
                  <a:pt x="79695" y="216744"/>
                </a:cubicBezTo>
                <a:cubicBezTo>
                  <a:pt x="79431" y="214721"/>
                  <a:pt x="79343" y="211993"/>
                  <a:pt x="79343" y="209003"/>
                </a:cubicBezTo>
                <a:cubicBezTo>
                  <a:pt x="79080" y="198887"/>
                  <a:pt x="78815" y="186309"/>
                  <a:pt x="71075" y="180854"/>
                </a:cubicBezTo>
                <a:cubicBezTo>
                  <a:pt x="67028" y="178128"/>
                  <a:pt x="61927" y="177776"/>
                  <a:pt x="55857" y="179886"/>
                </a:cubicBezTo>
                <a:cubicBezTo>
                  <a:pt x="48556" y="182437"/>
                  <a:pt x="49875" y="190882"/>
                  <a:pt x="51019" y="198272"/>
                </a:cubicBezTo>
                <a:cubicBezTo>
                  <a:pt x="51811" y="203109"/>
                  <a:pt x="52690" y="208475"/>
                  <a:pt x="51546" y="211641"/>
                </a:cubicBezTo>
                <a:cubicBezTo>
                  <a:pt x="51019" y="213049"/>
                  <a:pt x="50315" y="214809"/>
                  <a:pt x="49524" y="216744"/>
                </a:cubicBezTo>
                <a:cubicBezTo>
                  <a:pt x="49083" y="217887"/>
                  <a:pt x="48556" y="219207"/>
                  <a:pt x="48028" y="220438"/>
                </a:cubicBezTo>
                <a:cubicBezTo>
                  <a:pt x="47852" y="220878"/>
                  <a:pt x="47676" y="221319"/>
                  <a:pt x="47501" y="221758"/>
                </a:cubicBezTo>
                <a:cubicBezTo>
                  <a:pt x="47060" y="222989"/>
                  <a:pt x="46533" y="224220"/>
                  <a:pt x="46093" y="225628"/>
                </a:cubicBezTo>
                <a:cubicBezTo>
                  <a:pt x="46004" y="225893"/>
                  <a:pt x="45828" y="226155"/>
                  <a:pt x="45741" y="226507"/>
                </a:cubicBezTo>
                <a:cubicBezTo>
                  <a:pt x="45213" y="228004"/>
                  <a:pt x="44597" y="229674"/>
                  <a:pt x="44070" y="231347"/>
                </a:cubicBezTo>
                <a:cubicBezTo>
                  <a:pt x="43894" y="231786"/>
                  <a:pt x="43805" y="232226"/>
                  <a:pt x="43629" y="232665"/>
                </a:cubicBezTo>
                <a:cubicBezTo>
                  <a:pt x="43190" y="234073"/>
                  <a:pt x="42751" y="235481"/>
                  <a:pt x="42310" y="236888"/>
                </a:cubicBezTo>
                <a:cubicBezTo>
                  <a:pt x="42222" y="237239"/>
                  <a:pt x="42134" y="237503"/>
                  <a:pt x="42046" y="237856"/>
                </a:cubicBezTo>
                <a:cubicBezTo>
                  <a:pt x="21374" y="212961"/>
                  <a:pt x="10116" y="181823"/>
                  <a:pt x="10116" y="149187"/>
                </a:cubicBezTo>
                <a:cubicBezTo>
                  <a:pt x="10116" y="72482"/>
                  <a:pt x="72482" y="10116"/>
                  <a:pt x="149187" y="10116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91">
            <a:extLst xmlns:a="http://schemas.openxmlformats.org/drawingml/2006/main">
              <a:ext uri="{FF2B5EF4-FFF2-40B4-BE49-F238E27FC236}">
                <a16:creationId xmlns:a16="http://schemas.microsoft.com/office/drawing/2014/main" id="{7D7E598F-2F3B-41B4-8D9A-FE5C2BC1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317" y="5168322"/>
            <a:ext cx="298465" cy="307873"/>
          </a:xfrm>
          <a:custGeom xmlns:a="http://schemas.openxmlformats.org/drawingml/2006/main">
            <a:pathLst>
              <a:path w="298465" h="307873">
                <a:moveTo>
                  <a:pt x="38967" y="265301"/>
                </a:moveTo>
                <a:cubicBezTo>
                  <a:pt x="41076" y="283331"/>
                  <a:pt x="48031" y="307437"/>
                  <a:pt x="83920" y="307873"/>
                </a:cubicBezTo>
                <a:cubicBezTo>
                  <a:pt x="84884" y="307873"/>
                  <a:pt x="85938" y="307873"/>
                  <a:pt x="86907" y="307873"/>
                </a:cubicBezTo>
                <a:cubicBezTo>
                  <a:pt x="109777" y="307873"/>
                  <a:pt x="124645" y="304447"/>
                  <a:pt x="132296" y="297408"/>
                </a:cubicBezTo>
                <a:cubicBezTo>
                  <a:pt x="138106" y="298110"/>
                  <a:pt x="143734" y="298465"/>
                  <a:pt x="149187" y="298465"/>
                </a:cubicBezTo>
                <a:cubicBezTo>
                  <a:pt x="231520" y="298465"/>
                  <a:pt x="298465" y="231523"/>
                  <a:pt x="298465" y="149278"/>
                </a:cubicBezTo>
                <a:cubicBezTo>
                  <a:pt x="298465" y="66942"/>
                  <a:pt x="231520" y="0"/>
                  <a:pt x="149187" y="0"/>
                </a:cubicBezTo>
                <a:cubicBezTo>
                  <a:pt x="66939" y="0"/>
                  <a:pt x="0" y="66942"/>
                  <a:pt x="0" y="149278"/>
                </a:cubicBezTo>
                <a:cubicBezTo>
                  <a:pt x="0" y="186837"/>
                  <a:pt x="13983" y="222551"/>
                  <a:pt x="39410" y="250171"/>
                </a:cubicBezTo>
                <a:cubicBezTo>
                  <a:pt x="38616" y="255714"/>
                  <a:pt x="38440" y="260727"/>
                  <a:pt x="38967" y="265301"/>
                </a:cubicBezTo>
                <a:moveTo>
                  <a:pt x="84005" y="297759"/>
                </a:moveTo>
                <a:cubicBezTo>
                  <a:pt x="56646" y="297408"/>
                  <a:pt x="51017" y="281398"/>
                  <a:pt x="48994" y="264159"/>
                </a:cubicBezTo>
                <a:cubicBezTo>
                  <a:pt x="48467" y="259937"/>
                  <a:pt x="48733" y="254920"/>
                  <a:pt x="49697" y="249468"/>
                </a:cubicBezTo>
                <a:cubicBezTo>
                  <a:pt x="51635" y="238645"/>
                  <a:pt x="56034" y="227740"/>
                  <a:pt x="58936" y="220527"/>
                </a:cubicBezTo>
                <a:cubicBezTo>
                  <a:pt x="59729" y="218416"/>
                  <a:pt x="60432" y="216656"/>
                  <a:pt x="61044" y="215159"/>
                </a:cubicBezTo>
                <a:cubicBezTo>
                  <a:pt x="63067" y="209534"/>
                  <a:pt x="62013" y="202761"/>
                  <a:pt x="61044" y="196775"/>
                </a:cubicBezTo>
                <a:cubicBezTo>
                  <a:pt x="60693" y="194316"/>
                  <a:pt x="60081" y="190884"/>
                  <a:pt x="60256" y="189124"/>
                </a:cubicBezTo>
                <a:cubicBezTo>
                  <a:pt x="62013" y="188594"/>
                  <a:pt x="64037" y="188333"/>
                  <a:pt x="65267" y="189211"/>
                </a:cubicBezTo>
                <a:cubicBezTo>
                  <a:pt x="68877" y="191674"/>
                  <a:pt x="69053" y="202670"/>
                  <a:pt x="69229" y="209268"/>
                </a:cubicBezTo>
                <a:cubicBezTo>
                  <a:pt x="69314" y="212433"/>
                  <a:pt x="69405" y="215426"/>
                  <a:pt x="69665" y="217977"/>
                </a:cubicBezTo>
                <a:cubicBezTo>
                  <a:pt x="70634" y="226155"/>
                  <a:pt x="77323" y="235570"/>
                  <a:pt x="103356" y="233722"/>
                </a:cubicBezTo>
                <a:cubicBezTo>
                  <a:pt x="109517" y="233280"/>
                  <a:pt x="119277" y="230378"/>
                  <a:pt x="130630" y="227125"/>
                </a:cubicBezTo>
                <a:cubicBezTo>
                  <a:pt x="141354" y="223956"/>
                  <a:pt x="153585" y="220439"/>
                  <a:pt x="164230" y="218507"/>
                </a:cubicBezTo>
                <a:cubicBezTo>
                  <a:pt x="170652" y="217359"/>
                  <a:pt x="173293" y="218507"/>
                  <a:pt x="173469" y="219119"/>
                </a:cubicBezTo>
                <a:cubicBezTo>
                  <a:pt x="173905" y="220706"/>
                  <a:pt x="171882" y="224308"/>
                  <a:pt x="169592" y="225280"/>
                </a:cubicBezTo>
                <a:cubicBezTo>
                  <a:pt x="161855" y="228355"/>
                  <a:pt x="127989" y="241110"/>
                  <a:pt x="127631" y="241286"/>
                </a:cubicBezTo>
                <a:cubicBezTo>
                  <a:pt x="125347" y="242168"/>
                  <a:pt x="123942" y="244627"/>
                  <a:pt x="124560" y="247093"/>
                </a:cubicBezTo>
                <a:cubicBezTo>
                  <a:pt x="125087" y="249556"/>
                  <a:pt x="127371" y="251225"/>
                  <a:pt x="129921" y="251049"/>
                </a:cubicBezTo>
                <a:cubicBezTo>
                  <a:pt x="130097" y="250964"/>
                  <a:pt x="130273" y="250964"/>
                  <a:pt x="130364" y="251049"/>
                </a:cubicBezTo>
                <a:cubicBezTo>
                  <a:pt x="131157" y="252721"/>
                  <a:pt x="130273" y="258789"/>
                  <a:pt x="128516" y="263629"/>
                </a:cubicBezTo>
                <a:cubicBezTo>
                  <a:pt x="127722" y="265653"/>
                  <a:pt x="128340" y="267852"/>
                  <a:pt x="130006" y="269261"/>
                </a:cubicBezTo>
                <a:cubicBezTo>
                  <a:pt x="133708" y="272250"/>
                  <a:pt x="129831" y="277354"/>
                  <a:pt x="129043" y="278321"/>
                </a:cubicBezTo>
                <a:cubicBezTo>
                  <a:pt x="128074" y="279463"/>
                  <a:pt x="127722" y="280956"/>
                  <a:pt x="127989" y="282456"/>
                </a:cubicBezTo>
                <a:cubicBezTo>
                  <a:pt x="128431" y="285094"/>
                  <a:pt x="127989" y="287115"/>
                  <a:pt x="126492" y="288962"/>
                </a:cubicBezTo>
                <a:cubicBezTo>
                  <a:pt x="123675" y="292394"/>
                  <a:pt x="114436" y="298198"/>
                  <a:pt x="84005" y="297759"/>
                </a:cubicBezTo>
                <a:moveTo>
                  <a:pt x="149187" y="10114"/>
                </a:moveTo>
                <a:cubicBezTo>
                  <a:pt x="225892" y="10114"/>
                  <a:pt x="288347" y="72485"/>
                  <a:pt x="288347" y="149278"/>
                </a:cubicBezTo>
                <a:cubicBezTo>
                  <a:pt x="288347" y="225980"/>
                  <a:pt x="225892" y="288347"/>
                  <a:pt x="149187" y="288347"/>
                </a:cubicBezTo>
                <a:cubicBezTo>
                  <a:pt x="145576" y="288347"/>
                  <a:pt x="141711" y="288172"/>
                  <a:pt x="137931" y="287905"/>
                </a:cubicBezTo>
                <a:cubicBezTo>
                  <a:pt x="137931" y="287554"/>
                  <a:pt x="138015" y="287202"/>
                  <a:pt x="138015" y="286854"/>
                </a:cubicBezTo>
                <a:cubicBezTo>
                  <a:pt x="138106" y="286503"/>
                  <a:pt x="138106" y="286236"/>
                  <a:pt x="138106" y="285973"/>
                </a:cubicBezTo>
                <a:cubicBezTo>
                  <a:pt x="138191" y="284918"/>
                  <a:pt x="138282" y="283949"/>
                  <a:pt x="138191" y="282895"/>
                </a:cubicBezTo>
                <a:cubicBezTo>
                  <a:pt x="139778" y="280429"/>
                  <a:pt x="142153" y="275943"/>
                  <a:pt x="141620" y="270933"/>
                </a:cubicBezTo>
                <a:cubicBezTo>
                  <a:pt x="141444" y="268382"/>
                  <a:pt x="140481" y="266092"/>
                  <a:pt x="138979" y="264069"/>
                </a:cubicBezTo>
                <a:cubicBezTo>
                  <a:pt x="140305" y="259670"/>
                  <a:pt x="141802" y="252721"/>
                  <a:pt x="139863" y="247441"/>
                </a:cubicBezTo>
                <a:cubicBezTo>
                  <a:pt x="150508" y="243394"/>
                  <a:pt x="167919" y="236800"/>
                  <a:pt x="173378" y="234601"/>
                </a:cubicBezTo>
                <a:cubicBezTo>
                  <a:pt x="179715" y="232047"/>
                  <a:pt x="185252" y="223693"/>
                  <a:pt x="183138" y="216392"/>
                </a:cubicBezTo>
                <a:cubicBezTo>
                  <a:pt x="183138" y="216132"/>
                  <a:pt x="183053" y="215953"/>
                  <a:pt x="182962" y="215687"/>
                </a:cubicBezTo>
                <a:cubicBezTo>
                  <a:pt x="182266" y="213842"/>
                  <a:pt x="180763" y="211203"/>
                  <a:pt x="177158" y="209534"/>
                </a:cubicBezTo>
                <a:cubicBezTo>
                  <a:pt x="173990" y="208035"/>
                  <a:pt x="169331" y="207335"/>
                  <a:pt x="162382" y="208562"/>
                </a:cubicBezTo>
                <a:cubicBezTo>
                  <a:pt x="151210" y="210585"/>
                  <a:pt x="138803" y="214193"/>
                  <a:pt x="127807" y="217449"/>
                </a:cubicBezTo>
                <a:cubicBezTo>
                  <a:pt x="117520" y="220439"/>
                  <a:pt x="107754" y="223250"/>
                  <a:pt x="102653" y="223605"/>
                </a:cubicBezTo>
                <a:cubicBezTo>
                  <a:pt x="92626" y="224308"/>
                  <a:pt x="80576" y="223693"/>
                  <a:pt x="79698" y="216744"/>
                </a:cubicBezTo>
                <a:cubicBezTo>
                  <a:pt x="79431" y="214720"/>
                  <a:pt x="79346" y="211994"/>
                  <a:pt x="79346" y="209004"/>
                </a:cubicBezTo>
                <a:cubicBezTo>
                  <a:pt x="79080" y="198890"/>
                  <a:pt x="78813" y="186310"/>
                  <a:pt x="71077" y="180945"/>
                </a:cubicBezTo>
                <a:cubicBezTo>
                  <a:pt x="67030" y="178128"/>
                  <a:pt x="61928" y="177776"/>
                  <a:pt x="55858" y="179888"/>
                </a:cubicBezTo>
                <a:cubicBezTo>
                  <a:pt x="48558" y="182438"/>
                  <a:pt x="49872" y="190884"/>
                  <a:pt x="51017" y="198363"/>
                </a:cubicBezTo>
                <a:cubicBezTo>
                  <a:pt x="51811" y="203112"/>
                  <a:pt x="52690" y="208477"/>
                  <a:pt x="51544" y="211643"/>
                </a:cubicBezTo>
                <a:cubicBezTo>
                  <a:pt x="51017" y="213051"/>
                  <a:pt x="50315" y="214808"/>
                  <a:pt x="49521" y="216744"/>
                </a:cubicBezTo>
                <a:cubicBezTo>
                  <a:pt x="49085" y="217886"/>
                  <a:pt x="48558" y="219206"/>
                  <a:pt x="48031" y="220527"/>
                </a:cubicBezTo>
                <a:cubicBezTo>
                  <a:pt x="47849" y="220882"/>
                  <a:pt x="47673" y="221318"/>
                  <a:pt x="47497" y="221757"/>
                </a:cubicBezTo>
                <a:cubicBezTo>
                  <a:pt x="47061" y="222990"/>
                  <a:pt x="46534" y="224223"/>
                  <a:pt x="46092" y="225628"/>
                </a:cubicBezTo>
                <a:cubicBezTo>
                  <a:pt x="46007" y="225892"/>
                  <a:pt x="45831" y="226155"/>
                  <a:pt x="45741" y="226507"/>
                </a:cubicBezTo>
                <a:cubicBezTo>
                  <a:pt x="45213" y="228003"/>
                  <a:pt x="44596" y="229678"/>
                  <a:pt x="44068" y="231347"/>
                </a:cubicBezTo>
                <a:cubicBezTo>
                  <a:pt x="43893" y="231787"/>
                  <a:pt x="43808" y="232223"/>
                  <a:pt x="43632" y="232668"/>
                </a:cubicBezTo>
                <a:cubicBezTo>
                  <a:pt x="43190" y="234077"/>
                  <a:pt x="42748" y="235479"/>
                  <a:pt x="42312" y="236888"/>
                </a:cubicBezTo>
                <a:cubicBezTo>
                  <a:pt x="42221" y="237242"/>
                  <a:pt x="42136" y="237594"/>
                  <a:pt x="42045" y="237854"/>
                </a:cubicBezTo>
                <a:cubicBezTo>
                  <a:pt x="21374" y="212960"/>
                  <a:pt x="10117" y="181820"/>
                  <a:pt x="10117" y="149278"/>
                </a:cubicBezTo>
                <a:cubicBezTo>
                  <a:pt x="10117" y="72485"/>
                  <a:pt x="72482" y="10114"/>
                  <a:pt x="149187" y="101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37">
            <a:solidFill>
              <a:srgbClr val="931100"/>
            </a:solidFill>
            <a:prstDash val="solid"/>
          </a:ln>
        </p:spPr>
      </p:sp>
      <p:sp>
        <p:nvSpPr>
          <p:cNvPr id="602" name="text-592 No">
            <a:extLst xmlns:a="http://schemas.openxmlformats.org/drawingml/2006/main">
              <a:ext uri="{FF2B5EF4-FFF2-40B4-BE49-F238E27FC236}">
                <a16:creationId xmlns:a16="http://schemas.microsoft.com/office/drawing/2014/main" id="{C13905B0-0156-43B5-8693-9449282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549" y="5227486"/>
            <a:ext cx="212974" cy="197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pic>
        <p:nvPic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3702471B-644E-4B08-8B70-6923D29356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0764c637c4ff6"/>
          <a:stretch xmlns:a="http://schemas.openxmlformats.org/drawingml/2006/main"/>
        </p:blipFill>
        <p:spPr>
          <a:xfrm xmlns:a="http://schemas.openxmlformats.org/drawingml/2006/main">
            <a:off x="1813128" y="689056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04" name="text-594 Visual">
            <a:extLst xmlns:a="http://schemas.openxmlformats.org/drawingml/2006/main">
              <a:ext uri="{FF2B5EF4-FFF2-40B4-BE49-F238E27FC236}">
                <a16:creationId xmlns:a16="http://schemas.microsoft.com/office/drawing/2014/main" id="{E7C56363-93C7-410B-838C-135C56AF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" y="736645"/>
            <a:ext cx="492085" cy="221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605" name="text-594 Environment">
            <a:extLst xmlns:a="http://schemas.openxmlformats.org/drawingml/2006/main">
              <a:ext uri="{FF2B5EF4-FFF2-40B4-BE49-F238E27FC236}">
                <a16:creationId xmlns:a16="http://schemas.microsoft.com/office/drawing/2014/main" id="{468CA019-9F43-4FAE-AC5A-CFFA34C9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160" y="736633"/>
            <a:ext cx="996239" cy="221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606" name="text-596 (image">
            <a:extLst xmlns:a="http://schemas.openxmlformats.org/drawingml/2006/main">
              <a:ext uri="{FF2B5EF4-FFF2-40B4-BE49-F238E27FC236}">
                <a16:creationId xmlns:a16="http://schemas.microsoft.com/office/drawing/2014/main" id="{1FE2DDD5-1E72-4CA3-AA88-A8D6975E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16" y="926831"/>
            <a:ext cx="455577" cy="1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(image</a:t>
            </a:r>
          </a:p>
        </p:txBody>
      </p:sp>
      <p:sp>
        <p:nvSpPr>
          <p:cNvPr id="607" name="text-596 as">
            <a:extLst xmlns:a="http://schemas.openxmlformats.org/drawingml/2006/main">
              <a:ext uri="{FF2B5EF4-FFF2-40B4-BE49-F238E27FC236}">
                <a16:creationId xmlns:a16="http://schemas.microsoft.com/office/drawing/2014/main" id="{F879C89D-8F8C-4D3F-87E5-C314BAD5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845" y="926795"/>
            <a:ext cx="174019" cy="19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608" name="text-596 an">
            <a:extLst xmlns:a="http://schemas.openxmlformats.org/drawingml/2006/main">
              <a:ext uri="{FF2B5EF4-FFF2-40B4-BE49-F238E27FC236}">
                <a16:creationId xmlns:a16="http://schemas.microsoft.com/office/drawing/2014/main" id="{CEBEC44D-984B-4A5A-A79C-22E35E48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599" y="926805"/>
            <a:ext cx="181920" cy="19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</a:t>
            </a:r>
          </a:p>
        </p:txBody>
      </p:sp>
      <p:sp>
        <p:nvSpPr>
          <p:cNvPr id="609" name="text-596 example)">
            <a:extLst xmlns:a="http://schemas.openxmlformats.org/drawingml/2006/main">
              <a:ext uri="{FF2B5EF4-FFF2-40B4-BE49-F238E27FC236}">
                <a16:creationId xmlns:a16="http://schemas.microsoft.com/office/drawing/2014/main" id="{03DAAF66-5544-4287-8A0B-B73B8D78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266" y="926844"/>
            <a:ext cx="604235" cy="19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example)</a:t>
            </a:r>
          </a:p>
        </p:txBody>
      </p:sp>
      <p:sp>
        <p:nvSpPr>
          <p:cNvPr id="610" name="path-597">
            <a:extLst xmlns:a="http://schemas.openxmlformats.org/drawingml/2006/main">
              <a:ext uri="{FF2B5EF4-FFF2-40B4-BE49-F238E27FC236}">
                <a16:creationId xmlns:a16="http://schemas.microsoft.com/office/drawing/2014/main" id="{14C1395A-CBAC-4295-AE74-1AC05C07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154" y="1818376"/>
            <a:ext cx="966283" cy="245863"/>
          </a:xfrm>
          <a:custGeom xmlns:a="http://schemas.openxmlformats.org/drawingml/2006/main">
            <a:pathLst>
              <a:path w="966283" h="245863">
                <a:moveTo>
                  <a:pt x="966283" y="0"/>
                </a:moveTo>
                <a:lnTo>
                  <a:pt x="966283" y="175492"/>
                </a:lnTo>
                <a:cubicBezTo>
                  <a:pt x="966283" y="214372"/>
                  <a:pt x="934792" y="245863"/>
                  <a:pt x="895916" y="245863"/>
                </a:cubicBezTo>
                <a:lnTo>
                  <a:pt x="0" y="245863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dash"/>
          </a:ln>
        </p:spPr>
      </p:sp>
      <p:sp>
        <p:nvSpPr>
          <p:cNvPr id="611" name="path-598">
            <a:extLst xmlns:a="http://schemas.openxmlformats.org/drawingml/2006/main">
              <a:ext uri="{FF2B5EF4-FFF2-40B4-BE49-F238E27FC236}">
                <a16:creationId xmlns:a16="http://schemas.microsoft.com/office/drawing/2014/main" id="{D607574A-537A-4F22-ABB9-CAD26A4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72" y="2035211"/>
            <a:ext cx="77408" cy="58057"/>
          </a:xfrm>
          <a:custGeom xmlns:a="http://schemas.openxmlformats.org/drawingml/2006/main">
            <a:pathLst>
              <a:path w="77408" h="58057">
                <a:moveTo>
                  <a:pt x="0" y="29029"/>
                </a:moveTo>
                <a:lnTo>
                  <a:pt x="77408" y="58057"/>
                </a:lnTo>
                <a:lnTo>
                  <a:pt x="48381" y="29029"/>
                </a:lnTo>
                <a:lnTo>
                  <a:pt x="77408" y="0"/>
                </a:lnTo>
                <a:lnTo>
                  <a:pt x="0" y="29029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2" name="path-599">
            <a:extLst xmlns:a="http://schemas.openxmlformats.org/drawingml/2006/main">
              <a:ext uri="{FF2B5EF4-FFF2-40B4-BE49-F238E27FC236}">
                <a16:creationId xmlns:a16="http://schemas.microsoft.com/office/drawing/2014/main" id="{AEEB2529-D58B-4D0E-B67A-0F2D5C8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772" y="2035214"/>
            <a:ext cx="77408" cy="58051"/>
          </a:xfrm>
          <a:custGeom xmlns:a="http://schemas.openxmlformats.org/drawingml/2006/main">
            <a:pathLst>
              <a:path w="77408" h="58051">
                <a:moveTo>
                  <a:pt x="0" y="29026"/>
                </a:moveTo>
                <a:lnTo>
                  <a:pt x="77408" y="58051"/>
                </a:lnTo>
                <a:lnTo>
                  <a:pt x="48382" y="29026"/>
                </a:lnTo>
                <a:lnTo>
                  <a:pt x="77408" y="0"/>
                </a:lnTo>
                <a:lnTo>
                  <a:pt x="0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613" name="text-600 Parameterize">
            <a:extLst xmlns:a="http://schemas.openxmlformats.org/drawingml/2006/main">
              <a:ext uri="{FF2B5EF4-FFF2-40B4-BE49-F238E27FC236}">
                <a16:creationId xmlns:a16="http://schemas.microsoft.com/office/drawing/2014/main" id="{E81ED505-CC7C-4487-8D7F-E61D8577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5584" y="2076449"/>
            <a:ext cx="862356" cy="19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Parameterize</a:t>
            </a:r>
          </a:p>
        </p:txBody>
      </p:sp>
      <p:sp>
        <p:nvSpPr>
          <p:cNvPr id="614" name="text-601 Parameterize">
            <a:extLst xmlns:a="http://schemas.openxmlformats.org/drawingml/2006/main">
              <a:ext uri="{FF2B5EF4-FFF2-40B4-BE49-F238E27FC236}">
                <a16:creationId xmlns:a16="http://schemas.microsoft.com/office/drawing/2014/main" id="{BFCB76D4-566F-4413-8EA2-335DCFC0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5584" y="4124348"/>
            <a:ext cx="862356" cy="19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Parameterize</a:t>
            </a:r>
          </a:p>
        </p:txBody>
      </p:sp>
      <p:sp>
        <p:nvSpPr>
          <p:cNvPr id="615" name="path-603">
            <a:extLst xmlns:a="http://schemas.openxmlformats.org/drawingml/2006/main">
              <a:ext uri="{FF2B5EF4-FFF2-40B4-BE49-F238E27FC236}">
                <a16:creationId xmlns:a16="http://schemas.microsoft.com/office/drawing/2014/main" id="{4A057496-9533-4814-B3C3-E0719F85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046" y="2319779"/>
            <a:ext cx="100641" cy="122758"/>
          </a:xfrm>
          <a:custGeom xmlns:a="http://schemas.openxmlformats.org/drawingml/2006/main">
            <a:pathLst>
              <a:path w="100641" h="122758">
                <a:moveTo>
                  <a:pt x="14848" y="108846"/>
                </a:moveTo>
                <a:cubicBezTo>
                  <a:pt x="13303" y="115427"/>
                  <a:pt x="12918" y="116783"/>
                  <a:pt x="4436" y="116783"/>
                </a:cubicBezTo>
                <a:cubicBezTo>
                  <a:pt x="2121" y="116783"/>
                  <a:pt x="0" y="116783"/>
                  <a:pt x="0" y="120446"/>
                </a:cubicBezTo>
                <a:cubicBezTo>
                  <a:pt x="0" y="121987"/>
                  <a:pt x="965" y="122758"/>
                  <a:pt x="2506" y="122758"/>
                </a:cubicBezTo>
                <a:cubicBezTo>
                  <a:pt x="7714" y="122758"/>
                  <a:pt x="13303" y="122181"/>
                  <a:pt x="18701" y="122181"/>
                </a:cubicBezTo>
                <a:cubicBezTo>
                  <a:pt x="25065" y="122181"/>
                  <a:pt x="31619" y="122758"/>
                  <a:pt x="37788" y="122758"/>
                </a:cubicBezTo>
                <a:cubicBezTo>
                  <a:pt x="38753" y="122758"/>
                  <a:pt x="41260" y="122758"/>
                  <a:pt x="41260" y="118904"/>
                </a:cubicBezTo>
                <a:cubicBezTo>
                  <a:pt x="41260" y="116783"/>
                  <a:pt x="39333" y="116783"/>
                  <a:pt x="36632" y="116783"/>
                </a:cubicBezTo>
                <a:cubicBezTo>
                  <a:pt x="26992" y="116783"/>
                  <a:pt x="26992" y="115427"/>
                  <a:pt x="26992" y="113685"/>
                </a:cubicBezTo>
                <a:cubicBezTo>
                  <a:pt x="26992" y="111364"/>
                  <a:pt x="35090" y="79842"/>
                  <a:pt x="36441" y="75020"/>
                </a:cubicBezTo>
                <a:cubicBezTo>
                  <a:pt x="38947" y="80613"/>
                  <a:pt x="44346" y="87361"/>
                  <a:pt x="54177" y="87361"/>
                </a:cubicBezTo>
                <a:cubicBezTo>
                  <a:pt x="76541" y="87361"/>
                  <a:pt x="100641" y="59208"/>
                  <a:pt x="100641" y="30857"/>
                </a:cubicBezTo>
                <a:cubicBezTo>
                  <a:pt x="100641" y="12729"/>
                  <a:pt x="89653" y="0"/>
                  <a:pt x="75000" y="0"/>
                </a:cubicBezTo>
                <a:cubicBezTo>
                  <a:pt x="65359" y="0"/>
                  <a:pt x="56104" y="6943"/>
                  <a:pt x="49744" y="14465"/>
                </a:cubicBezTo>
                <a:cubicBezTo>
                  <a:pt x="47814" y="4051"/>
                  <a:pt x="39524" y="0"/>
                  <a:pt x="32390" y="0"/>
                </a:cubicBezTo>
                <a:cubicBezTo>
                  <a:pt x="23523" y="0"/>
                  <a:pt x="19860" y="7522"/>
                  <a:pt x="18125" y="10994"/>
                </a:cubicBezTo>
                <a:cubicBezTo>
                  <a:pt x="14653" y="17551"/>
                  <a:pt x="12147" y="29121"/>
                  <a:pt x="12147" y="29701"/>
                </a:cubicBezTo>
                <a:cubicBezTo>
                  <a:pt x="12147" y="31628"/>
                  <a:pt x="14074" y="31628"/>
                  <a:pt x="14462" y="31628"/>
                </a:cubicBezTo>
                <a:cubicBezTo>
                  <a:pt x="16389" y="31628"/>
                  <a:pt x="16580" y="31437"/>
                  <a:pt x="17739" y="27195"/>
                </a:cubicBezTo>
                <a:cubicBezTo>
                  <a:pt x="21017" y="13500"/>
                  <a:pt x="24873" y="4242"/>
                  <a:pt x="31813" y="4242"/>
                </a:cubicBezTo>
                <a:cubicBezTo>
                  <a:pt x="35090" y="4242"/>
                  <a:pt x="37788" y="5787"/>
                  <a:pt x="37788" y="13115"/>
                </a:cubicBezTo>
                <a:cubicBezTo>
                  <a:pt x="37788" y="17551"/>
                  <a:pt x="37212" y="19672"/>
                  <a:pt x="36441" y="22949"/>
                </a:cubicBezTo>
                <a:lnTo>
                  <a:pt x="14848" y="108846"/>
                </a:lnTo>
                <a:moveTo>
                  <a:pt x="48779" y="25071"/>
                </a:moveTo>
                <a:cubicBezTo>
                  <a:pt x="50129" y="19863"/>
                  <a:pt x="55333" y="14465"/>
                  <a:pt x="58805" y="11573"/>
                </a:cubicBezTo>
                <a:cubicBezTo>
                  <a:pt x="65553" y="5592"/>
                  <a:pt x="71143" y="4242"/>
                  <a:pt x="74420" y="4242"/>
                </a:cubicBezTo>
                <a:cubicBezTo>
                  <a:pt x="82134" y="4242"/>
                  <a:pt x="86761" y="10994"/>
                  <a:pt x="86761" y="22373"/>
                </a:cubicBezTo>
                <a:cubicBezTo>
                  <a:pt x="86761" y="33749"/>
                  <a:pt x="80398" y="55928"/>
                  <a:pt x="76927" y="63256"/>
                </a:cubicBezTo>
                <a:cubicBezTo>
                  <a:pt x="70372" y="76756"/>
                  <a:pt x="61117" y="83122"/>
                  <a:pt x="53983" y="83122"/>
                </a:cubicBezTo>
                <a:cubicBezTo>
                  <a:pt x="41260" y="83122"/>
                  <a:pt x="38753" y="67116"/>
                  <a:pt x="38753" y="65956"/>
                </a:cubicBezTo>
                <a:cubicBezTo>
                  <a:pt x="38753" y="65571"/>
                  <a:pt x="38753" y="65186"/>
                  <a:pt x="39333" y="62870"/>
                </a:cubicBezTo>
                <a:lnTo>
                  <a:pt x="48779" y="250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6" name="path-604">
            <a:extLst xmlns:a="http://schemas.openxmlformats.org/drawingml/2006/main">
              <a:ext uri="{FF2B5EF4-FFF2-40B4-BE49-F238E27FC236}">
                <a16:creationId xmlns:a16="http://schemas.microsoft.com/office/drawing/2014/main" id="{CF0E41E4-D80E-45AA-886D-499E3F25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6897" y="2374035"/>
            <a:ext cx="95821" cy="61153"/>
          </a:xfrm>
          <a:custGeom xmlns:a="http://schemas.openxmlformats.org/drawingml/2006/main">
            <a:pathLst>
              <a:path w="95821" h="61153">
                <a:moveTo>
                  <a:pt x="43052" y="14576"/>
                </a:moveTo>
                <a:lnTo>
                  <a:pt x="58437" y="14576"/>
                </a:lnTo>
                <a:cubicBezTo>
                  <a:pt x="57358" y="19166"/>
                  <a:pt x="54794" y="29833"/>
                  <a:pt x="54794" y="38744"/>
                </a:cubicBezTo>
                <a:cubicBezTo>
                  <a:pt x="54794" y="48463"/>
                  <a:pt x="58437" y="61153"/>
                  <a:pt x="65994" y="61153"/>
                </a:cubicBezTo>
                <a:cubicBezTo>
                  <a:pt x="70718" y="61153"/>
                  <a:pt x="76116" y="56295"/>
                  <a:pt x="76116" y="51435"/>
                </a:cubicBezTo>
                <a:cubicBezTo>
                  <a:pt x="76116" y="49275"/>
                  <a:pt x="75173" y="47924"/>
                  <a:pt x="73958" y="46033"/>
                </a:cubicBezTo>
                <a:cubicBezTo>
                  <a:pt x="66939" y="36044"/>
                  <a:pt x="66939" y="25377"/>
                  <a:pt x="66939" y="21868"/>
                </a:cubicBezTo>
                <a:cubicBezTo>
                  <a:pt x="66939" y="21732"/>
                  <a:pt x="66939" y="17411"/>
                  <a:pt x="67345" y="14576"/>
                </a:cubicBezTo>
                <a:lnTo>
                  <a:pt x="85564" y="14576"/>
                </a:lnTo>
                <a:cubicBezTo>
                  <a:pt x="88397" y="14576"/>
                  <a:pt x="90288" y="14576"/>
                  <a:pt x="92852" y="12418"/>
                </a:cubicBezTo>
                <a:cubicBezTo>
                  <a:pt x="93797" y="11608"/>
                  <a:pt x="95821" y="9448"/>
                  <a:pt x="95821" y="6075"/>
                </a:cubicBezTo>
                <a:cubicBezTo>
                  <a:pt x="95821" y="0"/>
                  <a:pt x="90422" y="0"/>
                  <a:pt x="87994" y="0"/>
                </a:cubicBezTo>
                <a:lnTo>
                  <a:pt x="28476" y="0"/>
                </a:lnTo>
                <a:cubicBezTo>
                  <a:pt x="25237" y="0"/>
                  <a:pt x="18894" y="0"/>
                  <a:pt x="9988" y="7424"/>
                </a:cubicBezTo>
                <a:cubicBezTo>
                  <a:pt x="6748" y="10123"/>
                  <a:pt x="0" y="16872"/>
                  <a:pt x="0" y="19032"/>
                </a:cubicBezTo>
                <a:cubicBezTo>
                  <a:pt x="0" y="21462"/>
                  <a:pt x="2024" y="21462"/>
                  <a:pt x="4184" y="21462"/>
                </a:cubicBezTo>
                <a:cubicBezTo>
                  <a:pt x="6882" y="21462"/>
                  <a:pt x="7152" y="21462"/>
                  <a:pt x="8097" y="20381"/>
                </a:cubicBezTo>
                <a:cubicBezTo>
                  <a:pt x="10257" y="17951"/>
                  <a:pt x="13361" y="14576"/>
                  <a:pt x="25103" y="14576"/>
                </a:cubicBezTo>
                <a:lnTo>
                  <a:pt x="34009" y="14576"/>
                </a:lnTo>
                <a:cubicBezTo>
                  <a:pt x="30230" y="26592"/>
                  <a:pt x="22267" y="41038"/>
                  <a:pt x="18219" y="47924"/>
                </a:cubicBezTo>
                <a:cubicBezTo>
                  <a:pt x="16870" y="50220"/>
                  <a:pt x="15791" y="52108"/>
                  <a:pt x="15791" y="54269"/>
                </a:cubicBezTo>
                <a:cubicBezTo>
                  <a:pt x="15791" y="57374"/>
                  <a:pt x="18219" y="61019"/>
                  <a:pt x="23212" y="61019"/>
                </a:cubicBezTo>
                <a:cubicBezTo>
                  <a:pt x="27261" y="61019"/>
                  <a:pt x="30636" y="58049"/>
                  <a:pt x="31985" y="55080"/>
                </a:cubicBezTo>
                <a:cubicBezTo>
                  <a:pt x="32525" y="53865"/>
                  <a:pt x="34145" y="48869"/>
                  <a:pt x="35494" y="43739"/>
                </a:cubicBezTo>
                <a:lnTo>
                  <a:pt x="43052" y="14576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path-605">
            <a:extLst xmlns:a="http://schemas.openxmlformats.org/drawingml/2006/main">
              <a:ext uri="{FF2B5EF4-FFF2-40B4-BE49-F238E27FC236}">
                <a16:creationId xmlns:a16="http://schemas.microsoft.com/office/drawing/2014/main" id="{BB16C466-6178-4007-BC2A-20703F28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203" y="2260472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8" name="path-606">
            <a:extLst xmlns:a="http://schemas.openxmlformats.org/drawingml/2006/main">
              <a:ext uri="{FF2B5EF4-FFF2-40B4-BE49-F238E27FC236}">
                <a16:creationId xmlns:a16="http://schemas.microsoft.com/office/drawing/2014/main" id="{D87C3C10-EBBB-468E-BCB8-FDE00307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447" y="2271203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607">
            <a:extLst xmlns:a="http://schemas.openxmlformats.org/drawingml/2006/main">
              <a:ext uri="{FF2B5EF4-FFF2-40B4-BE49-F238E27FC236}">
                <a16:creationId xmlns:a16="http://schemas.microsoft.com/office/drawing/2014/main" id="{A411163C-20B0-493E-9843-77938204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909" y="2344381"/>
            <a:ext cx="49124" cy="89621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608">
            <a:extLst xmlns:a="http://schemas.openxmlformats.org/drawingml/2006/main">
              <a:ext uri="{FF2B5EF4-FFF2-40B4-BE49-F238E27FC236}">
                <a16:creationId xmlns:a16="http://schemas.microsoft.com/office/drawing/2014/main" id="{837D3234-DE20-4F8B-9E81-56EE9438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2645" y="2260472"/>
            <a:ext cx="7714" cy="192798"/>
          </a:xfrm>
          <a:custGeom xmlns:a="http://schemas.openxmlformats.org/drawingml/2006/main">
            <a:pathLst>
              <a:path w="7714" h="192798">
                <a:moveTo>
                  <a:pt x="7714" y="6943"/>
                </a:moveTo>
                <a:cubicBezTo>
                  <a:pt x="7714" y="3471"/>
                  <a:pt x="7714" y="0"/>
                  <a:pt x="3857" y="0"/>
                </a:cubicBezTo>
                <a:cubicBezTo>
                  <a:pt x="0" y="0"/>
                  <a:pt x="0" y="3471"/>
                  <a:pt x="0" y="6943"/>
                </a:cubicBezTo>
                <a:lnTo>
                  <a:pt x="0" y="185858"/>
                </a:lnTo>
                <a:cubicBezTo>
                  <a:pt x="0" y="189329"/>
                  <a:pt x="0" y="192798"/>
                  <a:pt x="3857" y="192798"/>
                </a:cubicBezTo>
                <a:cubicBezTo>
                  <a:pt x="7714" y="192798"/>
                  <a:pt x="7714" y="189329"/>
                  <a:pt x="7714" y="185858"/>
                </a:cubicBezTo>
                <a:lnTo>
                  <a:pt x="7714" y="694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609">
            <a:extLst xmlns:a="http://schemas.openxmlformats.org/drawingml/2006/main">
              <a:ext uri="{FF2B5EF4-FFF2-40B4-BE49-F238E27FC236}">
                <a16:creationId xmlns:a16="http://schemas.microsoft.com/office/drawing/2014/main" id="{AE2E5ADE-8C3B-45FC-B05D-80501DF2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240" y="2317897"/>
            <a:ext cx="80783" cy="88679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610">
            <a:extLst xmlns:a="http://schemas.openxmlformats.org/drawingml/2006/main">
              <a:ext uri="{FF2B5EF4-FFF2-40B4-BE49-F238E27FC236}">
                <a16:creationId xmlns:a16="http://schemas.microsoft.com/office/drawing/2014/main" id="{71BC0E6F-5D11-4E2B-80E7-724ABFF9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2698" y="2344381"/>
            <a:ext cx="62621" cy="92256"/>
          </a:xfrm>
          <a:custGeom xmlns:a="http://schemas.openxmlformats.org/drawingml/2006/main">
            <a:pathLst>
              <a:path w="62621" h="92256">
                <a:moveTo>
                  <a:pt x="62621" y="46534"/>
                </a:moveTo>
                <a:cubicBezTo>
                  <a:pt x="62621" y="31699"/>
                  <a:pt x="60867" y="21044"/>
                  <a:pt x="54660" y="11602"/>
                </a:cubicBezTo>
                <a:cubicBezTo>
                  <a:pt x="50475" y="5399"/>
                  <a:pt x="42108" y="0"/>
                  <a:pt x="31312" y="0"/>
                </a:cubicBezTo>
                <a:cubicBezTo>
                  <a:pt x="0" y="0"/>
                  <a:pt x="0" y="36824"/>
                  <a:pt x="0" y="46534"/>
                </a:cubicBezTo>
                <a:cubicBezTo>
                  <a:pt x="0" y="56246"/>
                  <a:pt x="0" y="92256"/>
                  <a:pt x="31312" y="92256"/>
                </a:cubicBezTo>
                <a:cubicBezTo>
                  <a:pt x="62621" y="92256"/>
                  <a:pt x="62621" y="56246"/>
                  <a:pt x="62621" y="46534"/>
                </a:cubicBezTo>
                <a:moveTo>
                  <a:pt x="31312" y="88478"/>
                </a:moveTo>
                <a:cubicBezTo>
                  <a:pt x="25103" y="88478"/>
                  <a:pt x="16870" y="84837"/>
                  <a:pt x="14172" y="73778"/>
                </a:cubicBezTo>
                <a:cubicBezTo>
                  <a:pt x="12282" y="65821"/>
                  <a:pt x="12282" y="54761"/>
                  <a:pt x="12282" y="44781"/>
                </a:cubicBezTo>
                <a:cubicBezTo>
                  <a:pt x="12282" y="34936"/>
                  <a:pt x="12282" y="24685"/>
                  <a:pt x="14306" y="17267"/>
                </a:cubicBezTo>
                <a:cubicBezTo>
                  <a:pt x="17140" y="6612"/>
                  <a:pt x="25778" y="3781"/>
                  <a:pt x="31312" y="3781"/>
                </a:cubicBezTo>
                <a:cubicBezTo>
                  <a:pt x="38599" y="3781"/>
                  <a:pt x="45618" y="8231"/>
                  <a:pt x="48045" y="16054"/>
                </a:cubicBezTo>
                <a:cubicBezTo>
                  <a:pt x="50206" y="23336"/>
                  <a:pt x="50339" y="33048"/>
                  <a:pt x="50339" y="44781"/>
                </a:cubicBezTo>
                <a:cubicBezTo>
                  <a:pt x="50339" y="54761"/>
                  <a:pt x="50339" y="64742"/>
                  <a:pt x="48585" y="73239"/>
                </a:cubicBezTo>
                <a:cubicBezTo>
                  <a:pt x="45887" y="85512"/>
                  <a:pt x="36709" y="88478"/>
                  <a:pt x="31312" y="88478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611">
            <a:extLst xmlns:a="http://schemas.openxmlformats.org/drawingml/2006/main">
              <a:ext uri="{FF2B5EF4-FFF2-40B4-BE49-F238E27FC236}">
                <a16:creationId xmlns:a16="http://schemas.microsoft.com/office/drawing/2014/main" id="{32FB783F-49E2-4B79-82CD-0324D439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3155" y="2260472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path-612">
            <a:extLst xmlns:a="http://schemas.openxmlformats.org/drawingml/2006/main">
              <a:ext uri="{FF2B5EF4-FFF2-40B4-BE49-F238E27FC236}">
                <a16:creationId xmlns:a16="http://schemas.microsoft.com/office/drawing/2014/main" id="{2F2C4D12-E8AD-403B-9534-C8ABE387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918" y="3867154"/>
            <a:ext cx="967519" cy="245421"/>
          </a:xfrm>
          <a:custGeom xmlns:a="http://schemas.openxmlformats.org/drawingml/2006/main">
            <a:pathLst>
              <a:path w="967519" h="245421">
                <a:moveTo>
                  <a:pt x="967519" y="0"/>
                </a:moveTo>
                <a:lnTo>
                  <a:pt x="967519" y="105558"/>
                </a:lnTo>
                <a:cubicBezTo>
                  <a:pt x="967519" y="108460"/>
                  <a:pt x="967344" y="111365"/>
                  <a:pt x="966992" y="114354"/>
                </a:cubicBezTo>
                <a:lnTo>
                  <a:pt x="966901" y="115321"/>
                </a:lnTo>
                <a:cubicBezTo>
                  <a:pt x="966550" y="118223"/>
                  <a:pt x="966289" y="121219"/>
                  <a:pt x="966289" y="124118"/>
                </a:cubicBezTo>
                <a:lnTo>
                  <a:pt x="966289" y="182617"/>
                </a:lnTo>
                <a:cubicBezTo>
                  <a:pt x="966289" y="217274"/>
                  <a:pt x="938136" y="245421"/>
                  <a:pt x="903482" y="245421"/>
                </a:cubicBezTo>
                <a:lnTo>
                  <a:pt x="0" y="24542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dash"/>
          </a:ln>
        </p:spPr>
      </p:sp>
      <p:sp>
        <p:nvSpPr>
          <p:cNvPr id="625" name="path-613">
            <a:extLst xmlns:a="http://schemas.openxmlformats.org/drawingml/2006/main">
              <a:ext uri="{FF2B5EF4-FFF2-40B4-BE49-F238E27FC236}">
                <a16:creationId xmlns:a16="http://schemas.microsoft.com/office/drawing/2014/main" id="{DF25DA25-109E-4099-B059-20AC8995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540" y="4083548"/>
            <a:ext cx="77409" cy="58056"/>
          </a:xfrm>
          <a:custGeom xmlns:a="http://schemas.openxmlformats.org/drawingml/2006/main">
            <a:pathLst>
              <a:path w="77409" h="58056">
                <a:moveTo>
                  <a:pt x="0" y="29028"/>
                </a:moveTo>
                <a:lnTo>
                  <a:pt x="77409" y="58056"/>
                </a:lnTo>
                <a:lnTo>
                  <a:pt x="48381" y="29028"/>
                </a:lnTo>
                <a:lnTo>
                  <a:pt x="77409" y="0"/>
                </a:lnTo>
                <a:lnTo>
                  <a:pt x="0" y="29028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6" name="path-614">
            <a:extLst xmlns:a="http://schemas.openxmlformats.org/drawingml/2006/main">
              <a:ext uri="{FF2B5EF4-FFF2-40B4-BE49-F238E27FC236}">
                <a16:creationId xmlns:a16="http://schemas.microsoft.com/office/drawing/2014/main" id="{A2164386-5510-4B97-A47E-B4C786EA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536" y="4083547"/>
            <a:ext cx="77408" cy="58057"/>
          </a:xfrm>
          <a:custGeom xmlns:a="http://schemas.openxmlformats.org/drawingml/2006/main">
            <a:pathLst>
              <a:path w="77408" h="58057">
                <a:moveTo>
                  <a:pt x="0" y="29029"/>
                </a:moveTo>
                <a:lnTo>
                  <a:pt x="77408" y="58057"/>
                </a:lnTo>
                <a:lnTo>
                  <a:pt x="48382" y="29029"/>
                </a:lnTo>
                <a:lnTo>
                  <a:pt x="77408" y="0"/>
                </a:lnTo>
                <a:lnTo>
                  <a:pt x="0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627" name="text-615 Parameterize">
            <a:extLst xmlns:a="http://schemas.openxmlformats.org/drawingml/2006/main">
              <a:ext uri="{FF2B5EF4-FFF2-40B4-BE49-F238E27FC236}">
                <a16:creationId xmlns:a16="http://schemas.microsoft.com/office/drawing/2014/main" id="{3029828B-E76D-40EC-8898-3635133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5584" y="4124348"/>
            <a:ext cx="862356" cy="197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Parameterize</a:t>
            </a:r>
          </a:p>
        </p:txBody>
      </p:sp>
      <p:sp>
        <p:nvSpPr>
          <p:cNvPr id="628" name="path-616">
            <a:extLst xmlns:a="http://schemas.openxmlformats.org/drawingml/2006/main">
              <a:ext uri="{FF2B5EF4-FFF2-40B4-BE49-F238E27FC236}">
                <a16:creationId xmlns:a16="http://schemas.microsoft.com/office/drawing/2014/main" id="{B335164B-5257-4DCB-8F6E-B8F8ACA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701" y="2291537"/>
            <a:ext cx="7037057" cy="831882"/>
          </a:xfrm>
          <a:custGeom xmlns:a="http://schemas.openxmlformats.org/drawingml/2006/main">
            <a:pathLst>
              <a:path w="7037057" h="831882">
                <a:moveTo>
                  <a:pt x="7037057" y="0"/>
                </a:moveTo>
                <a:cubicBezTo>
                  <a:pt x="6392370" y="11523"/>
                  <a:pt x="5172302" y="43369"/>
                  <a:pt x="3929546" y="129485"/>
                </a:cubicBezTo>
                <a:moveTo>
                  <a:pt x="3927698" y="103183"/>
                </a:moveTo>
                <a:lnTo>
                  <a:pt x="3931393" y="155875"/>
                </a:lnTo>
                <a:moveTo>
                  <a:pt x="3822404" y="110659"/>
                </a:moveTo>
                <a:lnTo>
                  <a:pt x="3826093" y="163264"/>
                </a:lnTo>
                <a:moveTo>
                  <a:pt x="3824251" y="136964"/>
                </a:moveTo>
                <a:cubicBezTo>
                  <a:pt x="3168737" y="184023"/>
                  <a:pt x="2511297" y="246390"/>
                  <a:pt x="1932839" y="329078"/>
                </a:cubicBezTo>
                <a:cubicBezTo>
                  <a:pt x="841209" y="485126"/>
                  <a:pt x="284216" y="677324"/>
                  <a:pt x="0" y="8318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dash"/>
          </a:ln>
        </p:spPr>
      </p:sp>
      <p:sp>
        <p:nvSpPr>
          <p:cNvPr id="629" name="path-617">
            <a:extLst xmlns:a="http://schemas.openxmlformats.org/drawingml/2006/main">
              <a:ext uri="{FF2B5EF4-FFF2-40B4-BE49-F238E27FC236}">
                <a16:creationId xmlns:a16="http://schemas.microsoft.com/office/drawing/2014/main" id="{929D0DF5-DECD-477B-9075-C8393023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764" y="3083835"/>
            <a:ext cx="81569" cy="63685"/>
          </a:xfrm>
          <a:custGeom xmlns:a="http://schemas.openxmlformats.org/drawingml/2006/main">
            <a:pathLst>
              <a:path w="81569" h="63685">
                <a:moveTo>
                  <a:pt x="0" y="63685"/>
                </a:moveTo>
                <a:lnTo>
                  <a:pt x="81569" y="50315"/>
                </a:lnTo>
                <a:lnTo>
                  <a:pt x="41933" y="39584"/>
                </a:lnTo>
                <a:lnTo>
                  <a:pt x="52629" y="0"/>
                </a:lnTo>
                <a:lnTo>
                  <a:pt x="0" y="63685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618">
            <a:extLst xmlns:a="http://schemas.openxmlformats.org/drawingml/2006/main">
              <a:ext uri="{FF2B5EF4-FFF2-40B4-BE49-F238E27FC236}">
                <a16:creationId xmlns:a16="http://schemas.microsoft.com/office/drawing/2014/main" id="{A0686166-0E0D-41E1-9EDA-8CCDC067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741" y="3083833"/>
            <a:ext cx="81636" cy="63685"/>
          </a:xfrm>
          <a:custGeom xmlns:a="http://schemas.openxmlformats.org/drawingml/2006/main">
            <a:pathLst>
              <a:path w="81636" h="63685">
                <a:moveTo>
                  <a:pt x="0" y="63685"/>
                </a:moveTo>
                <a:lnTo>
                  <a:pt x="81636" y="50315"/>
                </a:lnTo>
                <a:lnTo>
                  <a:pt x="41960" y="39585"/>
                </a:lnTo>
                <a:lnTo>
                  <a:pt x="52696" y="0"/>
                </a:lnTo>
                <a:lnTo>
                  <a:pt x="0" y="63685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631" name="text-619 (Gaussian">
            <a:extLst xmlns:a="http://schemas.openxmlformats.org/drawingml/2006/main">
              <a:ext uri="{FF2B5EF4-FFF2-40B4-BE49-F238E27FC236}">
                <a16:creationId xmlns:a16="http://schemas.microsoft.com/office/drawing/2014/main" id="{3E32F6D1-3A47-4B8E-A6AA-FE77B346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020" y="1929821"/>
            <a:ext cx="625142" cy="184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(Gaussian</a:t>
            </a:r>
          </a:p>
        </p:txBody>
      </p:sp>
      <p:sp>
        <p:nvSpPr>
          <p:cNvPr id="632" name="text-620 distribution)">
            <a:extLst xmlns:a="http://schemas.openxmlformats.org/drawingml/2006/main">
              <a:ext uri="{FF2B5EF4-FFF2-40B4-BE49-F238E27FC236}">
                <a16:creationId xmlns:a16="http://schemas.microsoft.com/office/drawing/2014/main" id="{2B76F96E-B512-4D7E-BC3E-AE0A2737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020" y="2083685"/>
            <a:ext cx="705813" cy="18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distribution)</a:t>
            </a:r>
          </a:p>
        </p:txBody>
      </p:sp>
      <p:sp>
        <p:nvSpPr>
          <p:cNvPr id="633" name="text-621 Sample">
            <a:extLst xmlns:a="http://schemas.openxmlformats.org/drawingml/2006/main">
              <a:ext uri="{FF2B5EF4-FFF2-40B4-BE49-F238E27FC236}">
                <a16:creationId xmlns:a16="http://schemas.microsoft.com/office/drawing/2014/main" id="{07AE5770-B351-49E3-BDF4-F68D8C06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1628" y="2388882"/>
            <a:ext cx="502585" cy="197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634" name="path-623">
            <a:extLst xmlns:a="http://schemas.openxmlformats.org/drawingml/2006/main">
              <a:ext uri="{FF2B5EF4-FFF2-40B4-BE49-F238E27FC236}">
                <a16:creationId xmlns:a16="http://schemas.microsoft.com/office/drawing/2014/main" id="{5883081A-1124-406A-85FE-E9CB74D4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651" y="2401619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ath-624">
            <a:extLst xmlns:a="http://schemas.openxmlformats.org/drawingml/2006/main">
              <a:ext uri="{FF2B5EF4-FFF2-40B4-BE49-F238E27FC236}">
                <a16:creationId xmlns:a16="http://schemas.microsoft.com/office/drawing/2014/main" id="{222F557D-626E-4E60-BAB3-2C74AF8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113" y="2474796"/>
            <a:ext cx="49124" cy="89621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path-626">
            <a:extLst xmlns:a="http://schemas.openxmlformats.org/drawingml/2006/main">
              <a:ext uri="{FF2B5EF4-FFF2-40B4-BE49-F238E27FC236}">
                <a16:creationId xmlns:a16="http://schemas.microsoft.com/office/drawing/2014/main" id="{8F5986C4-053F-43C3-A954-22E7F93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651" y="4406639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path-627">
            <a:extLst xmlns:a="http://schemas.openxmlformats.org/drawingml/2006/main">
              <a:ext uri="{FF2B5EF4-FFF2-40B4-BE49-F238E27FC236}">
                <a16:creationId xmlns:a16="http://schemas.microsoft.com/office/drawing/2014/main" id="{30015631-D6AC-4111-B069-D663254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4" y="4479816"/>
            <a:ext cx="59652" cy="89621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text-628 Sample">
            <a:extLst xmlns:a="http://schemas.openxmlformats.org/drawingml/2006/main">
              <a:ext uri="{FF2B5EF4-FFF2-40B4-BE49-F238E27FC236}">
                <a16:creationId xmlns:a16="http://schemas.microsoft.com/office/drawing/2014/main" id="{C1410006-1AA7-4C49-ACDE-605835E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1628" y="4393852"/>
            <a:ext cx="502585" cy="197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639" name="path-629">
            <a:extLst xmlns:a="http://schemas.openxmlformats.org/drawingml/2006/main">
              <a:ext uri="{FF2B5EF4-FFF2-40B4-BE49-F238E27FC236}">
                <a16:creationId xmlns:a16="http://schemas.microsoft.com/office/drawing/2014/main" id="{BB57B567-FD72-426B-80D3-C4CEF7B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828" y="4314891"/>
            <a:ext cx="7086930" cy="1418515"/>
          </a:xfrm>
          <a:custGeom xmlns:a="http://schemas.openxmlformats.org/drawingml/2006/main">
            <a:pathLst>
              <a:path w="7086930" h="1418515">
                <a:moveTo>
                  <a:pt x="7086930" y="8888"/>
                </a:moveTo>
                <a:cubicBezTo>
                  <a:pt x="6440219" y="0"/>
                  <a:pt x="5215668" y="706"/>
                  <a:pt x="3979327" y="96058"/>
                </a:cubicBezTo>
                <a:moveTo>
                  <a:pt x="3977304" y="69759"/>
                </a:moveTo>
                <a:lnTo>
                  <a:pt x="3981441" y="122361"/>
                </a:lnTo>
                <a:moveTo>
                  <a:pt x="3872009" y="78116"/>
                </a:moveTo>
                <a:lnTo>
                  <a:pt x="3876232" y="130718"/>
                </a:lnTo>
                <a:moveTo>
                  <a:pt x="3874124" y="104416"/>
                </a:moveTo>
                <a:cubicBezTo>
                  <a:pt x="3180176" y="160980"/>
                  <a:pt x="2487542" y="248062"/>
                  <a:pt x="1896416" y="380713"/>
                </a:cubicBezTo>
                <a:cubicBezTo>
                  <a:pt x="563760" y="679702"/>
                  <a:pt x="133968" y="1123307"/>
                  <a:pt x="0" y="14185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dash"/>
          </a:ln>
        </p:spPr>
      </p:sp>
      <p:sp>
        <p:nvSpPr>
          <p:cNvPr id="640" name="path-630">
            <a:extLst xmlns:a="http://schemas.openxmlformats.org/drawingml/2006/main">
              <a:ext uri="{FF2B5EF4-FFF2-40B4-BE49-F238E27FC236}">
                <a16:creationId xmlns:a16="http://schemas.microsoft.com/office/drawing/2014/main" id="{C26D292B-CAF4-447A-987C-4DBF6433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026" y="5695757"/>
            <a:ext cx="55488" cy="82598"/>
          </a:xfrm>
          <a:custGeom xmlns:a="http://schemas.openxmlformats.org/drawingml/2006/main">
            <a:pathLst>
              <a:path w="55488" h="82598">
                <a:moveTo>
                  <a:pt x="0" y="82598"/>
                </a:moveTo>
                <a:lnTo>
                  <a:pt x="55488" y="21375"/>
                </a:lnTo>
                <a:lnTo>
                  <a:pt x="17813" y="37649"/>
                </a:lnTo>
                <a:lnTo>
                  <a:pt x="1513" y="0"/>
                </a:lnTo>
                <a:lnTo>
                  <a:pt x="0" y="82598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path-631">
            <a:extLst xmlns:a="http://schemas.openxmlformats.org/drawingml/2006/main">
              <a:ext uri="{FF2B5EF4-FFF2-40B4-BE49-F238E27FC236}">
                <a16:creationId xmlns:a16="http://schemas.microsoft.com/office/drawing/2014/main" id="{CE9DBF73-2919-493A-835D-81FFA745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059" y="5695757"/>
            <a:ext cx="55422" cy="82600"/>
          </a:xfrm>
          <a:custGeom xmlns:a="http://schemas.openxmlformats.org/drawingml/2006/main">
            <a:pathLst>
              <a:path w="55422" h="82600">
                <a:moveTo>
                  <a:pt x="0" y="82600"/>
                </a:moveTo>
                <a:lnTo>
                  <a:pt x="55422" y="21377"/>
                </a:lnTo>
                <a:lnTo>
                  <a:pt x="17769" y="37650"/>
                </a:lnTo>
                <a:lnTo>
                  <a:pt x="1496" y="0"/>
                </a:lnTo>
                <a:lnTo>
                  <a:pt x="0" y="8260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931100"/>
            </a:solidFill>
            <a:prstDash val="solid"/>
          </a:ln>
        </p:spPr>
      </p:sp>
      <p:sp>
        <p:nvSpPr>
          <p:cNvPr id="642" name="path-632">
            <a:extLst xmlns:a="http://schemas.openxmlformats.org/drawingml/2006/main">
              <a:ext uri="{FF2B5EF4-FFF2-40B4-BE49-F238E27FC236}">
                <a16:creationId xmlns:a16="http://schemas.microsoft.com/office/drawing/2014/main" id="{0D8D7408-5BA9-4BD4-93F6-7F4207D0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328925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path-633">
            <a:extLst xmlns:a="http://schemas.openxmlformats.org/drawingml/2006/main">
              <a:ext uri="{FF2B5EF4-FFF2-40B4-BE49-F238E27FC236}">
                <a16:creationId xmlns:a16="http://schemas.microsoft.com/office/drawing/2014/main" id="{862118A7-7B03-4AB6-976B-EB5DD31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289318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44" name="path-634">
            <a:extLst xmlns:a="http://schemas.openxmlformats.org/drawingml/2006/main">
              <a:ext uri="{FF2B5EF4-FFF2-40B4-BE49-F238E27FC236}">
                <a16:creationId xmlns:a16="http://schemas.microsoft.com/office/drawing/2014/main" id="{BF07DB87-1A7A-48DB-B733-5BF042A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3289256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635">
            <a:extLst xmlns:a="http://schemas.openxmlformats.org/drawingml/2006/main">
              <a:ext uri="{FF2B5EF4-FFF2-40B4-BE49-F238E27FC236}">
                <a16:creationId xmlns:a16="http://schemas.microsoft.com/office/drawing/2014/main" id="{5BBDD1E5-599B-450C-A240-66C869EA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3289318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46" name="path-636">
            <a:extLst xmlns:a="http://schemas.openxmlformats.org/drawingml/2006/main">
              <a:ext uri="{FF2B5EF4-FFF2-40B4-BE49-F238E27FC236}">
                <a16:creationId xmlns:a16="http://schemas.microsoft.com/office/drawing/2014/main" id="{C98C1C3A-00AD-4C93-AA0A-53D9521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328925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37">
            <a:extLst xmlns:a="http://schemas.openxmlformats.org/drawingml/2006/main">
              <a:ext uri="{FF2B5EF4-FFF2-40B4-BE49-F238E27FC236}">
                <a16:creationId xmlns:a16="http://schemas.microsoft.com/office/drawing/2014/main" id="{BC2611A6-40D6-43B3-A134-9528FC88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3289318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48" name="path-638">
            <a:extLst xmlns:a="http://schemas.openxmlformats.org/drawingml/2006/main">
              <a:ext uri="{FF2B5EF4-FFF2-40B4-BE49-F238E27FC236}">
                <a16:creationId xmlns:a16="http://schemas.microsoft.com/office/drawing/2014/main" id="{36459D7C-C3E7-4A06-8DE8-9CEE161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3410910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39">
            <a:extLst xmlns:a="http://schemas.openxmlformats.org/drawingml/2006/main">
              <a:ext uri="{FF2B5EF4-FFF2-40B4-BE49-F238E27FC236}">
                <a16:creationId xmlns:a16="http://schemas.microsoft.com/office/drawing/2014/main" id="{23181182-124A-4998-BA62-82F6656E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410882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50" name="path-640">
            <a:extLst xmlns:a="http://schemas.openxmlformats.org/drawingml/2006/main">
              <a:ext uri="{FF2B5EF4-FFF2-40B4-BE49-F238E27FC236}">
                <a16:creationId xmlns:a16="http://schemas.microsoft.com/office/drawing/2014/main" id="{CA2BC37A-DD57-49BC-81AF-58488946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3410910"/>
            <a:ext cx="121630" cy="121631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path-641">
            <a:extLst xmlns:a="http://schemas.openxmlformats.org/drawingml/2006/main">
              <a:ext uri="{FF2B5EF4-FFF2-40B4-BE49-F238E27FC236}">
                <a16:creationId xmlns:a16="http://schemas.microsoft.com/office/drawing/2014/main" id="{BB485E23-974C-43A4-987C-AB28C50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3410882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52" name="path-642">
            <a:extLst xmlns:a="http://schemas.openxmlformats.org/drawingml/2006/main">
              <a:ext uri="{FF2B5EF4-FFF2-40B4-BE49-F238E27FC236}">
                <a16:creationId xmlns:a16="http://schemas.microsoft.com/office/drawing/2014/main" id="{631AEC53-A732-459D-8077-02050338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3410910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ath-643">
            <a:extLst xmlns:a="http://schemas.openxmlformats.org/drawingml/2006/main">
              <a:ext uri="{FF2B5EF4-FFF2-40B4-BE49-F238E27FC236}">
                <a16:creationId xmlns:a16="http://schemas.microsoft.com/office/drawing/2014/main" id="{F13A2B07-9755-4506-B9D5-DA966F8A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3410882"/>
            <a:ext cx="121567" cy="121658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54" name="path-644">
            <a:extLst xmlns:a="http://schemas.openxmlformats.org/drawingml/2006/main">
              <a:ext uri="{FF2B5EF4-FFF2-40B4-BE49-F238E27FC236}">
                <a16:creationId xmlns:a16="http://schemas.microsoft.com/office/drawing/2014/main" id="{B2099039-08FB-4671-9B96-E69321F2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353256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ath-645">
            <a:extLst xmlns:a="http://schemas.openxmlformats.org/drawingml/2006/main">
              <a:ext uri="{FF2B5EF4-FFF2-40B4-BE49-F238E27FC236}">
                <a16:creationId xmlns:a16="http://schemas.microsoft.com/office/drawing/2014/main" id="{781EA69F-D35E-49BF-BB8A-38BC571C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53253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56" name="path-646">
            <a:extLst xmlns:a="http://schemas.openxmlformats.org/drawingml/2006/main">
              <a:ext uri="{FF2B5EF4-FFF2-40B4-BE49-F238E27FC236}">
                <a16:creationId xmlns:a16="http://schemas.microsoft.com/office/drawing/2014/main" id="{271F9B10-8F9A-488A-AC18-48657893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3532565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ath-647">
            <a:extLst xmlns:a="http://schemas.openxmlformats.org/drawingml/2006/main">
              <a:ext uri="{FF2B5EF4-FFF2-40B4-BE49-F238E27FC236}">
                <a16:creationId xmlns:a16="http://schemas.microsoft.com/office/drawing/2014/main" id="{131B7E4E-C763-4692-AC48-8B5A838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353253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58" name="path-648">
            <a:extLst xmlns:a="http://schemas.openxmlformats.org/drawingml/2006/main">
              <a:ext uri="{FF2B5EF4-FFF2-40B4-BE49-F238E27FC236}">
                <a16:creationId xmlns:a16="http://schemas.microsoft.com/office/drawing/2014/main" id="{F292C544-870C-433A-BFEC-3864C17F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353256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ath-649">
            <a:extLst xmlns:a="http://schemas.openxmlformats.org/drawingml/2006/main">
              <a:ext uri="{FF2B5EF4-FFF2-40B4-BE49-F238E27FC236}">
                <a16:creationId xmlns:a16="http://schemas.microsoft.com/office/drawing/2014/main" id="{87E0D011-C377-4599-B992-2C9766F5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3532539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60" name="path-650">
            <a:extLst xmlns:a="http://schemas.openxmlformats.org/drawingml/2006/main">
              <a:ext uri="{FF2B5EF4-FFF2-40B4-BE49-F238E27FC236}">
                <a16:creationId xmlns:a16="http://schemas.microsoft.com/office/drawing/2014/main" id="{B5C5C4A1-F669-4FE9-91F8-C8BEF2BA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328925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ath-651">
            <a:extLst xmlns:a="http://schemas.openxmlformats.org/drawingml/2006/main">
              <a:ext uri="{FF2B5EF4-FFF2-40B4-BE49-F238E27FC236}">
                <a16:creationId xmlns:a16="http://schemas.microsoft.com/office/drawing/2014/main" id="{ABE8216E-C577-49B7-AB10-39D09A1C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3289318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62" name="path-652">
            <a:extLst xmlns:a="http://schemas.openxmlformats.org/drawingml/2006/main">
              <a:ext uri="{FF2B5EF4-FFF2-40B4-BE49-F238E27FC236}">
                <a16:creationId xmlns:a16="http://schemas.microsoft.com/office/drawing/2014/main" id="{A9849BCA-52A8-49A3-A192-738D0F3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3410910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ath-653">
            <a:extLst xmlns:a="http://schemas.openxmlformats.org/drawingml/2006/main">
              <a:ext uri="{FF2B5EF4-FFF2-40B4-BE49-F238E27FC236}">
                <a16:creationId xmlns:a16="http://schemas.microsoft.com/office/drawing/2014/main" id="{DAF6E90B-AE45-406B-8B80-8AAAFB7E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3410882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64" name="path-654">
            <a:extLst xmlns:a="http://schemas.openxmlformats.org/drawingml/2006/main">
              <a:ext uri="{FF2B5EF4-FFF2-40B4-BE49-F238E27FC236}">
                <a16:creationId xmlns:a16="http://schemas.microsoft.com/office/drawing/2014/main" id="{9F433B5E-C3AA-4EBC-8890-DA9B313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353256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655">
            <a:extLst xmlns:a="http://schemas.openxmlformats.org/drawingml/2006/main">
              <a:ext uri="{FF2B5EF4-FFF2-40B4-BE49-F238E27FC236}">
                <a16:creationId xmlns:a16="http://schemas.microsoft.com/office/drawing/2014/main" id="{9F883507-0CFA-4F7B-AC14-AD94030D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353253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66" name="path-656">
            <a:extLst xmlns:a="http://schemas.openxmlformats.org/drawingml/2006/main">
              <a:ext uri="{FF2B5EF4-FFF2-40B4-BE49-F238E27FC236}">
                <a16:creationId xmlns:a16="http://schemas.microsoft.com/office/drawing/2014/main" id="{1C4DFED5-7AD0-41FC-8B7B-72F5A6C2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3654131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657">
            <a:extLst xmlns:a="http://schemas.openxmlformats.org/drawingml/2006/main">
              <a:ext uri="{FF2B5EF4-FFF2-40B4-BE49-F238E27FC236}">
                <a16:creationId xmlns:a16="http://schemas.microsoft.com/office/drawing/2014/main" id="{AADE1B0C-F404-4819-8628-98942298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654194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68" name="path-658">
            <a:extLst xmlns:a="http://schemas.openxmlformats.org/drawingml/2006/main">
              <a:ext uri="{FF2B5EF4-FFF2-40B4-BE49-F238E27FC236}">
                <a16:creationId xmlns:a16="http://schemas.microsoft.com/office/drawing/2014/main" id="{0399DAFE-8D43-4AC0-A819-D2DE685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3654131"/>
            <a:ext cx="121630" cy="121631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path-659">
            <a:extLst xmlns:a="http://schemas.openxmlformats.org/drawingml/2006/main">
              <a:ext uri="{FF2B5EF4-FFF2-40B4-BE49-F238E27FC236}">
                <a16:creationId xmlns:a16="http://schemas.microsoft.com/office/drawing/2014/main" id="{03B296FF-4AA4-4C0A-B083-B3848B0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365419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70" name="path-660">
            <a:extLst xmlns:a="http://schemas.openxmlformats.org/drawingml/2006/main">
              <a:ext uri="{FF2B5EF4-FFF2-40B4-BE49-F238E27FC236}">
                <a16:creationId xmlns:a16="http://schemas.microsoft.com/office/drawing/2014/main" id="{5B81C233-95F2-4B73-B720-10B09E2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3654131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path-661">
            <a:extLst xmlns:a="http://schemas.openxmlformats.org/drawingml/2006/main">
              <a:ext uri="{FF2B5EF4-FFF2-40B4-BE49-F238E27FC236}">
                <a16:creationId xmlns:a16="http://schemas.microsoft.com/office/drawing/2014/main" id="{E59C42A4-406E-46BC-BC3F-04BF4A7D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3654194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72" name="path-662">
            <a:extLst xmlns:a="http://schemas.openxmlformats.org/drawingml/2006/main">
              <a:ext uri="{FF2B5EF4-FFF2-40B4-BE49-F238E27FC236}">
                <a16:creationId xmlns:a16="http://schemas.microsoft.com/office/drawing/2014/main" id="{F3D6C342-C3B9-408A-8ADD-4275671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3654131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path-663">
            <a:extLst xmlns:a="http://schemas.openxmlformats.org/drawingml/2006/main">
              <a:ext uri="{FF2B5EF4-FFF2-40B4-BE49-F238E27FC236}">
                <a16:creationId xmlns:a16="http://schemas.microsoft.com/office/drawing/2014/main" id="{4AEEE65C-010B-4CBD-BE4D-A8ACE0C0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3654194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74" name="path-664">
            <a:extLst xmlns:a="http://schemas.openxmlformats.org/drawingml/2006/main">
              <a:ext uri="{FF2B5EF4-FFF2-40B4-BE49-F238E27FC236}">
                <a16:creationId xmlns:a16="http://schemas.microsoft.com/office/drawing/2014/main" id="{51BC77B1-EC49-4E25-94B8-85FC8D9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328925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path-665">
            <a:extLst xmlns:a="http://schemas.openxmlformats.org/drawingml/2006/main">
              <a:ext uri="{FF2B5EF4-FFF2-40B4-BE49-F238E27FC236}">
                <a16:creationId xmlns:a16="http://schemas.microsoft.com/office/drawing/2014/main" id="{C5BE5B04-F8BB-4D93-93DE-1D61ECEA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3289318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76" name="path-666">
            <a:extLst xmlns:a="http://schemas.openxmlformats.org/drawingml/2006/main">
              <a:ext uri="{FF2B5EF4-FFF2-40B4-BE49-F238E27FC236}">
                <a16:creationId xmlns:a16="http://schemas.microsoft.com/office/drawing/2014/main" id="{D7905E64-2DDA-4F55-BCC2-EF6423C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3410910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667">
            <a:extLst xmlns:a="http://schemas.openxmlformats.org/drawingml/2006/main">
              <a:ext uri="{FF2B5EF4-FFF2-40B4-BE49-F238E27FC236}">
                <a16:creationId xmlns:a16="http://schemas.microsoft.com/office/drawing/2014/main" id="{7CE8A1E6-8DB0-4B86-A073-359A9B47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3410882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78" name="path-668">
            <a:extLst xmlns:a="http://schemas.openxmlformats.org/drawingml/2006/main">
              <a:ext uri="{FF2B5EF4-FFF2-40B4-BE49-F238E27FC236}">
                <a16:creationId xmlns:a16="http://schemas.microsoft.com/office/drawing/2014/main" id="{9B1E37E5-39B4-4886-9B12-279F1D4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353256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669">
            <a:extLst xmlns:a="http://schemas.openxmlformats.org/drawingml/2006/main">
              <a:ext uri="{FF2B5EF4-FFF2-40B4-BE49-F238E27FC236}">
                <a16:creationId xmlns:a16="http://schemas.microsoft.com/office/drawing/2014/main" id="{189AC914-046F-40A2-99C3-51C6FA6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353253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80" name="path-670">
            <a:extLst xmlns:a="http://schemas.openxmlformats.org/drawingml/2006/main">
              <a:ext uri="{FF2B5EF4-FFF2-40B4-BE49-F238E27FC236}">
                <a16:creationId xmlns:a16="http://schemas.microsoft.com/office/drawing/2014/main" id="{505BB938-3E8A-44B0-99BB-1AF2C550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3654131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71">
            <a:extLst xmlns:a="http://schemas.openxmlformats.org/drawingml/2006/main">
              <a:ext uri="{FF2B5EF4-FFF2-40B4-BE49-F238E27FC236}">
                <a16:creationId xmlns:a16="http://schemas.microsoft.com/office/drawing/2014/main" id="{0CAA7F50-C786-42A1-B5DD-7EE35451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365419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82" name="path-672">
            <a:extLst xmlns:a="http://schemas.openxmlformats.org/drawingml/2006/main">
              <a:ext uri="{FF2B5EF4-FFF2-40B4-BE49-F238E27FC236}">
                <a16:creationId xmlns:a16="http://schemas.microsoft.com/office/drawing/2014/main" id="{49AD3772-1C8F-42A8-A39F-EDD4D3CD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377578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73">
            <a:extLst xmlns:a="http://schemas.openxmlformats.org/drawingml/2006/main">
              <a:ext uri="{FF2B5EF4-FFF2-40B4-BE49-F238E27FC236}">
                <a16:creationId xmlns:a16="http://schemas.microsoft.com/office/drawing/2014/main" id="{62A05DA3-3A57-488C-99D9-9DDC846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775849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84" name="path-674">
            <a:extLst xmlns:a="http://schemas.openxmlformats.org/drawingml/2006/main">
              <a:ext uri="{FF2B5EF4-FFF2-40B4-BE49-F238E27FC236}">
                <a16:creationId xmlns:a16="http://schemas.microsoft.com/office/drawing/2014/main" id="{9CAB0089-2994-4EA2-80E4-CCA19C33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3775787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path-675">
            <a:extLst xmlns:a="http://schemas.openxmlformats.org/drawingml/2006/main">
              <a:ext uri="{FF2B5EF4-FFF2-40B4-BE49-F238E27FC236}">
                <a16:creationId xmlns:a16="http://schemas.microsoft.com/office/drawing/2014/main" id="{0B187B68-76EF-4A6A-9A75-BE838A0F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3775849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86" name="path-676">
            <a:extLst xmlns:a="http://schemas.openxmlformats.org/drawingml/2006/main">
              <a:ext uri="{FF2B5EF4-FFF2-40B4-BE49-F238E27FC236}">
                <a16:creationId xmlns:a16="http://schemas.microsoft.com/office/drawing/2014/main" id="{FDD088D6-6EAB-4D54-9807-849FA7BA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377578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77">
            <a:extLst xmlns:a="http://schemas.openxmlformats.org/drawingml/2006/main">
              <a:ext uri="{FF2B5EF4-FFF2-40B4-BE49-F238E27FC236}">
                <a16:creationId xmlns:a16="http://schemas.microsoft.com/office/drawing/2014/main" id="{551A8428-6983-4D5E-8465-E07B5BB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3775849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88" name="path-678">
            <a:extLst xmlns:a="http://schemas.openxmlformats.org/drawingml/2006/main">
              <a:ext uri="{FF2B5EF4-FFF2-40B4-BE49-F238E27FC236}">
                <a16:creationId xmlns:a16="http://schemas.microsoft.com/office/drawing/2014/main" id="{77E4BF28-19FF-4058-A07D-8928F4D8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377578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path-679">
            <a:extLst xmlns:a="http://schemas.openxmlformats.org/drawingml/2006/main">
              <a:ext uri="{FF2B5EF4-FFF2-40B4-BE49-F238E27FC236}">
                <a16:creationId xmlns:a16="http://schemas.microsoft.com/office/drawing/2014/main" id="{9822917E-9893-4516-A98A-41D2BFD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3775849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90" name="path-680">
            <a:extLst xmlns:a="http://schemas.openxmlformats.org/drawingml/2006/main">
              <a:ext uri="{FF2B5EF4-FFF2-40B4-BE49-F238E27FC236}">
                <a16:creationId xmlns:a16="http://schemas.microsoft.com/office/drawing/2014/main" id="{91BA6D68-30F7-43E6-A6A7-AF5DCF6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377578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path-681">
            <a:extLst xmlns:a="http://schemas.openxmlformats.org/drawingml/2006/main">
              <a:ext uri="{FF2B5EF4-FFF2-40B4-BE49-F238E27FC236}">
                <a16:creationId xmlns:a16="http://schemas.microsoft.com/office/drawing/2014/main" id="{290F9FF5-AEBA-4670-9EC1-F02C79C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3775849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92" name="path-682">
            <a:extLst xmlns:a="http://schemas.openxmlformats.org/drawingml/2006/main">
              <a:ext uri="{FF2B5EF4-FFF2-40B4-BE49-F238E27FC236}">
                <a16:creationId xmlns:a16="http://schemas.microsoft.com/office/drawing/2014/main" id="{5CF19F9A-56CC-4A2E-8255-1847E58C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289318"/>
            <a:ext cx="191" cy="608095"/>
          </a:xfrm>
          <a:custGeom xmlns:a="http://schemas.openxmlformats.org/drawingml/2006/main">
            <a:pathLst>
              <a:path w="191" h="608095">
                <a:moveTo>
                  <a:pt x="0" y="0"/>
                </a:moveTo>
                <a:lnTo>
                  <a:pt x="0" y="608095"/>
                </a:lnTo>
                <a:lnTo>
                  <a:pt x="31" y="608095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693" name="path-683">
            <a:extLst xmlns:a="http://schemas.openxmlformats.org/drawingml/2006/main">
              <a:ext uri="{FF2B5EF4-FFF2-40B4-BE49-F238E27FC236}">
                <a16:creationId xmlns:a16="http://schemas.microsoft.com/office/drawing/2014/main" id="{601E1CCD-1054-49CC-8EF6-056623F0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3289318"/>
            <a:ext cx="608186" cy="608095"/>
          </a:xfrm>
          <a:custGeom xmlns:a="http://schemas.openxmlformats.org/drawingml/2006/main">
            <a:pathLst>
              <a:path w="608186" h="608095">
                <a:moveTo>
                  <a:pt x="608172" y="608095"/>
                </a:moveTo>
                <a:lnTo>
                  <a:pt x="608186" y="608095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694" name="path-684">
            <a:extLst xmlns:a="http://schemas.openxmlformats.org/drawingml/2006/main">
              <a:ext uri="{FF2B5EF4-FFF2-40B4-BE49-F238E27FC236}">
                <a16:creationId xmlns:a16="http://schemas.microsoft.com/office/drawing/2014/main" id="{765F29FC-C192-480C-8A3A-CB106E2F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33561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path-685">
            <a:extLst xmlns:a="http://schemas.openxmlformats.org/drawingml/2006/main">
              <a:ext uri="{FF2B5EF4-FFF2-40B4-BE49-F238E27FC236}">
                <a16:creationId xmlns:a16="http://schemas.microsoft.com/office/drawing/2014/main" id="{E2BA5884-A9AB-4F43-B3DB-BC045AD4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356172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96" name="path-686">
            <a:extLst xmlns:a="http://schemas.openxmlformats.org/drawingml/2006/main">
              <a:ext uri="{FF2B5EF4-FFF2-40B4-BE49-F238E27FC236}">
                <a16:creationId xmlns:a16="http://schemas.microsoft.com/office/drawing/2014/main" id="{710368B7-821A-4CBD-9D54-D1427FF0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33561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path-687">
            <a:extLst xmlns:a="http://schemas.openxmlformats.org/drawingml/2006/main">
              <a:ext uri="{FF2B5EF4-FFF2-40B4-BE49-F238E27FC236}">
                <a16:creationId xmlns:a16="http://schemas.microsoft.com/office/drawing/2014/main" id="{D7FBDE13-90E9-4330-8B0E-28035CE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3356172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698" name="path-688">
            <a:extLst xmlns:a="http://schemas.openxmlformats.org/drawingml/2006/main">
              <a:ext uri="{FF2B5EF4-FFF2-40B4-BE49-F238E27FC236}">
                <a16:creationId xmlns:a16="http://schemas.microsoft.com/office/drawing/2014/main" id="{522FBF41-C033-43F3-B951-DD2C3706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33561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path-689">
            <a:extLst xmlns:a="http://schemas.openxmlformats.org/drawingml/2006/main">
              <a:ext uri="{FF2B5EF4-FFF2-40B4-BE49-F238E27FC236}">
                <a16:creationId xmlns:a16="http://schemas.microsoft.com/office/drawing/2014/main" id="{F29CAA2B-4793-4E66-B33C-35FBE873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3356172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00" name="path-690">
            <a:extLst xmlns:a="http://schemas.openxmlformats.org/drawingml/2006/main">
              <a:ext uri="{FF2B5EF4-FFF2-40B4-BE49-F238E27FC236}">
                <a16:creationId xmlns:a16="http://schemas.microsoft.com/office/drawing/2014/main" id="{B48E6CA7-7EDD-4238-81CC-06F0CD9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347776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1" name="path-691">
            <a:extLst xmlns:a="http://schemas.openxmlformats.org/drawingml/2006/main">
              <a:ext uri="{FF2B5EF4-FFF2-40B4-BE49-F238E27FC236}">
                <a16:creationId xmlns:a16="http://schemas.microsoft.com/office/drawing/2014/main" id="{7786B442-9943-4F92-B6C1-1040EA7E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477736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02" name="path-692">
            <a:extLst xmlns:a="http://schemas.openxmlformats.org/drawingml/2006/main">
              <a:ext uri="{FF2B5EF4-FFF2-40B4-BE49-F238E27FC236}">
                <a16:creationId xmlns:a16="http://schemas.microsoft.com/office/drawing/2014/main" id="{1CF7B4E9-E8FD-4D92-9B72-282F884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347776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path-693">
            <a:extLst xmlns:a="http://schemas.openxmlformats.org/drawingml/2006/main">
              <a:ext uri="{FF2B5EF4-FFF2-40B4-BE49-F238E27FC236}">
                <a16:creationId xmlns:a16="http://schemas.microsoft.com/office/drawing/2014/main" id="{72422EAD-DE74-4A11-AA84-E120A500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3477736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04" name="path-694">
            <a:extLst xmlns:a="http://schemas.openxmlformats.org/drawingml/2006/main">
              <a:ext uri="{FF2B5EF4-FFF2-40B4-BE49-F238E27FC236}">
                <a16:creationId xmlns:a16="http://schemas.microsoft.com/office/drawing/2014/main" id="{FB0F9FEA-97DD-441D-B7DA-18520CC7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347776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path-695">
            <a:extLst xmlns:a="http://schemas.openxmlformats.org/drawingml/2006/main">
              <a:ext uri="{FF2B5EF4-FFF2-40B4-BE49-F238E27FC236}">
                <a16:creationId xmlns:a16="http://schemas.microsoft.com/office/drawing/2014/main" id="{56A5630A-18E3-4E60-A11C-34F2B583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3477736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06" name="path-696">
            <a:extLst xmlns:a="http://schemas.openxmlformats.org/drawingml/2006/main">
              <a:ext uri="{FF2B5EF4-FFF2-40B4-BE49-F238E27FC236}">
                <a16:creationId xmlns:a16="http://schemas.microsoft.com/office/drawing/2014/main" id="{4694C589-9670-46A2-8785-7F4104F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359941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path-697">
            <a:extLst xmlns:a="http://schemas.openxmlformats.org/drawingml/2006/main">
              <a:ext uri="{FF2B5EF4-FFF2-40B4-BE49-F238E27FC236}">
                <a16:creationId xmlns:a16="http://schemas.microsoft.com/office/drawing/2014/main" id="{BAEDF809-61D1-4CAA-AB3E-87EFA2AB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599393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08" name="path-698">
            <a:extLst xmlns:a="http://schemas.openxmlformats.org/drawingml/2006/main">
              <a:ext uri="{FF2B5EF4-FFF2-40B4-BE49-F238E27FC236}">
                <a16:creationId xmlns:a16="http://schemas.microsoft.com/office/drawing/2014/main" id="{902A6BAC-71A3-4D17-9A18-0C225D9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359941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path-699">
            <a:extLst xmlns:a="http://schemas.openxmlformats.org/drawingml/2006/main">
              <a:ext uri="{FF2B5EF4-FFF2-40B4-BE49-F238E27FC236}">
                <a16:creationId xmlns:a16="http://schemas.microsoft.com/office/drawing/2014/main" id="{4DAC7BDB-C193-428A-8CB0-F8A2C52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3599393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10" name="path-700">
            <a:extLst xmlns:a="http://schemas.openxmlformats.org/drawingml/2006/main">
              <a:ext uri="{FF2B5EF4-FFF2-40B4-BE49-F238E27FC236}">
                <a16:creationId xmlns:a16="http://schemas.microsoft.com/office/drawing/2014/main" id="{C0E6D6DA-67B5-4386-B524-F4C645EF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359941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path-701">
            <a:extLst xmlns:a="http://schemas.openxmlformats.org/drawingml/2006/main">
              <a:ext uri="{FF2B5EF4-FFF2-40B4-BE49-F238E27FC236}">
                <a16:creationId xmlns:a16="http://schemas.microsoft.com/office/drawing/2014/main" id="{34D9AA27-E0E1-433A-8F62-EAB962B7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359939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12" name="path-702">
            <a:extLst xmlns:a="http://schemas.openxmlformats.org/drawingml/2006/main">
              <a:ext uri="{FF2B5EF4-FFF2-40B4-BE49-F238E27FC236}">
                <a16:creationId xmlns:a16="http://schemas.microsoft.com/office/drawing/2014/main" id="{F97C1918-D756-46B1-B83A-0538C84A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33561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path-703">
            <a:extLst xmlns:a="http://schemas.openxmlformats.org/drawingml/2006/main">
              <a:ext uri="{FF2B5EF4-FFF2-40B4-BE49-F238E27FC236}">
                <a16:creationId xmlns:a16="http://schemas.microsoft.com/office/drawing/2014/main" id="{56CA3E2A-FF29-4394-8EA4-71FC82B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3356172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14" name="path-704">
            <a:extLst xmlns:a="http://schemas.openxmlformats.org/drawingml/2006/main">
              <a:ext uri="{FF2B5EF4-FFF2-40B4-BE49-F238E27FC236}">
                <a16:creationId xmlns:a16="http://schemas.microsoft.com/office/drawing/2014/main" id="{2FE1EDBC-9D69-4CBB-9D8E-1F65F5D7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347776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path-705">
            <a:extLst xmlns:a="http://schemas.openxmlformats.org/drawingml/2006/main">
              <a:ext uri="{FF2B5EF4-FFF2-40B4-BE49-F238E27FC236}">
                <a16:creationId xmlns:a16="http://schemas.microsoft.com/office/drawing/2014/main" id="{C335CF4D-D003-4B71-AC0F-2EE6EDC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3477736"/>
            <a:ext cx="121567" cy="121658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16" name="path-706">
            <a:extLst xmlns:a="http://schemas.openxmlformats.org/drawingml/2006/main">
              <a:ext uri="{FF2B5EF4-FFF2-40B4-BE49-F238E27FC236}">
                <a16:creationId xmlns:a16="http://schemas.microsoft.com/office/drawing/2014/main" id="{583B08E1-9258-406B-96D1-CD6437D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359941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path-707">
            <a:extLst xmlns:a="http://schemas.openxmlformats.org/drawingml/2006/main">
              <a:ext uri="{FF2B5EF4-FFF2-40B4-BE49-F238E27FC236}">
                <a16:creationId xmlns:a16="http://schemas.microsoft.com/office/drawing/2014/main" id="{2A1C0FE7-ADEA-4FD9-B4C8-4B8C3B2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3599393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18" name="path-708">
            <a:extLst xmlns:a="http://schemas.openxmlformats.org/drawingml/2006/main">
              <a:ext uri="{FF2B5EF4-FFF2-40B4-BE49-F238E27FC236}">
                <a16:creationId xmlns:a16="http://schemas.microsoft.com/office/drawing/2014/main" id="{B42C7295-5D53-4AF6-889F-E6623F8F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3720984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709">
            <a:extLst xmlns:a="http://schemas.openxmlformats.org/drawingml/2006/main">
              <a:ext uri="{FF2B5EF4-FFF2-40B4-BE49-F238E27FC236}">
                <a16:creationId xmlns:a16="http://schemas.microsoft.com/office/drawing/2014/main" id="{EB55AF96-8A1F-468F-AD78-4E9F6A62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721048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20" name="path-710">
            <a:extLst xmlns:a="http://schemas.openxmlformats.org/drawingml/2006/main">
              <a:ext uri="{FF2B5EF4-FFF2-40B4-BE49-F238E27FC236}">
                <a16:creationId xmlns:a16="http://schemas.microsoft.com/office/drawing/2014/main" id="{E444BF0D-21EA-4284-8D61-CB8535EB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3720984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path-711">
            <a:extLst xmlns:a="http://schemas.openxmlformats.org/drawingml/2006/main">
              <a:ext uri="{FF2B5EF4-FFF2-40B4-BE49-F238E27FC236}">
                <a16:creationId xmlns:a16="http://schemas.microsoft.com/office/drawing/2014/main" id="{EFF6F97E-3DD2-48E7-A14B-E98CE547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3721048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22" name="path-712">
            <a:extLst xmlns:a="http://schemas.openxmlformats.org/drawingml/2006/main">
              <a:ext uri="{FF2B5EF4-FFF2-40B4-BE49-F238E27FC236}">
                <a16:creationId xmlns:a16="http://schemas.microsoft.com/office/drawing/2014/main" id="{1E481AB6-94E6-4569-96B0-3324B18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3720984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713">
            <a:extLst xmlns:a="http://schemas.openxmlformats.org/drawingml/2006/main">
              <a:ext uri="{FF2B5EF4-FFF2-40B4-BE49-F238E27FC236}">
                <a16:creationId xmlns:a16="http://schemas.microsoft.com/office/drawing/2014/main" id="{0F604034-F370-4849-A1C3-13B6EA9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3721048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24" name="path-714">
            <a:extLst xmlns:a="http://schemas.openxmlformats.org/drawingml/2006/main">
              <a:ext uri="{FF2B5EF4-FFF2-40B4-BE49-F238E27FC236}">
                <a16:creationId xmlns:a16="http://schemas.microsoft.com/office/drawing/2014/main" id="{BC6F4C94-9FE3-4010-B9B4-583C15F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3720984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715">
            <a:extLst xmlns:a="http://schemas.openxmlformats.org/drawingml/2006/main">
              <a:ext uri="{FF2B5EF4-FFF2-40B4-BE49-F238E27FC236}">
                <a16:creationId xmlns:a16="http://schemas.microsoft.com/office/drawing/2014/main" id="{D0E16992-7204-417F-BA5D-09621766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3721048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26" name="path-716">
            <a:extLst xmlns:a="http://schemas.openxmlformats.org/drawingml/2006/main">
              <a:ext uri="{FF2B5EF4-FFF2-40B4-BE49-F238E27FC236}">
                <a16:creationId xmlns:a16="http://schemas.microsoft.com/office/drawing/2014/main" id="{07AF5766-348F-4ABF-846D-B637307A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3356108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717">
            <a:extLst xmlns:a="http://schemas.openxmlformats.org/drawingml/2006/main">
              <a:ext uri="{FF2B5EF4-FFF2-40B4-BE49-F238E27FC236}">
                <a16:creationId xmlns:a16="http://schemas.microsoft.com/office/drawing/2014/main" id="{51A005DA-7F63-4D4E-868B-EBE36907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3356172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28" name="path-718">
            <a:extLst xmlns:a="http://schemas.openxmlformats.org/drawingml/2006/main">
              <a:ext uri="{FF2B5EF4-FFF2-40B4-BE49-F238E27FC236}">
                <a16:creationId xmlns:a16="http://schemas.microsoft.com/office/drawing/2014/main" id="{DE48274F-0A5C-415B-92E4-5A21ACE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3477763"/>
            <a:ext cx="121628" cy="121631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719">
            <a:extLst xmlns:a="http://schemas.openxmlformats.org/drawingml/2006/main">
              <a:ext uri="{FF2B5EF4-FFF2-40B4-BE49-F238E27FC236}">
                <a16:creationId xmlns:a16="http://schemas.microsoft.com/office/drawing/2014/main" id="{B30573D9-1B6A-4EC0-A122-0048C398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3477736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30" name="path-720">
            <a:extLst xmlns:a="http://schemas.openxmlformats.org/drawingml/2006/main">
              <a:ext uri="{FF2B5EF4-FFF2-40B4-BE49-F238E27FC236}">
                <a16:creationId xmlns:a16="http://schemas.microsoft.com/office/drawing/2014/main" id="{4E72556B-A7F7-45FD-A689-82128F9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3599418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721">
            <a:extLst xmlns:a="http://schemas.openxmlformats.org/drawingml/2006/main">
              <a:ext uri="{FF2B5EF4-FFF2-40B4-BE49-F238E27FC236}">
                <a16:creationId xmlns:a16="http://schemas.microsoft.com/office/drawing/2014/main" id="{EC8EBA30-C671-4E55-B943-6366EE0F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359939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32" name="path-722">
            <a:extLst xmlns:a="http://schemas.openxmlformats.org/drawingml/2006/main">
              <a:ext uri="{FF2B5EF4-FFF2-40B4-BE49-F238E27FC236}">
                <a16:creationId xmlns:a16="http://schemas.microsoft.com/office/drawing/2014/main" id="{1DFE5F5F-EEE1-40A3-BB53-FED180FE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3720984"/>
            <a:ext cx="121628" cy="121631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path-723">
            <a:extLst xmlns:a="http://schemas.openxmlformats.org/drawingml/2006/main">
              <a:ext uri="{FF2B5EF4-FFF2-40B4-BE49-F238E27FC236}">
                <a16:creationId xmlns:a16="http://schemas.microsoft.com/office/drawing/2014/main" id="{A2AF8C3B-BE17-4BE6-BE3D-C0DF48B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3721048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34" name="path-724">
            <a:extLst xmlns:a="http://schemas.openxmlformats.org/drawingml/2006/main">
              <a:ext uri="{FF2B5EF4-FFF2-40B4-BE49-F238E27FC236}">
                <a16:creationId xmlns:a16="http://schemas.microsoft.com/office/drawing/2014/main" id="{53600ABC-289F-4131-B51C-E5D5CC6F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384263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path-725">
            <a:extLst xmlns:a="http://schemas.openxmlformats.org/drawingml/2006/main">
              <a:ext uri="{FF2B5EF4-FFF2-40B4-BE49-F238E27FC236}">
                <a16:creationId xmlns:a16="http://schemas.microsoft.com/office/drawing/2014/main" id="{18C2503F-A16D-4882-A0DD-995AC022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842703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36" name="path-726">
            <a:extLst xmlns:a="http://schemas.openxmlformats.org/drawingml/2006/main">
              <a:ext uri="{FF2B5EF4-FFF2-40B4-BE49-F238E27FC236}">
                <a16:creationId xmlns:a16="http://schemas.microsoft.com/office/drawing/2014/main" id="{ECCB3F56-E515-4CC7-8B35-27596A7C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384263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727">
            <a:extLst xmlns:a="http://schemas.openxmlformats.org/drawingml/2006/main">
              <a:ext uri="{FF2B5EF4-FFF2-40B4-BE49-F238E27FC236}">
                <a16:creationId xmlns:a16="http://schemas.microsoft.com/office/drawing/2014/main" id="{70048AB6-54C2-4560-ADC1-28072B65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3842703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38" name="path-728">
            <a:extLst xmlns:a="http://schemas.openxmlformats.org/drawingml/2006/main">
              <a:ext uri="{FF2B5EF4-FFF2-40B4-BE49-F238E27FC236}">
                <a16:creationId xmlns:a16="http://schemas.microsoft.com/office/drawing/2014/main" id="{D2122278-275D-4856-A0A2-B096721E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384263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29">
            <a:extLst xmlns:a="http://schemas.openxmlformats.org/drawingml/2006/main">
              <a:ext uri="{FF2B5EF4-FFF2-40B4-BE49-F238E27FC236}">
                <a16:creationId xmlns:a16="http://schemas.microsoft.com/office/drawing/2014/main" id="{F454E413-6282-4E62-8FBB-33EF4B2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3842703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40" name="path-730">
            <a:extLst xmlns:a="http://schemas.openxmlformats.org/drawingml/2006/main">
              <a:ext uri="{FF2B5EF4-FFF2-40B4-BE49-F238E27FC236}">
                <a16:creationId xmlns:a16="http://schemas.microsoft.com/office/drawing/2014/main" id="{FE9DB849-72D2-498E-8F02-AA9DEFBA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384263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31">
            <a:extLst xmlns:a="http://schemas.openxmlformats.org/drawingml/2006/main">
              <a:ext uri="{FF2B5EF4-FFF2-40B4-BE49-F238E27FC236}">
                <a16:creationId xmlns:a16="http://schemas.microsoft.com/office/drawing/2014/main" id="{39A4B05D-C936-478A-A0B3-39D7276A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3842703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42" name="path-732">
            <a:extLst xmlns:a="http://schemas.openxmlformats.org/drawingml/2006/main">
              <a:ext uri="{FF2B5EF4-FFF2-40B4-BE49-F238E27FC236}">
                <a16:creationId xmlns:a16="http://schemas.microsoft.com/office/drawing/2014/main" id="{ED6243D6-A10D-4391-9065-E08B0459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3842639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33">
            <a:extLst xmlns:a="http://schemas.openxmlformats.org/drawingml/2006/main">
              <a:ext uri="{FF2B5EF4-FFF2-40B4-BE49-F238E27FC236}">
                <a16:creationId xmlns:a16="http://schemas.microsoft.com/office/drawing/2014/main" id="{082E72EF-0D51-42CC-89F2-E99E9172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3842703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44" name="path-734">
            <a:extLst xmlns:a="http://schemas.openxmlformats.org/drawingml/2006/main">
              <a:ext uri="{FF2B5EF4-FFF2-40B4-BE49-F238E27FC236}">
                <a16:creationId xmlns:a16="http://schemas.microsoft.com/office/drawing/2014/main" id="{410B469A-AA3B-497C-A29F-60E6E09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356172"/>
            <a:ext cx="191" cy="608095"/>
          </a:xfrm>
          <a:custGeom xmlns:a="http://schemas.openxmlformats.org/drawingml/2006/main">
            <a:pathLst>
              <a:path w="191" h="608095">
                <a:moveTo>
                  <a:pt x="0" y="0"/>
                </a:moveTo>
                <a:lnTo>
                  <a:pt x="0" y="608095"/>
                </a:lnTo>
                <a:lnTo>
                  <a:pt x="40" y="608095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745" name="path-735">
            <a:extLst xmlns:a="http://schemas.openxmlformats.org/drawingml/2006/main">
              <a:ext uri="{FF2B5EF4-FFF2-40B4-BE49-F238E27FC236}">
                <a16:creationId xmlns:a16="http://schemas.microsoft.com/office/drawing/2014/main" id="{6696B72F-76D3-4B30-9161-9C6B067D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037" y="3356172"/>
            <a:ext cx="191" cy="608095"/>
          </a:xfrm>
          <a:custGeom xmlns:a="http://schemas.openxmlformats.org/drawingml/2006/main">
            <a:pathLst>
              <a:path w="191" h="608095">
                <a:moveTo>
                  <a:pt x="0" y="608095"/>
                </a:moveTo>
                <a:lnTo>
                  <a:pt x="5" y="608095"/>
                </a:lnTo>
                <a:lnTo>
                  <a:pt x="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746" name="path-736">
            <a:extLst xmlns:a="http://schemas.openxmlformats.org/drawingml/2006/main">
              <a:ext uri="{FF2B5EF4-FFF2-40B4-BE49-F238E27FC236}">
                <a16:creationId xmlns:a16="http://schemas.microsoft.com/office/drawing/2014/main" id="{52B72A33-AD43-4B82-8855-DF586FA5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3356172"/>
            <a:ext cx="608141" cy="191"/>
          </a:xfrm>
          <a:custGeom xmlns:a="http://schemas.openxmlformats.org/drawingml/2006/main">
            <a:pathLst>
              <a:path w="608141" h="191">
                <a:moveTo>
                  <a:pt x="6081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747" name="path-737">
            <a:extLst xmlns:a="http://schemas.openxmlformats.org/drawingml/2006/main">
              <a:ext uri="{FF2B5EF4-FFF2-40B4-BE49-F238E27FC236}">
                <a16:creationId xmlns:a16="http://schemas.microsoft.com/office/drawing/2014/main" id="{37EB0C23-462D-4036-8749-0D68E75A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3356172"/>
            <a:ext cx="191" cy="191"/>
          </a:xfrm>
          <a:custGeom xmlns:a="http://schemas.openxmlformats.org/drawingml/2006/main">
            <a:pathLst>
              <a:path w="191" h="191">
                <a:moveTo>
                  <a:pt x="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748" name="path-738">
            <a:extLst xmlns:a="http://schemas.openxmlformats.org/drawingml/2006/main">
              <a:ext uri="{FF2B5EF4-FFF2-40B4-BE49-F238E27FC236}">
                <a16:creationId xmlns:a16="http://schemas.microsoft.com/office/drawing/2014/main" id="{390A1903-B9CB-444B-83A4-7AEB245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342296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39">
            <a:extLst xmlns:a="http://schemas.openxmlformats.org/drawingml/2006/main">
              <a:ext uri="{FF2B5EF4-FFF2-40B4-BE49-F238E27FC236}">
                <a16:creationId xmlns:a16="http://schemas.microsoft.com/office/drawing/2014/main" id="{FD8F9DB3-ED4C-4A72-BD13-2DFA697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423026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50" name="path-740">
            <a:extLst xmlns:a="http://schemas.openxmlformats.org/drawingml/2006/main">
              <a:ext uri="{FF2B5EF4-FFF2-40B4-BE49-F238E27FC236}">
                <a16:creationId xmlns:a16="http://schemas.microsoft.com/office/drawing/2014/main" id="{AA7F0EC4-228E-445B-B747-871364A9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342296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741">
            <a:extLst xmlns:a="http://schemas.openxmlformats.org/drawingml/2006/main">
              <a:ext uri="{FF2B5EF4-FFF2-40B4-BE49-F238E27FC236}">
                <a16:creationId xmlns:a16="http://schemas.microsoft.com/office/drawing/2014/main" id="{7886B994-4BD3-45BE-8CC9-03ED34F0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3423026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52" name="path-742">
            <a:extLst xmlns:a="http://schemas.openxmlformats.org/drawingml/2006/main">
              <a:ext uri="{FF2B5EF4-FFF2-40B4-BE49-F238E27FC236}">
                <a16:creationId xmlns:a16="http://schemas.microsoft.com/office/drawing/2014/main" id="{E704F8F6-7185-466D-936C-7498A869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342296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743">
            <a:extLst xmlns:a="http://schemas.openxmlformats.org/drawingml/2006/main">
              <a:ext uri="{FF2B5EF4-FFF2-40B4-BE49-F238E27FC236}">
                <a16:creationId xmlns:a16="http://schemas.microsoft.com/office/drawing/2014/main" id="{C7B28F22-C360-4959-965B-34933E99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3423026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54" name="path-744">
            <a:extLst xmlns:a="http://schemas.openxmlformats.org/drawingml/2006/main">
              <a:ext uri="{FF2B5EF4-FFF2-40B4-BE49-F238E27FC236}">
                <a16:creationId xmlns:a16="http://schemas.microsoft.com/office/drawing/2014/main" id="{2D3F9BDE-4A05-42B9-855F-1246852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354461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745">
            <a:extLst xmlns:a="http://schemas.openxmlformats.org/drawingml/2006/main">
              <a:ext uri="{FF2B5EF4-FFF2-40B4-BE49-F238E27FC236}">
                <a16:creationId xmlns:a16="http://schemas.microsoft.com/office/drawing/2014/main" id="{761D59D6-1A35-4F34-B805-2889FA50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54458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56" name="path-746">
            <a:extLst xmlns:a="http://schemas.openxmlformats.org/drawingml/2006/main">
              <a:ext uri="{FF2B5EF4-FFF2-40B4-BE49-F238E27FC236}">
                <a16:creationId xmlns:a16="http://schemas.microsoft.com/office/drawing/2014/main" id="{1FC3948E-8D8A-48DC-9C9B-F333572D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354461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747">
            <a:extLst xmlns:a="http://schemas.openxmlformats.org/drawingml/2006/main">
              <a:ext uri="{FF2B5EF4-FFF2-40B4-BE49-F238E27FC236}">
                <a16:creationId xmlns:a16="http://schemas.microsoft.com/office/drawing/2014/main" id="{7177CE4C-973A-4286-8C4D-71DF3A0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354458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58" name="path-748">
            <a:extLst xmlns:a="http://schemas.openxmlformats.org/drawingml/2006/main">
              <a:ext uri="{FF2B5EF4-FFF2-40B4-BE49-F238E27FC236}">
                <a16:creationId xmlns:a16="http://schemas.microsoft.com/office/drawing/2014/main" id="{D184A91A-5D54-4BDC-A46E-D4B5C6B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354461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749">
            <a:extLst xmlns:a="http://schemas.openxmlformats.org/drawingml/2006/main">
              <a:ext uri="{FF2B5EF4-FFF2-40B4-BE49-F238E27FC236}">
                <a16:creationId xmlns:a16="http://schemas.microsoft.com/office/drawing/2014/main" id="{03AE5653-CBEE-4750-A4B1-4F56C016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354458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60" name="path-750">
            <a:extLst xmlns:a="http://schemas.openxmlformats.org/drawingml/2006/main">
              <a:ext uri="{FF2B5EF4-FFF2-40B4-BE49-F238E27FC236}">
                <a16:creationId xmlns:a16="http://schemas.microsoft.com/office/drawing/2014/main" id="{5977CAC9-A337-423F-A072-110B93AA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3666270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751">
            <a:extLst xmlns:a="http://schemas.openxmlformats.org/drawingml/2006/main">
              <a:ext uri="{FF2B5EF4-FFF2-40B4-BE49-F238E27FC236}">
                <a16:creationId xmlns:a16="http://schemas.microsoft.com/office/drawing/2014/main" id="{3FF527C9-88E8-4D90-A125-AABCFA2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666244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62" name="path-752">
            <a:extLst xmlns:a="http://schemas.openxmlformats.org/drawingml/2006/main">
              <a:ext uri="{FF2B5EF4-FFF2-40B4-BE49-F238E27FC236}">
                <a16:creationId xmlns:a16="http://schemas.microsoft.com/office/drawing/2014/main" id="{5EFFA173-A405-4541-BBAA-FAD375CD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3666270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753">
            <a:extLst xmlns:a="http://schemas.openxmlformats.org/drawingml/2006/main">
              <a:ext uri="{FF2B5EF4-FFF2-40B4-BE49-F238E27FC236}">
                <a16:creationId xmlns:a16="http://schemas.microsoft.com/office/drawing/2014/main" id="{2FB4EFCC-CA35-4D2E-B5AF-5C0CA0ED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3666244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64" name="path-754">
            <a:extLst xmlns:a="http://schemas.openxmlformats.org/drawingml/2006/main">
              <a:ext uri="{FF2B5EF4-FFF2-40B4-BE49-F238E27FC236}">
                <a16:creationId xmlns:a16="http://schemas.microsoft.com/office/drawing/2014/main" id="{9101EE38-C936-4529-87A0-D95EA389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3666270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755">
            <a:extLst xmlns:a="http://schemas.openxmlformats.org/drawingml/2006/main">
              <a:ext uri="{FF2B5EF4-FFF2-40B4-BE49-F238E27FC236}">
                <a16:creationId xmlns:a16="http://schemas.microsoft.com/office/drawing/2014/main" id="{A20A2AFF-A5A7-4EA2-8663-8F965102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3666244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66" name="path-756">
            <a:extLst xmlns:a="http://schemas.openxmlformats.org/drawingml/2006/main">
              <a:ext uri="{FF2B5EF4-FFF2-40B4-BE49-F238E27FC236}">
                <a16:creationId xmlns:a16="http://schemas.microsoft.com/office/drawing/2014/main" id="{E59A7A01-8662-42D3-A0F8-C0339D57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342296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757">
            <a:extLst xmlns:a="http://schemas.openxmlformats.org/drawingml/2006/main">
              <a:ext uri="{FF2B5EF4-FFF2-40B4-BE49-F238E27FC236}">
                <a16:creationId xmlns:a16="http://schemas.microsoft.com/office/drawing/2014/main" id="{9B3691E1-AB5A-4593-9C4E-E94C6DE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3423026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68" name="path-758">
            <a:extLst xmlns:a="http://schemas.openxmlformats.org/drawingml/2006/main">
              <a:ext uri="{FF2B5EF4-FFF2-40B4-BE49-F238E27FC236}">
                <a16:creationId xmlns:a16="http://schemas.microsoft.com/office/drawing/2014/main" id="{D0215C7D-1EE7-4C95-9BAA-9B678EB0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354461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759">
            <a:extLst xmlns:a="http://schemas.openxmlformats.org/drawingml/2006/main">
              <a:ext uri="{FF2B5EF4-FFF2-40B4-BE49-F238E27FC236}">
                <a16:creationId xmlns:a16="http://schemas.microsoft.com/office/drawing/2014/main" id="{396C8E1D-07FE-47B6-9C97-5E0EAEB9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3544589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70" name="path-760">
            <a:extLst xmlns:a="http://schemas.openxmlformats.org/drawingml/2006/main">
              <a:ext uri="{FF2B5EF4-FFF2-40B4-BE49-F238E27FC236}">
                <a16:creationId xmlns:a16="http://schemas.microsoft.com/office/drawing/2014/main" id="{97223A18-3631-4533-AAB2-12134276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3666270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761">
            <a:extLst xmlns:a="http://schemas.openxmlformats.org/drawingml/2006/main">
              <a:ext uri="{FF2B5EF4-FFF2-40B4-BE49-F238E27FC236}">
                <a16:creationId xmlns:a16="http://schemas.microsoft.com/office/drawing/2014/main" id="{55308574-94D0-4AFC-8DED-AD7ED430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3666244"/>
            <a:ext cx="121567" cy="121658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72" name="path-762">
            <a:extLst xmlns:a="http://schemas.openxmlformats.org/drawingml/2006/main">
              <a:ext uri="{FF2B5EF4-FFF2-40B4-BE49-F238E27FC236}">
                <a16:creationId xmlns:a16="http://schemas.microsoft.com/office/drawing/2014/main" id="{5C3EACA5-F942-43CA-B2C7-CFE4EFD1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37878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63">
            <a:extLst xmlns:a="http://schemas.openxmlformats.org/drawingml/2006/main">
              <a:ext uri="{FF2B5EF4-FFF2-40B4-BE49-F238E27FC236}">
                <a16:creationId xmlns:a16="http://schemas.microsoft.com/office/drawing/2014/main" id="{CC8C4A2C-8080-4F7C-A070-713A9C1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787902"/>
            <a:ext cx="121652" cy="121649"/>
          </a:xfrm>
          <a:custGeom xmlns:a="http://schemas.openxmlformats.org/drawingml/2006/main">
            <a:pathLst>
              <a:path w="121652" h="121649">
                <a:moveTo>
                  <a:pt x="0" y="0"/>
                </a:moveTo>
                <a:lnTo>
                  <a:pt x="0" y="121649"/>
                </a:lnTo>
                <a:lnTo>
                  <a:pt x="121652" y="121649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74" name="path-764">
            <a:extLst xmlns:a="http://schemas.openxmlformats.org/drawingml/2006/main">
              <a:ext uri="{FF2B5EF4-FFF2-40B4-BE49-F238E27FC236}">
                <a16:creationId xmlns:a16="http://schemas.microsoft.com/office/drawing/2014/main" id="{D317C80C-4BF9-4582-9B6A-9385C26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37878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765">
            <a:extLst xmlns:a="http://schemas.openxmlformats.org/drawingml/2006/main">
              <a:ext uri="{FF2B5EF4-FFF2-40B4-BE49-F238E27FC236}">
                <a16:creationId xmlns:a16="http://schemas.microsoft.com/office/drawing/2014/main" id="{7095A8D7-4D18-4D13-A60F-20F35C62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3787902"/>
            <a:ext cx="121652" cy="121649"/>
          </a:xfrm>
          <a:custGeom xmlns:a="http://schemas.openxmlformats.org/drawingml/2006/main">
            <a:pathLst>
              <a:path w="121652" h="121649">
                <a:moveTo>
                  <a:pt x="0" y="0"/>
                </a:moveTo>
                <a:lnTo>
                  <a:pt x="0" y="121649"/>
                </a:lnTo>
                <a:lnTo>
                  <a:pt x="121652" y="121649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76" name="path-766">
            <a:extLst xmlns:a="http://schemas.openxmlformats.org/drawingml/2006/main">
              <a:ext uri="{FF2B5EF4-FFF2-40B4-BE49-F238E27FC236}">
                <a16:creationId xmlns:a16="http://schemas.microsoft.com/office/drawing/2014/main" id="{D42A0372-3914-4494-A587-EA2087AD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37878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767">
            <a:extLst xmlns:a="http://schemas.openxmlformats.org/drawingml/2006/main">
              <a:ext uri="{FF2B5EF4-FFF2-40B4-BE49-F238E27FC236}">
                <a16:creationId xmlns:a16="http://schemas.microsoft.com/office/drawing/2014/main" id="{830D12D2-7F26-4A26-ABB7-954A6620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3787902"/>
            <a:ext cx="121658" cy="121649"/>
          </a:xfrm>
          <a:custGeom xmlns:a="http://schemas.openxmlformats.org/drawingml/2006/main">
            <a:pathLst>
              <a:path w="121658" h="121649">
                <a:moveTo>
                  <a:pt x="0" y="0"/>
                </a:moveTo>
                <a:lnTo>
                  <a:pt x="0" y="121649"/>
                </a:lnTo>
                <a:lnTo>
                  <a:pt x="121658" y="121649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78" name="path-768">
            <a:extLst xmlns:a="http://schemas.openxmlformats.org/drawingml/2006/main">
              <a:ext uri="{FF2B5EF4-FFF2-40B4-BE49-F238E27FC236}">
                <a16:creationId xmlns:a16="http://schemas.microsoft.com/office/drawing/2014/main" id="{9D8998A1-6573-4D1B-AA01-77FFF83A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37878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769">
            <a:extLst xmlns:a="http://schemas.openxmlformats.org/drawingml/2006/main">
              <a:ext uri="{FF2B5EF4-FFF2-40B4-BE49-F238E27FC236}">
                <a16:creationId xmlns:a16="http://schemas.microsoft.com/office/drawing/2014/main" id="{1487E0EC-FDF0-486B-802D-A5F86D9D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3787902"/>
            <a:ext cx="121567" cy="121649"/>
          </a:xfrm>
          <a:custGeom xmlns:a="http://schemas.openxmlformats.org/drawingml/2006/main">
            <a:pathLst>
              <a:path w="121567" h="121649">
                <a:moveTo>
                  <a:pt x="0" y="0"/>
                </a:moveTo>
                <a:lnTo>
                  <a:pt x="0" y="121649"/>
                </a:lnTo>
                <a:lnTo>
                  <a:pt x="121567" y="121649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80" name="path-770">
            <a:extLst xmlns:a="http://schemas.openxmlformats.org/drawingml/2006/main">
              <a:ext uri="{FF2B5EF4-FFF2-40B4-BE49-F238E27FC236}">
                <a16:creationId xmlns:a16="http://schemas.microsoft.com/office/drawing/2014/main" id="{D8D553CE-8570-4B2A-ACEC-0841D0B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3422962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771">
            <a:extLst xmlns:a="http://schemas.openxmlformats.org/drawingml/2006/main">
              <a:ext uri="{FF2B5EF4-FFF2-40B4-BE49-F238E27FC236}">
                <a16:creationId xmlns:a16="http://schemas.microsoft.com/office/drawing/2014/main" id="{3BADDDFC-5847-49D6-A724-50AFF126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3423026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82" name="path-772">
            <a:extLst xmlns:a="http://schemas.openxmlformats.org/drawingml/2006/main">
              <a:ext uri="{FF2B5EF4-FFF2-40B4-BE49-F238E27FC236}">
                <a16:creationId xmlns:a16="http://schemas.microsoft.com/office/drawing/2014/main" id="{AF0185D8-0CEF-446F-BB0D-CEEA64CD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3544617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773">
            <a:extLst xmlns:a="http://schemas.openxmlformats.org/drawingml/2006/main">
              <a:ext uri="{FF2B5EF4-FFF2-40B4-BE49-F238E27FC236}">
                <a16:creationId xmlns:a16="http://schemas.microsoft.com/office/drawing/2014/main" id="{A97C6A9C-FB11-43AD-8100-987F2A8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354458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84" name="path-774">
            <a:extLst xmlns:a="http://schemas.openxmlformats.org/drawingml/2006/main">
              <a:ext uri="{FF2B5EF4-FFF2-40B4-BE49-F238E27FC236}">
                <a16:creationId xmlns:a16="http://schemas.microsoft.com/office/drawing/2014/main" id="{17EE51B8-FAD8-4B5A-838F-EB5EAF5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3666270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75">
            <a:extLst xmlns:a="http://schemas.openxmlformats.org/drawingml/2006/main">
              <a:ext uri="{FF2B5EF4-FFF2-40B4-BE49-F238E27FC236}">
                <a16:creationId xmlns:a16="http://schemas.microsoft.com/office/drawing/2014/main" id="{E62EE33C-00D7-40D5-84B3-BE2A7350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3666244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86" name="path-776">
            <a:extLst xmlns:a="http://schemas.openxmlformats.org/drawingml/2006/main">
              <a:ext uri="{FF2B5EF4-FFF2-40B4-BE49-F238E27FC236}">
                <a16:creationId xmlns:a16="http://schemas.microsoft.com/office/drawing/2014/main" id="{B91212FB-D0FD-430F-8B74-0CBDE3B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3787837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77">
            <a:extLst xmlns:a="http://schemas.openxmlformats.org/drawingml/2006/main">
              <a:ext uri="{FF2B5EF4-FFF2-40B4-BE49-F238E27FC236}">
                <a16:creationId xmlns:a16="http://schemas.microsoft.com/office/drawing/2014/main" id="{8C12BC84-A142-43CE-907D-93A8B2C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3787902"/>
            <a:ext cx="121652" cy="121649"/>
          </a:xfrm>
          <a:custGeom xmlns:a="http://schemas.openxmlformats.org/drawingml/2006/main">
            <a:pathLst>
              <a:path w="121652" h="121649">
                <a:moveTo>
                  <a:pt x="0" y="0"/>
                </a:moveTo>
                <a:lnTo>
                  <a:pt x="0" y="121649"/>
                </a:lnTo>
                <a:lnTo>
                  <a:pt x="121652" y="121649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88" name="path-778">
            <a:extLst xmlns:a="http://schemas.openxmlformats.org/drawingml/2006/main">
              <a:ext uri="{FF2B5EF4-FFF2-40B4-BE49-F238E27FC236}">
                <a16:creationId xmlns:a16="http://schemas.microsoft.com/office/drawing/2014/main" id="{F444A17D-C881-4CE5-8F15-5D11D0BA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3909492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79">
            <a:extLst xmlns:a="http://schemas.openxmlformats.org/drawingml/2006/main">
              <a:ext uri="{FF2B5EF4-FFF2-40B4-BE49-F238E27FC236}">
                <a16:creationId xmlns:a16="http://schemas.microsoft.com/office/drawing/2014/main" id="{C7E4F344-36FD-461A-A77A-D8D5350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909551"/>
            <a:ext cx="121652" cy="121570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90" name="path-780">
            <a:extLst xmlns:a="http://schemas.openxmlformats.org/drawingml/2006/main">
              <a:ext uri="{FF2B5EF4-FFF2-40B4-BE49-F238E27FC236}">
                <a16:creationId xmlns:a16="http://schemas.microsoft.com/office/drawing/2014/main" id="{D1659FEF-5AF6-42A8-B8CA-2C07620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3909492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781">
            <a:extLst xmlns:a="http://schemas.openxmlformats.org/drawingml/2006/main">
              <a:ext uri="{FF2B5EF4-FFF2-40B4-BE49-F238E27FC236}">
                <a16:creationId xmlns:a16="http://schemas.microsoft.com/office/drawing/2014/main" id="{76D58339-FE75-4837-87FB-0D1D210B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3909551"/>
            <a:ext cx="121652" cy="121570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92" name="path-782">
            <a:extLst xmlns:a="http://schemas.openxmlformats.org/drawingml/2006/main">
              <a:ext uri="{FF2B5EF4-FFF2-40B4-BE49-F238E27FC236}">
                <a16:creationId xmlns:a16="http://schemas.microsoft.com/office/drawing/2014/main" id="{FAF92F13-BBA2-497C-81BF-E378B14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3909492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783">
            <a:extLst xmlns:a="http://schemas.openxmlformats.org/drawingml/2006/main">
              <a:ext uri="{FF2B5EF4-FFF2-40B4-BE49-F238E27FC236}">
                <a16:creationId xmlns:a16="http://schemas.microsoft.com/office/drawing/2014/main" id="{11A10F0C-44FA-4C79-9B2A-783B65C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3909551"/>
            <a:ext cx="121658" cy="121570"/>
          </a:xfrm>
          <a:custGeom xmlns:a="http://schemas.openxmlformats.org/drawingml/2006/main">
            <a:pathLst>
              <a:path w="121658" h="121570">
                <a:moveTo>
                  <a:pt x="0" y="0"/>
                </a:moveTo>
                <a:lnTo>
                  <a:pt x="0" y="121570"/>
                </a:lnTo>
                <a:lnTo>
                  <a:pt x="121658" y="121570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94" name="path-784">
            <a:extLst xmlns:a="http://schemas.openxmlformats.org/drawingml/2006/main">
              <a:ext uri="{FF2B5EF4-FFF2-40B4-BE49-F238E27FC236}">
                <a16:creationId xmlns:a16="http://schemas.microsoft.com/office/drawing/2014/main" id="{F506BC52-DB3B-4884-9FC9-87C8A662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3909492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785">
            <a:extLst xmlns:a="http://schemas.openxmlformats.org/drawingml/2006/main">
              <a:ext uri="{FF2B5EF4-FFF2-40B4-BE49-F238E27FC236}">
                <a16:creationId xmlns:a16="http://schemas.microsoft.com/office/drawing/2014/main" id="{1D7B7530-A18E-4F66-8D73-A1B3E8C7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3909551"/>
            <a:ext cx="121567" cy="121570"/>
          </a:xfrm>
          <a:custGeom xmlns:a="http://schemas.openxmlformats.org/drawingml/2006/main">
            <a:pathLst>
              <a:path w="121567" h="121570">
                <a:moveTo>
                  <a:pt x="0" y="0"/>
                </a:moveTo>
                <a:lnTo>
                  <a:pt x="0" y="121570"/>
                </a:lnTo>
                <a:lnTo>
                  <a:pt x="121567" y="121570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96" name="path-786">
            <a:extLst xmlns:a="http://schemas.openxmlformats.org/drawingml/2006/main">
              <a:ext uri="{FF2B5EF4-FFF2-40B4-BE49-F238E27FC236}">
                <a16:creationId xmlns:a16="http://schemas.microsoft.com/office/drawing/2014/main" id="{E1CBC029-5CE5-440C-BBFA-B6C13CAA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3909492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787">
            <a:extLst xmlns:a="http://schemas.openxmlformats.org/drawingml/2006/main">
              <a:ext uri="{FF2B5EF4-FFF2-40B4-BE49-F238E27FC236}">
                <a16:creationId xmlns:a16="http://schemas.microsoft.com/office/drawing/2014/main" id="{662DE0AE-5396-49DE-9693-6D2D19E0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3909551"/>
            <a:ext cx="121652" cy="121570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798" name="path-788">
            <a:extLst xmlns:a="http://schemas.openxmlformats.org/drawingml/2006/main">
              <a:ext uri="{FF2B5EF4-FFF2-40B4-BE49-F238E27FC236}">
                <a16:creationId xmlns:a16="http://schemas.microsoft.com/office/drawing/2014/main" id="{441E470D-91FD-41B7-9B1E-3A723076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423026"/>
            <a:ext cx="191" cy="608095"/>
          </a:xfrm>
          <a:custGeom xmlns:a="http://schemas.openxmlformats.org/drawingml/2006/main">
            <a:pathLst>
              <a:path w="191" h="608095">
                <a:moveTo>
                  <a:pt x="0" y="0"/>
                </a:moveTo>
                <a:lnTo>
                  <a:pt x="0" y="608095"/>
                </a:lnTo>
                <a:lnTo>
                  <a:pt x="42" y="608095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799" name="path-789">
            <a:extLst xmlns:a="http://schemas.openxmlformats.org/drawingml/2006/main">
              <a:ext uri="{FF2B5EF4-FFF2-40B4-BE49-F238E27FC236}">
                <a16:creationId xmlns:a16="http://schemas.microsoft.com/office/drawing/2014/main" id="{20C5E416-CFF8-4ABE-8D32-8D376B9C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3423026"/>
            <a:ext cx="191" cy="191"/>
          </a:xfrm>
          <a:custGeom xmlns:a="http://schemas.openxmlformats.org/drawingml/2006/main">
            <a:pathLst>
              <a:path w="191" h="191">
                <a:moveTo>
                  <a:pt x="4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800" name="path-790">
            <a:extLst xmlns:a="http://schemas.openxmlformats.org/drawingml/2006/main">
              <a:ext uri="{FF2B5EF4-FFF2-40B4-BE49-F238E27FC236}">
                <a16:creationId xmlns:a16="http://schemas.microsoft.com/office/drawing/2014/main" id="{099A3AF5-327E-4DEF-B55E-91D42A64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629" y="3583455"/>
            <a:ext cx="277967" cy="274992"/>
          </a:xfrm>
          <a:custGeom xmlns:a="http://schemas.openxmlformats.org/drawingml/2006/main">
            <a:pathLst>
              <a:path w="277967" h="274992">
                <a:moveTo>
                  <a:pt x="0" y="0"/>
                </a:moveTo>
                <a:lnTo>
                  <a:pt x="277967" y="0"/>
                </a:lnTo>
                <a:lnTo>
                  <a:pt x="277967" y="274992"/>
                </a:lnTo>
                <a:lnTo>
                  <a:pt x="0" y="27499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792">
            <a:extLst xmlns:a="http://schemas.openxmlformats.org/drawingml/2006/main">
              <a:ext uri="{FF2B5EF4-FFF2-40B4-BE49-F238E27FC236}">
                <a16:creationId xmlns:a16="http://schemas.microsoft.com/office/drawing/2014/main" id="{731D3093-E6BF-4A06-B205-D6AC89C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91" y="3662739"/>
            <a:ext cx="80783" cy="88679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793">
            <a:extLst xmlns:a="http://schemas.openxmlformats.org/drawingml/2006/main">
              <a:ext uri="{FF2B5EF4-FFF2-40B4-BE49-F238E27FC236}">
                <a16:creationId xmlns:a16="http://schemas.microsoft.com/office/drawing/2014/main" id="{B4330661-8A32-4C3E-8911-3398D0FD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44" y="3689223"/>
            <a:ext cx="49124" cy="89621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794">
            <a:extLst xmlns:a="http://schemas.openxmlformats.org/drawingml/2006/main">
              <a:ext uri="{FF2B5EF4-FFF2-40B4-BE49-F238E27FC236}">
                <a16:creationId xmlns:a16="http://schemas.microsoft.com/office/drawing/2014/main" id="{3E97F1AC-589F-4AA3-B8C7-FE65D4FE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533803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795">
            <a:extLst xmlns:a="http://schemas.openxmlformats.org/drawingml/2006/main">
              <a:ext uri="{FF2B5EF4-FFF2-40B4-BE49-F238E27FC236}">
                <a16:creationId xmlns:a16="http://schemas.microsoft.com/office/drawing/2014/main" id="{BC7F7AFE-0B73-4965-965A-99B11AEE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338005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05" name="path-796">
            <a:extLst xmlns:a="http://schemas.openxmlformats.org/drawingml/2006/main">
              <a:ext uri="{FF2B5EF4-FFF2-40B4-BE49-F238E27FC236}">
                <a16:creationId xmlns:a16="http://schemas.microsoft.com/office/drawing/2014/main" id="{3D567DD6-7F1A-4570-906D-B715BCA5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5338032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797">
            <a:extLst xmlns:a="http://schemas.openxmlformats.org/drawingml/2006/main">
              <a:ext uri="{FF2B5EF4-FFF2-40B4-BE49-F238E27FC236}">
                <a16:creationId xmlns:a16="http://schemas.microsoft.com/office/drawing/2014/main" id="{EC1F6949-37CA-4424-9C8F-F0F8783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5338005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07" name="path-798">
            <a:extLst xmlns:a="http://schemas.openxmlformats.org/drawingml/2006/main">
              <a:ext uri="{FF2B5EF4-FFF2-40B4-BE49-F238E27FC236}">
                <a16:creationId xmlns:a16="http://schemas.microsoft.com/office/drawing/2014/main" id="{0FF361D3-F735-4E30-A118-6641E4BF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533803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path-799">
            <a:extLst xmlns:a="http://schemas.openxmlformats.org/drawingml/2006/main">
              <a:ext uri="{FF2B5EF4-FFF2-40B4-BE49-F238E27FC236}">
                <a16:creationId xmlns:a16="http://schemas.microsoft.com/office/drawing/2014/main" id="{2610E339-42E5-4108-9B4D-DEB12382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5338005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09" name="path-800">
            <a:extLst xmlns:a="http://schemas.openxmlformats.org/drawingml/2006/main">
              <a:ext uri="{FF2B5EF4-FFF2-40B4-BE49-F238E27FC236}">
                <a16:creationId xmlns:a16="http://schemas.microsoft.com/office/drawing/2014/main" id="{2AEFB2A6-8025-4314-9F27-48E60C27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54595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801">
            <a:extLst xmlns:a="http://schemas.openxmlformats.org/drawingml/2006/main">
              <a:ext uri="{FF2B5EF4-FFF2-40B4-BE49-F238E27FC236}">
                <a16:creationId xmlns:a16="http://schemas.microsoft.com/office/drawing/2014/main" id="{32D5D5F2-A180-4E9D-8AEA-412BF0A0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45966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11" name="path-802">
            <a:extLst xmlns:a="http://schemas.openxmlformats.org/drawingml/2006/main">
              <a:ext uri="{FF2B5EF4-FFF2-40B4-BE49-F238E27FC236}">
                <a16:creationId xmlns:a16="http://schemas.microsoft.com/office/drawing/2014/main" id="{7E6E5E1F-B026-4832-BD2D-F3664D6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5459598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803">
            <a:extLst xmlns:a="http://schemas.openxmlformats.org/drawingml/2006/main">
              <a:ext uri="{FF2B5EF4-FFF2-40B4-BE49-F238E27FC236}">
                <a16:creationId xmlns:a16="http://schemas.microsoft.com/office/drawing/2014/main" id="{96ED6594-A5C6-4745-9E43-808919E0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545966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13" name="path-804">
            <a:extLst xmlns:a="http://schemas.openxmlformats.org/drawingml/2006/main">
              <a:ext uri="{FF2B5EF4-FFF2-40B4-BE49-F238E27FC236}">
                <a16:creationId xmlns:a16="http://schemas.microsoft.com/office/drawing/2014/main" id="{62FAA72B-F279-4649-8364-41F9197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54595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805">
            <a:extLst xmlns:a="http://schemas.openxmlformats.org/drawingml/2006/main">
              <a:ext uri="{FF2B5EF4-FFF2-40B4-BE49-F238E27FC236}">
                <a16:creationId xmlns:a16="http://schemas.microsoft.com/office/drawing/2014/main" id="{B84AA8B6-DEC7-438F-BC7B-05C5FEDB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5459660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15" name="path-806">
            <a:extLst xmlns:a="http://schemas.openxmlformats.org/drawingml/2006/main">
              <a:ext uri="{FF2B5EF4-FFF2-40B4-BE49-F238E27FC236}">
                <a16:creationId xmlns:a16="http://schemas.microsoft.com/office/drawing/2014/main" id="{81946DF7-95A0-4394-98A0-A5F5F2F5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558125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807">
            <a:extLst xmlns:a="http://schemas.openxmlformats.org/drawingml/2006/main">
              <a:ext uri="{FF2B5EF4-FFF2-40B4-BE49-F238E27FC236}">
                <a16:creationId xmlns:a16="http://schemas.microsoft.com/office/drawing/2014/main" id="{44F14C31-7949-4CCE-9540-035A2CFD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581314"/>
            <a:ext cx="121658" cy="121567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17" name="path-808">
            <a:extLst xmlns:a="http://schemas.openxmlformats.org/drawingml/2006/main">
              <a:ext uri="{FF2B5EF4-FFF2-40B4-BE49-F238E27FC236}">
                <a16:creationId xmlns:a16="http://schemas.microsoft.com/office/drawing/2014/main" id="{998F1ACD-00B8-48FF-A74B-743ECD40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5581253"/>
            <a:ext cx="121630" cy="121630"/>
          </a:xfrm>
          <a:custGeom xmlns:a="http://schemas.openxmlformats.org/drawingml/2006/main">
            <a:pathLst>
              <a:path w="121630" h="121630">
                <a:moveTo>
                  <a:pt x="0" y="0"/>
                </a:moveTo>
                <a:lnTo>
                  <a:pt x="121630" y="0"/>
                </a:lnTo>
                <a:lnTo>
                  <a:pt x="121630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809">
            <a:extLst xmlns:a="http://schemas.openxmlformats.org/drawingml/2006/main">
              <a:ext uri="{FF2B5EF4-FFF2-40B4-BE49-F238E27FC236}">
                <a16:creationId xmlns:a16="http://schemas.microsoft.com/office/drawing/2014/main" id="{85BA6005-2173-4D23-A42D-6EEC0DB3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5581314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19" name="path-810">
            <a:extLst xmlns:a="http://schemas.openxmlformats.org/drawingml/2006/main">
              <a:ext uri="{FF2B5EF4-FFF2-40B4-BE49-F238E27FC236}">
                <a16:creationId xmlns:a16="http://schemas.microsoft.com/office/drawing/2014/main" id="{BD64960E-3263-46AB-98B1-1B02288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558125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811">
            <a:extLst xmlns:a="http://schemas.openxmlformats.org/drawingml/2006/main">
              <a:ext uri="{FF2B5EF4-FFF2-40B4-BE49-F238E27FC236}">
                <a16:creationId xmlns:a16="http://schemas.microsoft.com/office/drawing/2014/main" id="{67FDABD8-FE5C-438A-9BA6-EA8E11AD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5581314"/>
            <a:ext cx="121567" cy="121567"/>
          </a:xfrm>
          <a:custGeom xmlns:a="http://schemas.openxmlformats.org/drawingml/2006/main">
            <a:pathLst>
              <a:path w="121567" h="121567">
                <a:moveTo>
                  <a:pt x="0" y="0"/>
                </a:moveTo>
                <a:lnTo>
                  <a:pt x="0" y="121567"/>
                </a:lnTo>
                <a:lnTo>
                  <a:pt x="121567" y="121567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21" name="path-812">
            <a:extLst xmlns:a="http://schemas.openxmlformats.org/drawingml/2006/main">
              <a:ext uri="{FF2B5EF4-FFF2-40B4-BE49-F238E27FC236}">
                <a16:creationId xmlns:a16="http://schemas.microsoft.com/office/drawing/2014/main" id="{CE3812BB-E600-48C1-A5A7-ADD9CA17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533803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813">
            <a:extLst xmlns:a="http://schemas.openxmlformats.org/drawingml/2006/main">
              <a:ext uri="{FF2B5EF4-FFF2-40B4-BE49-F238E27FC236}">
                <a16:creationId xmlns:a16="http://schemas.microsoft.com/office/drawing/2014/main" id="{209178E7-5F94-45F1-B5D3-EA4DC2C5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5338005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23" name="path-814">
            <a:extLst xmlns:a="http://schemas.openxmlformats.org/drawingml/2006/main">
              <a:ext uri="{FF2B5EF4-FFF2-40B4-BE49-F238E27FC236}">
                <a16:creationId xmlns:a16="http://schemas.microsoft.com/office/drawing/2014/main" id="{6C94DEE3-35B5-4216-BAD1-471641EA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54595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815">
            <a:extLst xmlns:a="http://schemas.openxmlformats.org/drawingml/2006/main">
              <a:ext uri="{FF2B5EF4-FFF2-40B4-BE49-F238E27FC236}">
                <a16:creationId xmlns:a16="http://schemas.microsoft.com/office/drawing/2014/main" id="{27AAD05D-309A-41C9-A497-2F3566D7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545966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25" name="path-816">
            <a:extLst xmlns:a="http://schemas.openxmlformats.org/drawingml/2006/main">
              <a:ext uri="{FF2B5EF4-FFF2-40B4-BE49-F238E27FC236}">
                <a16:creationId xmlns:a16="http://schemas.microsoft.com/office/drawing/2014/main" id="{942EEB43-10CC-4012-88A0-42D4F75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558125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6" name="path-817">
            <a:extLst xmlns:a="http://schemas.openxmlformats.org/drawingml/2006/main">
              <a:ext uri="{FF2B5EF4-FFF2-40B4-BE49-F238E27FC236}">
                <a16:creationId xmlns:a16="http://schemas.microsoft.com/office/drawing/2014/main" id="{065C8014-B9F7-4C34-9A09-00942060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5581314"/>
            <a:ext cx="121658" cy="121567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27" name="path-818">
            <a:extLst xmlns:a="http://schemas.openxmlformats.org/drawingml/2006/main">
              <a:ext uri="{FF2B5EF4-FFF2-40B4-BE49-F238E27FC236}">
                <a16:creationId xmlns:a16="http://schemas.microsoft.com/office/drawing/2014/main" id="{69030F8C-3F02-4DAF-8028-289959A9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57029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819">
            <a:extLst xmlns:a="http://schemas.openxmlformats.org/drawingml/2006/main">
              <a:ext uri="{FF2B5EF4-FFF2-40B4-BE49-F238E27FC236}">
                <a16:creationId xmlns:a16="http://schemas.microsoft.com/office/drawing/2014/main" id="{0C778A05-ABFA-4BBE-AB21-8E3864D5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702881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29" name="path-820">
            <a:extLst xmlns:a="http://schemas.openxmlformats.org/drawingml/2006/main">
              <a:ext uri="{FF2B5EF4-FFF2-40B4-BE49-F238E27FC236}">
                <a16:creationId xmlns:a16="http://schemas.microsoft.com/office/drawing/2014/main" id="{EAC39832-4EEA-4818-9578-48410045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5702908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821">
            <a:extLst xmlns:a="http://schemas.openxmlformats.org/drawingml/2006/main">
              <a:ext uri="{FF2B5EF4-FFF2-40B4-BE49-F238E27FC236}">
                <a16:creationId xmlns:a16="http://schemas.microsoft.com/office/drawing/2014/main" id="{55AE5024-1661-457A-B74D-D7FA62C5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5702881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31" name="path-822">
            <a:extLst xmlns:a="http://schemas.openxmlformats.org/drawingml/2006/main">
              <a:ext uri="{FF2B5EF4-FFF2-40B4-BE49-F238E27FC236}">
                <a16:creationId xmlns:a16="http://schemas.microsoft.com/office/drawing/2014/main" id="{3A6F7B9F-FC11-443B-B42F-557899A8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57029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823">
            <a:extLst xmlns:a="http://schemas.openxmlformats.org/drawingml/2006/main">
              <a:ext uri="{FF2B5EF4-FFF2-40B4-BE49-F238E27FC236}">
                <a16:creationId xmlns:a16="http://schemas.microsoft.com/office/drawing/2014/main" id="{7AE17E23-7D9F-4FC8-A228-37081C6E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5702881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33" name="path-824">
            <a:extLst xmlns:a="http://schemas.openxmlformats.org/drawingml/2006/main">
              <a:ext uri="{FF2B5EF4-FFF2-40B4-BE49-F238E27FC236}">
                <a16:creationId xmlns:a16="http://schemas.microsoft.com/office/drawing/2014/main" id="{180ADE35-340F-481C-8DA3-BEE1021E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57029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825">
            <a:extLst xmlns:a="http://schemas.openxmlformats.org/drawingml/2006/main">
              <a:ext uri="{FF2B5EF4-FFF2-40B4-BE49-F238E27FC236}">
                <a16:creationId xmlns:a16="http://schemas.microsoft.com/office/drawing/2014/main" id="{7EBBADCE-5B3F-4348-A1E3-2918CE7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5702881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35" name="path-826">
            <a:extLst xmlns:a="http://schemas.openxmlformats.org/drawingml/2006/main">
              <a:ext uri="{FF2B5EF4-FFF2-40B4-BE49-F238E27FC236}">
                <a16:creationId xmlns:a16="http://schemas.microsoft.com/office/drawing/2014/main" id="{C18B19E7-5E25-42B1-BC94-C3B6B3EB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5338032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827">
            <a:extLst xmlns:a="http://schemas.openxmlformats.org/drawingml/2006/main">
              <a:ext uri="{FF2B5EF4-FFF2-40B4-BE49-F238E27FC236}">
                <a16:creationId xmlns:a16="http://schemas.microsoft.com/office/drawing/2014/main" id="{21DA61FF-4373-4189-BEDF-BB7C693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5338005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37" name="path-828">
            <a:extLst xmlns:a="http://schemas.openxmlformats.org/drawingml/2006/main">
              <a:ext uri="{FF2B5EF4-FFF2-40B4-BE49-F238E27FC236}">
                <a16:creationId xmlns:a16="http://schemas.microsoft.com/office/drawing/2014/main" id="{0C8780B0-23D9-4C02-AF1F-94FF7B94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54595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829">
            <a:extLst xmlns:a="http://schemas.openxmlformats.org/drawingml/2006/main">
              <a:ext uri="{FF2B5EF4-FFF2-40B4-BE49-F238E27FC236}">
                <a16:creationId xmlns:a16="http://schemas.microsoft.com/office/drawing/2014/main" id="{959F8773-87BD-4ABF-977B-50A6F009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545966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39" name="path-830">
            <a:extLst xmlns:a="http://schemas.openxmlformats.org/drawingml/2006/main">
              <a:ext uri="{FF2B5EF4-FFF2-40B4-BE49-F238E27FC236}">
                <a16:creationId xmlns:a16="http://schemas.microsoft.com/office/drawing/2014/main" id="{16C887B0-AF8A-438A-909A-32E6FBC4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558125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path-831">
            <a:extLst xmlns:a="http://schemas.openxmlformats.org/drawingml/2006/main">
              <a:ext uri="{FF2B5EF4-FFF2-40B4-BE49-F238E27FC236}">
                <a16:creationId xmlns:a16="http://schemas.microsoft.com/office/drawing/2014/main" id="{607B2843-91DA-4DDA-A19F-33B0FD2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5581314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41" name="path-832">
            <a:extLst xmlns:a="http://schemas.openxmlformats.org/drawingml/2006/main">
              <a:ext uri="{FF2B5EF4-FFF2-40B4-BE49-F238E27FC236}">
                <a16:creationId xmlns:a16="http://schemas.microsoft.com/office/drawing/2014/main" id="{587EF338-F064-4753-85BA-4278A990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570290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833">
            <a:extLst xmlns:a="http://schemas.openxmlformats.org/drawingml/2006/main">
              <a:ext uri="{FF2B5EF4-FFF2-40B4-BE49-F238E27FC236}">
                <a16:creationId xmlns:a16="http://schemas.microsoft.com/office/drawing/2014/main" id="{A9396B3B-4609-4AEF-81CA-67F01A0D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5702881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43" name="path-834">
            <a:extLst xmlns:a="http://schemas.openxmlformats.org/drawingml/2006/main">
              <a:ext uri="{FF2B5EF4-FFF2-40B4-BE49-F238E27FC236}">
                <a16:creationId xmlns:a16="http://schemas.microsoft.com/office/drawing/2014/main" id="{63F1D653-1B32-43E4-9793-6B68120D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582456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path-835">
            <a:extLst xmlns:a="http://schemas.openxmlformats.org/drawingml/2006/main">
              <a:ext uri="{FF2B5EF4-FFF2-40B4-BE49-F238E27FC236}">
                <a16:creationId xmlns:a16="http://schemas.microsoft.com/office/drawing/2014/main" id="{284ACADA-CB27-4C3D-8F65-3DC3139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824536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45" name="path-836">
            <a:extLst xmlns:a="http://schemas.openxmlformats.org/drawingml/2006/main">
              <a:ext uri="{FF2B5EF4-FFF2-40B4-BE49-F238E27FC236}">
                <a16:creationId xmlns:a16="http://schemas.microsoft.com/office/drawing/2014/main" id="{6836286D-999B-44CC-9E0A-50B59F92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5824563"/>
            <a:ext cx="121630" cy="121630"/>
          </a:xfrm>
          <a:custGeom xmlns:a="http://schemas.openxmlformats.org/drawingml/2006/main">
            <a:pathLst>
              <a:path w="121630" h="121630">
                <a:moveTo>
                  <a:pt x="0" y="0"/>
                </a:moveTo>
                <a:lnTo>
                  <a:pt x="121630" y="0"/>
                </a:lnTo>
                <a:lnTo>
                  <a:pt x="121630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path-837">
            <a:extLst xmlns:a="http://schemas.openxmlformats.org/drawingml/2006/main">
              <a:ext uri="{FF2B5EF4-FFF2-40B4-BE49-F238E27FC236}">
                <a16:creationId xmlns:a16="http://schemas.microsoft.com/office/drawing/2014/main" id="{B1D9D86E-96A7-403A-8781-6626C4D1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5824536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47" name="path-838">
            <a:extLst xmlns:a="http://schemas.openxmlformats.org/drawingml/2006/main">
              <a:ext uri="{FF2B5EF4-FFF2-40B4-BE49-F238E27FC236}">
                <a16:creationId xmlns:a16="http://schemas.microsoft.com/office/drawing/2014/main" id="{B5B902E2-8152-4299-8BB6-C0AE107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582456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839">
            <a:extLst xmlns:a="http://schemas.openxmlformats.org/drawingml/2006/main">
              <a:ext uri="{FF2B5EF4-FFF2-40B4-BE49-F238E27FC236}">
                <a16:creationId xmlns:a16="http://schemas.microsoft.com/office/drawing/2014/main" id="{0997566A-2E64-477D-8157-3F8ADF80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5824536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49" name="path-840">
            <a:extLst xmlns:a="http://schemas.openxmlformats.org/drawingml/2006/main">
              <a:ext uri="{FF2B5EF4-FFF2-40B4-BE49-F238E27FC236}">
                <a16:creationId xmlns:a16="http://schemas.microsoft.com/office/drawing/2014/main" id="{F9D6E6F6-33C6-48FC-B3F4-55C48E47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582456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path-841">
            <a:extLst xmlns:a="http://schemas.openxmlformats.org/drawingml/2006/main">
              <a:ext uri="{FF2B5EF4-FFF2-40B4-BE49-F238E27FC236}">
                <a16:creationId xmlns:a16="http://schemas.microsoft.com/office/drawing/2014/main" id="{E27788CF-9D73-44D1-8D4C-DDA7A6A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5824536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51" name="path-842">
            <a:extLst xmlns:a="http://schemas.openxmlformats.org/drawingml/2006/main">
              <a:ext uri="{FF2B5EF4-FFF2-40B4-BE49-F238E27FC236}">
                <a16:creationId xmlns:a16="http://schemas.microsoft.com/office/drawing/2014/main" id="{B29B9EBF-FF16-4ED5-9629-BAE8F547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5824563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843">
            <a:extLst xmlns:a="http://schemas.openxmlformats.org/drawingml/2006/main">
              <a:ext uri="{FF2B5EF4-FFF2-40B4-BE49-F238E27FC236}">
                <a16:creationId xmlns:a16="http://schemas.microsoft.com/office/drawing/2014/main" id="{AB99A3A2-9B83-44ED-AFE2-720908E7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5824536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53" name="path-844">
            <a:extLst xmlns:a="http://schemas.openxmlformats.org/drawingml/2006/main">
              <a:ext uri="{FF2B5EF4-FFF2-40B4-BE49-F238E27FC236}">
                <a16:creationId xmlns:a16="http://schemas.microsoft.com/office/drawing/2014/main" id="{4B6A31F1-F913-4E62-A9AD-98F2EB71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338005"/>
            <a:ext cx="191" cy="60818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31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854" name="path-845">
            <a:extLst xmlns:a="http://schemas.openxmlformats.org/drawingml/2006/main">
              <a:ext uri="{FF2B5EF4-FFF2-40B4-BE49-F238E27FC236}">
                <a16:creationId xmlns:a16="http://schemas.microsoft.com/office/drawing/2014/main" id="{116FAD13-9C3E-4564-85FF-0B0CE73B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5338005"/>
            <a:ext cx="608186" cy="608186"/>
          </a:xfrm>
          <a:custGeom xmlns:a="http://schemas.openxmlformats.org/drawingml/2006/main">
            <a:pathLst>
              <a:path w="608186" h="608186">
                <a:moveTo>
                  <a:pt x="608172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855" name="path-846">
            <a:extLst xmlns:a="http://schemas.openxmlformats.org/drawingml/2006/main">
              <a:ext uri="{FF2B5EF4-FFF2-40B4-BE49-F238E27FC236}">
                <a16:creationId xmlns:a16="http://schemas.microsoft.com/office/drawing/2014/main" id="{60781A0D-FC30-4ED8-9DC6-F075D626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5404884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path-847">
            <a:extLst xmlns:a="http://schemas.openxmlformats.org/drawingml/2006/main">
              <a:ext uri="{FF2B5EF4-FFF2-40B4-BE49-F238E27FC236}">
                <a16:creationId xmlns:a16="http://schemas.microsoft.com/office/drawing/2014/main" id="{5786337E-F07F-46AF-86AF-B91929E7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40485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57" name="path-848">
            <a:extLst xmlns:a="http://schemas.openxmlformats.org/drawingml/2006/main">
              <a:ext uri="{FF2B5EF4-FFF2-40B4-BE49-F238E27FC236}">
                <a16:creationId xmlns:a16="http://schemas.microsoft.com/office/drawing/2014/main" id="{93071003-C643-4FF2-9259-82388711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5404884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path-849">
            <a:extLst xmlns:a="http://schemas.openxmlformats.org/drawingml/2006/main">
              <a:ext uri="{FF2B5EF4-FFF2-40B4-BE49-F238E27FC236}">
                <a16:creationId xmlns:a16="http://schemas.microsoft.com/office/drawing/2014/main" id="{42A11530-8297-4122-9B58-6E893D02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540485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59" name="path-850">
            <a:extLst xmlns:a="http://schemas.openxmlformats.org/drawingml/2006/main">
              <a:ext uri="{FF2B5EF4-FFF2-40B4-BE49-F238E27FC236}">
                <a16:creationId xmlns:a16="http://schemas.microsoft.com/office/drawing/2014/main" id="{3A7F01FE-5BCF-4BA3-8E23-9FB03550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5404884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path-851">
            <a:extLst xmlns:a="http://schemas.openxmlformats.org/drawingml/2006/main">
              <a:ext uri="{FF2B5EF4-FFF2-40B4-BE49-F238E27FC236}">
                <a16:creationId xmlns:a16="http://schemas.microsoft.com/office/drawing/2014/main" id="{87318896-D3A0-4A4F-9DF9-07A917A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540485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61" name="path-852">
            <a:extLst xmlns:a="http://schemas.openxmlformats.org/drawingml/2006/main">
              <a:ext uri="{FF2B5EF4-FFF2-40B4-BE49-F238E27FC236}">
                <a16:creationId xmlns:a16="http://schemas.microsoft.com/office/drawing/2014/main" id="{788C110B-AACF-41B3-806F-8586ACDC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5526451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path-853">
            <a:extLst xmlns:a="http://schemas.openxmlformats.org/drawingml/2006/main">
              <a:ext uri="{FF2B5EF4-FFF2-40B4-BE49-F238E27FC236}">
                <a16:creationId xmlns:a16="http://schemas.microsoft.com/office/drawing/2014/main" id="{00AF4684-6C07-4B51-94AB-0519633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526513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63" name="path-854">
            <a:extLst xmlns:a="http://schemas.openxmlformats.org/drawingml/2006/main">
              <a:ext uri="{FF2B5EF4-FFF2-40B4-BE49-F238E27FC236}">
                <a16:creationId xmlns:a16="http://schemas.microsoft.com/office/drawing/2014/main" id="{F5CB0594-BADE-4472-BB72-DBB6EE9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5526451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path-855">
            <a:extLst xmlns:a="http://schemas.openxmlformats.org/drawingml/2006/main">
              <a:ext uri="{FF2B5EF4-FFF2-40B4-BE49-F238E27FC236}">
                <a16:creationId xmlns:a16="http://schemas.microsoft.com/office/drawing/2014/main" id="{824B1582-D6F0-4203-B98B-6033161E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5526513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65" name="path-856">
            <a:extLst xmlns:a="http://schemas.openxmlformats.org/drawingml/2006/main">
              <a:ext uri="{FF2B5EF4-FFF2-40B4-BE49-F238E27FC236}">
                <a16:creationId xmlns:a16="http://schemas.microsoft.com/office/drawing/2014/main" id="{D5746D4A-E6EE-4146-84EE-3D61569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5526451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path-857">
            <a:extLst xmlns:a="http://schemas.openxmlformats.org/drawingml/2006/main">
              <a:ext uri="{FF2B5EF4-FFF2-40B4-BE49-F238E27FC236}">
                <a16:creationId xmlns:a16="http://schemas.microsoft.com/office/drawing/2014/main" id="{FF9145EC-CA3E-4679-A185-CD0FA75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552651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67" name="path-858">
            <a:extLst xmlns:a="http://schemas.openxmlformats.org/drawingml/2006/main">
              <a:ext uri="{FF2B5EF4-FFF2-40B4-BE49-F238E27FC236}">
                <a16:creationId xmlns:a16="http://schemas.microsoft.com/office/drawing/2014/main" id="{0F990D1C-D222-495B-9211-4CE3966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564810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859">
            <a:extLst xmlns:a="http://schemas.openxmlformats.org/drawingml/2006/main">
              <a:ext uri="{FF2B5EF4-FFF2-40B4-BE49-F238E27FC236}">
                <a16:creationId xmlns:a16="http://schemas.microsoft.com/office/drawing/2014/main" id="{32A0CF31-30D6-4C29-9249-7509B322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648168"/>
            <a:ext cx="121658" cy="121567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69" name="path-860">
            <a:extLst xmlns:a="http://schemas.openxmlformats.org/drawingml/2006/main">
              <a:ext uri="{FF2B5EF4-FFF2-40B4-BE49-F238E27FC236}">
                <a16:creationId xmlns:a16="http://schemas.microsoft.com/office/drawing/2014/main" id="{7EAB4C96-49EE-475E-BCAF-F633516D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564810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path-861">
            <a:extLst xmlns:a="http://schemas.openxmlformats.org/drawingml/2006/main">
              <a:ext uri="{FF2B5EF4-FFF2-40B4-BE49-F238E27FC236}">
                <a16:creationId xmlns:a16="http://schemas.microsoft.com/office/drawing/2014/main" id="{102D7A1C-8750-47C4-8B13-5C4765C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5648168"/>
            <a:ext cx="121658" cy="121567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71" name="path-862">
            <a:extLst xmlns:a="http://schemas.openxmlformats.org/drawingml/2006/main">
              <a:ext uri="{FF2B5EF4-FFF2-40B4-BE49-F238E27FC236}">
                <a16:creationId xmlns:a16="http://schemas.microsoft.com/office/drawing/2014/main" id="{3DCFD8B2-22BE-4FE2-B0C9-31827821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564810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path-863">
            <a:extLst xmlns:a="http://schemas.openxmlformats.org/drawingml/2006/main">
              <a:ext uri="{FF2B5EF4-FFF2-40B4-BE49-F238E27FC236}">
                <a16:creationId xmlns:a16="http://schemas.microsoft.com/office/drawing/2014/main" id="{18CB2B0B-5D2E-4D7E-B3A6-5B30F903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5648168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73" name="path-864">
            <a:extLst xmlns:a="http://schemas.openxmlformats.org/drawingml/2006/main">
              <a:ext uri="{FF2B5EF4-FFF2-40B4-BE49-F238E27FC236}">
                <a16:creationId xmlns:a16="http://schemas.microsoft.com/office/drawing/2014/main" id="{47061FF0-1AD6-4D6E-A9F2-AA905ED7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5404884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path-865">
            <a:extLst xmlns:a="http://schemas.openxmlformats.org/drawingml/2006/main">
              <a:ext uri="{FF2B5EF4-FFF2-40B4-BE49-F238E27FC236}">
                <a16:creationId xmlns:a16="http://schemas.microsoft.com/office/drawing/2014/main" id="{63690AB3-401E-4144-B061-D5DA3B41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5404859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75" name="path-866">
            <a:extLst xmlns:a="http://schemas.openxmlformats.org/drawingml/2006/main">
              <a:ext uri="{FF2B5EF4-FFF2-40B4-BE49-F238E27FC236}">
                <a16:creationId xmlns:a16="http://schemas.microsoft.com/office/drawing/2014/main" id="{D2954B28-1E11-4543-ACB9-38163B1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5526451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867">
            <a:extLst xmlns:a="http://schemas.openxmlformats.org/drawingml/2006/main">
              <a:ext uri="{FF2B5EF4-FFF2-40B4-BE49-F238E27FC236}">
                <a16:creationId xmlns:a16="http://schemas.microsoft.com/office/drawing/2014/main" id="{CCA07B7D-02AE-405B-8DD5-C67C5AA6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5526513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77" name="path-868">
            <a:extLst xmlns:a="http://schemas.openxmlformats.org/drawingml/2006/main">
              <a:ext uri="{FF2B5EF4-FFF2-40B4-BE49-F238E27FC236}">
                <a16:creationId xmlns:a16="http://schemas.microsoft.com/office/drawing/2014/main" id="{17D76A5A-6230-4E58-BCAA-47FF7FE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564810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869">
            <a:extLst xmlns:a="http://schemas.openxmlformats.org/drawingml/2006/main">
              <a:ext uri="{FF2B5EF4-FFF2-40B4-BE49-F238E27FC236}">
                <a16:creationId xmlns:a16="http://schemas.microsoft.com/office/drawing/2014/main" id="{4AA43E00-B07C-4ABA-97A6-AAD5C4C0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5648168"/>
            <a:ext cx="121567" cy="121567"/>
          </a:xfrm>
          <a:custGeom xmlns:a="http://schemas.openxmlformats.org/drawingml/2006/main">
            <a:pathLst>
              <a:path w="121567" h="121567">
                <a:moveTo>
                  <a:pt x="0" y="0"/>
                </a:moveTo>
                <a:lnTo>
                  <a:pt x="0" y="121567"/>
                </a:lnTo>
                <a:lnTo>
                  <a:pt x="121567" y="121567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79" name="path-870">
            <a:extLst xmlns:a="http://schemas.openxmlformats.org/drawingml/2006/main">
              <a:ext uri="{FF2B5EF4-FFF2-40B4-BE49-F238E27FC236}">
                <a16:creationId xmlns:a16="http://schemas.microsoft.com/office/drawing/2014/main" id="{D0339736-B4AB-4A32-B969-73EA31FF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5769760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871">
            <a:extLst xmlns:a="http://schemas.openxmlformats.org/drawingml/2006/main">
              <a:ext uri="{FF2B5EF4-FFF2-40B4-BE49-F238E27FC236}">
                <a16:creationId xmlns:a16="http://schemas.microsoft.com/office/drawing/2014/main" id="{8A22A496-F9F2-455F-87E6-EE6EACFF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769735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81" name="path-872">
            <a:extLst xmlns:a="http://schemas.openxmlformats.org/drawingml/2006/main">
              <a:ext uri="{FF2B5EF4-FFF2-40B4-BE49-F238E27FC236}">
                <a16:creationId xmlns:a16="http://schemas.microsoft.com/office/drawing/2014/main" id="{59494CAE-BDFF-4A26-AF12-FA3FD5F4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5769760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873">
            <a:extLst xmlns:a="http://schemas.openxmlformats.org/drawingml/2006/main">
              <a:ext uri="{FF2B5EF4-FFF2-40B4-BE49-F238E27FC236}">
                <a16:creationId xmlns:a16="http://schemas.microsoft.com/office/drawing/2014/main" id="{970F662E-7E98-48E0-B13A-5AAA78B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5769735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83" name="path-874">
            <a:extLst xmlns:a="http://schemas.openxmlformats.org/drawingml/2006/main">
              <a:ext uri="{FF2B5EF4-FFF2-40B4-BE49-F238E27FC236}">
                <a16:creationId xmlns:a16="http://schemas.microsoft.com/office/drawing/2014/main" id="{87CAE29E-DC6F-439C-8C5F-B5F43ECB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5769760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875">
            <a:extLst xmlns:a="http://schemas.openxmlformats.org/drawingml/2006/main">
              <a:ext uri="{FF2B5EF4-FFF2-40B4-BE49-F238E27FC236}">
                <a16:creationId xmlns:a16="http://schemas.microsoft.com/office/drawing/2014/main" id="{484B971D-DCBA-48DA-8291-07818C7B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5769735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85" name="path-876">
            <a:extLst xmlns:a="http://schemas.openxmlformats.org/drawingml/2006/main">
              <a:ext uri="{FF2B5EF4-FFF2-40B4-BE49-F238E27FC236}">
                <a16:creationId xmlns:a16="http://schemas.microsoft.com/office/drawing/2014/main" id="{607DB82F-5F87-425E-A26B-AD285AEB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5769760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877">
            <a:extLst xmlns:a="http://schemas.openxmlformats.org/drawingml/2006/main">
              <a:ext uri="{FF2B5EF4-FFF2-40B4-BE49-F238E27FC236}">
                <a16:creationId xmlns:a16="http://schemas.microsoft.com/office/drawing/2014/main" id="{95878FF0-0744-4354-8C26-237C9AA9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5769735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87" name="path-878">
            <a:extLst xmlns:a="http://schemas.openxmlformats.org/drawingml/2006/main">
              <a:ext uri="{FF2B5EF4-FFF2-40B4-BE49-F238E27FC236}">
                <a16:creationId xmlns:a16="http://schemas.microsoft.com/office/drawing/2014/main" id="{D0EEB4B6-3D98-49C2-AB10-F69FD2B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5404884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879">
            <a:extLst xmlns:a="http://schemas.openxmlformats.org/drawingml/2006/main">
              <a:ext uri="{FF2B5EF4-FFF2-40B4-BE49-F238E27FC236}">
                <a16:creationId xmlns:a16="http://schemas.microsoft.com/office/drawing/2014/main" id="{157962D2-D668-435E-92B3-F1D2C45A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540485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89" name="path-880">
            <a:extLst xmlns:a="http://schemas.openxmlformats.org/drawingml/2006/main">
              <a:ext uri="{FF2B5EF4-FFF2-40B4-BE49-F238E27FC236}">
                <a16:creationId xmlns:a16="http://schemas.microsoft.com/office/drawing/2014/main" id="{9DB599C3-FA16-461E-9E0D-2642D2A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5526451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881">
            <a:extLst xmlns:a="http://schemas.openxmlformats.org/drawingml/2006/main">
              <a:ext uri="{FF2B5EF4-FFF2-40B4-BE49-F238E27FC236}">
                <a16:creationId xmlns:a16="http://schemas.microsoft.com/office/drawing/2014/main" id="{C9F50426-A948-4F57-B45A-EE2391C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552651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91" name="path-882">
            <a:extLst xmlns:a="http://schemas.openxmlformats.org/drawingml/2006/main">
              <a:ext uri="{FF2B5EF4-FFF2-40B4-BE49-F238E27FC236}">
                <a16:creationId xmlns:a16="http://schemas.microsoft.com/office/drawing/2014/main" id="{0A05DFED-217B-446A-9E8C-942A814D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5648106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83">
            <a:extLst xmlns:a="http://schemas.openxmlformats.org/drawingml/2006/main">
              <a:ext uri="{FF2B5EF4-FFF2-40B4-BE49-F238E27FC236}">
                <a16:creationId xmlns:a16="http://schemas.microsoft.com/office/drawing/2014/main" id="{5C260B77-D8F3-42C4-82B7-17723E1B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5648168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93" name="path-884">
            <a:extLst xmlns:a="http://schemas.openxmlformats.org/drawingml/2006/main">
              <a:ext uri="{FF2B5EF4-FFF2-40B4-BE49-F238E27FC236}">
                <a16:creationId xmlns:a16="http://schemas.microsoft.com/office/drawing/2014/main" id="{71DEF769-CFAD-496E-A42A-70D4D9A5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5769760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885">
            <a:extLst xmlns:a="http://schemas.openxmlformats.org/drawingml/2006/main">
              <a:ext uri="{FF2B5EF4-FFF2-40B4-BE49-F238E27FC236}">
                <a16:creationId xmlns:a16="http://schemas.microsoft.com/office/drawing/2014/main" id="{72B9563D-94AC-45E2-B9D7-EFB74C8C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5769735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95" name="path-886">
            <a:extLst xmlns:a="http://schemas.openxmlformats.org/drawingml/2006/main">
              <a:ext uri="{FF2B5EF4-FFF2-40B4-BE49-F238E27FC236}">
                <a16:creationId xmlns:a16="http://schemas.microsoft.com/office/drawing/2014/main" id="{32042D6F-EDE0-4079-B9DE-0C5364EC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589141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887">
            <a:extLst xmlns:a="http://schemas.openxmlformats.org/drawingml/2006/main">
              <a:ext uri="{FF2B5EF4-FFF2-40B4-BE49-F238E27FC236}">
                <a16:creationId xmlns:a16="http://schemas.microsoft.com/office/drawing/2014/main" id="{BAAED567-599B-42D5-9117-01150CC7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89139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97" name="path-888">
            <a:extLst xmlns:a="http://schemas.openxmlformats.org/drawingml/2006/main">
              <a:ext uri="{FF2B5EF4-FFF2-40B4-BE49-F238E27FC236}">
                <a16:creationId xmlns:a16="http://schemas.microsoft.com/office/drawing/2014/main" id="{CAACB867-FEDB-4916-A72E-BBE969C0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589141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889">
            <a:extLst xmlns:a="http://schemas.openxmlformats.org/drawingml/2006/main">
              <a:ext uri="{FF2B5EF4-FFF2-40B4-BE49-F238E27FC236}">
                <a16:creationId xmlns:a16="http://schemas.microsoft.com/office/drawing/2014/main" id="{23783CC6-3AF5-4229-B5D0-E117C1E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589139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899" name="path-890">
            <a:extLst xmlns:a="http://schemas.openxmlformats.org/drawingml/2006/main">
              <a:ext uri="{FF2B5EF4-FFF2-40B4-BE49-F238E27FC236}">
                <a16:creationId xmlns:a16="http://schemas.microsoft.com/office/drawing/2014/main" id="{C972897A-98E9-4F0C-8B79-0FCE604D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589141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891">
            <a:extLst xmlns:a="http://schemas.openxmlformats.org/drawingml/2006/main">
              <a:ext uri="{FF2B5EF4-FFF2-40B4-BE49-F238E27FC236}">
                <a16:creationId xmlns:a16="http://schemas.microsoft.com/office/drawing/2014/main" id="{313B6D51-778A-4001-9BF1-BC15460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589139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01" name="path-892">
            <a:extLst xmlns:a="http://schemas.openxmlformats.org/drawingml/2006/main">
              <a:ext uri="{FF2B5EF4-FFF2-40B4-BE49-F238E27FC236}">
                <a16:creationId xmlns:a16="http://schemas.microsoft.com/office/drawing/2014/main" id="{2667A678-4B9C-4D80-BE0A-D95D30D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589141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path-893">
            <a:extLst xmlns:a="http://schemas.openxmlformats.org/drawingml/2006/main">
              <a:ext uri="{FF2B5EF4-FFF2-40B4-BE49-F238E27FC236}">
                <a16:creationId xmlns:a16="http://schemas.microsoft.com/office/drawing/2014/main" id="{8AF42CFD-1025-4B7F-8B0B-1085498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5891390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03" name="path-894">
            <a:extLst xmlns:a="http://schemas.openxmlformats.org/drawingml/2006/main">
              <a:ext uri="{FF2B5EF4-FFF2-40B4-BE49-F238E27FC236}">
                <a16:creationId xmlns:a16="http://schemas.microsoft.com/office/drawing/2014/main" id="{1D7C5915-82FC-4A1F-B1DB-4CAFCA23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5891416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th-895">
            <a:extLst xmlns:a="http://schemas.openxmlformats.org/drawingml/2006/main">
              <a:ext uri="{FF2B5EF4-FFF2-40B4-BE49-F238E27FC236}">
                <a16:creationId xmlns:a16="http://schemas.microsoft.com/office/drawing/2014/main" id="{859911CD-6DC3-4A57-91C4-B7A33FF9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589139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05" name="path-896">
            <a:extLst xmlns:a="http://schemas.openxmlformats.org/drawingml/2006/main">
              <a:ext uri="{FF2B5EF4-FFF2-40B4-BE49-F238E27FC236}">
                <a16:creationId xmlns:a16="http://schemas.microsoft.com/office/drawing/2014/main" id="{4D133D58-10EB-4623-BB57-0E906382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404859"/>
            <a:ext cx="191" cy="60818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40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906" name="path-897">
            <a:extLst xmlns:a="http://schemas.openxmlformats.org/drawingml/2006/main">
              <a:ext uri="{FF2B5EF4-FFF2-40B4-BE49-F238E27FC236}">
                <a16:creationId xmlns:a16="http://schemas.microsoft.com/office/drawing/2014/main" id="{AC39524D-24E6-4A54-BCD7-2B3186A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6013045"/>
            <a:ext cx="608141" cy="191"/>
          </a:xfrm>
          <a:custGeom xmlns:a="http://schemas.openxmlformats.org/drawingml/2006/main">
            <a:pathLst>
              <a:path w="608141" h="191">
                <a:moveTo>
                  <a:pt x="0" y="0"/>
                </a:moveTo>
                <a:lnTo>
                  <a:pt x="60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907" name="path-898">
            <a:extLst xmlns:a="http://schemas.openxmlformats.org/drawingml/2006/main">
              <a:ext uri="{FF2B5EF4-FFF2-40B4-BE49-F238E27FC236}">
                <a16:creationId xmlns:a16="http://schemas.microsoft.com/office/drawing/2014/main" id="{16AB1C06-CE3D-42C4-AF28-2CB60CE6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5404859"/>
            <a:ext cx="608186" cy="608186"/>
          </a:xfrm>
          <a:custGeom xmlns:a="http://schemas.openxmlformats.org/drawingml/2006/main">
            <a:pathLst>
              <a:path w="608186" h="608186">
                <a:moveTo>
                  <a:pt x="608181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908" name="path-899">
            <a:extLst xmlns:a="http://schemas.openxmlformats.org/drawingml/2006/main">
              <a:ext uri="{FF2B5EF4-FFF2-40B4-BE49-F238E27FC236}">
                <a16:creationId xmlns:a16="http://schemas.microsoft.com/office/drawing/2014/main" id="{13997197-51FD-4895-9ACD-5144ED8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54717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900">
            <a:extLst xmlns:a="http://schemas.openxmlformats.org/drawingml/2006/main">
              <a:ext uri="{FF2B5EF4-FFF2-40B4-BE49-F238E27FC236}">
                <a16:creationId xmlns:a16="http://schemas.microsoft.com/office/drawing/2014/main" id="{1712CBB9-7026-4B7F-ACAA-FB2757BA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47171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10" name="path-901">
            <a:extLst xmlns:a="http://schemas.openxmlformats.org/drawingml/2006/main">
              <a:ext uri="{FF2B5EF4-FFF2-40B4-BE49-F238E27FC236}">
                <a16:creationId xmlns:a16="http://schemas.microsoft.com/office/drawing/2014/main" id="{F6141390-9CFE-4906-87C8-F287E80C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54717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902">
            <a:extLst xmlns:a="http://schemas.openxmlformats.org/drawingml/2006/main">
              <a:ext uri="{FF2B5EF4-FFF2-40B4-BE49-F238E27FC236}">
                <a16:creationId xmlns:a16="http://schemas.microsoft.com/office/drawing/2014/main" id="{2512CCD9-ADF7-462D-AAB6-D08D629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547171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12" name="path-903">
            <a:extLst xmlns:a="http://schemas.openxmlformats.org/drawingml/2006/main">
              <a:ext uri="{FF2B5EF4-FFF2-40B4-BE49-F238E27FC236}">
                <a16:creationId xmlns:a16="http://schemas.microsoft.com/office/drawing/2014/main" id="{0E56C692-C080-43EA-BB0C-007E7B40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54717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904">
            <a:extLst xmlns:a="http://schemas.openxmlformats.org/drawingml/2006/main">
              <a:ext uri="{FF2B5EF4-FFF2-40B4-BE49-F238E27FC236}">
                <a16:creationId xmlns:a16="http://schemas.microsoft.com/office/drawing/2014/main" id="{AD0499A9-CA58-430C-A5F2-77F4898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5471713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14" name="path-905">
            <a:extLst xmlns:a="http://schemas.openxmlformats.org/drawingml/2006/main">
              <a:ext uri="{FF2B5EF4-FFF2-40B4-BE49-F238E27FC236}">
                <a16:creationId xmlns:a16="http://schemas.microsoft.com/office/drawing/2014/main" id="{DF1235F0-A209-4CA5-A24E-56113B2E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559330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906">
            <a:extLst xmlns:a="http://schemas.openxmlformats.org/drawingml/2006/main">
              <a:ext uri="{FF2B5EF4-FFF2-40B4-BE49-F238E27FC236}">
                <a16:creationId xmlns:a16="http://schemas.microsoft.com/office/drawing/2014/main" id="{E0917213-6CB1-4531-91A2-C22429D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593367"/>
            <a:ext cx="121652" cy="121652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16" name="path-907">
            <a:extLst xmlns:a="http://schemas.openxmlformats.org/drawingml/2006/main">
              <a:ext uri="{FF2B5EF4-FFF2-40B4-BE49-F238E27FC236}">
                <a16:creationId xmlns:a16="http://schemas.microsoft.com/office/drawing/2014/main" id="{3DA386B8-1A93-4B0F-BF66-BAF23AD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559330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908">
            <a:extLst xmlns:a="http://schemas.openxmlformats.org/drawingml/2006/main">
              <a:ext uri="{FF2B5EF4-FFF2-40B4-BE49-F238E27FC236}">
                <a16:creationId xmlns:a16="http://schemas.microsoft.com/office/drawing/2014/main" id="{89ACA587-1A31-4EDF-BBDC-27D9241F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5593367"/>
            <a:ext cx="121652" cy="121652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18" name="path-909">
            <a:extLst xmlns:a="http://schemas.openxmlformats.org/drawingml/2006/main">
              <a:ext uri="{FF2B5EF4-FFF2-40B4-BE49-F238E27FC236}">
                <a16:creationId xmlns:a16="http://schemas.microsoft.com/office/drawing/2014/main" id="{032EA2B2-A1BA-465D-BB20-A60DBA5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559330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910">
            <a:extLst xmlns:a="http://schemas.openxmlformats.org/drawingml/2006/main">
              <a:ext uri="{FF2B5EF4-FFF2-40B4-BE49-F238E27FC236}">
                <a16:creationId xmlns:a16="http://schemas.microsoft.com/office/drawing/2014/main" id="{7338B30C-BF2F-4629-ADE9-E8A8AF3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5593367"/>
            <a:ext cx="121658" cy="121652"/>
          </a:xfrm>
          <a:custGeom xmlns:a="http://schemas.openxmlformats.org/drawingml/2006/main">
            <a:pathLst>
              <a:path w="121658" h="121652">
                <a:moveTo>
                  <a:pt x="0" y="0"/>
                </a:moveTo>
                <a:lnTo>
                  <a:pt x="0" y="121652"/>
                </a:lnTo>
                <a:lnTo>
                  <a:pt x="121658" y="121652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20" name="path-911">
            <a:extLst xmlns:a="http://schemas.openxmlformats.org/drawingml/2006/main">
              <a:ext uri="{FF2B5EF4-FFF2-40B4-BE49-F238E27FC236}">
                <a16:creationId xmlns:a16="http://schemas.microsoft.com/office/drawing/2014/main" id="{B2408151-8508-46B9-B944-11C57477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5714959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912">
            <a:extLst xmlns:a="http://schemas.openxmlformats.org/drawingml/2006/main">
              <a:ext uri="{FF2B5EF4-FFF2-40B4-BE49-F238E27FC236}">
                <a16:creationId xmlns:a16="http://schemas.microsoft.com/office/drawing/2014/main" id="{5508F095-752D-40B5-9FBF-DDDC7AFB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715019"/>
            <a:ext cx="121652" cy="121570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22" name="path-913">
            <a:extLst xmlns:a="http://schemas.openxmlformats.org/drawingml/2006/main">
              <a:ext uri="{FF2B5EF4-FFF2-40B4-BE49-F238E27FC236}">
                <a16:creationId xmlns:a16="http://schemas.microsoft.com/office/drawing/2014/main" id="{6E53A5DB-158C-4C97-8094-805234A7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5714959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914">
            <a:extLst xmlns:a="http://schemas.openxmlformats.org/drawingml/2006/main">
              <a:ext uri="{FF2B5EF4-FFF2-40B4-BE49-F238E27FC236}">
                <a16:creationId xmlns:a16="http://schemas.microsoft.com/office/drawing/2014/main" id="{868FD7F8-D452-445D-8CF5-45096089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5715019"/>
            <a:ext cx="121652" cy="121570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24" name="path-915">
            <a:extLst xmlns:a="http://schemas.openxmlformats.org/drawingml/2006/main">
              <a:ext uri="{FF2B5EF4-FFF2-40B4-BE49-F238E27FC236}">
                <a16:creationId xmlns:a16="http://schemas.microsoft.com/office/drawing/2014/main" id="{DA3156E8-B51D-4358-AF2D-FABBAFB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5714959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916">
            <a:extLst xmlns:a="http://schemas.openxmlformats.org/drawingml/2006/main">
              <a:ext uri="{FF2B5EF4-FFF2-40B4-BE49-F238E27FC236}">
                <a16:creationId xmlns:a16="http://schemas.microsoft.com/office/drawing/2014/main" id="{D22C3A49-0401-4F4B-9578-FA7BA3A4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5715019"/>
            <a:ext cx="121658" cy="121570"/>
          </a:xfrm>
          <a:custGeom xmlns:a="http://schemas.openxmlformats.org/drawingml/2006/main">
            <a:pathLst>
              <a:path w="121658" h="121570">
                <a:moveTo>
                  <a:pt x="0" y="0"/>
                </a:moveTo>
                <a:lnTo>
                  <a:pt x="0" y="121570"/>
                </a:lnTo>
                <a:lnTo>
                  <a:pt x="121658" y="121570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26" name="path-917">
            <a:extLst xmlns:a="http://schemas.openxmlformats.org/drawingml/2006/main">
              <a:ext uri="{FF2B5EF4-FFF2-40B4-BE49-F238E27FC236}">
                <a16:creationId xmlns:a16="http://schemas.microsoft.com/office/drawing/2014/main" id="{BCBBEA17-DE6A-4569-B90B-AF5AB880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5471737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918">
            <a:extLst xmlns:a="http://schemas.openxmlformats.org/drawingml/2006/main">
              <a:ext uri="{FF2B5EF4-FFF2-40B4-BE49-F238E27FC236}">
                <a16:creationId xmlns:a16="http://schemas.microsoft.com/office/drawing/2014/main" id="{9AB32E3B-515B-4011-89CF-3631C68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5471713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28" name="path-919">
            <a:extLst xmlns:a="http://schemas.openxmlformats.org/drawingml/2006/main">
              <a:ext uri="{FF2B5EF4-FFF2-40B4-BE49-F238E27FC236}">
                <a16:creationId xmlns:a16="http://schemas.microsoft.com/office/drawing/2014/main" id="{0C8EE783-C369-4D63-B7B4-98CEAFF8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559330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920">
            <a:extLst xmlns:a="http://schemas.openxmlformats.org/drawingml/2006/main">
              <a:ext uri="{FF2B5EF4-FFF2-40B4-BE49-F238E27FC236}">
                <a16:creationId xmlns:a16="http://schemas.microsoft.com/office/drawing/2014/main" id="{1DD46816-A365-464D-950B-17394161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5593367"/>
            <a:ext cx="121567" cy="121652"/>
          </a:xfrm>
          <a:custGeom xmlns:a="http://schemas.openxmlformats.org/drawingml/2006/main">
            <a:pathLst>
              <a:path w="121567" h="121652">
                <a:moveTo>
                  <a:pt x="0" y="0"/>
                </a:moveTo>
                <a:lnTo>
                  <a:pt x="0" y="121652"/>
                </a:lnTo>
                <a:lnTo>
                  <a:pt x="121567" y="121652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30" name="path-921">
            <a:extLst xmlns:a="http://schemas.openxmlformats.org/drawingml/2006/main">
              <a:ext uri="{FF2B5EF4-FFF2-40B4-BE49-F238E27FC236}">
                <a16:creationId xmlns:a16="http://schemas.microsoft.com/office/drawing/2014/main" id="{490F2237-357F-45E9-881D-66A653E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5714959"/>
            <a:ext cx="121629" cy="121630"/>
          </a:xfrm>
          <a:custGeom xmlns:a="http://schemas.openxmlformats.org/drawingml/2006/main">
            <a:pathLst>
              <a:path w="121629" h="121630">
                <a:moveTo>
                  <a:pt x="0" y="0"/>
                </a:moveTo>
                <a:lnTo>
                  <a:pt x="121629" y="0"/>
                </a:lnTo>
                <a:lnTo>
                  <a:pt x="121629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922">
            <a:extLst xmlns:a="http://schemas.openxmlformats.org/drawingml/2006/main">
              <a:ext uri="{FF2B5EF4-FFF2-40B4-BE49-F238E27FC236}">
                <a16:creationId xmlns:a16="http://schemas.microsoft.com/office/drawing/2014/main" id="{5AA10E48-EB9A-4618-A418-31C38001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5715019"/>
            <a:ext cx="121567" cy="121570"/>
          </a:xfrm>
          <a:custGeom xmlns:a="http://schemas.openxmlformats.org/drawingml/2006/main">
            <a:pathLst>
              <a:path w="121567" h="121570">
                <a:moveTo>
                  <a:pt x="0" y="0"/>
                </a:moveTo>
                <a:lnTo>
                  <a:pt x="0" y="121570"/>
                </a:lnTo>
                <a:lnTo>
                  <a:pt x="121567" y="121570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32" name="path-923">
            <a:extLst xmlns:a="http://schemas.openxmlformats.org/drawingml/2006/main">
              <a:ext uri="{FF2B5EF4-FFF2-40B4-BE49-F238E27FC236}">
                <a16:creationId xmlns:a16="http://schemas.microsoft.com/office/drawing/2014/main" id="{ECC5C75E-5335-4F44-85F1-42F9F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5836614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924">
            <a:extLst xmlns:a="http://schemas.openxmlformats.org/drawingml/2006/main">
              <a:ext uri="{FF2B5EF4-FFF2-40B4-BE49-F238E27FC236}">
                <a16:creationId xmlns:a16="http://schemas.microsoft.com/office/drawing/2014/main" id="{ECCBC3D6-EFA3-4603-A44E-DF3C4EE4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83658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34" name="path-925">
            <a:extLst xmlns:a="http://schemas.openxmlformats.org/drawingml/2006/main">
              <a:ext uri="{FF2B5EF4-FFF2-40B4-BE49-F238E27FC236}">
                <a16:creationId xmlns:a16="http://schemas.microsoft.com/office/drawing/2014/main" id="{DC476521-92F8-4D81-AA2A-D283661D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5836614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926">
            <a:extLst xmlns:a="http://schemas.openxmlformats.org/drawingml/2006/main">
              <a:ext uri="{FF2B5EF4-FFF2-40B4-BE49-F238E27FC236}">
                <a16:creationId xmlns:a16="http://schemas.microsoft.com/office/drawing/2014/main" id="{01884269-DC2C-4B85-804F-2B6DD335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583658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36" name="path-927">
            <a:extLst xmlns:a="http://schemas.openxmlformats.org/drawingml/2006/main">
              <a:ext uri="{FF2B5EF4-FFF2-40B4-BE49-F238E27FC236}">
                <a16:creationId xmlns:a16="http://schemas.microsoft.com/office/drawing/2014/main" id="{6D4783A1-4C73-4D25-A48D-9363B71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5836614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928">
            <a:extLst xmlns:a="http://schemas.openxmlformats.org/drawingml/2006/main">
              <a:ext uri="{FF2B5EF4-FFF2-40B4-BE49-F238E27FC236}">
                <a16:creationId xmlns:a16="http://schemas.microsoft.com/office/drawing/2014/main" id="{DCDCD89E-E741-41ED-9FD3-9AA7121D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583658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38" name="path-929">
            <a:extLst xmlns:a="http://schemas.openxmlformats.org/drawingml/2006/main">
              <a:ext uri="{FF2B5EF4-FFF2-40B4-BE49-F238E27FC236}">
                <a16:creationId xmlns:a16="http://schemas.microsoft.com/office/drawing/2014/main" id="{D5CEEADB-A27F-4769-9D28-9745D51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5836614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930">
            <a:extLst xmlns:a="http://schemas.openxmlformats.org/drawingml/2006/main">
              <a:ext uri="{FF2B5EF4-FFF2-40B4-BE49-F238E27FC236}">
                <a16:creationId xmlns:a16="http://schemas.microsoft.com/office/drawing/2014/main" id="{8B44516B-3B24-4338-A4C6-26C7D70D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5836589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40" name="path-931">
            <a:extLst xmlns:a="http://schemas.openxmlformats.org/drawingml/2006/main">
              <a:ext uri="{FF2B5EF4-FFF2-40B4-BE49-F238E27FC236}">
                <a16:creationId xmlns:a16="http://schemas.microsoft.com/office/drawing/2014/main" id="{7566CAD5-458F-40E8-8FD5-8701283C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5471737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932">
            <a:extLst xmlns:a="http://schemas.openxmlformats.org/drawingml/2006/main">
              <a:ext uri="{FF2B5EF4-FFF2-40B4-BE49-F238E27FC236}">
                <a16:creationId xmlns:a16="http://schemas.microsoft.com/office/drawing/2014/main" id="{3D277CB3-FD75-4C51-BABD-01EF0DA3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5471713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42" name="path-933">
            <a:extLst xmlns:a="http://schemas.openxmlformats.org/drawingml/2006/main">
              <a:ext uri="{FF2B5EF4-FFF2-40B4-BE49-F238E27FC236}">
                <a16:creationId xmlns:a16="http://schemas.microsoft.com/office/drawing/2014/main" id="{E22E0972-1E64-4406-8A39-17AA62BB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5593305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934">
            <a:extLst xmlns:a="http://schemas.openxmlformats.org/drawingml/2006/main">
              <a:ext uri="{FF2B5EF4-FFF2-40B4-BE49-F238E27FC236}">
                <a16:creationId xmlns:a16="http://schemas.microsoft.com/office/drawing/2014/main" id="{210AE0A0-0CD9-484E-855C-D8E240DC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5593367"/>
            <a:ext cx="121652" cy="121652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44" name="path-935">
            <a:extLst xmlns:a="http://schemas.openxmlformats.org/drawingml/2006/main">
              <a:ext uri="{FF2B5EF4-FFF2-40B4-BE49-F238E27FC236}">
                <a16:creationId xmlns:a16="http://schemas.microsoft.com/office/drawing/2014/main" id="{78371C71-4874-41A0-8CB2-04E62A15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5714959"/>
            <a:ext cx="121628" cy="121630"/>
          </a:xfrm>
          <a:custGeom xmlns:a="http://schemas.openxmlformats.org/drawingml/2006/main">
            <a:pathLst>
              <a:path w="121628" h="121630">
                <a:moveTo>
                  <a:pt x="0" y="0"/>
                </a:moveTo>
                <a:lnTo>
                  <a:pt x="121628" y="0"/>
                </a:lnTo>
                <a:lnTo>
                  <a:pt x="121628" y="121630"/>
                </a:lnTo>
                <a:lnTo>
                  <a:pt x="0" y="12163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936">
            <a:extLst xmlns:a="http://schemas.openxmlformats.org/drawingml/2006/main">
              <a:ext uri="{FF2B5EF4-FFF2-40B4-BE49-F238E27FC236}">
                <a16:creationId xmlns:a16="http://schemas.microsoft.com/office/drawing/2014/main" id="{3A40A136-D9B0-48CB-BF76-EB8AEBA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5715019"/>
            <a:ext cx="121652" cy="121570"/>
          </a:xfrm>
          <a:custGeom xmlns:a="http://schemas.openxmlformats.org/drawingml/2006/main">
            <a:pathLst>
              <a:path w="121652" h="121570">
                <a:moveTo>
                  <a:pt x="0" y="0"/>
                </a:moveTo>
                <a:lnTo>
                  <a:pt x="0" y="121570"/>
                </a:lnTo>
                <a:lnTo>
                  <a:pt x="121652" y="121570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46" name="path-937">
            <a:extLst xmlns:a="http://schemas.openxmlformats.org/drawingml/2006/main">
              <a:ext uri="{FF2B5EF4-FFF2-40B4-BE49-F238E27FC236}">
                <a16:creationId xmlns:a16="http://schemas.microsoft.com/office/drawing/2014/main" id="{ED76999D-B58B-49FF-A633-3DE446AB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5836614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938">
            <a:extLst xmlns:a="http://schemas.openxmlformats.org/drawingml/2006/main">
              <a:ext uri="{FF2B5EF4-FFF2-40B4-BE49-F238E27FC236}">
                <a16:creationId xmlns:a16="http://schemas.microsoft.com/office/drawing/2014/main" id="{619B689E-389E-45C2-8E4F-814D024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583658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48" name="path-939">
            <a:extLst xmlns:a="http://schemas.openxmlformats.org/drawingml/2006/main">
              <a:ext uri="{FF2B5EF4-FFF2-40B4-BE49-F238E27FC236}">
                <a16:creationId xmlns:a16="http://schemas.microsoft.com/office/drawing/2014/main" id="{7DEF2187-A5A2-414F-8A47-A4D7110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595826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940">
            <a:extLst xmlns:a="http://schemas.openxmlformats.org/drawingml/2006/main">
              <a:ext uri="{FF2B5EF4-FFF2-40B4-BE49-F238E27FC236}">
                <a16:creationId xmlns:a16="http://schemas.microsoft.com/office/drawing/2014/main" id="{33DD863A-8844-4C56-865E-37AEDBAB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958244"/>
            <a:ext cx="121652" cy="121652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50" name="path-941">
            <a:extLst xmlns:a="http://schemas.openxmlformats.org/drawingml/2006/main">
              <a:ext uri="{FF2B5EF4-FFF2-40B4-BE49-F238E27FC236}">
                <a16:creationId xmlns:a16="http://schemas.microsoft.com/office/drawing/2014/main" id="{AB904AF6-6D13-4E21-AA53-E155CD1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595826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942">
            <a:extLst xmlns:a="http://schemas.openxmlformats.org/drawingml/2006/main">
              <a:ext uri="{FF2B5EF4-FFF2-40B4-BE49-F238E27FC236}">
                <a16:creationId xmlns:a16="http://schemas.microsoft.com/office/drawing/2014/main" id="{0E064539-236F-43A9-B59F-72A91201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5958244"/>
            <a:ext cx="121652" cy="121652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52" name="path-943">
            <a:extLst xmlns:a="http://schemas.openxmlformats.org/drawingml/2006/main">
              <a:ext uri="{FF2B5EF4-FFF2-40B4-BE49-F238E27FC236}">
                <a16:creationId xmlns:a16="http://schemas.microsoft.com/office/drawing/2014/main" id="{FF16BA5B-362C-4E6D-BDD4-01D50C21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595826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944">
            <a:extLst xmlns:a="http://schemas.openxmlformats.org/drawingml/2006/main">
              <a:ext uri="{FF2B5EF4-FFF2-40B4-BE49-F238E27FC236}">
                <a16:creationId xmlns:a16="http://schemas.microsoft.com/office/drawing/2014/main" id="{D5D77782-2602-4A2E-8681-832F5C9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5958244"/>
            <a:ext cx="121658" cy="121652"/>
          </a:xfrm>
          <a:custGeom xmlns:a="http://schemas.openxmlformats.org/drawingml/2006/main">
            <a:pathLst>
              <a:path w="121658" h="121652">
                <a:moveTo>
                  <a:pt x="0" y="0"/>
                </a:moveTo>
                <a:lnTo>
                  <a:pt x="0" y="121652"/>
                </a:lnTo>
                <a:lnTo>
                  <a:pt x="121658" y="121652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54" name="path-945">
            <a:extLst xmlns:a="http://schemas.openxmlformats.org/drawingml/2006/main">
              <a:ext uri="{FF2B5EF4-FFF2-40B4-BE49-F238E27FC236}">
                <a16:creationId xmlns:a16="http://schemas.microsoft.com/office/drawing/2014/main" id="{E75ED685-2631-4BAD-9CE9-27238EDB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595826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946">
            <a:extLst xmlns:a="http://schemas.openxmlformats.org/drawingml/2006/main">
              <a:ext uri="{FF2B5EF4-FFF2-40B4-BE49-F238E27FC236}">
                <a16:creationId xmlns:a16="http://schemas.microsoft.com/office/drawing/2014/main" id="{263C5593-18E5-4779-B27E-E292A25B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5958244"/>
            <a:ext cx="121567" cy="121652"/>
          </a:xfrm>
          <a:custGeom xmlns:a="http://schemas.openxmlformats.org/drawingml/2006/main">
            <a:pathLst>
              <a:path w="121567" h="121652">
                <a:moveTo>
                  <a:pt x="0" y="0"/>
                </a:moveTo>
                <a:lnTo>
                  <a:pt x="0" y="121652"/>
                </a:lnTo>
                <a:lnTo>
                  <a:pt x="121567" y="121652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56" name="path-947">
            <a:extLst xmlns:a="http://schemas.openxmlformats.org/drawingml/2006/main">
              <a:ext uri="{FF2B5EF4-FFF2-40B4-BE49-F238E27FC236}">
                <a16:creationId xmlns:a16="http://schemas.microsoft.com/office/drawing/2014/main" id="{5C00F6A5-7792-4516-8CF4-3DDCDD9C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5958268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948">
            <a:extLst xmlns:a="http://schemas.openxmlformats.org/drawingml/2006/main">
              <a:ext uri="{FF2B5EF4-FFF2-40B4-BE49-F238E27FC236}">
                <a16:creationId xmlns:a16="http://schemas.microsoft.com/office/drawing/2014/main" id="{C915E0A8-4731-4C84-98EF-3BDF86F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5958244"/>
            <a:ext cx="121652" cy="121652"/>
          </a:xfrm>
          <a:custGeom xmlns:a="http://schemas.openxmlformats.org/drawingml/2006/main">
            <a:pathLst>
              <a:path w="121652" h="121652">
                <a:moveTo>
                  <a:pt x="0" y="0"/>
                </a:moveTo>
                <a:lnTo>
                  <a:pt x="0" y="121652"/>
                </a:lnTo>
                <a:lnTo>
                  <a:pt x="121652" y="121652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958" name="path-949">
            <a:extLst xmlns:a="http://schemas.openxmlformats.org/drawingml/2006/main">
              <a:ext uri="{FF2B5EF4-FFF2-40B4-BE49-F238E27FC236}">
                <a16:creationId xmlns:a16="http://schemas.microsoft.com/office/drawing/2014/main" id="{80FA58FD-23C8-471D-AE3A-57AC8BD2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471713"/>
            <a:ext cx="191" cy="608183"/>
          </a:xfrm>
          <a:custGeom xmlns:a="http://schemas.openxmlformats.org/drawingml/2006/main">
            <a:pathLst>
              <a:path w="191" h="608183">
                <a:moveTo>
                  <a:pt x="0" y="0"/>
                </a:moveTo>
                <a:lnTo>
                  <a:pt x="0" y="608183"/>
                </a:lnTo>
                <a:lnTo>
                  <a:pt x="42" y="608183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959" name="path-950">
            <a:extLst xmlns:a="http://schemas.openxmlformats.org/drawingml/2006/main">
              <a:ext uri="{FF2B5EF4-FFF2-40B4-BE49-F238E27FC236}">
                <a16:creationId xmlns:a16="http://schemas.microsoft.com/office/drawing/2014/main" id="{74059697-417D-449B-AE54-D994BC35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5471713"/>
            <a:ext cx="608138" cy="191"/>
          </a:xfrm>
          <a:custGeom xmlns:a="http://schemas.openxmlformats.org/drawingml/2006/main">
            <a:pathLst>
              <a:path w="608138" h="191">
                <a:moveTo>
                  <a:pt x="6081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960" name="path-951">
            <a:extLst xmlns:a="http://schemas.openxmlformats.org/drawingml/2006/main">
              <a:ext uri="{FF2B5EF4-FFF2-40B4-BE49-F238E27FC236}">
                <a16:creationId xmlns:a16="http://schemas.microsoft.com/office/drawing/2014/main" id="{CADCD7CE-BC81-45FC-B206-A9476ED0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5471713"/>
            <a:ext cx="191" cy="191"/>
          </a:xfrm>
          <a:custGeom xmlns:a="http://schemas.openxmlformats.org/drawingml/2006/main">
            <a:pathLst>
              <a:path w="191" h="191">
                <a:moveTo>
                  <a:pt x="4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961" name="path-952">
            <a:extLst xmlns:a="http://schemas.openxmlformats.org/drawingml/2006/main">
              <a:ext uri="{FF2B5EF4-FFF2-40B4-BE49-F238E27FC236}">
                <a16:creationId xmlns:a16="http://schemas.microsoft.com/office/drawing/2014/main" id="{988BAEC7-F308-4411-AC86-B649F08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70" y="5630560"/>
            <a:ext cx="277967" cy="274991"/>
          </a:xfrm>
          <a:custGeom xmlns:a="http://schemas.openxmlformats.org/drawingml/2006/main">
            <a:pathLst>
              <a:path w="277967" h="274991">
                <a:moveTo>
                  <a:pt x="0" y="0"/>
                </a:moveTo>
                <a:lnTo>
                  <a:pt x="277967" y="0"/>
                </a:lnTo>
                <a:lnTo>
                  <a:pt x="277967" y="274991"/>
                </a:lnTo>
                <a:lnTo>
                  <a:pt x="0" y="27499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path-954">
            <a:extLst xmlns:a="http://schemas.openxmlformats.org/drawingml/2006/main">
              <a:ext uri="{FF2B5EF4-FFF2-40B4-BE49-F238E27FC236}">
                <a16:creationId xmlns:a16="http://schemas.microsoft.com/office/drawing/2014/main" id="{FBADB54E-2C47-410C-BC49-56340B9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028" y="5709904"/>
            <a:ext cx="80783" cy="88679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55">
            <a:extLst xmlns:a="http://schemas.openxmlformats.org/drawingml/2006/main">
              <a:ext uri="{FF2B5EF4-FFF2-40B4-BE49-F238E27FC236}">
                <a16:creationId xmlns:a16="http://schemas.microsoft.com/office/drawing/2014/main" id="{D02DCC06-FD77-4733-9084-1C4C0187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973" y="5736388"/>
            <a:ext cx="59652" cy="89621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path-956">
            <a:extLst xmlns:a="http://schemas.openxmlformats.org/drawingml/2006/main">
              <a:ext uri="{FF2B5EF4-FFF2-40B4-BE49-F238E27FC236}">
                <a16:creationId xmlns:a16="http://schemas.microsoft.com/office/drawing/2014/main" id="{CC8EB6D3-C7DD-428D-B3A1-F519846B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001" y="1607088"/>
            <a:ext cx="810681" cy="191"/>
          </a:xfrm>
          <a:custGeom xmlns:a="http://schemas.openxmlformats.org/drawingml/2006/main">
            <a:pathLst>
              <a:path w="810681" h="191">
                <a:moveTo>
                  <a:pt x="0" y="0"/>
                </a:moveTo>
                <a:lnTo>
                  <a:pt x="810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65" name="path-957">
            <a:extLst xmlns:a="http://schemas.openxmlformats.org/drawingml/2006/main">
              <a:ext uri="{FF2B5EF4-FFF2-40B4-BE49-F238E27FC236}">
                <a16:creationId xmlns:a16="http://schemas.microsoft.com/office/drawing/2014/main" id="{F155F5FF-96B7-4C57-A113-C6E9DDD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35" y="1578061"/>
            <a:ext cx="77408" cy="58056"/>
          </a:xfrm>
          <a:custGeom xmlns:a="http://schemas.openxmlformats.org/drawingml/2006/main">
            <a:pathLst>
              <a:path w="77408" h="58056">
                <a:moveTo>
                  <a:pt x="77408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8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path-958">
            <a:extLst xmlns:a="http://schemas.openxmlformats.org/drawingml/2006/main">
              <a:ext uri="{FF2B5EF4-FFF2-40B4-BE49-F238E27FC236}">
                <a16:creationId xmlns:a16="http://schemas.microsoft.com/office/drawing/2014/main" id="{B3630795-1839-4658-AE17-0108C2A1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650" y="1578060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32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67" name="path-959">
            <a:extLst xmlns:a="http://schemas.openxmlformats.org/drawingml/2006/main">
              <a:ext uri="{FF2B5EF4-FFF2-40B4-BE49-F238E27FC236}">
                <a16:creationId xmlns:a16="http://schemas.microsoft.com/office/drawing/2014/main" id="{81653203-E85E-4084-ACCA-CE76F33E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997" y="1490420"/>
            <a:ext cx="614928" cy="242107"/>
          </a:xfrm>
          <a:custGeom xmlns:a="http://schemas.openxmlformats.org/drawingml/2006/main">
            <a:pathLst>
              <a:path w="614928" h="242107">
                <a:moveTo>
                  <a:pt x="0" y="0"/>
                </a:moveTo>
                <a:lnTo>
                  <a:pt x="614928" y="0"/>
                </a:lnTo>
                <a:lnTo>
                  <a:pt x="614928" y="242107"/>
                </a:lnTo>
                <a:lnTo>
                  <a:pt x="0" y="2421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960">
            <a:extLst xmlns:a="http://schemas.openxmlformats.org/drawingml/2006/main">
              <a:ext uri="{FF2B5EF4-FFF2-40B4-BE49-F238E27FC236}">
                <a16:creationId xmlns:a16="http://schemas.microsoft.com/office/drawing/2014/main" id="{ABF197C1-2BA8-4D98-9821-5EACD48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964" y="1490450"/>
            <a:ext cx="614953" cy="242077"/>
          </a:xfrm>
          <a:custGeom xmlns:a="http://schemas.openxmlformats.org/drawingml/2006/main">
            <a:pathLst>
              <a:path w="614953" h="242077">
                <a:moveTo>
                  <a:pt x="0" y="0"/>
                </a:moveTo>
                <a:lnTo>
                  <a:pt x="0" y="242077"/>
                </a:lnTo>
                <a:lnTo>
                  <a:pt x="614953" y="242077"/>
                </a:lnTo>
                <a:lnTo>
                  <a:pt x="6149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0000"/>
            </a:solidFill>
            <a:prstDash val="solid"/>
          </a:ln>
        </p:spPr>
      </p:sp>
      <p:sp>
        <p:nvSpPr>
          <p:cNvPr id="969" name="text-961 Initialize">
            <a:extLst xmlns:a="http://schemas.openxmlformats.org/drawingml/2006/main">
              <a:ext uri="{FF2B5EF4-FFF2-40B4-BE49-F238E27FC236}">
                <a16:creationId xmlns:a16="http://schemas.microsoft.com/office/drawing/2014/main" id="{7326A77E-0759-405A-8064-4CDD5AD9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6266" y="1516744"/>
            <a:ext cx="533854" cy="19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Initialize</a:t>
            </a:r>
          </a:p>
        </p:txBody>
      </p:sp>
      <p:sp>
        <p:nvSpPr>
          <p:cNvPr id="970" name="path-962">
            <a:extLst xmlns:a="http://schemas.openxmlformats.org/drawingml/2006/main">
              <a:ext uri="{FF2B5EF4-FFF2-40B4-BE49-F238E27FC236}">
                <a16:creationId xmlns:a16="http://schemas.microsoft.com/office/drawing/2014/main" id="{15233BE6-AF3A-41C5-8AEB-28314FB8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551" y="2097664"/>
            <a:ext cx="191" cy="1005081"/>
          </a:xfrm>
          <a:custGeom xmlns:a="http://schemas.openxmlformats.org/drawingml/2006/main">
            <a:pathLst>
              <a:path w="191" h="1005081">
                <a:moveTo>
                  <a:pt x="0" y="0"/>
                </a:moveTo>
                <a:lnTo>
                  <a:pt x="0" y="100508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71" name="path-963">
            <a:extLst xmlns:a="http://schemas.openxmlformats.org/drawingml/2006/main">
              <a:ext uri="{FF2B5EF4-FFF2-40B4-BE49-F238E27FC236}">
                <a16:creationId xmlns:a16="http://schemas.microsoft.com/office/drawing/2014/main" id="{8C0B99AF-CD5D-41D6-B5AD-9942CA9E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544" y="3073717"/>
            <a:ext cx="58057" cy="77409"/>
          </a:xfrm>
          <a:custGeom xmlns:a="http://schemas.openxmlformats.org/drawingml/2006/main">
            <a:pathLst>
              <a:path w="58057" h="77409">
                <a:moveTo>
                  <a:pt x="29029" y="77409"/>
                </a:moveTo>
                <a:lnTo>
                  <a:pt x="58057" y="0"/>
                </a:lnTo>
                <a:lnTo>
                  <a:pt x="29029" y="29030"/>
                </a:lnTo>
                <a:lnTo>
                  <a:pt x="0" y="0"/>
                </a:lnTo>
                <a:lnTo>
                  <a:pt x="29029" y="77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64">
            <a:extLst xmlns:a="http://schemas.openxmlformats.org/drawingml/2006/main">
              <a:ext uri="{FF2B5EF4-FFF2-40B4-BE49-F238E27FC236}">
                <a16:creationId xmlns:a16="http://schemas.microsoft.com/office/drawing/2014/main" id="{5D779ADA-2251-4064-931D-EB44398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525" y="3073716"/>
            <a:ext cx="58057" cy="77411"/>
          </a:xfrm>
          <a:custGeom xmlns:a="http://schemas.openxmlformats.org/drawingml/2006/main">
            <a:pathLst>
              <a:path w="58057" h="77411">
                <a:moveTo>
                  <a:pt x="29026" y="77411"/>
                </a:moveTo>
                <a:lnTo>
                  <a:pt x="58057" y="0"/>
                </a:lnTo>
                <a:lnTo>
                  <a:pt x="29026" y="29029"/>
                </a:lnTo>
                <a:lnTo>
                  <a:pt x="0" y="0"/>
                </a:lnTo>
                <a:lnTo>
                  <a:pt x="29026" y="7741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73" name="path-965">
            <a:extLst xmlns:a="http://schemas.openxmlformats.org/drawingml/2006/main">
              <a:ext uri="{FF2B5EF4-FFF2-40B4-BE49-F238E27FC236}">
                <a16:creationId xmlns:a16="http://schemas.microsoft.com/office/drawing/2014/main" id="{870B9EE2-9B77-40D5-A7AC-B83157B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441" y="2867090"/>
            <a:ext cx="941838" cy="790361"/>
          </a:xfrm>
          <a:custGeom xmlns:a="http://schemas.openxmlformats.org/drawingml/2006/main">
            <a:pathLst>
              <a:path w="941838" h="790361">
                <a:moveTo>
                  <a:pt x="0" y="790361"/>
                </a:moveTo>
                <a:lnTo>
                  <a:pt x="218155" y="790361"/>
                </a:lnTo>
                <a:cubicBezTo>
                  <a:pt x="257032" y="790361"/>
                  <a:pt x="288523" y="758866"/>
                  <a:pt x="288523" y="719987"/>
                </a:cubicBezTo>
                <a:lnTo>
                  <a:pt x="288523" y="70371"/>
                </a:lnTo>
                <a:cubicBezTo>
                  <a:pt x="288523" y="31491"/>
                  <a:pt x="320014" y="0"/>
                  <a:pt x="358897" y="0"/>
                </a:cubicBezTo>
                <a:lnTo>
                  <a:pt x="9418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74" name="path-966">
            <a:extLst xmlns:a="http://schemas.openxmlformats.org/drawingml/2006/main">
              <a:ext uri="{FF2B5EF4-FFF2-40B4-BE49-F238E27FC236}">
                <a16:creationId xmlns:a16="http://schemas.microsoft.com/office/drawing/2014/main" id="{217D1E52-BFD9-48F2-8E35-23984CF0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248" y="2838061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29"/>
                </a:moveTo>
                <a:lnTo>
                  <a:pt x="0" y="0"/>
                </a:lnTo>
                <a:lnTo>
                  <a:pt x="29028" y="29029"/>
                </a:lnTo>
                <a:lnTo>
                  <a:pt x="0" y="58057"/>
                </a:lnTo>
                <a:lnTo>
                  <a:pt x="77408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path-967">
            <a:extLst xmlns:a="http://schemas.openxmlformats.org/drawingml/2006/main">
              <a:ext uri="{FF2B5EF4-FFF2-40B4-BE49-F238E27FC236}">
                <a16:creationId xmlns:a16="http://schemas.microsoft.com/office/drawing/2014/main" id="{14478893-7E43-49B6-9B21-48B8CFB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247" y="2838064"/>
            <a:ext cx="77408" cy="58051"/>
          </a:xfrm>
          <a:custGeom xmlns:a="http://schemas.openxmlformats.org/drawingml/2006/main">
            <a:pathLst>
              <a:path w="77408" h="58051">
                <a:moveTo>
                  <a:pt x="77408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1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76" name="path-969">
            <a:extLst xmlns:a="http://schemas.openxmlformats.org/drawingml/2006/main">
              <a:ext uri="{FF2B5EF4-FFF2-40B4-BE49-F238E27FC236}">
                <a16:creationId xmlns:a16="http://schemas.microsoft.com/office/drawing/2014/main" id="{2CB50426-6FCA-4AFD-939A-B33EC2F5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015" y="2635063"/>
            <a:ext cx="96205" cy="175476"/>
          </a:xfrm>
          <a:custGeom xmlns:a="http://schemas.openxmlformats.org/drawingml/2006/main">
            <a:pathLst>
              <a:path w="96205" h="175476">
                <a:moveTo>
                  <a:pt x="60538" y="58884"/>
                </a:moveTo>
                <a:lnTo>
                  <a:pt x="77118" y="58884"/>
                </a:lnTo>
                <a:cubicBezTo>
                  <a:pt x="80975" y="58884"/>
                  <a:pt x="82902" y="58884"/>
                  <a:pt x="82902" y="55027"/>
                </a:cubicBezTo>
                <a:cubicBezTo>
                  <a:pt x="82902" y="52906"/>
                  <a:pt x="80975" y="52906"/>
                  <a:pt x="77697" y="52906"/>
                </a:cubicBezTo>
                <a:lnTo>
                  <a:pt x="61694" y="52906"/>
                </a:lnTo>
                <a:lnTo>
                  <a:pt x="65745" y="30872"/>
                </a:lnTo>
                <a:cubicBezTo>
                  <a:pt x="66515" y="26812"/>
                  <a:pt x="69213" y="13121"/>
                  <a:pt x="70372" y="10805"/>
                </a:cubicBezTo>
                <a:cubicBezTo>
                  <a:pt x="72105" y="7140"/>
                  <a:pt x="75385" y="4242"/>
                  <a:pt x="79433" y="4242"/>
                </a:cubicBezTo>
                <a:cubicBezTo>
                  <a:pt x="80204" y="4242"/>
                  <a:pt x="85217" y="4242"/>
                  <a:pt x="88879" y="7719"/>
                </a:cubicBezTo>
                <a:cubicBezTo>
                  <a:pt x="80395" y="8493"/>
                  <a:pt x="78468" y="15239"/>
                  <a:pt x="78468" y="18131"/>
                </a:cubicBezTo>
                <a:cubicBezTo>
                  <a:pt x="78468" y="22567"/>
                  <a:pt x="81940" y="24879"/>
                  <a:pt x="85602" y="24879"/>
                </a:cubicBezTo>
                <a:cubicBezTo>
                  <a:pt x="90615" y="24879"/>
                  <a:pt x="96205" y="20637"/>
                  <a:pt x="96205" y="13312"/>
                </a:cubicBezTo>
                <a:cubicBezTo>
                  <a:pt x="96205" y="4436"/>
                  <a:pt x="87338" y="0"/>
                  <a:pt x="79433" y="0"/>
                </a:cubicBezTo>
                <a:cubicBezTo>
                  <a:pt x="72879" y="0"/>
                  <a:pt x="60732" y="3471"/>
                  <a:pt x="54948" y="22567"/>
                </a:cubicBezTo>
                <a:cubicBezTo>
                  <a:pt x="53789" y="26621"/>
                  <a:pt x="53212" y="28554"/>
                  <a:pt x="48585" y="52906"/>
                </a:cubicBezTo>
                <a:lnTo>
                  <a:pt x="35282" y="52906"/>
                </a:lnTo>
                <a:cubicBezTo>
                  <a:pt x="31619" y="52906"/>
                  <a:pt x="29498" y="52906"/>
                  <a:pt x="29498" y="56572"/>
                </a:cubicBezTo>
                <a:cubicBezTo>
                  <a:pt x="29498" y="58884"/>
                  <a:pt x="31234" y="58884"/>
                  <a:pt x="34896" y="58884"/>
                </a:cubicBezTo>
                <a:lnTo>
                  <a:pt x="47620" y="58884"/>
                </a:lnTo>
                <a:lnTo>
                  <a:pt x="33161" y="134996"/>
                </a:lnTo>
                <a:cubicBezTo>
                  <a:pt x="29689" y="153689"/>
                  <a:pt x="26412" y="171237"/>
                  <a:pt x="16386" y="171237"/>
                </a:cubicBezTo>
                <a:cubicBezTo>
                  <a:pt x="15615" y="171237"/>
                  <a:pt x="10797" y="171237"/>
                  <a:pt x="7134" y="167762"/>
                </a:cubicBezTo>
                <a:cubicBezTo>
                  <a:pt x="16001" y="167183"/>
                  <a:pt x="17736" y="160243"/>
                  <a:pt x="17736" y="157351"/>
                </a:cubicBezTo>
                <a:cubicBezTo>
                  <a:pt x="17736" y="152918"/>
                  <a:pt x="14268" y="150603"/>
                  <a:pt x="10602" y="150603"/>
                </a:cubicBezTo>
                <a:cubicBezTo>
                  <a:pt x="5590" y="150603"/>
                  <a:pt x="0" y="154845"/>
                  <a:pt x="0" y="162170"/>
                </a:cubicBezTo>
                <a:cubicBezTo>
                  <a:pt x="0" y="170851"/>
                  <a:pt x="8484" y="175476"/>
                  <a:pt x="16386" y="175476"/>
                </a:cubicBezTo>
                <a:cubicBezTo>
                  <a:pt x="26992" y="175476"/>
                  <a:pt x="34702" y="164100"/>
                  <a:pt x="38174" y="156772"/>
                </a:cubicBezTo>
                <a:cubicBezTo>
                  <a:pt x="44343" y="144631"/>
                  <a:pt x="48779" y="121316"/>
                  <a:pt x="48970" y="119966"/>
                </a:cubicBezTo>
                <a:lnTo>
                  <a:pt x="60538" y="58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ath-970">
            <a:extLst xmlns:a="http://schemas.openxmlformats.org/drawingml/2006/main">
              <a:ext uri="{FF2B5EF4-FFF2-40B4-BE49-F238E27FC236}">
                <a16:creationId xmlns:a16="http://schemas.microsoft.com/office/drawing/2014/main" id="{C5989B1D-7885-4A0C-9DAA-2599AC38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674" y="2740361"/>
            <a:ext cx="48451" cy="59439"/>
          </a:xfrm>
          <a:custGeom xmlns:a="http://schemas.openxmlformats.org/drawingml/2006/main">
            <a:pathLst>
              <a:path w="48451" h="59439">
                <a:moveTo>
                  <a:pt x="0" y="1485"/>
                </a:moveTo>
                <a:lnTo>
                  <a:pt x="0" y="6347"/>
                </a:lnTo>
                <a:lnTo>
                  <a:pt x="1890" y="6347"/>
                </a:lnTo>
                <a:cubicBezTo>
                  <a:pt x="6073" y="6347"/>
                  <a:pt x="10121" y="6752"/>
                  <a:pt x="10121" y="13103"/>
                </a:cubicBezTo>
                <a:lnTo>
                  <a:pt x="10121" y="49042"/>
                </a:lnTo>
                <a:cubicBezTo>
                  <a:pt x="10121" y="54448"/>
                  <a:pt x="6884" y="54582"/>
                  <a:pt x="0" y="54582"/>
                </a:cubicBezTo>
                <a:lnTo>
                  <a:pt x="0" y="59439"/>
                </a:lnTo>
                <a:lnTo>
                  <a:pt x="33066" y="59439"/>
                </a:lnTo>
                <a:lnTo>
                  <a:pt x="33066" y="54582"/>
                </a:lnTo>
                <a:cubicBezTo>
                  <a:pt x="31581" y="54582"/>
                  <a:pt x="29961" y="54718"/>
                  <a:pt x="28476" y="54718"/>
                </a:cubicBezTo>
                <a:cubicBezTo>
                  <a:pt x="24024" y="54718"/>
                  <a:pt x="20379" y="54042"/>
                  <a:pt x="20379" y="49178"/>
                </a:cubicBezTo>
                <a:lnTo>
                  <a:pt x="20379" y="38639"/>
                </a:lnTo>
                <a:cubicBezTo>
                  <a:pt x="20379" y="36071"/>
                  <a:pt x="20245" y="33369"/>
                  <a:pt x="20245" y="30803"/>
                </a:cubicBezTo>
                <a:cubicBezTo>
                  <a:pt x="20245" y="20128"/>
                  <a:pt x="23754" y="3781"/>
                  <a:pt x="38464" y="3781"/>
                </a:cubicBezTo>
                <a:lnTo>
                  <a:pt x="38464" y="3915"/>
                </a:lnTo>
                <a:cubicBezTo>
                  <a:pt x="36845" y="4860"/>
                  <a:pt x="36169" y="6752"/>
                  <a:pt x="36169" y="8643"/>
                </a:cubicBezTo>
                <a:cubicBezTo>
                  <a:pt x="36169" y="12426"/>
                  <a:pt x="39003" y="14858"/>
                  <a:pt x="42378" y="14858"/>
                </a:cubicBezTo>
                <a:cubicBezTo>
                  <a:pt x="46021" y="14858"/>
                  <a:pt x="48451" y="11886"/>
                  <a:pt x="48451" y="8915"/>
                </a:cubicBezTo>
                <a:cubicBezTo>
                  <a:pt x="48451" y="3105"/>
                  <a:pt x="43052" y="0"/>
                  <a:pt x="37788" y="0"/>
                </a:cubicBezTo>
                <a:cubicBezTo>
                  <a:pt x="29151" y="0"/>
                  <a:pt x="21324" y="7428"/>
                  <a:pt x="19569" y="14858"/>
                </a:cubicBezTo>
                <a:lnTo>
                  <a:pt x="19434" y="0"/>
                </a:lnTo>
                <a:lnTo>
                  <a:pt x="12687" y="542"/>
                </a:lnTo>
                <a:lnTo>
                  <a:pt x="0" y="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path-971">
            <a:extLst xmlns:a="http://schemas.openxmlformats.org/drawingml/2006/main">
              <a:ext uri="{FF2B5EF4-FFF2-40B4-BE49-F238E27FC236}">
                <a16:creationId xmlns:a16="http://schemas.microsoft.com/office/drawing/2014/main" id="{0FBE6FA4-DF2A-4F99-8493-5516868C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691" y="2739702"/>
            <a:ext cx="57897" cy="61416"/>
          </a:xfrm>
          <a:custGeom xmlns:a="http://schemas.openxmlformats.org/drawingml/2006/main">
            <a:pathLst>
              <a:path w="57897" h="61416">
                <a:moveTo>
                  <a:pt x="12282" y="29258"/>
                </a:moveTo>
                <a:lnTo>
                  <a:pt x="54930" y="29258"/>
                </a:lnTo>
                <a:cubicBezTo>
                  <a:pt x="57224" y="29258"/>
                  <a:pt x="57897" y="28449"/>
                  <a:pt x="57897" y="26425"/>
                </a:cubicBezTo>
                <a:cubicBezTo>
                  <a:pt x="57897" y="11868"/>
                  <a:pt x="48585" y="0"/>
                  <a:pt x="31581" y="0"/>
                </a:cubicBezTo>
                <a:cubicBezTo>
                  <a:pt x="15251" y="0"/>
                  <a:pt x="0" y="12137"/>
                  <a:pt x="0" y="30611"/>
                </a:cubicBezTo>
                <a:cubicBezTo>
                  <a:pt x="0" y="48991"/>
                  <a:pt x="16330" y="61416"/>
                  <a:pt x="32930" y="61416"/>
                </a:cubicBezTo>
                <a:cubicBezTo>
                  <a:pt x="42782" y="61416"/>
                  <a:pt x="54794" y="55883"/>
                  <a:pt x="57493" y="45342"/>
                </a:cubicBezTo>
                <a:cubicBezTo>
                  <a:pt x="57627" y="44936"/>
                  <a:pt x="57763" y="44396"/>
                  <a:pt x="57763" y="43991"/>
                </a:cubicBezTo>
                <a:lnTo>
                  <a:pt x="57763" y="43585"/>
                </a:lnTo>
                <a:cubicBezTo>
                  <a:pt x="57627" y="42504"/>
                  <a:pt x="56684" y="41962"/>
                  <a:pt x="55603" y="41962"/>
                </a:cubicBezTo>
                <a:cubicBezTo>
                  <a:pt x="52905" y="41962"/>
                  <a:pt x="52364" y="46692"/>
                  <a:pt x="50609" y="48855"/>
                </a:cubicBezTo>
                <a:cubicBezTo>
                  <a:pt x="46697" y="54127"/>
                  <a:pt x="40218" y="57098"/>
                  <a:pt x="33606" y="57098"/>
                </a:cubicBezTo>
                <a:lnTo>
                  <a:pt x="33200" y="57098"/>
                </a:lnTo>
                <a:cubicBezTo>
                  <a:pt x="27803" y="57098"/>
                  <a:pt x="21864" y="54127"/>
                  <a:pt x="18624" y="50477"/>
                </a:cubicBezTo>
                <a:cubicBezTo>
                  <a:pt x="13227" y="44800"/>
                  <a:pt x="12282" y="36828"/>
                  <a:pt x="12282" y="29258"/>
                </a:cubicBezTo>
                <a:moveTo>
                  <a:pt x="12418" y="25751"/>
                </a:moveTo>
                <a:cubicBezTo>
                  <a:pt x="13902" y="15506"/>
                  <a:pt x="18354" y="3915"/>
                  <a:pt x="31445" y="3915"/>
                </a:cubicBezTo>
                <a:cubicBezTo>
                  <a:pt x="36305" y="3915"/>
                  <a:pt x="40218" y="5667"/>
                  <a:pt x="43997" y="9979"/>
                </a:cubicBezTo>
                <a:cubicBezTo>
                  <a:pt x="47236" y="14294"/>
                  <a:pt x="48451" y="20358"/>
                  <a:pt x="48451" y="25751"/>
                </a:cubicBezTo>
                <a:lnTo>
                  <a:pt x="12418" y="25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path-972">
            <a:extLst xmlns:a="http://schemas.openxmlformats.org/drawingml/2006/main">
              <a:ext uri="{FF2B5EF4-FFF2-40B4-BE49-F238E27FC236}">
                <a16:creationId xmlns:a16="http://schemas.microsoft.com/office/drawing/2014/main" id="{D927BE71-E107-48EB-8EA9-B76CB1D5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370" y="2740361"/>
            <a:ext cx="72473" cy="85667"/>
          </a:xfrm>
          <a:custGeom xmlns:a="http://schemas.openxmlformats.org/drawingml/2006/main">
            <a:pathLst>
              <a:path w="72473" h="85667">
                <a:moveTo>
                  <a:pt x="0" y="1485"/>
                </a:moveTo>
                <a:lnTo>
                  <a:pt x="0" y="6345"/>
                </a:lnTo>
                <a:lnTo>
                  <a:pt x="2970" y="6345"/>
                </a:lnTo>
                <a:cubicBezTo>
                  <a:pt x="6748" y="6345"/>
                  <a:pt x="10121" y="6886"/>
                  <a:pt x="10121" y="12016"/>
                </a:cubicBezTo>
                <a:lnTo>
                  <a:pt x="10121" y="75525"/>
                </a:lnTo>
                <a:cubicBezTo>
                  <a:pt x="10121" y="80267"/>
                  <a:pt x="6748" y="80809"/>
                  <a:pt x="3239" y="80809"/>
                </a:cubicBezTo>
                <a:lnTo>
                  <a:pt x="0" y="80809"/>
                </a:lnTo>
                <a:lnTo>
                  <a:pt x="0" y="85667"/>
                </a:lnTo>
                <a:lnTo>
                  <a:pt x="31042" y="85667"/>
                </a:lnTo>
                <a:lnTo>
                  <a:pt x="31042" y="80809"/>
                </a:lnTo>
                <a:lnTo>
                  <a:pt x="27803" y="80809"/>
                </a:lnTo>
                <a:cubicBezTo>
                  <a:pt x="24024" y="80809"/>
                  <a:pt x="20918" y="80403"/>
                  <a:pt x="20918" y="75661"/>
                </a:cubicBezTo>
                <a:lnTo>
                  <a:pt x="20918" y="53064"/>
                </a:lnTo>
                <a:cubicBezTo>
                  <a:pt x="26048" y="58194"/>
                  <a:pt x="32660" y="60757"/>
                  <a:pt x="39543" y="60757"/>
                </a:cubicBezTo>
                <a:cubicBezTo>
                  <a:pt x="56278" y="60757"/>
                  <a:pt x="72473" y="48068"/>
                  <a:pt x="72473" y="30245"/>
                </a:cubicBezTo>
                <a:cubicBezTo>
                  <a:pt x="72473" y="13906"/>
                  <a:pt x="58706" y="0"/>
                  <a:pt x="41433" y="0"/>
                </a:cubicBezTo>
                <a:cubicBezTo>
                  <a:pt x="33470" y="0"/>
                  <a:pt x="26048" y="2836"/>
                  <a:pt x="20379" y="8101"/>
                </a:cubicBezTo>
                <a:lnTo>
                  <a:pt x="20379" y="0"/>
                </a:lnTo>
                <a:lnTo>
                  <a:pt x="0" y="1485"/>
                </a:lnTo>
                <a:moveTo>
                  <a:pt x="60057" y="32405"/>
                </a:moveTo>
                <a:cubicBezTo>
                  <a:pt x="58978" y="44017"/>
                  <a:pt x="51690" y="56979"/>
                  <a:pt x="38328" y="56979"/>
                </a:cubicBezTo>
                <a:cubicBezTo>
                  <a:pt x="32391" y="56979"/>
                  <a:pt x="26452" y="53873"/>
                  <a:pt x="23079" y="49013"/>
                </a:cubicBezTo>
                <a:cubicBezTo>
                  <a:pt x="21864" y="47662"/>
                  <a:pt x="20918" y="46178"/>
                  <a:pt x="20918" y="44287"/>
                </a:cubicBezTo>
                <a:lnTo>
                  <a:pt x="20918" y="22683"/>
                </a:lnTo>
                <a:cubicBezTo>
                  <a:pt x="20918" y="21062"/>
                  <a:pt x="20784" y="19442"/>
                  <a:pt x="20784" y="17687"/>
                </a:cubicBezTo>
                <a:cubicBezTo>
                  <a:pt x="20784" y="10261"/>
                  <a:pt x="30906" y="4320"/>
                  <a:pt x="39543" y="4320"/>
                </a:cubicBezTo>
                <a:cubicBezTo>
                  <a:pt x="53445" y="4320"/>
                  <a:pt x="60191" y="19038"/>
                  <a:pt x="60191" y="30381"/>
                </a:cubicBezTo>
                <a:cubicBezTo>
                  <a:pt x="60191" y="31054"/>
                  <a:pt x="60191" y="31730"/>
                  <a:pt x="60057" y="324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73">
            <a:extLst xmlns:a="http://schemas.openxmlformats.org/drawingml/2006/main">
              <a:ext uri="{FF2B5EF4-FFF2-40B4-BE49-F238E27FC236}">
                <a16:creationId xmlns:a16="http://schemas.microsoft.com/office/drawing/2014/main" id="{57AC86EE-DF86-487B-B208-4377AA73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821" y="2626402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74">
            <a:extLst xmlns:a="http://schemas.openxmlformats.org/drawingml/2006/main">
              <a:ext uri="{FF2B5EF4-FFF2-40B4-BE49-F238E27FC236}">
                <a16:creationId xmlns:a16="http://schemas.microsoft.com/office/drawing/2014/main" id="{C9666EFB-0A67-45F1-B178-74BAD56D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064" y="2637134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75">
            <a:extLst xmlns:a="http://schemas.openxmlformats.org/drawingml/2006/main">
              <a:ext uri="{FF2B5EF4-FFF2-40B4-BE49-F238E27FC236}">
                <a16:creationId xmlns:a16="http://schemas.microsoft.com/office/drawing/2014/main" id="{1D9CBC3E-3DDF-413F-968C-1D59517C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47" y="2710312"/>
            <a:ext cx="49124" cy="89621"/>
          </a:xfrm>
          <a:custGeom xmlns:a="http://schemas.openxmlformats.org/drawingml/2006/main">
            <a:pathLst>
              <a:path w="49124" h="89621">
                <a:moveTo>
                  <a:pt x="30500" y="3771"/>
                </a:moveTo>
                <a:cubicBezTo>
                  <a:pt x="30500" y="136"/>
                  <a:pt x="30230" y="0"/>
                  <a:pt x="26452" y="0"/>
                </a:cubicBezTo>
                <a:cubicBezTo>
                  <a:pt x="17815" y="8451"/>
                  <a:pt x="5533" y="8585"/>
                  <a:pt x="0" y="8585"/>
                </a:cubicBezTo>
                <a:lnTo>
                  <a:pt x="0" y="13443"/>
                </a:lnTo>
                <a:cubicBezTo>
                  <a:pt x="3239" y="13443"/>
                  <a:pt x="12146" y="13443"/>
                  <a:pt x="19569" y="9664"/>
                </a:cubicBezTo>
                <a:lnTo>
                  <a:pt x="19569" y="78550"/>
                </a:lnTo>
                <a:cubicBezTo>
                  <a:pt x="19569" y="83008"/>
                  <a:pt x="19569" y="84763"/>
                  <a:pt x="6073" y="84763"/>
                </a:cubicBezTo>
                <a:lnTo>
                  <a:pt x="945" y="84763"/>
                </a:lnTo>
                <a:lnTo>
                  <a:pt x="945" y="89621"/>
                </a:lnTo>
                <a:cubicBezTo>
                  <a:pt x="3373" y="89487"/>
                  <a:pt x="19973" y="89081"/>
                  <a:pt x="24967" y="89081"/>
                </a:cubicBezTo>
                <a:cubicBezTo>
                  <a:pt x="29151" y="89081"/>
                  <a:pt x="46155" y="89487"/>
                  <a:pt x="49124" y="89621"/>
                </a:cubicBezTo>
                <a:lnTo>
                  <a:pt x="49124" y="84763"/>
                </a:lnTo>
                <a:lnTo>
                  <a:pt x="43997" y="84763"/>
                </a:lnTo>
                <a:cubicBezTo>
                  <a:pt x="30500" y="84763"/>
                  <a:pt x="30500" y="83008"/>
                  <a:pt x="30500" y="78550"/>
                </a:cubicBezTo>
                <a:lnTo>
                  <a:pt x="30500" y="3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76">
            <a:extLst xmlns:a="http://schemas.openxmlformats.org/drawingml/2006/main">
              <a:ext uri="{FF2B5EF4-FFF2-40B4-BE49-F238E27FC236}">
                <a16:creationId xmlns:a16="http://schemas.microsoft.com/office/drawing/2014/main" id="{238AF12D-10D2-46E2-89A3-95A47378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10" y="2626402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77">
            <a:extLst xmlns:a="http://schemas.openxmlformats.org/drawingml/2006/main">
              <a:ext uri="{FF2B5EF4-FFF2-40B4-BE49-F238E27FC236}">
                <a16:creationId xmlns:a16="http://schemas.microsoft.com/office/drawing/2014/main" id="{38E21E0D-20BB-43E0-BBC4-C6A63BF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095" y="2532620"/>
            <a:ext cx="548616" cy="192848"/>
          </a:xfrm>
          <a:custGeom xmlns:a="http://schemas.openxmlformats.org/drawingml/2006/main">
            <a:pathLst>
              <a:path w="548616" h="192848">
                <a:moveTo>
                  <a:pt x="0" y="0"/>
                </a:moveTo>
                <a:lnTo>
                  <a:pt x="548616" y="0"/>
                </a:lnTo>
                <a:lnTo>
                  <a:pt x="548616" y="192848"/>
                </a:lnTo>
                <a:lnTo>
                  <a:pt x="0" y="1928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5" name="text-978 Update">
            <a:extLst xmlns:a="http://schemas.openxmlformats.org/drawingml/2006/main">
              <a:ext uri="{FF2B5EF4-FFF2-40B4-BE49-F238E27FC236}">
                <a16:creationId xmlns:a16="http://schemas.microsoft.com/office/drawing/2014/main" id="{177D72A1-995A-436A-98EA-4EBE124B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453" y="2534273"/>
            <a:ext cx="479281" cy="19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986" name="path-979">
            <a:extLst xmlns:a="http://schemas.openxmlformats.org/drawingml/2006/main">
              <a:ext uri="{FF2B5EF4-FFF2-40B4-BE49-F238E27FC236}">
                <a16:creationId xmlns:a16="http://schemas.microsoft.com/office/drawing/2014/main" id="{C453EF39-0C10-4AA9-A5F4-03927E8F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24" y="2725451"/>
            <a:ext cx="598157" cy="283261"/>
          </a:xfrm>
          <a:custGeom xmlns:a="http://schemas.openxmlformats.org/drawingml/2006/main">
            <a:pathLst>
              <a:path w="598157" h="283261">
                <a:moveTo>
                  <a:pt x="0" y="0"/>
                </a:moveTo>
                <a:lnTo>
                  <a:pt x="598157" y="0"/>
                </a:lnTo>
                <a:lnTo>
                  <a:pt x="598157" y="283261"/>
                </a:lnTo>
                <a:lnTo>
                  <a:pt x="0" y="2832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7" name="path-980">
            <a:extLst xmlns:a="http://schemas.openxmlformats.org/drawingml/2006/main">
              <a:ext uri="{FF2B5EF4-FFF2-40B4-BE49-F238E27FC236}">
                <a16:creationId xmlns:a16="http://schemas.microsoft.com/office/drawing/2014/main" id="{2FC2361E-B62F-4E4E-B506-33AC980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22" y="2725467"/>
            <a:ext cx="598153" cy="283246"/>
          </a:xfrm>
          <a:custGeom xmlns:a="http://schemas.openxmlformats.org/drawingml/2006/main">
            <a:pathLst>
              <a:path w="598153" h="283246">
                <a:moveTo>
                  <a:pt x="0" y="0"/>
                </a:moveTo>
                <a:lnTo>
                  <a:pt x="0" y="283246"/>
                </a:lnTo>
                <a:lnTo>
                  <a:pt x="598153" y="283246"/>
                </a:lnTo>
                <a:lnTo>
                  <a:pt x="5981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0000"/>
            </a:solidFill>
            <a:prstDash val="solid"/>
          </a:ln>
        </p:spPr>
      </p:sp>
      <p:sp>
        <p:nvSpPr>
          <p:cNvPr id="988" name="path-982">
            <a:extLst xmlns:a="http://schemas.openxmlformats.org/drawingml/2006/main">
              <a:ext uri="{FF2B5EF4-FFF2-40B4-BE49-F238E27FC236}">
                <a16:creationId xmlns:a16="http://schemas.microsoft.com/office/drawing/2014/main" id="{1C0B336B-F59C-430D-8FE9-DC1B432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362" y="2784974"/>
            <a:ext cx="127827" cy="131607"/>
          </a:xfrm>
          <a:custGeom xmlns:a="http://schemas.openxmlformats.org/drawingml/2006/main">
            <a:pathLst>
              <a:path w="127827" h="131607">
                <a:moveTo>
                  <a:pt x="71334" y="15224"/>
                </a:moveTo>
                <a:cubicBezTo>
                  <a:pt x="71334" y="8676"/>
                  <a:pt x="71334" y="5978"/>
                  <a:pt x="89650" y="5978"/>
                </a:cubicBezTo>
                <a:lnTo>
                  <a:pt x="96013" y="5978"/>
                </a:lnTo>
                <a:lnTo>
                  <a:pt x="96013" y="0"/>
                </a:lnTo>
                <a:cubicBezTo>
                  <a:pt x="89074" y="580"/>
                  <a:pt x="71334" y="580"/>
                  <a:pt x="63429" y="580"/>
                </a:cubicBezTo>
                <a:cubicBezTo>
                  <a:pt x="55525" y="580"/>
                  <a:pt x="37597" y="580"/>
                  <a:pt x="30654" y="0"/>
                </a:cubicBezTo>
                <a:lnTo>
                  <a:pt x="30654" y="5978"/>
                </a:lnTo>
                <a:lnTo>
                  <a:pt x="37017" y="5978"/>
                </a:lnTo>
                <a:cubicBezTo>
                  <a:pt x="55333" y="5978"/>
                  <a:pt x="55333" y="8481"/>
                  <a:pt x="55333" y="15224"/>
                </a:cubicBezTo>
                <a:lnTo>
                  <a:pt x="55333" y="100797"/>
                </a:lnTo>
                <a:cubicBezTo>
                  <a:pt x="30078" y="94051"/>
                  <a:pt x="29113" y="64368"/>
                  <a:pt x="29113" y="51841"/>
                </a:cubicBezTo>
                <a:cubicBezTo>
                  <a:pt x="28918" y="28518"/>
                  <a:pt x="20437" y="24853"/>
                  <a:pt x="11953" y="24853"/>
                </a:cubicBezTo>
                <a:lnTo>
                  <a:pt x="4819" y="24853"/>
                </a:lnTo>
                <a:cubicBezTo>
                  <a:pt x="1927" y="24853"/>
                  <a:pt x="0" y="24853"/>
                  <a:pt x="0" y="26974"/>
                </a:cubicBezTo>
                <a:cubicBezTo>
                  <a:pt x="0" y="27939"/>
                  <a:pt x="580" y="28904"/>
                  <a:pt x="1736" y="29095"/>
                </a:cubicBezTo>
                <a:cubicBezTo>
                  <a:pt x="8099" y="29866"/>
                  <a:pt x="12918" y="32566"/>
                  <a:pt x="13112" y="55310"/>
                </a:cubicBezTo>
                <a:cubicBezTo>
                  <a:pt x="13112" y="59743"/>
                  <a:pt x="13688" y="74970"/>
                  <a:pt x="22944" y="87882"/>
                </a:cubicBezTo>
                <a:cubicBezTo>
                  <a:pt x="30463" y="98290"/>
                  <a:pt x="42222" y="103883"/>
                  <a:pt x="55333" y="105616"/>
                </a:cubicBezTo>
                <a:lnTo>
                  <a:pt x="55333" y="116395"/>
                </a:lnTo>
                <a:cubicBezTo>
                  <a:pt x="55333" y="122937"/>
                  <a:pt x="55333" y="125632"/>
                  <a:pt x="37017" y="125632"/>
                </a:cubicBezTo>
                <a:lnTo>
                  <a:pt x="30654" y="125632"/>
                </a:lnTo>
                <a:lnTo>
                  <a:pt x="30654" y="131607"/>
                </a:lnTo>
                <a:cubicBezTo>
                  <a:pt x="37597" y="131030"/>
                  <a:pt x="55333" y="131030"/>
                  <a:pt x="63238" y="131030"/>
                </a:cubicBezTo>
                <a:cubicBezTo>
                  <a:pt x="71143" y="131030"/>
                  <a:pt x="89074" y="131030"/>
                  <a:pt x="96013" y="131607"/>
                </a:cubicBezTo>
                <a:lnTo>
                  <a:pt x="96013" y="125632"/>
                </a:lnTo>
                <a:lnTo>
                  <a:pt x="89650" y="125632"/>
                </a:lnTo>
                <a:cubicBezTo>
                  <a:pt x="71334" y="125632"/>
                  <a:pt x="71334" y="123129"/>
                  <a:pt x="71334" y="116395"/>
                </a:cubicBezTo>
                <a:lnTo>
                  <a:pt x="71334" y="105616"/>
                </a:lnTo>
                <a:cubicBezTo>
                  <a:pt x="85217" y="103883"/>
                  <a:pt x="96978" y="98099"/>
                  <a:pt x="104498" y="88076"/>
                </a:cubicBezTo>
                <a:cubicBezTo>
                  <a:pt x="114524" y="74391"/>
                  <a:pt x="114715" y="59164"/>
                  <a:pt x="114715" y="50682"/>
                </a:cubicBezTo>
                <a:cubicBezTo>
                  <a:pt x="114715" y="47599"/>
                  <a:pt x="114909" y="30445"/>
                  <a:pt x="125320" y="29095"/>
                </a:cubicBezTo>
                <a:cubicBezTo>
                  <a:pt x="126476" y="28904"/>
                  <a:pt x="127827" y="28710"/>
                  <a:pt x="127827" y="26974"/>
                </a:cubicBezTo>
                <a:cubicBezTo>
                  <a:pt x="127827" y="24853"/>
                  <a:pt x="126282" y="24853"/>
                  <a:pt x="123199" y="24853"/>
                </a:cubicBezTo>
                <a:lnTo>
                  <a:pt x="115871" y="24853"/>
                </a:lnTo>
                <a:cubicBezTo>
                  <a:pt x="108352" y="24853"/>
                  <a:pt x="98905" y="26203"/>
                  <a:pt x="98714" y="54154"/>
                </a:cubicBezTo>
                <a:cubicBezTo>
                  <a:pt x="98520" y="75356"/>
                  <a:pt x="92157" y="95787"/>
                  <a:pt x="71334" y="100797"/>
                </a:cubicBezTo>
                <a:lnTo>
                  <a:pt x="71334" y="15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9" name="path-983">
            <a:extLst xmlns:a="http://schemas.openxmlformats.org/drawingml/2006/main">
              <a:ext uri="{FF2B5EF4-FFF2-40B4-BE49-F238E27FC236}">
                <a16:creationId xmlns:a16="http://schemas.microsoft.com/office/drawing/2014/main" id="{36B64E8F-E529-47F0-BDF5-FDF856E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421" y="2771983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0" name="path-984">
            <a:extLst xmlns:a="http://schemas.openxmlformats.org/drawingml/2006/main">
              <a:ext uri="{FF2B5EF4-FFF2-40B4-BE49-F238E27FC236}">
                <a16:creationId xmlns:a16="http://schemas.microsoft.com/office/drawing/2014/main" id="{5AEEB6D8-A36C-4165-BD46-3A4FB733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884" y="2858115"/>
            <a:ext cx="20434" cy="2043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path-985">
            <a:extLst xmlns:a="http://schemas.openxmlformats.org/drawingml/2006/main">
              <a:ext uri="{FF2B5EF4-FFF2-40B4-BE49-F238E27FC236}">
                <a16:creationId xmlns:a16="http://schemas.microsoft.com/office/drawing/2014/main" id="{996B21BF-BB87-4910-B079-41C9DCC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31" y="2896147"/>
            <a:ext cx="22555" cy="57713"/>
          </a:xfrm>
          <a:custGeom xmlns:a="http://schemas.openxmlformats.org/drawingml/2006/main">
            <a:pathLst>
              <a:path w="22555" h="57713">
                <a:moveTo>
                  <a:pt x="22555" y="20243"/>
                </a:moveTo>
                <a:cubicBezTo>
                  <a:pt x="22555" y="7519"/>
                  <a:pt x="17736" y="0"/>
                  <a:pt x="10217" y="0"/>
                </a:cubicBezTo>
                <a:cubicBezTo>
                  <a:pt x="3854" y="0"/>
                  <a:pt x="0" y="4819"/>
                  <a:pt x="0" y="10217"/>
                </a:cubicBezTo>
                <a:cubicBezTo>
                  <a:pt x="0" y="15424"/>
                  <a:pt x="3854" y="20434"/>
                  <a:pt x="10217" y="20434"/>
                </a:cubicBezTo>
                <a:cubicBezTo>
                  <a:pt x="12529" y="20434"/>
                  <a:pt x="15036" y="19663"/>
                  <a:pt x="16966" y="17931"/>
                </a:cubicBezTo>
                <a:cubicBezTo>
                  <a:pt x="17542" y="17542"/>
                  <a:pt x="17736" y="17351"/>
                  <a:pt x="17928" y="17351"/>
                </a:cubicBezTo>
                <a:cubicBezTo>
                  <a:pt x="18122" y="17351"/>
                  <a:pt x="18316" y="17542"/>
                  <a:pt x="18316" y="20243"/>
                </a:cubicBezTo>
                <a:cubicBezTo>
                  <a:pt x="18316" y="34540"/>
                  <a:pt x="11567" y="46131"/>
                  <a:pt x="5204" y="52506"/>
                </a:cubicBezTo>
                <a:cubicBezTo>
                  <a:pt x="3083" y="54630"/>
                  <a:pt x="3083" y="55016"/>
                  <a:pt x="3083" y="55595"/>
                </a:cubicBezTo>
                <a:cubicBezTo>
                  <a:pt x="3083" y="56943"/>
                  <a:pt x="4048" y="57713"/>
                  <a:pt x="5013" y="57713"/>
                </a:cubicBezTo>
                <a:cubicBezTo>
                  <a:pt x="7131" y="57713"/>
                  <a:pt x="22555" y="42848"/>
                  <a:pt x="22555" y="202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86">
            <a:extLst xmlns:a="http://schemas.openxmlformats.org/drawingml/2006/main">
              <a:ext uri="{FF2B5EF4-FFF2-40B4-BE49-F238E27FC236}">
                <a16:creationId xmlns:a16="http://schemas.microsoft.com/office/drawing/2014/main" id="{B999A5C7-B67F-4C67-8550-69EC3566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123" y="2858115"/>
            <a:ext cx="20434" cy="2043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3" name="path-987">
            <a:extLst xmlns:a="http://schemas.openxmlformats.org/drawingml/2006/main">
              <a:ext uri="{FF2B5EF4-FFF2-40B4-BE49-F238E27FC236}">
                <a16:creationId xmlns:a16="http://schemas.microsoft.com/office/drawing/2014/main" id="{552E4741-8FE5-49E3-90A6-71549B61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097" y="2771983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4" name="path-988">
            <a:extLst xmlns:a="http://schemas.openxmlformats.org/drawingml/2006/main">
              <a:ext uri="{FF2B5EF4-FFF2-40B4-BE49-F238E27FC236}">
                <a16:creationId xmlns:a16="http://schemas.microsoft.com/office/drawing/2014/main" id="{23096E58-D911-4580-BA9F-57E7A180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551" y="4146442"/>
            <a:ext cx="191" cy="1005081"/>
          </a:xfrm>
          <a:custGeom xmlns:a="http://schemas.openxmlformats.org/drawingml/2006/main">
            <a:pathLst>
              <a:path w="191" h="1005081">
                <a:moveTo>
                  <a:pt x="0" y="0"/>
                </a:moveTo>
                <a:lnTo>
                  <a:pt x="0" y="100508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95" name="path-989">
            <a:extLst xmlns:a="http://schemas.openxmlformats.org/drawingml/2006/main">
              <a:ext uri="{FF2B5EF4-FFF2-40B4-BE49-F238E27FC236}">
                <a16:creationId xmlns:a16="http://schemas.microsoft.com/office/drawing/2014/main" id="{3FE9B5B2-6F38-40ED-B702-2B9C20C2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544" y="5122495"/>
            <a:ext cx="58057" cy="77408"/>
          </a:xfrm>
          <a:custGeom xmlns:a="http://schemas.openxmlformats.org/drawingml/2006/main">
            <a:pathLst>
              <a:path w="58057" h="77408">
                <a:moveTo>
                  <a:pt x="29029" y="77408"/>
                </a:moveTo>
                <a:lnTo>
                  <a:pt x="58057" y="0"/>
                </a:lnTo>
                <a:lnTo>
                  <a:pt x="29029" y="29028"/>
                </a:lnTo>
                <a:lnTo>
                  <a:pt x="0" y="0"/>
                </a:lnTo>
                <a:lnTo>
                  <a:pt x="29029" y="774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6" name="path-990">
            <a:extLst xmlns:a="http://schemas.openxmlformats.org/drawingml/2006/main">
              <a:ext uri="{FF2B5EF4-FFF2-40B4-BE49-F238E27FC236}">
                <a16:creationId xmlns:a16="http://schemas.microsoft.com/office/drawing/2014/main" id="{F1309A02-A177-45A7-AB4C-0313E27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525" y="5122494"/>
            <a:ext cx="58057" cy="77411"/>
          </a:xfrm>
          <a:custGeom xmlns:a="http://schemas.openxmlformats.org/drawingml/2006/main">
            <a:pathLst>
              <a:path w="58057" h="77411">
                <a:moveTo>
                  <a:pt x="29026" y="77411"/>
                </a:moveTo>
                <a:lnTo>
                  <a:pt x="58057" y="0"/>
                </a:lnTo>
                <a:lnTo>
                  <a:pt x="29026" y="29029"/>
                </a:lnTo>
                <a:lnTo>
                  <a:pt x="0" y="0"/>
                </a:lnTo>
                <a:lnTo>
                  <a:pt x="29026" y="77411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97" name="path-991">
            <a:extLst xmlns:a="http://schemas.openxmlformats.org/drawingml/2006/main">
              <a:ext uri="{FF2B5EF4-FFF2-40B4-BE49-F238E27FC236}">
                <a16:creationId xmlns:a16="http://schemas.microsoft.com/office/drawing/2014/main" id="{BB0DE326-BD27-4560-994A-5EED4DFC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333" y="4915868"/>
            <a:ext cx="941656" cy="788861"/>
          </a:xfrm>
          <a:custGeom xmlns:a="http://schemas.openxmlformats.org/drawingml/2006/main">
            <a:pathLst>
              <a:path w="941656" h="788861">
                <a:moveTo>
                  <a:pt x="0" y="788861"/>
                </a:moveTo>
                <a:lnTo>
                  <a:pt x="220264" y="788861"/>
                </a:lnTo>
                <a:cubicBezTo>
                  <a:pt x="259140" y="788861"/>
                  <a:pt x="290631" y="757367"/>
                  <a:pt x="290631" y="718488"/>
                </a:cubicBezTo>
                <a:lnTo>
                  <a:pt x="290631" y="70371"/>
                </a:lnTo>
                <a:cubicBezTo>
                  <a:pt x="290631" y="31485"/>
                  <a:pt x="322123" y="0"/>
                  <a:pt x="361005" y="0"/>
                </a:cubicBezTo>
                <a:lnTo>
                  <a:pt x="9416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998" name="path-992">
            <a:extLst xmlns:a="http://schemas.openxmlformats.org/drawingml/2006/main">
              <a:ext uri="{FF2B5EF4-FFF2-40B4-BE49-F238E27FC236}">
                <a16:creationId xmlns:a16="http://schemas.microsoft.com/office/drawing/2014/main" id="{AC88FAE5-A515-4617-9F43-8ABA1CC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979" y="4886750"/>
            <a:ext cx="77408" cy="58056"/>
          </a:xfrm>
          <a:custGeom xmlns:a="http://schemas.openxmlformats.org/drawingml/2006/main">
            <a:pathLst>
              <a:path w="77408" h="58056">
                <a:moveTo>
                  <a:pt x="77408" y="29029"/>
                </a:moveTo>
                <a:lnTo>
                  <a:pt x="0" y="0"/>
                </a:lnTo>
                <a:lnTo>
                  <a:pt x="29029" y="29029"/>
                </a:lnTo>
                <a:lnTo>
                  <a:pt x="0" y="58056"/>
                </a:lnTo>
                <a:lnTo>
                  <a:pt x="77408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9" name="path-993">
            <a:extLst xmlns:a="http://schemas.openxmlformats.org/drawingml/2006/main">
              <a:ext uri="{FF2B5EF4-FFF2-40B4-BE49-F238E27FC236}">
                <a16:creationId xmlns:a16="http://schemas.microsoft.com/office/drawing/2014/main" id="{E15F3090-91A1-4A2A-B256-0FB48728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957" y="4886836"/>
            <a:ext cx="77408" cy="58057"/>
          </a:xfrm>
          <a:custGeom xmlns:a="http://schemas.openxmlformats.org/drawingml/2006/main">
            <a:pathLst>
              <a:path w="77408" h="58057">
                <a:moveTo>
                  <a:pt x="77408" y="29032"/>
                </a:moveTo>
                <a:lnTo>
                  <a:pt x="0" y="0"/>
                </a:lnTo>
                <a:lnTo>
                  <a:pt x="29032" y="29032"/>
                </a:lnTo>
                <a:lnTo>
                  <a:pt x="0" y="58057"/>
                </a:lnTo>
                <a:lnTo>
                  <a:pt x="77408" y="29032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000" name="path-994">
            <a:extLst xmlns:a="http://schemas.openxmlformats.org/drawingml/2006/main">
              <a:ext uri="{FF2B5EF4-FFF2-40B4-BE49-F238E27FC236}">
                <a16:creationId xmlns:a16="http://schemas.microsoft.com/office/drawing/2014/main" id="{32EAE65F-5D9E-47B5-9FB2-EF623DE5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825" y="4581307"/>
            <a:ext cx="548616" cy="192848"/>
          </a:xfrm>
          <a:custGeom xmlns:a="http://schemas.openxmlformats.org/drawingml/2006/main">
            <a:pathLst>
              <a:path w="548616" h="192848">
                <a:moveTo>
                  <a:pt x="0" y="0"/>
                </a:moveTo>
                <a:lnTo>
                  <a:pt x="548616" y="0"/>
                </a:lnTo>
                <a:lnTo>
                  <a:pt x="548616" y="192848"/>
                </a:lnTo>
                <a:lnTo>
                  <a:pt x="0" y="1928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1" name="text-995 Update">
            <a:extLst xmlns:a="http://schemas.openxmlformats.org/drawingml/2006/main">
              <a:ext uri="{FF2B5EF4-FFF2-40B4-BE49-F238E27FC236}">
                <a16:creationId xmlns:a16="http://schemas.microsoft.com/office/drawing/2014/main" id="{1DE234C8-71F9-4EF5-89C0-D3F047D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4254" y="4582960"/>
            <a:ext cx="479281" cy="19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002" name="path-996">
            <a:extLst xmlns:a="http://schemas.openxmlformats.org/drawingml/2006/main">
              <a:ext uri="{FF2B5EF4-FFF2-40B4-BE49-F238E27FC236}">
                <a16:creationId xmlns:a16="http://schemas.microsoft.com/office/drawing/2014/main" id="{AE14C9F5-960F-4355-8819-68C72DA2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54" y="4774228"/>
            <a:ext cx="598157" cy="283261"/>
          </a:xfrm>
          <a:custGeom xmlns:a="http://schemas.openxmlformats.org/drawingml/2006/main">
            <a:pathLst>
              <a:path w="598157" h="283261">
                <a:moveTo>
                  <a:pt x="0" y="0"/>
                </a:moveTo>
                <a:lnTo>
                  <a:pt x="598157" y="0"/>
                </a:lnTo>
                <a:lnTo>
                  <a:pt x="598157" y="283261"/>
                </a:lnTo>
                <a:lnTo>
                  <a:pt x="0" y="2832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path-997">
            <a:extLst xmlns:a="http://schemas.openxmlformats.org/drawingml/2006/main">
              <a:ext uri="{FF2B5EF4-FFF2-40B4-BE49-F238E27FC236}">
                <a16:creationId xmlns:a16="http://schemas.microsoft.com/office/drawing/2014/main" id="{0D11E953-F896-426D-BDDE-D13D9761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38" y="4774154"/>
            <a:ext cx="598153" cy="283331"/>
          </a:xfrm>
          <a:custGeom xmlns:a="http://schemas.openxmlformats.org/drawingml/2006/main">
            <a:pathLst>
              <a:path w="598153" h="283331">
                <a:moveTo>
                  <a:pt x="0" y="0"/>
                </a:moveTo>
                <a:lnTo>
                  <a:pt x="0" y="283331"/>
                </a:lnTo>
                <a:lnTo>
                  <a:pt x="598153" y="283331"/>
                </a:lnTo>
                <a:lnTo>
                  <a:pt x="59815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93">
            <a:solidFill>
              <a:srgbClr val="000000"/>
            </a:solidFill>
            <a:prstDash val="solid"/>
          </a:ln>
        </p:spPr>
      </p:sp>
      <p:sp>
        <p:nvSpPr>
          <p:cNvPr id="1004" name="path-999">
            <a:extLst xmlns:a="http://schemas.openxmlformats.org/drawingml/2006/main">
              <a:ext uri="{FF2B5EF4-FFF2-40B4-BE49-F238E27FC236}">
                <a16:creationId xmlns:a16="http://schemas.microsoft.com/office/drawing/2014/main" id="{657E08B6-D168-4F8F-BEB3-F04B606A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93" y="4833687"/>
            <a:ext cx="127827" cy="131607"/>
          </a:xfrm>
          <a:custGeom xmlns:a="http://schemas.openxmlformats.org/drawingml/2006/main">
            <a:pathLst>
              <a:path w="127827" h="131607">
                <a:moveTo>
                  <a:pt x="71334" y="15224"/>
                </a:moveTo>
                <a:cubicBezTo>
                  <a:pt x="71334" y="8676"/>
                  <a:pt x="71334" y="5978"/>
                  <a:pt x="89650" y="5978"/>
                </a:cubicBezTo>
                <a:lnTo>
                  <a:pt x="96013" y="5978"/>
                </a:lnTo>
                <a:lnTo>
                  <a:pt x="96013" y="0"/>
                </a:lnTo>
                <a:cubicBezTo>
                  <a:pt x="89074" y="580"/>
                  <a:pt x="71334" y="580"/>
                  <a:pt x="63429" y="580"/>
                </a:cubicBezTo>
                <a:cubicBezTo>
                  <a:pt x="55525" y="580"/>
                  <a:pt x="37597" y="580"/>
                  <a:pt x="30654" y="0"/>
                </a:cubicBezTo>
                <a:lnTo>
                  <a:pt x="30654" y="5978"/>
                </a:lnTo>
                <a:lnTo>
                  <a:pt x="37017" y="5978"/>
                </a:lnTo>
                <a:cubicBezTo>
                  <a:pt x="55333" y="5978"/>
                  <a:pt x="55333" y="8481"/>
                  <a:pt x="55333" y="15224"/>
                </a:cubicBezTo>
                <a:lnTo>
                  <a:pt x="55333" y="100797"/>
                </a:lnTo>
                <a:cubicBezTo>
                  <a:pt x="30078" y="94051"/>
                  <a:pt x="29113" y="64368"/>
                  <a:pt x="29113" y="51841"/>
                </a:cubicBezTo>
                <a:cubicBezTo>
                  <a:pt x="28918" y="28518"/>
                  <a:pt x="20437" y="24853"/>
                  <a:pt x="11953" y="24853"/>
                </a:cubicBezTo>
                <a:lnTo>
                  <a:pt x="4819" y="24853"/>
                </a:lnTo>
                <a:cubicBezTo>
                  <a:pt x="1927" y="24853"/>
                  <a:pt x="0" y="24853"/>
                  <a:pt x="0" y="26974"/>
                </a:cubicBezTo>
                <a:cubicBezTo>
                  <a:pt x="0" y="27939"/>
                  <a:pt x="580" y="28904"/>
                  <a:pt x="1736" y="29095"/>
                </a:cubicBezTo>
                <a:cubicBezTo>
                  <a:pt x="8099" y="29866"/>
                  <a:pt x="12918" y="32566"/>
                  <a:pt x="13112" y="55310"/>
                </a:cubicBezTo>
                <a:cubicBezTo>
                  <a:pt x="13112" y="59743"/>
                  <a:pt x="13688" y="74970"/>
                  <a:pt x="22944" y="87882"/>
                </a:cubicBezTo>
                <a:cubicBezTo>
                  <a:pt x="30463" y="98290"/>
                  <a:pt x="42222" y="103883"/>
                  <a:pt x="55333" y="105616"/>
                </a:cubicBezTo>
                <a:lnTo>
                  <a:pt x="55333" y="116395"/>
                </a:lnTo>
                <a:cubicBezTo>
                  <a:pt x="55333" y="122937"/>
                  <a:pt x="55333" y="125632"/>
                  <a:pt x="37017" y="125632"/>
                </a:cubicBezTo>
                <a:lnTo>
                  <a:pt x="30654" y="125632"/>
                </a:lnTo>
                <a:lnTo>
                  <a:pt x="30654" y="131607"/>
                </a:lnTo>
                <a:cubicBezTo>
                  <a:pt x="37597" y="131030"/>
                  <a:pt x="55333" y="131030"/>
                  <a:pt x="63238" y="131030"/>
                </a:cubicBezTo>
                <a:cubicBezTo>
                  <a:pt x="71143" y="131030"/>
                  <a:pt x="89074" y="131030"/>
                  <a:pt x="96013" y="131607"/>
                </a:cubicBezTo>
                <a:lnTo>
                  <a:pt x="96013" y="125632"/>
                </a:lnTo>
                <a:lnTo>
                  <a:pt x="89650" y="125632"/>
                </a:lnTo>
                <a:cubicBezTo>
                  <a:pt x="71334" y="125632"/>
                  <a:pt x="71334" y="123129"/>
                  <a:pt x="71334" y="116395"/>
                </a:cubicBezTo>
                <a:lnTo>
                  <a:pt x="71334" y="105616"/>
                </a:lnTo>
                <a:cubicBezTo>
                  <a:pt x="85217" y="103883"/>
                  <a:pt x="96978" y="98099"/>
                  <a:pt x="104498" y="88076"/>
                </a:cubicBezTo>
                <a:cubicBezTo>
                  <a:pt x="114524" y="74391"/>
                  <a:pt x="114715" y="59164"/>
                  <a:pt x="114715" y="50682"/>
                </a:cubicBezTo>
                <a:cubicBezTo>
                  <a:pt x="114715" y="47599"/>
                  <a:pt x="114909" y="30445"/>
                  <a:pt x="125320" y="29095"/>
                </a:cubicBezTo>
                <a:cubicBezTo>
                  <a:pt x="126476" y="28904"/>
                  <a:pt x="127827" y="28710"/>
                  <a:pt x="127827" y="26974"/>
                </a:cubicBezTo>
                <a:cubicBezTo>
                  <a:pt x="127827" y="24853"/>
                  <a:pt x="126282" y="24853"/>
                  <a:pt x="123199" y="24853"/>
                </a:cubicBezTo>
                <a:lnTo>
                  <a:pt x="115871" y="24853"/>
                </a:lnTo>
                <a:cubicBezTo>
                  <a:pt x="108352" y="24853"/>
                  <a:pt x="98905" y="26203"/>
                  <a:pt x="98714" y="54154"/>
                </a:cubicBezTo>
                <a:cubicBezTo>
                  <a:pt x="98520" y="75356"/>
                  <a:pt x="92157" y="95787"/>
                  <a:pt x="71334" y="100797"/>
                </a:cubicBezTo>
                <a:lnTo>
                  <a:pt x="71334" y="152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5" name="path-1000">
            <a:extLst xmlns:a="http://schemas.openxmlformats.org/drawingml/2006/main">
              <a:ext uri="{FF2B5EF4-FFF2-40B4-BE49-F238E27FC236}">
                <a16:creationId xmlns:a16="http://schemas.microsoft.com/office/drawing/2014/main" id="{57643B36-00A7-4BF7-8D72-EB7DDAB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152" y="4820696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6" name="path-1001">
            <a:extLst xmlns:a="http://schemas.openxmlformats.org/drawingml/2006/main">
              <a:ext uri="{FF2B5EF4-FFF2-40B4-BE49-F238E27FC236}">
                <a16:creationId xmlns:a16="http://schemas.microsoft.com/office/drawing/2014/main" id="{D85F5635-62C3-4034-91C6-CF536D5A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616" y="4906828"/>
            <a:ext cx="20434" cy="2043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path-1002">
            <a:extLst xmlns:a="http://schemas.openxmlformats.org/drawingml/2006/main">
              <a:ext uri="{FF2B5EF4-FFF2-40B4-BE49-F238E27FC236}">
                <a16:creationId xmlns:a16="http://schemas.microsoft.com/office/drawing/2014/main" id="{3AE6710E-E123-488B-B717-C40B34C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63" y="4944860"/>
            <a:ext cx="22555" cy="57713"/>
          </a:xfrm>
          <a:custGeom xmlns:a="http://schemas.openxmlformats.org/drawingml/2006/main">
            <a:pathLst>
              <a:path w="22555" h="57713">
                <a:moveTo>
                  <a:pt x="22555" y="20243"/>
                </a:moveTo>
                <a:cubicBezTo>
                  <a:pt x="22555" y="7519"/>
                  <a:pt x="17736" y="0"/>
                  <a:pt x="10217" y="0"/>
                </a:cubicBezTo>
                <a:cubicBezTo>
                  <a:pt x="3854" y="0"/>
                  <a:pt x="0" y="4819"/>
                  <a:pt x="0" y="10217"/>
                </a:cubicBezTo>
                <a:cubicBezTo>
                  <a:pt x="0" y="15424"/>
                  <a:pt x="3854" y="20434"/>
                  <a:pt x="10217" y="20434"/>
                </a:cubicBezTo>
                <a:cubicBezTo>
                  <a:pt x="12529" y="20434"/>
                  <a:pt x="15036" y="19663"/>
                  <a:pt x="16966" y="17931"/>
                </a:cubicBezTo>
                <a:cubicBezTo>
                  <a:pt x="17542" y="17542"/>
                  <a:pt x="17736" y="17351"/>
                  <a:pt x="17928" y="17351"/>
                </a:cubicBezTo>
                <a:cubicBezTo>
                  <a:pt x="18122" y="17351"/>
                  <a:pt x="18316" y="17542"/>
                  <a:pt x="18316" y="20243"/>
                </a:cubicBezTo>
                <a:cubicBezTo>
                  <a:pt x="18316" y="34540"/>
                  <a:pt x="11567" y="46131"/>
                  <a:pt x="5204" y="52506"/>
                </a:cubicBezTo>
                <a:cubicBezTo>
                  <a:pt x="3083" y="54630"/>
                  <a:pt x="3083" y="55016"/>
                  <a:pt x="3083" y="55595"/>
                </a:cubicBezTo>
                <a:cubicBezTo>
                  <a:pt x="3083" y="56943"/>
                  <a:pt x="4048" y="57713"/>
                  <a:pt x="5013" y="57713"/>
                </a:cubicBezTo>
                <a:cubicBezTo>
                  <a:pt x="7131" y="57713"/>
                  <a:pt x="22555" y="42848"/>
                  <a:pt x="22555" y="202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1003">
            <a:extLst xmlns:a="http://schemas.openxmlformats.org/drawingml/2006/main">
              <a:ext uri="{FF2B5EF4-FFF2-40B4-BE49-F238E27FC236}">
                <a16:creationId xmlns:a16="http://schemas.microsoft.com/office/drawing/2014/main" id="{35A9BC5B-3928-49F0-A067-5F7229C0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55" y="4906828"/>
            <a:ext cx="20434" cy="20434"/>
          </a:xfrm>
          <a:custGeom xmlns:a="http://schemas.openxmlformats.org/drawingml/2006/main">
            <a:pathLst>
              <a:path w="20434" h="20434">
                <a:moveTo>
                  <a:pt x="20434" y="10217"/>
                </a:moveTo>
                <a:cubicBezTo>
                  <a:pt x="20434" y="4628"/>
                  <a:pt x="15810" y="0"/>
                  <a:pt x="10217" y="0"/>
                </a:cubicBezTo>
                <a:cubicBezTo>
                  <a:pt x="4625" y="0"/>
                  <a:pt x="0" y="4628"/>
                  <a:pt x="0" y="10217"/>
                </a:cubicBezTo>
                <a:cubicBezTo>
                  <a:pt x="0" y="15810"/>
                  <a:pt x="4625" y="20434"/>
                  <a:pt x="10217" y="20434"/>
                </a:cubicBezTo>
                <a:cubicBezTo>
                  <a:pt x="15810" y="20434"/>
                  <a:pt x="20434" y="15810"/>
                  <a:pt x="20434" y="1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th-1004">
            <a:extLst xmlns:a="http://schemas.openxmlformats.org/drawingml/2006/main">
              <a:ext uri="{FF2B5EF4-FFF2-40B4-BE49-F238E27FC236}">
                <a16:creationId xmlns:a16="http://schemas.microsoft.com/office/drawing/2014/main" id="{33F2ACCB-6803-48B3-BB9F-16890F0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829" y="4820696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1006">
            <a:extLst xmlns:a="http://schemas.openxmlformats.org/drawingml/2006/main">
              <a:ext uri="{FF2B5EF4-FFF2-40B4-BE49-F238E27FC236}">
                <a16:creationId xmlns:a16="http://schemas.microsoft.com/office/drawing/2014/main" id="{555B37E8-049F-42A3-832E-103A9EB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015" y="4679164"/>
            <a:ext cx="96205" cy="175476"/>
          </a:xfrm>
          <a:custGeom xmlns:a="http://schemas.openxmlformats.org/drawingml/2006/main">
            <a:pathLst>
              <a:path w="96205" h="175476">
                <a:moveTo>
                  <a:pt x="60538" y="58884"/>
                </a:moveTo>
                <a:lnTo>
                  <a:pt x="77118" y="58884"/>
                </a:lnTo>
                <a:cubicBezTo>
                  <a:pt x="80975" y="58884"/>
                  <a:pt x="82902" y="58884"/>
                  <a:pt x="82902" y="55027"/>
                </a:cubicBezTo>
                <a:cubicBezTo>
                  <a:pt x="82902" y="52906"/>
                  <a:pt x="80975" y="52906"/>
                  <a:pt x="77697" y="52906"/>
                </a:cubicBezTo>
                <a:lnTo>
                  <a:pt x="61694" y="52906"/>
                </a:lnTo>
                <a:lnTo>
                  <a:pt x="65745" y="30872"/>
                </a:lnTo>
                <a:cubicBezTo>
                  <a:pt x="66515" y="26812"/>
                  <a:pt x="69213" y="13121"/>
                  <a:pt x="70372" y="10805"/>
                </a:cubicBezTo>
                <a:cubicBezTo>
                  <a:pt x="72105" y="7140"/>
                  <a:pt x="75385" y="4242"/>
                  <a:pt x="79433" y="4242"/>
                </a:cubicBezTo>
                <a:cubicBezTo>
                  <a:pt x="80204" y="4242"/>
                  <a:pt x="85217" y="4242"/>
                  <a:pt x="88879" y="7719"/>
                </a:cubicBezTo>
                <a:cubicBezTo>
                  <a:pt x="80395" y="8493"/>
                  <a:pt x="78468" y="15239"/>
                  <a:pt x="78468" y="18131"/>
                </a:cubicBezTo>
                <a:cubicBezTo>
                  <a:pt x="78468" y="22567"/>
                  <a:pt x="81940" y="24879"/>
                  <a:pt x="85602" y="24879"/>
                </a:cubicBezTo>
                <a:cubicBezTo>
                  <a:pt x="90615" y="24879"/>
                  <a:pt x="96205" y="20637"/>
                  <a:pt x="96205" y="13312"/>
                </a:cubicBezTo>
                <a:cubicBezTo>
                  <a:pt x="96205" y="4436"/>
                  <a:pt x="87338" y="0"/>
                  <a:pt x="79433" y="0"/>
                </a:cubicBezTo>
                <a:cubicBezTo>
                  <a:pt x="72879" y="0"/>
                  <a:pt x="60732" y="3471"/>
                  <a:pt x="54948" y="22567"/>
                </a:cubicBezTo>
                <a:cubicBezTo>
                  <a:pt x="53789" y="26621"/>
                  <a:pt x="53212" y="28554"/>
                  <a:pt x="48585" y="52906"/>
                </a:cubicBezTo>
                <a:lnTo>
                  <a:pt x="35282" y="52906"/>
                </a:lnTo>
                <a:cubicBezTo>
                  <a:pt x="31619" y="52906"/>
                  <a:pt x="29498" y="52906"/>
                  <a:pt x="29498" y="56572"/>
                </a:cubicBezTo>
                <a:cubicBezTo>
                  <a:pt x="29498" y="58884"/>
                  <a:pt x="31234" y="58884"/>
                  <a:pt x="34896" y="58884"/>
                </a:cubicBezTo>
                <a:lnTo>
                  <a:pt x="47620" y="58884"/>
                </a:lnTo>
                <a:lnTo>
                  <a:pt x="33161" y="134996"/>
                </a:lnTo>
                <a:cubicBezTo>
                  <a:pt x="29689" y="153689"/>
                  <a:pt x="26412" y="171237"/>
                  <a:pt x="16386" y="171237"/>
                </a:cubicBezTo>
                <a:cubicBezTo>
                  <a:pt x="15615" y="171237"/>
                  <a:pt x="10797" y="171237"/>
                  <a:pt x="7134" y="167762"/>
                </a:cubicBezTo>
                <a:cubicBezTo>
                  <a:pt x="16001" y="167183"/>
                  <a:pt x="17736" y="160243"/>
                  <a:pt x="17736" y="157351"/>
                </a:cubicBezTo>
                <a:cubicBezTo>
                  <a:pt x="17736" y="152918"/>
                  <a:pt x="14268" y="150603"/>
                  <a:pt x="10602" y="150603"/>
                </a:cubicBezTo>
                <a:cubicBezTo>
                  <a:pt x="5590" y="150603"/>
                  <a:pt x="0" y="154845"/>
                  <a:pt x="0" y="162170"/>
                </a:cubicBezTo>
                <a:cubicBezTo>
                  <a:pt x="0" y="170851"/>
                  <a:pt x="8484" y="175476"/>
                  <a:pt x="16386" y="175476"/>
                </a:cubicBezTo>
                <a:cubicBezTo>
                  <a:pt x="26992" y="175476"/>
                  <a:pt x="34702" y="164100"/>
                  <a:pt x="38174" y="156772"/>
                </a:cubicBezTo>
                <a:cubicBezTo>
                  <a:pt x="44343" y="144631"/>
                  <a:pt x="48779" y="121316"/>
                  <a:pt x="48970" y="119966"/>
                </a:cubicBezTo>
                <a:lnTo>
                  <a:pt x="60538" y="58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th-1007">
            <a:extLst xmlns:a="http://schemas.openxmlformats.org/drawingml/2006/main">
              <a:ext uri="{FF2B5EF4-FFF2-40B4-BE49-F238E27FC236}">
                <a16:creationId xmlns:a16="http://schemas.microsoft.com/office/drawing/2014/main" id="{A73C3600-5C84-4636-835B-0364E83D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674" y="4784462"/>
            <a:ext cx="48451" cy="59439"/>
          </a:xfrm>
          <a:custGeom xmlns:a="http://schemas.openxmlformats.org/drawingml/2006/main">
            <a:pathLst>
              <a:path w="48451" h="59439">
                <a:moveTo>
                  <a:pt x="0" y="1485"/>
                </a:moveTo>
                <a:lnTo>
                  <a:pt x="0" y="6347"/>
                </a:lnTo>
                <a:lnTo>
                  <a:pt x="1890" y="6347"/>
                </a:lnTo>
                <a:cubicBezTo>
                  <a:pt x="6073" y="6347"/>
                  <a:pt x="10121" y="6752"/>
                  <a:pt x="10121" y="13103"/>
                </a:cubicBezTo>
                <a:lnTo>
                  <a:pt x="10121" y="49042"/>
                </a:lnTo>
                <a:cubicBezTo>
                  <a:pt x="10121" y="54448"/>
                  <a:pt x="6884" y="54582"/>
                  <a:pt x="0" y="54582"/>
                </a:cubicBezTo>
                <a:lnTo>
                  <a:pt x="0" y="59439"/>
                </a:lnTo>
                <a:lnTo>
                  <a:pt x="33066" y="59439"/>
                </a:lnTo>
                <a:lnTo>
                  <a:pt x="33066" y="54582"/>
                </a:lnTo>
                <a:cubicBezTo>
                  <a:pt x="31581" y="54582"/>
                  <a:pt x="29961" y="54718"/>
                  <a:pt x="28476" y="54718"/>
                </a:cubicBezTo>
                <a:cubicBezTo>
                  <a:pt x="24024" y="54718"/>
                  <a:pt x="20379" y="54042"/>
                  <a:pt x="20379" y="49178"/>
                </a:cubicBezTo>
                <a:lnTo>
                  <a:pt x="20379" y="38639"/>
                </a:lnTo>
                <a:cubicBezTo>
                  <a:pt x="20379" y="36071"/>
                  <a:pt x="20245" y="33369"/>
                  <a:pt x="20245" y="30803"/>
                </a:cubicBezTo>
                <a:cubicBezTo>
                  <a:pt x="20245" y="20128"/>
                  <a:pt x="23754" y="3781"/>
                  <a:pt x="38464" y="3781"/>
                </a:cubicBezTo>
                <a:lnTo>
                  <a:pt x="38464" y="3915"/>
                </a:lnTo>
                <a:cubicBezTo>
                  <a:pt x="36845" y="4860"/>
                  <a:pt x="36169" y="6752"/>
                  <a:pt x="36169" y="8643"/>
                </a:cubicBezTo>
                <a:cubicBezTo>
                  <a:pt x="36169" y="12426"/>
                  <a:pt x="39003" y="14858"/>
                  <a:pt x="42378" y="14858"/>
                </a:cubicBezTo>
                <a:cubicBezTo>
                  <a:pt x="46021" y="14858"/>
                  <a:pt x="48451" y="11886"/>
                  <a:pt x="48451" y="8915"/>
                </a:cubicBezTo>
                <a:cubicBezTo>
                  <a:pt x="48451" y="3105"/>
                  <a:pt x="43052" y="0"/>
                  <a:pt x="37788" y="0"/>
                </a:cubicBezTo>
                <a:cubicBezTo>
                  <a:pt x="29151" y="0"/>
                  <a:pt x="21324" y="7428"/>
                  <a:pt x="19569" y="14858"/>
                </a:cubicBezTo>
                <a:lnTo>
                  <a:pt x="19434" y="0"/>
                </a:lnTo>
                <a:lnTo>
                  <a:pt x="12687" y="542"/>
                </a:lnTo>
                <a:lnTo>
                  <a:pt x="0" y="1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1008">
            <a:extLst xmlns:a="http://schemas.openxmlformats.org/drawingml/2006/main">
              <a:ext uri="{FF2B5EF4-FFF2-40B4-BE49-F238E27FC236}">
                <a16:creationId xmlns:a16="http://schemas.microsoft.com/office/drawing/2014/main" id="{38ECF055-90E6-4D7C-A688-280DCBF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691" y="4783803"/>
            <a:ext cx="57897" cy="61416"/>
          </a:xfrm>
          <a:custGeom xmlns:a="http://schemas.openxmlformats.org/drawingml/2006/main">
            <a:pathLst>
              <a:path w="57897" h="61416">
                <a:moveTo>
                  <a:pt x="12282" y="29258"/>
                </a:moveTo>
                <a:lnTo>
                  <a:pt x="54930" y="29258"/>
                </a:lnTo>
                <a:cubicBezTo>
                  <a:pt x="57224" y="29258"/>
                  <a:pt x="57897" y="28449"/>
                  <a:pt x="57897" y="26425"/>
                </a:cubicBezTo>
                <a:cubicBezTo>
                  <a:pt x="57897" y="11868"/>
                  <a:pt x="48585" y="0"/>
                  <a:pt x="31581" y="0"/>
                </a:cubicBezTo>
                <a:cubicBezTo>
                  <a:pt x="15251" y="0"/>
                  <a:pt x="0" y="12137"/>
                  <a:pt x="0" y="30611"/>
                </a:cubicBezTo>
                <a:cubicBezTo>
                  <a:pt x="0" y="48991"/>
                  <a:pt x="16330" y="61416"/>
                  <a:pt x="32930" y="61416"/>
                </a:cubicBezTo>
                <a:cubicBezTo>
                  <a:pt x="42782" y="61416"/>
                  <a:pt x="54794" y="55883"/>
                  <a:pt x="57493" y="45342"/>
                </a:cubicBezTo>
                <a:cubicBezTo>
                  <a:pt x="57627" y="44936"/>
                  <a:pt x="57763" y="44396"/>
                  <a:pt x="57763" y="43991"/>
                </a:cubicBezTo>
                <a:lnTo>
                  <a:pt x="57763" y="43585"/>
                </a:lnTo>
                <a:cubicBezTo>
                  <a:pt x="57627" y="42504"/>
                  <a:pt x="56684" y="41962"/>
                  <a:pt x="55603" y="41962"/>
                </a:cubicBezTo>
                <a:cubicBezTo>
                  <a:pt x="52905" y="41962"/>
                  <a:pt x="52364" y="46692"/>
                  <a:pt x="50609" y="48855"/>
                </a:cubicBezTo>
                <a:cubicBezTo>
                  <a:pt x="46697" y="54127"/>
                  <a:pt x="40218" y="57098"/>
                  <a:pt x="33606" y="57098"/>
                </a:cubicBezTo>
                <a:lnTo>
                  <a:pt x="33200" y="57098"/>
                </a:lnTo>
                <a:cubicBezTo>
                  <a:pt x="27803" y="57098"/>
                  <a:pt x="21864" y="54127"/>
                  <a:pt x="18624" y="50477"/>
                </a:cubicBezTo>
                <a:cubicBezTo>
                  <a:pt x="13227" y="44800"/>
                  <a:pt x="12282" y="36828"/>
                  <a:pt x="12282" y="29258"/>
                </a:cubicBezTo>
                <a:moveTo>
                  <a:pt x="12418" y="25751"/>
                </a:moveTo>
                <a:cubicBezTo>
                  <a:pt x="13902" y="15506"/>
                  <a:pt x="18354" y="3915"/>
                  <a:pt x="31445" y="3915"/>
                </a:cubicBezTo>
                <a:cubicBezTo>
                  <a:pt x="36305" y="3915"/>
                  <a:pt x="40218" y="5667"/>
                  <a:pt x="43997" y="9979"/>
                </a:cubicBezTo>
                <a:cubicBezTo>
                  <a:pt x="47236" y="14294"/>
                  <a:pt x="48451" y="20358"/>
                  <a:pt x="48451" y="25751"/>
                </a:cubicBezTo>
                <a:lnTo>
                  <a:pt x="12418" y="25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path-1009">
            <a:extLst xmlns:a="http://schemas.openxmlformats.org/drawingml/2006/main">
              <a:ext uri="{FF2B5EF4-FFF2-40B4-BE49-F238E27FC236}">
                <a16:creationId xmlns:a16="http://schemas.microsoft.com/office/drawing/2014/main" id="{4A9AD13A-1F9B-4AB9-9D01-B941F86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370" y="4784462"/>
            <a:ext cx="72473" cy="85667"/>
          </a:xfrm>
          <a:custGeom xmlns:a="http://schemas.openxmlformats.org/drawingml/2006/main">
            <a:pathLst>
              <a:path w="72473" h="85667">
                <a:moveTo>
                  <a:pt x="0" y="1485"/>
                </a:moveTo>
                <a:lnTo>
                  <a:pt x="0" y="6345"/>
                </a:lnTo>
                <a:lnTo>
                  <a:pt x="2970" y="6345"/>
                </a:lnTo>
                <a:cubicBezTo>
                  <a:pt x="6748" y="6345"/>
                  <a:pt x="10121" y="6886"/>
                  <a:pt x="10121" y="12016"/>
                </a:cubicBezTo>
                <a:lnTo>
                  <a:pt x="10121" y="75525"/>
                </a:lnTo>
                <a:cubicBezTo>
                  <a:pt x="10121" y="80267"/>
                  <a:pt x="6748" y="80809"/>
                  <a:pt x="3239" y="80809"/>
                </a:cubicBezTo>
                <a:lnTo>
                  <a:pt x="0" y="80809"/>
                </a:lnTo>
                <a:lnTo>
                  <a:pt x="0" y="85667"/>
                </a:lnTo>
                <a:lnTo>
                  <a:pt x="31042" y="85667"/>
                </a:lnTo>
                <a:lnTo>
                  <a:pt x="31042" y="80809"/>
                </a:lnTo>
                <a:lnTo>
                  <a:pt x="27803" y="80809"/>
                </a:lnTo>
                <a:cubicBezTo>
                  <a:pt x="24024" y="80809"/>
                  <a:pt x="20918" y="80403"/>
                  <a:pt x="20918" y="75661"/>
                </a:cubicBezTo>
                <a:lnTo>
                  <a:pt x="20918" y="53064"/>
                </a:lnTo>
                <a:cubicBezTo>
                  <a:pt x="26048" y="58194"/>
                  <a:pt x="32660" y="60757"/>
                  <a:pt x="39543" y="60757"/>
                </a:cubicBezTo>
                <a:cubicBezTo>
                  <a:pt x="56278" y="60757"/>
                  <a:pt x="72473" y="48068"/>
                  <a:pt x="72473" y="30245"/>
                </a:cubicBezTo>
                <a:cubicBezTo>
                  <a:pt x="72473" y="13906"/>
                  <a:pt x="58706" y="0"/>
                  <a:pt x="41433" y="0"/>
                </a:cubicBezTo>
                <a:cubicBezTo>
                  <a:pt x="33470" y="0"/>
                  <a:pt x="26048" y="2836"/>
                  <a:pt x="20379" y="8101"/>
                </a:cubicBezTo>
                <a:lnTo>
                  <a:pt x="20379" y="0"/>
                </a:lnTo>
                <a:lnTo>
                  <a:pt x="0" y="1485"/>
                </a:lnTo>
                <a:moveTo>
                  <a:pt x="60057" y="32405"/>
                </a:moveTo>
                <a:cubicBezTo>
                  <a:pt x="58978" y="44017"/>
                  <a:pt x="51690" y="56979"/>
                  <a:pt x="38328" y="56979"/>
                </a:cubicBezTo>
                <a:cubicBezTo>
                  <a:pt x="32391" y="56979"/>
                  <a:pt x="26452" y="53873"/>
                  <a:pt x="23079" y="49013"/>
                </a:cubicBezTo>
                <a:cubicBezTo>
                  <a:pt x="21864" y="47662"/>
                  <a:pt x="20918" y="46178"/>
                  <a:pt x="20918" y="44287"/>
                </a:cubicBezTo>
                <a:lnTo>
                  <a:pt x="20918" y="22683"/>
                </a:lnTo>
                <a:cubicBezTo>
                  <a:pt x="20918" y="21062"/>
                  <a:pt x="20784" y="19442"/>
                  <a:pt x="20784" y="17687"/>
                </a:cubicBezTo>
                <a:cubicBezTo>
                  <a:pt x="20784" y="10261"/>
                  <a:pt x="30906" y="4320"/>
                  <a:pt x="39543" y="4320"/>
                </a:cubicBezTo>
                <a:cubicBezTo>
                  <a:pt x="53445" y="4320"/>
                  <a:pt x="60191" y="19038"/>
                  <a:pt x="60191" y="30381"/>
                </a:cubicBezTo>
                <a:cubicBezTo>
                  <a:pt x="60191" y="31054"/>
                  <a:pt x="60191" y="31730"/>
                  <a:pt x="60057" y="324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path-1010">
            <a:extLst xmlns:a="http://schemas.openxmlformats.org/drawingml/2006/main">
              <a:ext uri="{FF2B5EF4-FFF2-40B4-BE49-F238E27FC236}">
                <a16:creationId xmlns:a16="http://schemas.microsoft.com/office/drawing/2014/main" id="{B3A408DE-5DDD-4C62-9470-6DA389F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821" y="4670503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190871"/>
                </a:moveTo>
                <a:cubicBezTo>
                  <a:pt x="44728" y="190294"/>
                  <a:pt x="44728" y="189906"/>
                  <a:pt x="41451" y="186629"/>
                </a:cubicBezTo>
                <a:cubicBezTo>
                  <a:pt x="17351" y="162338"/>
                  <a:pt x="11182" y="125897"/>
                  <a:pt x="11182" y="96399"/>
                </a:cubicBezTo>
                <a:cubicBezTo>
                  <a:pt x="11182" y="62853"/>
                  <a:pt x="18507" y="29307"/>
                  <a:pt x="42222" y="5207"/>
                </a:cubicBezTo>
                <a:cubicBezTo>
                  <a:pt x="44728" y="2895"/>
                  <a:pt x="44728" y="2506"/>
                  <a:pt x="44728" y="1930"/>
                </a:cubicBezTo>
                <a:cubicBezTo>
                  <a:pt x="44728" y="580"/>
                  <a:pt x="43957" y="0"/>
                  <a:pt x="42801" y="0"/>
                </a:cubicBezTo>
                <a:cubicBezTo>
                  <a:pt x="40871" y="0"/>
                  <a:pt x="23520" y="13112"/>
                  <a:pt x="12144" y="37597"/>
                </a:cubicBezTo>
                <a:cubicBezTo>
                  <a:pt x="2312" y="58805"/>
                  <a:pt x="0" y="80204"/>
                  <a:pt x="0" y="96399"/>
                </a:cubicBezTo>
                <a:cubicBezTo>
                  <a:pt x="0" y="111438"/>
                  <a:pt x="2118" y="134767"/>
                  <a:pt x="12724" y="156554"/>
                </a:cubicBezTo>
                <a:cubicBezTo>
                  <a:pt x="24291" y="180268"/>
                  <a:pt x="40871" y="192798"/>
                  <a:pt x="42801" y="192798"/>
                </a:cubicBezTo>
                <a:cubicBezTo>
                  <a:pt x="43957" y="192798"/>
                  <a:pt x="44728" y="192221"/>
                  <a:pt x="44728" y="1908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5" name="path-1011">
            <a:extLst xmlns:a="http://schemas.openxmlformats.org/drawingml/2006/main">
              <a:ext uri="{FF2B5EF4-FFF2-40B4-BE49-F238E27FC236}">
                <a16:creationId xmlns:a16="http://schemas.microsoft.com/office/drawing/2014/main" id="{756EB3D5-B528-4FA5-B2F2-4FB7AA81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064" y="4681235"/>
            <a:ext cx="49164" cy="135373"/>
          </a:xfrm>
          <a:custGeom xmlns:a="http://schemas.openxmlformats.org/drawingml/2006/main">
            <a:pathLst>
              <a:path w="49164" h="135373">
                <a:moveTo>
                  <a:pt x="48394" y="6749"/>
                </a:moveTo>
                <a:cubicBezTo>
                  <a:pt x="49164" y="4051"/>
                  <a:pt x="49164" y="3666"/>
                  <a:pt x="49164" y="3471"/>
                </a:cubicBezTo>
                <a:cubicBezTo>
                  <a:pt x="49164" y="965"/>
                  <a:pt x="47043" y="0"/>
                  <a:pt x="44922" y="0"/>
                </a:cubicBezTo>
                <a:cubicBezTo>
                  <a:pt x="44151" y="0"/>
                  <a:pt x="43957" y="0"/>
                  <a:pt x="43572" y="194"/>
                </a:cubicBezTo>
                <a:lnTo>
                  <a:pt x="18701" y="1350"/>
                </a:lnTo>
                <a:cubicBezTo>
                  <a:pt x="16004" y="1544"/>
                  <a:pt x="12532" y="1736"/>
                  <a:pt x="12532" y="7134"/>
                </a:cubicBezTo>
                <a:cubicBezTo>
                  <a:pt x="12532" y="10605"/>
                  <a:pt x="16195" y="10605"/>
                  <a:pt x="17545" y="10605"/>
                </a:cubicBezTo>
                <a:cubicBezTo>
                  <a:pt x="19666" y="10605"/>
                  <a:pt x="23138" y="10605"/>
                  <a:pt x="25641" y="10991"/>
                </a:cubicBezTo>
                <a:lnTo>
                  <a:pt x="965" y="109920"/>
                </a:lnTo>
                <a:cubicBezTo>
                  <a:pt x="385" y="112041"/>
                  <a:pt x="0" y="113776"/>
                  <a:pt x="0" y="116477"/>
                </a:cubicBezTo>
                <a:cubicBezTo>
                  <a:pt x="0" y="129203"/>
                  <a:pt x="12726" y="135373"/>
                  <a:pt x="24100" y="135373"/>
                </a:cubicBezTo>
                <a:cubicBezTo>
                  <a:pt x="31234" y="135373"/>
                  <a:pt x="36632" y="131325"/>
                  <a:pt x="40874" y="124385"/>
                </a:cubicBezTo>
                <a:cubicBezTo>
                  <a:pt x="45502" y="116862"/>
                  <a:pt x="48199" y="106448"/>
                  <a:pt x="48199" y="105292"/>
                </a:cubicBezTo>
                <a:cubicBezTo>
                  <a:pt x="48199" y="102591"/>
                  <a:pt x="45308" y="102591"/>
                  <a:pt x="43572" y="102591"/>
                </a:cubicBezTo>
                <a:cubicBezTo>
                  <a:pt x="41451" y="102591"/>
                  <a:pt x="40680" y="102591"/>
                  <a:pt x="39718" y="103556"/>
                </a:cubicBezTo>
                <a:cubicBezTo>
                  <a:pt x="39333" y="103942"/>
                  <a:pt x="39333" y="104327"/>
                  <a:pt x="38174" y="109149"/>
                </a:cubicBezTo>
                <a:cubicBezTo>
                  <a:pt x="34511" y="123805"/>
                  <a:pt x="30269" y="128433"/>
                  <a:pt x="25065" y="128433"/>
                </a:cubicBezTo>
                <a:cubicBezTo>
                  <a:pt x="22173" y="128433"/>
                  <a:pt x="20631" y="126506"/>
                  <a:pt x="20631" y="121490"/>
                </a:cubicBezTo>
                <a:cubicBezTo>
                  <a:pt x="20631" y="117633"/>
                  <a:pt x="21208" y="115706"/>
                  <a:pt x="21787" y="113006"/>
                </a:cubicBezTo>
                <a:lnTo>
                  <a:pt x="48394" y="6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path-1012">
            <a:extLst xmlns:a="http://schemas.openxmlformats.org/drawingml/2006/main">
              <a:ext uri="{FF2B5EF4-FFF2-40B4-BE49-F238E27FC236}">
                <a16:creationId xmlns:a16="http://schemas.microsoft.com/office/drawing/2014/main" id="{CE5A2C2E-FC4F-48B1-A03C-5692718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338" y="4754413"/>
            <a:ext cx="59652" cy="89621"/>
          </a:xfrm>
          <a:custGeom xmlns:a="http://schemas.openxmlformats.org/drawingml/2006/main">
            <a:pathLst>
              <a:path w="59652" h="89621">
                <a:moveTo>
                  <a:pt x="59652" y="65053"/>
                </a:moveTo>
                <a:lnTo>
                  <a:pt x="55063" y="65053"/>
                </a:lnTo>
                <a:cubicBezTo>
                  <a:pt x="54658" y="68025"/>
                  <a:pt x="53309" y="75990"/>
                  <a:pt x="51554" y="77341"/>
                </a:cubicBezTo>
                <a:cubicBezTo>
                  <a:pt x="50475" y="78150"/>
                  <a:pt x="40084" y="78150"/>
                  <a:pt x="38194" y="78150"/>
                </a:cubicBezTo>
                <a:lnTo>
                  <a:pt x="13361" y="78150"/>
                </a:lnTo>
                <a:cubicBezTo>
                  <a:pt x="27533" y="65593"/>
                  <a:pt x="32255" y="61814"/>
                  <a:pt x="40354" y="55467"/>
                </a:cubicBezTo>
                <a:cubicBezTo>
                  <a:pt x="50339" y="47502"/>
                  <a:pt x="59652" y="39131"/>
                  <a:pt x="59652" y="26305"/>
                </a:cubicBezTo>
                <a:cubicBezTo>
                  <a:pt x="59652" y="9983"/>
                  <a:pt x="45346" y="0"/>
                  <a:pt x="28072" y="0"/>
                </a:cubicBezTo>
                <a:cubicBezTo>
                  <a:pt x="11336" y="0"/>
                  <a:pt x="0" y="11736"/>
                  <a:pt x="0" y="24145"/>
                </a:cubicBezTo>
                <a:cubicBezTo>
                  <a:pt x="0" y="31029"/>
                  <a:pt x="5803" y="31703"/>
                  <a:pt x="7154" y="31703"/>
                </a:cubicBezTo>
                <a:cubicBezTo>
                  <a:pt x="10393" y="31703"/>
                  <a:pt x="14306" y="29409"/>
                  <a:pt x="14306" y="24551"/>
                </a:cubicBezTo>
                <a:cubicBezTo>
                  <a:pt x="14306" y="22121"/>
                  <a:pt x="13361" y="17397"/>
                  <a:pt x="6343" y="17397"/>
                </a:cubicBezTo>
                <a:cubicBezTo>
                  <a:pt x="10527" y="7825"/>
                  <a:pt x="19705" y="4860"/>
                  <a:pt x="26048" y="4860"/>
                </a:cubicBezTo>
                <a:cubicBezTo>
                  <a:pt x="39543" y="4860"/>
                  <a:pt x="46561" y="15375"/>
                  <a:pt x="46561" y="26305"/>
                </a:cubicBezTo>
                <a:cubicBezTo>
                  <a:pt x="46561" y="38050"/>
                  <a:pt x="38194" y="47366"/>
                  <a:pt x="33875" y="52226"/>
                </a:cubicBezTo>
                <a:lnTo>
                  <a:pt x="1351" y="84359"/>
                </a:lnTo>
                <a:cubicBezTo>
                  <a:pt x="0" y="85572"/>
                  <a:pt x="0" y="85842"/>
                  <a:pt x="0" y="89621"/>
                </a:cubicBezTo>
                <a:lnTo>
                  <a:pt x="55603" y="89621"/>
                </a:lnTo>
                <a:lnTo>
                  <a:pt x="59652" y="65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7" name="path-1013">
            <a:extLst xmlns:a="http://schemas.openxmlformats.org/drawingml/2006/main">
              <a:ext uri="{FF2B5EF4-FFF2-40B4-BE49-F238E27FC236}">
                <a16:creationId xmlns:a16="http://schemas.microsoft.com/office/drawing/2014/main" id="{1CE7141B-DDB8-48F7-B32E-B7110BB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10" y="4670503"/>
            <a:ext cx="44728" cy="192798"/>
          </a:xfrm>
          <a:custGeom xmlns:a="http://schemas.openxmlformats.org/drawingml/2006/main">
            <a:pathLst>
              <a:path w="44728" h="192798">
                <a:moveTo>
                  <a:pt x="44728" y="96399"/>
                </a:moveTo>
                <a:cubicBezTo>
                  <a:pt x="44728" y="81363"/>
                  <a:pt x="42610" y="58034"/>
                  <a:pt x="32004" y="36247"/>
                </a:cubicBezTo>
                <a:cubicBezTo>
                  <a:pt x="20437" y="12532"/>
                  <a:pt x="3857" y="0"/>
                  <a:pt x="1927" y="0"/>
                </a:cubicBezTo>
                <a:cubicBezTo>
                  <a:pt x="771" y="0"/>
                  <a:pt x="0" y="774"/>
                  <a:pt x="0" y="1930"/>
                </a:cubicBezTo>
                <a:cubicBezTo>
                  <a:pt x="0" y="2506"/>
                  <a:pt x="0" y="2895"/>
                  <a:pt x="3663" y="6363"/>
                </a:cubicBezTo>
                <a:cubicBezTo>
                  <a:pt x="22558" y="25450"/>
                  <a:pt x="33546" y="56104"/>
                  <a:pt x="33546" y="96399"/>
                </a:cubicBezTo>
                <a:cubicBezTo>
                  <a:pt x="33546" y="129368"/>
                  <a:pt x="26415" y="163300"/>
                  <a:pt x="2506" y="187594"/>
                </a:cubicBezTo>
                <a:cubicBezTo>
                  <a:pt x="0" y="189906"/>
                  <a:pt x="0" y="190294"/>
                  <a:pt x="0" y="190871"/>
                </a:cubicBezTo>
                <a:cubicBezTo>
                  <a:pt x="0" y="192027"/>
                  <a:pt x="771" y="192798"/>
                  <a:pt x="1927" y="192798"/>
                </a:cubicBezTo>
                <a:cubicBezTo>
                  <a:pt x="3857" y="192798"/>
                  <a:pt x="21208" y="179689"/>
                  <a:pt x="32584" y="155204"/>
                </a:cubicBezTo>
                <a:cubicBezTo>
                  <a:pt x="42416" y="133996"/>
                  <a:pt x="44728" y="112594"/>
                  <a:pt x="44728" y="96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1014">
            <a:extLst xmlns:a="http://schemas.openxmlformats.org/drawingml/2006/main">
              <a:ext uri="{FF2B5EF4-FFF2-40B4-BE49-F238E27FC236}">
                <a16:creationId xmlns:a16="http://schemas.microsoft.com/office/drawing/2014/main" id="{B6296215-599D-4C7B-9B0C-7D1DD92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124056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path-1015">
            <a:extLst xmlns:a="http://schemas.openxmlformats.org/drawingml/2006/main">
              <a:ext uri="{FF2B5EF4-FFF2-40B4-BE49-F238E27FC236}">
                <a16:creationId xmlns:a16="http://schemas.microsoft.com/office/drawing/2014/main" id="{8B2B7349-A41F-425D-8E49-6BC0AFC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24054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20" name="path-1016">
            <a:extLst xmlns:a="http://schemas.openxmlformats.org/drawingml/2006/main">
              <a:ext uri="{FF2B5EF4-FFF2-40B4-BE49-F238E27FC236}">
                <a16:creationId xmlns:a16="http://schemas.microsoft.com/office/drawing/2014/main" id="{A4C5292A-C066-45CD-B987-A89DD1E4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1240567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path-1017">
            <a:extLst xmlns:a="http://schemas.openxmlformats.org/drawingml/2006/main">
              <a:ext uri="{FF2B5EF4-FFF2-40B4-BE49-F238E27FC236}">
                <a16:creationId xmlns:a16="http://schemas.microsoft.com/office/drawing/2014/main" id="{D0004DEB-3675-4E84-9919-6C9B12FB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124054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22" name="path-1018">
            <a:extLst xmlns:a="http://schemas.openxmlformats.org/drawingml/2006/main">
              <a:ext uri="{FF2B5EF4-FFF2-40B4-BE49-F238E27FC236}">
                <a16:creationId xmlns:a16="http://schemas.microsoft.com/office/drawing/2014/main" id="{090ACECD-B5C0-4875-B561-73A4C0F6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124056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3" name="path-1019">
            <a:extLst xmlns:a="http://schemas.openxmlformats.org/drawingml/2006/main">
              <a:ext uri="{FF2B5EF4-FFF2-40B4-BE49-F238E27FC236}">
                <a16:creationId xmlns:a16="http://schemas.microsoft.com/office/drawing/2014/main" id="{79AF0411-D532-49BF-B2F2-8645643B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1240540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24" name="path-1020">
            <a:extLst xmlns:a="http://schemas.openxmlformats.org/drawingml/2006/main">
              <a:ext uri="{FF2B5EF4-FFF2-40B4-BE49-F238E27FC236}">
                <a16:creationId xmlns:a16="http://schemas.microsoft.com/office/drawing/2014/main" id="{D20A89EC-A6B7-4730-88A9-BB8C5AD7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1362222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5" name="path-1021">
            <a:extLst xmlns:a="http://schemas.openxmlformats.org/drawingml/2006/main">
              <a:ext uri="{FF2B5EF4-FFF2-40B4-BE49-F238E27FC236}">
                <a16:creationId xmlns:a16="http://schemas.microsoft.com/office/drawing/2014/main" id="{49069D53-F58B-4D2E-A2D2-7A9B700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362194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26" name="path-1022">
            <a:extLst xmlns:a="http://schemas.openxmlformats.org/drawingml/2006/main">
              <a:ext uri="{FF2B5EF4-FFF2-40B4-BE49-F238E27FC236}">
                <a16:creationId xmlns:a16="http://schemas.microsoft.com/office/drawing/2014/main" id="{1EB55E74-D33A-4614-B495-0295F60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1362222"/>
            <a:ext cx="121630" cy="121631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7" name="path-1023">
            <a:extLst xmlns:a="http://schemas.openxmlformats.org/drawingml/2006/main">
              <a:ext uri="{FF2B5EF4-FFF2-40B4-BE49-F238E27FC236}">
                <a16:creationId xmlns:a16="http://schemas.microsoft.com/office/drawing/2014/main" id="{3331F8F3-B653-4C94-81E0-827D8B7C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1362194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28" name="path-1024">
            <a:extLst xmlns:a="http://schemas.openxmlformats.org/drawingml/2006/main">
              <a:ext uri="{FF2B5EF4-FFF2-40B4-BE49-F238E27FC236}">
                <a16:creationId xmlns:a16="http://schemas.microsoft.com/office/drawing/2014/main" id="{9D5E5EC5-C4CA-44E3-94FA-856F837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1362222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path-1025">
            <a:extLst xmlns:a="http://schemas.openxmlformats.org/drawingml/2006/main">
              <a:ext uri="{FF2B5EF4-FFF2-40B4-BE49-F238E27FC236}">
                <a16:creationId xmlns:a16="http://schemas.microsoft.com/office/drawing/2014/main" id="{49A145D6-8B64-4352-A1B6-DD594AE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1362194"/>
            <a:ext cx="121567" cy="121658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30" name="path-1026">
            <a:extLst xmlns:a="http://schemas.openxmlformats.org/drawingml/2006/main">
              <a:ext uri="{FF2B5EF4-FFF2-40B4-BE49-F238E27FC236}">
                <a16:creationId xmlns:a16="http://schemas.microsoft.com/office/drawing/2014/main" id="{9CBA155D-B47A-49F3-A4C3-4A107963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148378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1027">
            <a:extLst xmlns:a="http://schemas.openxmlformats.org/drawingml/2006/main">
              <a:ext uri="{FF2B5EF4-FFF2-40B4-BE49-F238E27FC236}">
                <a16:creationId xmlns:a16="http://schemas.microsoft.com/office/drawing/2014/main" id="{15B33438-8A94-4859-B5FF-3BFBCCA7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483852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32" name="path-1028">
            <a:extLst xmlns:a="http://schemas.openxmlformats.org/drawingml/2006/main">
              <a:ext uri="{FF2B5EF4-FFF2-40B4-BE49-F238E27FC236}">
                <a16:creationId xmlns:a16="http://schemas.microsoft.com/office/drawing/2014/main" id="{3E6D7949-7493-4C63-933A-E6FD49B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1483789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path-1029">
            <a:extLst xmlns:a="http://schemas.openxmlformats.org/drawingml/2006/main">
              <a:ext uri="{FF2B5EF4-FFF2-40B4-BE49-F238E27FC236}">
                <a16:creationId xmlns:a16="http://schemas.microsoft.com/office/drawing/2014/main" id="{5779B7C3-4DE2-41A7-9EAA-80283104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1483852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34" name="path-1030">
            <a:extLst xmlns:a="http://schemas.openxmlformats.org/drawingml/2006/main">
              <a:ext uri="{FF2B5EF4-FFF2-40B4-BE49-F238E27FC236}">
                <a16:creationId xmlns:a16="http://schemas.microsoft.com/office/drawing/2014/main" id="{38AE7167-EF84-42ED-9F6C-3EBB897A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148378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path-1031">
            <a:extLst xmlns:a="http://schemas.openxmlformats.org/drawingml/2006/main">
              <a:ext uri="{FF2B5EF4-FFF2-40B4-BE49-F238E27FC236}">
                <a16:creationId xmlns:a16="http://schemas.microsoft.com/office/drawing/2014/main" id="{77D8056F-ED0C-43B9-A2EF-9810215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1483852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36" name="path-1032">
            <a:extLst xmlns:a="http://schemas.openxmlformats.org/drawingml/2006/main">
              <a:ext uri="{FF2B5EF4-FFF2-40B4-BE49-F238E27FC236}">
                <a16:creationId xmlns:a16="http://schemas.microsoft.com/office/drawing/2014/main" id="{52004DF2-B6C1-4891-9CC6-F08B716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124056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path-1033">
            <a:extLst xmlns:a="http://schemas.openxmlformats.org/drawingml/2006/main">
              <a:ext uri="{FF2B5EF4-FFF2-40B4-BE49-F238E27FC236}">
                <a16:creationId xmlns:a16="http://schemas.microsoft.com/office/drawing/2014/main" id="{C0A04BB3-0E02-4D73-82E4-947938E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124054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38" name="path-1034">
            <a:extLst xmlns:a="http://schemas.openxmlformats.org/drawingml/2006/main">
              <a:ext uri="{FF2B5EF4-FFF2-40B4-BE49-F238E27FC236}">
                <a16:creationId xmlns:a16="http://schemas.microsoft.com/office/drawing/2014/main" id="{67601A0D-A6EC-427A-AD10-AE0500F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1362222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path-1035">
            <a:extLst xmlns:a="http://schemas.openxmlformats.org/drawingml/2006/main">
              <a:ext uri="{FF2B5EF4-FFF2-40B4-BE49-F238E27FC236}">
                <a16:creationId xmlns:a16="http://schemas.microsoft.com/office/drawing/2014/main" id="{B876E297-628A-4FC6-9746-05A5B4D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1362194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40" name="path-1036">
            <a:extLst xmlns:a="http://schemas.openxmlformats.org/drawingml/2006/main">
              <a:ext uri="{FF2B5EF4-FFF2-40B4-BE49-F238E27FC236}">
                <a16:creationId xmlns:a16="http://schemas.microsoft.com/office/drawing/2014/main" id="{393129B4-F0C4-442D-82B7-442816D6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148378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th-1037">
            <a:extLst xmlns:a="http://schemas.openxmlformats.org/drawingml/2006/main">
              <a:ext uri="{FF2B5EF4-FFF2-40B4-BE49-F238E27FC236}">
                <a16:creationId xmlns:a16="http://schemas.microsoft.com/office/drawing/2014/main" id="{99CFF7FB-2CAD-4BBA-9485-D37757DF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1483852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42" name="path-1038">
            <a:extLst xmlns:a="http://schemas.openxmlformats.org/drawingml/2006/main">
              <a:ext uri="{FF2B5EF4-FFF2-40B4-BE49-F238E27FC236}">
                <a16:creationId xmlns:a16="http://schemas.microsoft.com/office/drawing/2014/main" id="{7B9D6BDE-EC7B-4483-8A0C-62856E4C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160544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path-1039">
            <a:extLst xmlns:a="http://schemas.openxmlformats.org/drawingml/2006/main">
              <a:ext uri="{FF2B5EF4-FFF2-40B4-BE49-F238E27FC236}">
                <a16:creationId xmlns:a16="http://schemas.microsoft.com/office/drawing/2014/main" id="{463648D3-55A8-45C0-8192-A9EC4023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605416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44" name="path-1040">
            <a:extLst xmlns:a="http://schemas.openxmlformats.org/drawingml/2006/main">
              <a:ext uri="{FF2B5EF4-FFF2-40B4-BE49-F238E27FC236}">
                <a16:creationId xmlns:a16="http://schemas.microsoft.com/office/drawing/2014/main" id="{4E486C7F-5804-4F6E-A7C3-0D0E4545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1605443"/>
            <a:ext cx="121630" cy="121631"/>
          </a:xfrm>
          <a:custGeom xmlns:a="http://schemas.openxmlformats.org/drawingml/2006/main">
            <a:pathLst>
              <a:path w="121630" h="121631">
                <a:moveTo>
                  <a:pt x="0" y="0"/>
                </a:moveTo>
                <a:lnTo>
                  <a:pt x="121630" y="0"/>
                </a:lnTo>
                <a:lnTo>
                  <a:pt x="121630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path-1041">
            <a:extLst xmlns:a="http://schemas.openxmlformats.org/drawingml/2006/main">
              <a:ext uri="{FF2B5EF4-FFF2-40B4-BE49-F238E27FC236}">
                <a16:creationId xmlns:a16="http://schemas.microsoft.com/office/drawing/2014/main" id="{AF6E9272-041F-47B2-8D0A-F659346A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1605416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46" name="path-1042">
            <a:extLst xmlns:a="http://schemas.openxmlformats.org/drawingml/2006/main">
              <a:ext uri="{FF2B5EF4-FFF2-40B4-BE49-F238E27FC236}">
                <a16:creationId xmlns:a16="http://schemas.microsoft.com/office/drawing/2014/main" id="{9F5FF11D-C74D-4A90-B927-EAA53E4D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160544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path-1043">
            <a:extLst xmlns:a="http://schemas.openxmlformats.org/drawingml/2006/main">
              <a:ext uri="{FF2B5EF4-FFF2-40B4-BE49-F238E27FC236}">
                <a16:creationId xmlns:a16="http://schemas.microsoft.com/office/drawing/2014/main" id="{911E7771-0E35-4BC8-B016-BAE34B7B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1605416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48" name="path-1044">
            <a:extLst xmlns:a="http://schemas.openxmlformats.org/drawingml/2006/main">
              <a:ext uri="{FF2B5EF4-FFF2-40B4-BE49-F238E27FC236}">
                <a16:creationId xmlns:a16="http://schemas.microsoft.com/office/drawing/2014/main" id="{F6135A4A-9EBF-45F9-9861-16FF82B9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160544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path-1045">
            <a:extLst xmlns:a="http://schemas.openxmlformats.org/drawingml/2006/main">
              <a:ext uri="{FF2B5EF4-FFF2-40B4-BE49-F238E27FC236}">
                <a16:creationId xmlns:a16="http://schemas.microsoft.com/office/drawing/2014/main" id="{41999C43-2150-42AA-8D39-05A120A9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1605416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50" name="path-1046">
            <a:extLst xmlns:a="http://schemas.openxmlformats.org/drawingml/2006/main">
              <a:ext uri="{FF2B5EF4-FFF2-40B4-BE49-F238E27FC236}">
                <a16:creationId xmlns:a16="http://schemas.microsoft.com/office/drawing/2014/main" id="{C44A64CA-17D9-4B59-84F1-D1640595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1240567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1047">
            <a:extLst xmlns:a="http://schemas.openxmlformats.org/drawingml/2006/main">
              <a:ext uri="{FF2B5EF4-FFF2-40B4-BE49-F238E27FC236}">
                <a16:creationId xmlns:a16="http://schemas.microsoft.com/office/drawing/2014/main" id="{6874C7DE-C3A2-49EC-B2F8-A550864D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124054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52" name="path-1048">
            <a:extLst xmlns:a="http://schemas.openxmlformats.org/drawingml/2006/main">
              <a:ext uri="{FF2B5EF4-FFF2-40B4-BE49-F238E27FC236}">
                <a16:creationId xmlns:a16="http://schemas.microsoft.com/office/drawing/2014/main" id="{C76FE98E-08A5-4B5F-89D2-680757B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1362222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path-1049">
            <a:extLst xmlns:a="http://schemas.openxmlformats.org/drawingml/2006/main">
              <a:ext uri="{FF2B5EF4-FFF2-40B4-BE49-F238E27FC236}">
                <a16:creationId xmlns:a16="http://schemas.microsoft.com/office/drawing/2014/main" id="{C4BB3D40-E666-4861-A70C-F6B49C7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1362194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54" name="path-1050">
            <a:extLst xmlns:a="http://schemas.openxmlformats.org/drawingml/2006/main">
              <a:ext uri="{FF2B5EF4-FFF2-40B4-BE49-F238E27FC236}">
                <a16:creationId xmlns:a16="http://schemas.microsoft.com/office/drawing/2014/main" id="{E7F50F97-1D77-4232-9F47-0DCCD2F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1483789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path-1051">
            <a:extLst xmlns:a="http://schemas.openxmlformats.org/drawingml/2006/main">
              <a:ext uri="{FF2B5EF4-FFF2-40B4-BE49-F238E27FC236}">
                <a16:creationId xmlns:a16="http://schemas.microsoft.com/office/drawing/2014/main" id="{D89700D6-9FD4-4224-98FA-08B9C70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1483852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56" name="path-1052">
            <a:extLst xmlns:a="http://schemas.openxmlformats.org/drawingml/2006/main">
              <a:ext uri="{FF2B5EF4-FFF2-40B4-BE49-F238E27FC236}">
                <a16:creationId xmlns:a16="http://schemas.microsoft.com/office/drawing/2014/main" id="{E10F7750-238C-4F95-92D1-6FF23E5C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1605443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path-1053">
            <a:extLst xmlns:a="http://schemas.openxmlformats.org/drawingml/2006/main">
              <a:ext uri="{FF2B5EF4-FFF2-40B4-BE49-F238E27FC236}">
                <a16:creationId xmlns:a16="http://schemas.microsoft.com/office/drawing/2014/main" id="{7756721B-A3C4-4B08-8B62-6892965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1605416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58" name="path-1054">
            <a:extLst xmlns:a="http://schemas.openxmlformats.org/drawingml/2006/main">
              <a:ext uri="{FF2B5EF4-FFF2-40B4-BE49-F238E27FC236}">
                <a16:creationId xmlns:a16="http://schemas.microsoft.com/office/drawing/2014/main" id="{ED6804D6-F497-432A-B2EE-0C33831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31" y="17270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path-1055">
            <a:extLst xmlns:a="http://schemas.openxmlformats.org/drawingml/2006/main">
              <a:ext uri="{FF2B5EF4-FFF2-40B4-BE49-F238E27FC236}">
                <a16:creationId xmlns:a16="http://schemas.microsoft.com/office/drawing/2014/main" id="{BB97D134-74E0-4D1C-B255-7408C2A9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727071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60" name="path-1056">
            <a:extLst xmlns:a="http://schemas.openxmlformats.org/drawingml/2006/main">
              <a:ext uri="{FF2B5EF4-FFF2-40B4-BE49-F238E27FC236}">
                <a16:creationId xmlns:a16="http://schemas.microsoft.com/office/drawing/2014/main" id="{650CFF52-600F-4C09-BA2B-30065110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60" y="1727098"/>
            <a:ext cx="121630" cy="121629"/>
          </a:xfrm>
          <a:custGeom xmlns:a="http://schemas.openxmlformats.org/drawingml/2006/main">
            <a:pathLst>
              <a:path w="121630" h="121629">
                <a:moveTo>
                  <a:pt x="0" y="0"/>
                </a:moveTo>
                <a:lnTo>
                  <a:pt x="121630" y="0"/>
                </a:lnTo>
                <a:lnTo>
                  <a:pt x="121630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1" name="path-1057">
            <a:extLst xmlns:a="http://schemas.openxmlformats.org/drawingml/2006/main">
              <a:ext uri="{FF2B5EF4-FFF2-40B4-BE49-F238E27FC236}">
                <a16:creationId xmlns:a16="http://schemas.microsoft.com/office/drawing/2014/main" id="{EE383659-6CF4-411A-A4E2-33AA7379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758" y="1727071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62" name="path-1058">
            <a:extLst xmlns:a="http://schemas.openxmlformats.org/drawingml/2006/main">
              <a:ext uri="{FF2B5EF4-FFF2-40B4-BE49-F238E27FC236}">
                <a16:creationId xmlns:a16="http://schemas.microsoft.com/office/drawing/2014/main" id="{EBC9C1EF-F280-41C4-8B06-2F58F2C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88" y="17270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path-1059">
            <a:extLst xmlns:a="http://schemas.openxmlformats.org/drawingml/2006/main">
              <a:ext uri="{FF2B5EF4-FFF2-40B4-BE49-F238E27FC236}">
                <a16:creationId xmlns:a16="http://schemas.microsoft.com/office/drawing/2014/main" id="{E7EA8154-CF64-4403-A0CB-57BD5777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10" y="1727071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64" name="path-1060">
            <a:extLst xmlns:a="http://schemas.openxmlformats.org/drawingml/2006/main">
              <a:ext uri="{FF2B5EF4-FFF2-40B4-BE49-F238E27FC236}">
                <a16:creationId xmlns:a16="http://schemas.microsoft.com/office/drawing/2014/main" id="{1E6435F2-4F21-4B9B-AFBB-14F36ED0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016" y="17270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path-1061">
            <a:extLst xmlns:a="http://schemas.openxmlformats.org/drawingml/2006/main">
              <a:ext uri="{FF2B5EF4-FFF2-40B4-BE49-F238E27FC236}">
                <a16:creationId xmlns:a16="http://schemas.microsoft.com/office/drawing/2014/main" id="{7DE9B720-FE4E-4CE7-8750-6B209B76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977" y="1727071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66" name="path-1062">
            <a:extLst xmlns:a="http://schemas.openxmlformats.org/drawingml/2006/main">
              <a:ext uri="{FF2B5EF4-FFF2-40B4-BE49-F238E27FC236}">
                <a16:creationId xmlns:a16="http://schemas.microsoft.com/office/drawing/2014/main" id="{184449FD-B208-4D51-9255-C108F19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45" y="172709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63">
            <a:extLst xmlns:a="http://schemas.openxmlformats.org/drawingml/2006/main">
              <a:ext uri="{FF2B5EF4-FFF2-40B4-BE49-F238E27FC236}">
                <a16:creationId xmlns:a16="http://schemas.microsoft.com/office/drawing/2014/main" id="{0D6E953F-6987-4AF8-BFEB-61E03D2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635" y="1727071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68" name="path-1064">
            <a:extLst xmlns:a="http://schemas.openxmlformats.org/drawingml/2006/main">
              <a:ext uri="{FF2B5EF4-FFF2-40B4-BE49-F238E27FC236}">
                <a16:creationId xmlns:a16="http://schemas.microsoft.com/office/drawing/2014/main" id="{DE7438B5-C562-419D-9EB7-66C605C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240540"/>
            <a:ext cx="191" cy="60818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31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069" name="path-1065">
            <a:extLst xmlns:a="http://schemas.openxmlformats.org/drawingml/2006/main">
              <a:ext uri="{FF2B5EF4-FFF2-40B4-BE49-F238E27FC236}">
                <a16:creationId xmlns:a16="http://schemas.microsoft.com/office/drawing/2014/main" id="{C2B49DE4-7A5E-40BF-B668-A5D2CEC4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100" y="1240540"/>
            <a:ext cx="608186" cy="608186"/>
          </a:xfrm>
          <a:custGeom xmlns:a="http://schemas.openxmlformats.org/drawingml/2006/main">
            <a:pathLst>
              <a:path w="608186" h="608186">
                <a:moveTo>
                  <a:pt x="608172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070" name="path-1066">
            <a:extLst xmlns:a="http://schemas.openxmlformats.org/drawingml/2006/main">
              <a:ext uri="{FF2B5EF4-FFF2-40B4-BE49-F238E27FC236}">
                <a16:creationId xmlns:a16="http://schemas.microsoft.com/office/drawing/2014/main" id="{37C009B3-6BF1-471A-8397-2D15FB87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130742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1" name="path-1067">
            <a:extLst xmlns:a="http://schemas.openxmlformats.org/drawingml/2006/main">
              <a:ext uri="{FF2B5EF4-FFF2-40B4-BE49-F238E27FC236}">
                <a16:creationId xmlns:a16="http://schemas.microsoft.com/office/drawing/2014/main" id="{7D0CD729-33E3-48C2-9E9F-79B5BF73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307394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72" name="path-1068">
            <a:extLst xmlns:a="http://schemas.openxmlformats.org/drawingml/2006/main">
              <a:ext uri="{FF2B5EF4-FFF2-40B4-BE49-F238E27FC236}">
                <a16:creationId xmlns:a16="http://schemas.microsoft.com/office/drawing/2014/main" id="{C03B2D13-7052-47F7-AF9D-BCA4C7CB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130742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69">
            <a:extLst xmlns:a="http://schemas.openxmlformats.org/drawingml/2006/main">
              <a:ext uri="{FF2B5EF4-FFF2-40B4-BE49-F238E27FC236}">
                <a16:creationId xmlns:a16="http://schemas.microsoft.com/office/drawing/2014/main" id="{893C45E6-6701-4B36-A516-930E09B2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1307394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74" name="path-1070">
            <a:extLst xmlns:a="http://schemas.openxmlformats.org/drawingml/2006/main">
              <a:ext uri="{FF2B5EF4-FFF2-40B4-BE49-F238E27FC236}">
                <a16:creationId xmlns:a16="http://schemas.microsoft.com/office/drawing/2014/main" id="{ABBE0AB9-E145-4E19-939E-0FD196FB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130742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5" name="path-1071">
            <a:extLst xmlns:a="http://schemas.openxmlformats.org/drawingml/2006/main">
              <a:ext uri="{FF2B5EF4-FFF2-40B4-BE49-F238E27FC236}">
                <a16:creationId xmlns:a16="http://schemas.microsoft.com/office/drawing/2014/main" id="{7A4E8FDB-077A-47F0-8C14-397953D6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130739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76" name="path-1072">
            <a:extLst xmlns:a="http://schemas.openxmlformats.org/drawingml/2006/main">
              <a:ext uri="{FF2B5EF4-FFF2-40B4-BE49-F238E27FC236}">
                <a16:creationId xmlns:a16="http://schemas.microsoft.com/office/drawing/2014/main" id="{42681A15-AD1F-4EE7-B30C-EAB1F96E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142907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7" name="path-1073">
            <a:extLst xmlns:a="http://schemas.openxmlformats.org/drawingml/2006/main">
              <a:ext uri="{FF2B5EF4-FFF2-40B4-BE49-F238E27FC236}">
                <a16:creationId xmlns:a16="http://schemas.microsoft.com/office/drawing/2014/main" id="{0015441B-B429-4EF2-89D5-E5002E99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429048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78" name="path-1074">
            <a:extLst xmlns:a="http://schemas.openxmlformats.org/drawingml/2006/main">
              <a:ext uri="{FF2B5EF4-FFF2-40B4-BE49-F238E27FC236}">
                <a16:creationId xmlns:a16="http://schemas.microsoft.com/office/drawing/2014/main" id="{0FB63136-856B-46EA-9B52-AE38C9EE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142907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75">
            <a:extLst xmlns:a="http://schemas.openxmlformats.org/drawingml/2006/main">
              <a:ext uri="{FF2B5EF4-FFF2-40B4-BE49-F238E27FC236}">
                <a16:creationId xmlns:a16="http://schemas.microsoft.com/office/drawing/2014/main" id="{AE66A925-8B68-451C-890D-C8E91CF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1429048"/>
            <a:ext cx="121658" cy="121658"/>
          </a:xfrm>
          <a:custGeom xmlns:a="http://schemas.openxmlformats.org/drawingml/2006/main">
            <a:pathLst>
              <a:path w="121658" h="121658">
                <a:moveTo>
                  <a:pt x="0" y="0"/>
                </a:moveTo>
                <a:lnTo>
                  <a:pt x="0" y="121658"/>
                </a:lnTo>
                <a:lnTo>
                  <a:pt x="121658" y="121658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80" name="path-1076">
            <a:extLst xmlns:a="http://schemas.openxmlformats.org/drawingml/2006/main">
              <a:ext uri="{FF2B5EF4-FFF2-40B4-BE49-F238E27FC236}">
                <a16:creationId xmlns:a16="http://schemas.microsoft.com/office/drawing/2014/main" id="{98287F9E-2ABF-4078-9C53-0C280436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142907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1" name="path-1077">
            <a:extLst xmlns:a="http://schemas.openxmlformats.org/drawingml/2006/main">
              <a:ext uri="{FF2B5EF4-FFF2-40B4-BE49-F238E27FC236}">
                <a16:creationId xmlns:a16="http://schemas.microsoft.com/office/drawing/2014/main" id="{35DDF437-70E1-4E62-943B-BE87521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1429048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82" name="path-1078">
            <a:extLst xmlns:a="http://schemas.openxmlformats.org/drawingml/2006/main">
              <a:ext uri="{FF2B5EF4-FFF2-40B4-BE49-F238E27FC236}">
                <a16:creationId xmlns:a16="http://schemas.microsoft.com/office/drawing/2014/main" id="{2F372BA4-3213-4CBD-91D5-E73C5725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155064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3" name="path-1079">
            <a:extLst xmlns:a="http://schemas.openxmlformats.org/drawingml/2006/main">
              <a:ext uri="{FF2B5EF4-FFF2-40B4-BE49-F238E27FC236}">
                <a16:creationId xmlns:a16="http://schemas.microsoft.com/office/drawing/2014/main" id="{4B743F1F-C965-462C-BD24-AA766776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550706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84" name="path-1080">
            <a:extLst xmlns:a="http://schemas.openxmlformats.org/drawingml/2006/main">
              <a:ext uri="{FF2B5EF4-FFF2-40B4-BE49-F238E27FC236}">
                <a16:creationId xmlns:a16="http://schemas.microsoft.com/office/drawing/2014/main" id="{9E3576B0-15C6-47C2-8347-4360333E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155064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5" name="path-1081">
            <a:extLst xmlns:a="http://schemas.openxmlformats.org/drawingml/2006/main">
              <a:ext uri="{FF2B5EF4-FFF2-40B4-BE49-F238E27FC236}">
                <a16:creationId xmlns:a16="http://schemas.microsoft.com/office/drawing/2014/main" id="{A15CC455-1708-4D49-82D5-CA5B5CD9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1550706"/>
            <a:ext cx="121658" cy="121564"/>
          </a:xfrm>
          <a:custGeom xmlns:a="http://schemas.openxmlformats.org/drawingml/2006/main">
            <a:pathLst>
              <a:path w="121658" h="121564">
                <a:moveTo>
                  <a:pt x="0" y="0"/>
                </a:moveTo>
                <a:lnTo>
                  <a:pt x="0" y="121564"/>
                </a:lnTo>
                <a:lnTo>
                  <a:pt x="121658" y="121564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86" name="path-1082">
            <a:extLst xmlns:a="http://schemas.openxmlformats.org/drawingml/2006/main">
              <a:ext uri="{FF2B5EF4-FFF2-40B4-BE49-F238E27FC236}">
                <a16:creationId xmlns:a16="http://schemas.microsoft.com/office/drawing/2014/main" id="{9944125C-71F6-4168-8836-8C79C61B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155064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7" name="path-1083">
            <a:extLst xmlns:a="http://schemas.openxmlformats.org/drawingml/2006/main">
              <a:ext uri="{FF2B5EF4-FFF2-40B4-BE49-F238E27FC236}">
                <a16:creationId xmlns:a16="http://schemas.microsoft.com/office/drawing/2014/main" id="{2DA840EA-FE96-43C2-BE14-55830C2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1550706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88" name="path-1084">
            <a:extLst xmlns:a="http://schemas.openxmlformats.org/drawingml/2006/main">
              <a:ext uri="{FF2B5EF4-FFF2-40B4-BE49-F238E27FC236}">
                <a16:creationId xmlns:a16="http://schemas.microsoft.com/office/drawing/2014/main" id="{10E833C1-9542-466C-BAD4-33A2930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130742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85">
            <a:extLst xmlns:a="http://schemas.openxmlformats.org/drawingml/2006/main">
              <a:ext uri="{FF2B5EF4-FFF2-40B4-BE49-F238E27FC236}">
                <a16:creationId xmlns:a16="http://schemas.microsoft.com/office/drawing/2014/main" id="{09104D98-FEF5-469E-89D2-9126DE94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1307394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90" name="path-1086">
            <a:extLst xmlns:a="http://schemas.openxmlformats.org/drawingml/2006/main">
              <a:ext uri="{FF2B5EF4-FFF2-40B4-BE49-F238E27FC236}">
                <a16:creationId xmlns:a16="http://schemas.microsoft.com/office/drawing/2014/main" id="{03C116BA-39A5-4383-A8EC-661550C5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1429076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th-1087">
            <a:extLst xmlns:a="http://schemas.openxmlformats.org/drawingml/2006/main">
              <a:ext uri="{FF2B5EF4-FFF2-40B4-BE49-F238E27FC236}">
                <a16:creationId xmlns:a16="http://schemas.microsoft.com/office/drawing/2014/main" id="{AA6589ED-1776-4941-BD56-0E3E1C2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1429048"/>
            <a:ext cx="121567" cy="121658"/>
          </a:xfrm>
          <a:custGeom xmlns:a="http://schemas.openxmlformats.org/drawingml/2006/main">
            <a:pathLst>
              <a:path w="121567" h="121658">
                <a:moveTo>
                  <a:pt x="0" y="0"/>
                </a:moveTo>
                <a:lnTo>
                  <a:pt x="0" y="121658"/>
                </a:lnTo>
                <a:lnTo>
                  <a:pt x="121567" y="121658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92" name="path-1088">
            <a:extLst xmlns:a="http://schemas.openxmlformats.org/drawingml/2006/main">
              <a:ext uri="{FF2B5EF4-FFF2-40B4-BE49-F238E27FC236}">
                <a16:creationId xmlns:a16="http://schemas.microsoft.com/office/drawing/2014/main" id="{1153E882-A581-4F71-8EBE-6EC5CE7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155064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3" name="path-1089">
            <a:extLst xmlns:a="http://schemas.openxmlformats.org/drawingml/2006/main">
              <a:ext uri="{FF2B5EF4-FFF2-40B4-BE49-F238E27FC236}">
                <a16:creationId xmlns:a16="http://schemas.microsoft.com/office/drawing/2014/main" id="{FA18AA26-8A85-4955-A905-68E2496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1550706"/>
            <a:ext cx="121567" cy="121564"/>
          </a:xfrm>
          <a:custGeom xmlns:a="http://schemas.openxmlformats.org/drawingml/2006/main">
            <a:pathLst>
              <a:path w="121567" h="121564">
                <a:moveTo>
                  <a:pt x="0" y="0"/>
                </a:moveTo>
                <a:lnTo>
                  <a:pt x="0" y="121564"/>
                </a:lnTo>
                <a:lnTo>
                  <a:pt x="121567" y="121564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94" name="path-1090">
            <a:extLst xmlns:a="http://schemas.openxmlformats.org/drawingml/2006/main">
              <a:ext uri="{FF2B5EF4-FFF2-40B4-BE49-F238E27FC236}">
                <a16:creationId xmlns:a16="http://schemas.microsoft.com/office/drawing/2014/main" id="{C37EFE61-B906-45D9-A01A-436B6293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1672296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5" name="path-1091">
            <a:extLst xmlns:a="http://schemas.openxmlformats.org/drawingml/2006/main">
              <a:ext uri="{FF2B5EF4-FFF2-40B4-BE49-F238E27FC236}">
                <a16:creationId xmlns:a16="http://schemas.microsoft.com/office/drawing/2014/main" id="{DD51C782-8853-4E7F-AB1F-2B0C9495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67227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96" name="path-1092">
            <a:extLst xmlns:a="http://schemas.openxmlformats.org/drawingml/2006/main">
              <a:ext uri="{FF2B5EF4-FFF2-40B4-BE49-F238E27FC236}">
                <a16:creationId xmlns:a16="http://schemas.microsoft.com/office/drawing/2014/main" id="{4E8B5D9B-1CC3-44C0-9A01-2A46CD9F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1672296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path-1093">
            <a:extLst xmlns:a="http://schemas.openxmlformats.org/drawingml/2006/main">
              <a:ext uri="{FF2B5EF4-FFF2-40B4-BE49-F238E27FC236}">
                <a16:creationId xmlns:a16="http://schemas.microsoft.com/office/drawing/2014/main" id="{E1DD1FED-B9AF-490B-A2D6-DA3421D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1672270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098" name="path-1094">
            <a:extLst xmlns:a="http://schemas.openxmlformats.org/drawingml/2006/main">
              <a:ext uri="{FF2B5EF4-FFF2-40B4-BE49-F238E27FC236}">
                <a16:creationId xmlns:a16="http://schemas.microsoft.com/office/drawing/2014/main" id="{1F663B69-8527-4C11-A750-224B8ACE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1672296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9" name="path-1095">
            <a:extLst xmlns:a="http://schemas.openxmlformats.org/drawingml/2006/main">
              <a:ext uri="{FF2B5EF4-FFF2-40B4-BE49-F238E27FC236}">
                <a16:creationId xmlns:a16="http://schemas.microsoft.com/office/drawing/2014/main" id="{D64B353B-65B7-406F-A568-D2BAAD1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167227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00" name="path-1096">
            <a:extLst xmlns:a="http://schemas.openxmlformats.org/drawingml/2006/main">
              <a:ext uri="{FF2B5EF4-FFF2-40B4-BE49-F238E27FC236}">
                <a16:creationId xmlns:a16="http://schemas.microsoft.com/office/drawing/2014/main" id="{2EA03308-A32E-4FCD-B154-46C907C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1672296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1" name="path-1097">
            <a:extLst xmlns:a="http://schemas.openxmlformats.org/drawingml/2006/main">
              <a:ext uri="{FF2B5EF4-FFF2-40B4-BE49-F238E27FC236}">
                <a16:creationId xmlns:a16="http://schemas.microsoft.com/office/drawing/2014/main" id="{328F852A-D1B6-4B16-BAF2-8F9D50A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1672270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02" name="path-1098">
            <a:extLst xmlns:a="http://schemas.openxmlformats.org/drawingml/2006/main">
              <a:ext uri="{FF2B5EF4-FFF2-40B4-BE49-F238E27FC236}">
                <a16:creationId xmlns:a16="http://schemas.microsoft.com/office/drawing/2014/main" id="{D89F48C1-9FC6-40EE-AF9D-4C2A4C7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1307421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3" name="path-1099">
            <a:extLst xmlns:a="http://schemas.openxmlformats.org/drawingml/2006/main">
              <a:ext uri="{FF2B5EF4-FFF2-40B4-BE49-F238E27FC236}">
                <a16:creationId xmlns:a16="http://schemas.microsoft.com/office/drawing/2014/main" id="{37506869-C6D7-49A2-88B7-2E59538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130739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04" name="path-1100">
            <a:extLst xmlns:a="http://schemas.openxmlformats.org/drawingml/2006/main">
              <a:ext uri="{FF2B5EF4-FFF2-40B4-BE49-F238E27FC236}">
                <a16:creationId xmlns:a16="http://schemas.microsoft.com/office/drawing/2014/main" id="{E608FCA5-7370-479F-BAA4-4D041840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1429076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path-1101">
            <a:extLst xmlns:a="http://schemas.openxmlformats.org/drawingml/2006/main">
              <a:ext uri="{FF2B5EF4-FFF2-40B4-BE49-F238E27FC236}">
                <a16:creationId xmlns:a16="http://schemas.microsoft.com/office/drawing/2014/main" id="{B476B693-CA96-42AA-A575-2114B7F4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1429048"/>
            <a:ext cx="121652" cy="121658"/>
          </a:xfrm>
          <a:custGeom xmlns:a="http://schemas.openxmlformats.org/drawingml/2006/main">
            <a:pathLst>
              <a:path w="121652" h="121658">
                <a:moveTo>
                  <a:pt x="0" y="0"/>
                </a:moveTo>
                <a:lnTo>
                  <a:pt x="0" y="121658"/>
                </a:lnTo>
                <a:lnTo>
                  <a:pt x="121652" y="121658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06" name="path-1102">
            <a:extLst xmlns:a="http://schemas.openxmlformats.org/drawingml/2006/main">
              <a:ext uri="{FF2B5EF4-FFF2-40B4-BE49-F238E27FC236}">
                <a16:creationId xmlns:a16="http://schemas.microsoft.com/office/drawing/2014/main" id="{788BB339-3774-4785-A904-BE2B0A1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1550641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path-1103">
            <a:extLst xmlns:a="http://schemas.openxmlformats.org/drawingml/2006/main">
              <a:ext uri="{FF2B5EF4-FFF2-40B4-BE49-F238E27FC236}">
                <a16:creationId xmlns:a16="http://schemas.microsoft.com/office/drawing/2014/main" id="{E985D3D3-7918-49B2-8664-1EB88C4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1550706"/>
            <a:ext cx="121652" cy="121564"/>
          </a:xfrm>
          <a:custGeom xmlns:a="http://schemas.openxmlformats.org/drawingml/2006/main">
            <a:pathLst>
              <a:path w="121652" h="121564">
                <a:moveTo>
                  <a:pt x="0" y="0"/>
                </a:moveTo>
                <a:lnTo>
                  <a:pt x="0" y="121564"/>
                </a:lnTo>
                <a:lnTo>
                  <a:pt x="121652" y="121564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08" name="path-1104">
            <a:extLst xmlns:a="http://schemas.openxmlformats.org/drawingml/2006/main">
              <a:ext uri="{FF2B5EF4-FFF2-40B4-BE49-F238E27FC236}">
                <a16:creationId xmlns:a16="http://schemas.microsoft.com/office/drawing/2014/main" id="{B94F3EE2-1F2A-48CD-A878-37DCB623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1672296"/>
            <a:ext cx="121628" cy="121631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path-1105">
            <a:extLst xmlns:a="http://schemas.openxmlformats.org/drawingml/2006/main">
              <a:ext uri="{FF2B5EF4-FFF2-40B4-BE49-F238E27FC236}">
                <a16:creationId xmlns:a16="http://schemas.microsoft.com/office/drawing/2014/main" id="{D8CC56BC-E59C-4D27-9F70-7CFAFE7E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1672270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10" name="path-1106">
            <a:extLst xmlns:a="http://schemas.openxmlformats.org/drawingml/2006/main">
              <a:ext uri="{FF2B5EF4-FFF2-40B4-BE49-F238E27FC236}">
                <a16:creationId xmlns:a16="http://schemas.microsoft.com/office/drawing/2014/main" id="{AF4885F4-9DDB-4840-8746-802DB0F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179395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th-1107">
            <a:extLst xmlns:a="http://schemas.openxmlformats.org/drawingml/2006/main">
              <a:ext uri="{FF2B5EF4-FFF2-40B4-BE49-F238E27FC236}">
                <a16:creationId xmlns:a16="http://schemas.microsoft.com/office/drawing/2014/main" id="{FF0A9FF2-1CA3-44C1-B5DB-24DF79A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793925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12" name="path-1108">
            <a:extLst xmlns:a="http://schemas.openxmlformats.org/drawingml/2006/main">
              <a:ext uri="{FF2B5EF4-FFF2-40B4-BE49-F238E27FC236}">
                <a16:creationId xmlns:a16="http://schemas.microsoft.com/office/drawing/2014/main" id="{6A1E91F2-5BC7-4EC6-85A5-24EDA777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25" y="179395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path-1109">
            <a:extLst xmlns:a="http://schemas.openxmlformats.org/drawingml/2006/main">
              <a:ext uri="{FF2B5EF4-FFF2-40B4-BE49-F238E27FC236}">
                <a16:creationId xmlns:a16="http://schemas.microsoft.com/office/drawing/2014/main" id="{40521ADD-B538-4D18-B975-CF7820E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514" y="1793925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14" name="path-1110">
            <a:extLst xmlns:a="http://schemas.openxmlformats.org/drawingml/2006/main">
              <a:ext uri="{FF2B5EF4-FFF2-40B4-BE49-F238E27FC236}">
                <a16:creationId xmlns:a16="http://schemas.microsoft.com/office/drawing/2014/main" id="{834C5B85-AB5D-4C54-9C71-6A51AB28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53" y="179395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path-1111">
            <a:extLst xmlns:a="http://schemas.openxmlformats.org/drawingml/2006/main">
              <a:ext uri="{FF2B5EF4-FFF2-40B4-BE49-F238E27FC236}">
                <a16:creationId xmlns:a16="http://schemas.microsoft.com/office/drawing/2014/main" id="{8D96C099-56B8-4137-8FF6-2E05C72A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172" y="1793925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16" name="path-1112">
            <a:extLst xmlns:a="http://schemas.openxmlformats.org/drawingml/2006/main">
              <a:ext uri="{FF2B5EF4-FFF2-40B4-BE49-F238E27FC236}">
                <a16:creationId xmlns:a16="http://schemas.microsoft.com/office/drawing/2014/main" id="{0E1261B1-B0B9-4EB8-9AA8-38D68FE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80" y="1793951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7" name="path-1113">
            <a:extLst xmlns:a="http://schemas.openxmlformats.org/drawingml/2006/main">
              <a:ext uri="{FF2B5EF4-FFF2-40B4-BE49-F238E27FC236}">
                <a16:creationId xmlns:a16="http://schemas.microsoft.com/office/drawing/2014/main" id="{373D39DD-FDBA-46F9-B0AB-ED39524F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824" y="1793925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18" name="path-1114">
            <a:extLst xmlns:a="http://schemas.openxmlformats.org/drawingml/2006/main">
              <a:ext uri="{FF2B5EF4-FFF2-40B4-BE49-F238E27FC236}">
                <a16:creationId xmlns:a16="http://schemas.microsoft.com/office/drawing/2014/main" id="{EE111C83-FC06-416B-A36C-C5D2054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409" y="1793951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9" name="path-1115">
            <a:extLst xmlns:a="http://schemas.openxmlformats.org/drawingml/2006/main">
              <a:ext uri="{FF2B5EF4-FFF2-40B4-BE49-F238E27FC236}">
                <a16:creationId xmlns:a16="http://schemas.microsoft.com/office/drawing/2014/main" id="{0C08D3B1-5811-48D9-B01D-45DB469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391" y="1793925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20" name="path-1116">
            <a:extLst xmlns:a="http://schemas.openxmlformats.org/drawingml/2006/main">
              <a:ext uri="{FF2B5EF4-FFF2-40B4-BE49-F238E27FC236}">
                <a16:creationId xmlns:a16="http://schemas.microsoft.com/office/drawing/2014/main" id="{63775BC9-AAFB-4F4E-8291-40605A0B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307394"/>
            <a:ext cx="191" cy="608186"/>
          </a:xfrm>
          <a:custGeom xmlns:a="http://schemas.openxmlformats.org/drawingml/2006/main">
            <a:pathLst>
              <a:path w="191" h="608186">
                <a:moveTo>
                  <a:pt x="0" y="0"/>
                </a:moveTo>
                <a:lnTo>
                  <a:pt x="0" y="608186"/>
                </a:lnTo>
                <a:lnTo>
                  <a:pt x="40" y="608186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121" name="path-1117">
            <a:extLst xmlns:a="http://schemas.openxmlformats.org/drawingml/2006/main">
              <a:ext uri="{FF2B5EF4-FFF2-40B4-BE49-F238E27FC236}">
                <a16:creationId xmlns:a16="http://schemas.microsoft.com/office/drawing/2014/main" id="{AE202392-A935-46EB-B27A-5C45E88F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96" y="1915580"/>
            <a:ext cx="608141" cy="191"/>
          </a:xfrm>
          <a:custGeom xmlns:a="http://schemas.openxmlformats.org/drawingml/2006/main">
            <a:pathLst>
              <a:path w="608141" h="191">
                <a:moveTo>
                  <a:pt x="0" y="0"/>
                </a:moveTo>
                <a:lnTo>
                  <a:pt x="60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122" name="path-1118">
            <a:extLst xmlns:a="http://schemas.openxmlformats.org/drawingml/2006/main">
              <a:ext uri="{FF2B5EF4-FFF2-40B4-BE49-F238E27FC236}">
                <a16:creationId xmlns:a16="http://schemas.microsoft.com/office/drawing/2014/main" id="{EBA135F4-1E9D-4F81-ADCB-95EC02A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1856" y="1307394"/>
            <a:ext cx="608186" cy="608186"/>
          </a:xfrm>
          <a:custGeom xmlns:a="http://schemas.openxmlformats.org/drawingml/2006/main">
            <a:pathLst>
              <a:path w="608186" h="608186">
                <a:moveTo>
                  <a:pt x="608181" y="608186"/>
                </a:moveTo>
                <a:lnTo>
                  <a:pt x="608186" y="608186"/>
                </a:lnTo>
                <a:lnTo>
                  <a:pt x="60818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123" name="path-1119">
            <a:extLst xmlns:a="http://schemas.openxmlformats.org/drawingml/2006/main">
              <a:ext uri="{FF2B5EF4-FFF2-40B4-BE49-F238E27FC236}">
                <a16:creationId xmlns:a16="http://schemas.microsoft.com/office/drawing/2014/main" id="{944D5F3B-AFC8-418D-8D2C-BF4D9463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137427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4" name="path-1120">
            <a:extLst xmlns:a="http://schemas.openxmlformats.org/drawingml/2006/main">
              <a:ext uri="{FF2B5EF4-FFF2-40B4-BE49-F238E27FC236}">
                <a16:creationId xmlns:a16="http://schemas.microsoft.com/office/drawing/2014/main" id="{3BB82208-9A4D-4F0F-B84F-3563CD6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374248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25" name="path-1121">
            <a:extLst xmlns:a="http://schemas.openxmlformats.org/drawingml/2006/main">
              <a:ext uri="{FF2B5EF4-FFF2-40B4-BE49-F238E27FC236}">
                <a16:creationId xmlns:a16="http://schemas.microsoft.com/office/drawing/2014/main" id="{7EC33834-D5B6-49FF-859F-665A444F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137427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th-1122">
            <a:extLst xmlns:a="http://schemas.openxmlformats.org/drawingml/2006/main">
              <a:ext uri="{FF2B5EF4-FFF2-40B4-BE49-F238E27FC236}">
                <a16:creationId xmlns:a16="http://schemas.microsoft.com/office/drawing/2014/main" id="{848F2444-9F8F-4BBA-9285-0F53D54B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1374248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27" name="path-1123">
            <a:extLst xmlns:a="http://schemas.openxmlformats.org/drawingml/2006/main">
              <a:ext uri="{FF2B5EF4-FFF2-40B4-BE49-F238E27FC236}">
                <a16:creationId xmlns:a16="http://schemas.microsoft.com/office/drawing/2014/main" id="{EC08CE58-5E6A-4DDE-A54F-04920123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137427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8" name="path-1124">
            <a:extLst xmlns:a="http://schemas.openxmlformats.org/drawingml/2006/main">
              <a:ext uri="{FF2B5EF4-FFF2-40B4-BE49-F238E27FC236}">
                <a16:creationId xmlns:a16="http://schemas.microsoft.com/office/drawing/2014/main" id="{CF9C372E-5F73-4AB1-B14B-50FD2324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1374248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29" name="path-1125">
            <a:extLst xmlns:a="http://schemas.openxmlformats.org/drawingml/2006/main">
              <a:ext uri="{FF2B5EF4-FFF2-40B4-BE49-F238E27FC236}">
                <a16:creationId xmlns:a16="http://schemas.microsoft.com/office/drawing/2014/main" id="{324C35B5-76D5-4364-B932-33C1C55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149592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0" name="path-1126">
            <a:extLst xmlns:a="http://schemas.openxmlformats.org/drawingml/2006/main">
              <a:ext uri="{FF2B5EF4-FFF2-40B4-BE49-F238E27FC236}">
                <a16:creationId xmlns:a16="http://schemas.microsoft.com/office/drawing/2014/main" id="{415BC192-D86B-46F8-A0F0-56F9CCC9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495902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31" name="path-1127">
            <a:extLst xmlns:a="http://schemas.openxmlformats.org/drawingml/2006/main">
              <a:ext uri="{FF2B5EF4-FFF2-40B4-BE49-F238E27FC236}">
                <a16:creationId xmlns:a16="http://schemas.microsoft.com/office/drawing/2014/main" id="{03BCEF27-7EF0-4B27-A37F-10A2E7F3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149592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2" name="path-1128">
            <a:extLst xmlns:a="http://schemas.openxmlformats.org/drawingml/2006/main">
              <a:ext uri="{FF2B5EF4-FFF2-40B4-BE49-F238E27FC236}">
                <a16:creationId xmlns:a16="http://schemas.microsoft.com/office/drawing/2014/main" id="{EE8C89EB-FE1A-4527-8D06-122187B2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1495902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33" name="path-1129">
            <a:extLst xmlns:a="http://schemas.openxmlformats.org/drawingml/2006/main">
              <a:ext uri="{FF2B5EF4-FFF2-40B4-BE49-F238E27FC236}">
                <a16:creationId xmlns:a16="http://schemas.microsoft.com/office/drawing/2014/main" id="{78D2C30C-36BD-4C88-817A-7956AFEB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149592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4" name="path-1130">
            <a:extLst xmlns:a="http://schemas.openxmlformats.org/drawingml/2006/main">
              <a:ext uri="{FF2B5EF4-FFF2-40B4-BE49-F238E27FC236}">
                <a16:creationId xmlns:a16="http://schemas.microsoft.com/office/drawing/2014/main" id="{BE14D1F5-3F07-4987-98AF-9F91403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1495902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35" name="path-1131">
            <a:extLst xmlns:a="http://schemas.openxmlformats.org/drawingml/2006/main">
              <a:ext uri="{FF2B5EF4-FFF2-40B4-BE49-F238E27FC236}">
                <a16:creationId xmlns:a16="http://schemas.microsoft.com/office/drawing/2014/main" id="{5E0592DA-BC95-486A-801E-1240422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161749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6" name="path-1132">
            <a:extLst xmlns:a="http://schemas.openxmlformats.org/drawingml/2006/main">
              <a:ext uri="{FF2B5EF4-FFF2-40B4-BE49-F238E27FC236}">
                <a16:creationId xmlns:a16="http://schemas.microsoft.com/office/drawing/2014/main" id="{222855AF-11D7-47E7-99F0-7918147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617557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37" name="path-1133">
            <a:extLst xmlns:a="http://schemas.openxmlformats.org/drawingml/2006/main">
              <a:ext uri="{FF2B5EF4-FFF2-40B4-BE49-F238E27FC236}">
                <a16:creationId xmlns:a16="http://schemas.microsoft.com/office/drawing/2014/main" id="{BC476735-9582-4002-A7BA-AE670C7F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161749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path-1134">
            <a:extLst xmlns:a="http://schemas.openxmlformats.org/drawingml/2006/main">
              <a:ext uri="{FF2B5EF4-FFF2-40B4-BE49-F238E27FC236}">
                <a16:creationId xmlns:a16="http://schemas.microsoft.com/office/drawing/2014/main" id="{3CE9CE8E-6327-4D23-B0A2-0197565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1617557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39" name="path-1135">
            <a:extLst xmlns:a="http://schemas.openxmlformats.org/drawingml/2006/main">
              <a:ext uri="{FF2B5EF4-FFF2-40B4-BE49-F238E27FC236}">
                <a16:creationId xmlns:a16="http://schemas.microsoft.com/office/drawing/2014/main" id="{EC3B3582-4A9E-49A6-AE30-7E9CF061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161749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0" name="path-1136">
            <a:extLst xmlns:a="http://schemas.openxmlformats.org/drawingml/2006/main">
              <a:ext uri="{FF2B5EF4-FFF2-40B4-BE49-F238E27FC236}">
                <a16:creationId xmlns:a16="http://schemas.microsoft.com/office/drawing/2014/main" id="{EFDD0E4C-8ACA-4538-85FB-BD29A93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1617557"/>
            <a:ext cx="121658" cy="121567"/>
          </a:xfrm>
          <a:custGeom xmlns:a="http://schemas.openxmlformats.org/drawingml/2006/main">
            <a:pathLst>
              <a:path w="121658" h="121567">
                <a:moveTo>
                  <a:pt x="0" y="0"/>
                </a:moveTo>
                <a:lnTo>
                  <a:pt x="0" y="121567"/>
                </a:lnTo>
                <a:lnTo>
                  <a:pt x="121658" y="121567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41" name="path-1137">
            <a:extLst xmlns:a="http://schemas.openxmlformats.org/drawingml/2006/main">
              <a:ext uri="{FF2B5EF4-FFF2-40B4-BE49-F238E27FC236}">
                <a16:creationId xmlns:a16="http://schemas.microsoft.com/office/drawing/2014/main" id="{A78AA7DA-BDB2-4063-969D-39CE25A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137427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2" name="path-1138">
            <a:extLst xmlns:a="http://schemas.openxmlformats.org/drawingml/2006/main">
              <a:ext uri="{FF2B5EF4-FFF2-40B4-BE49-F238E27FC236}">
                <a16:creationId xmlns:a16="http://schemas.microsoft.com/office/drawing/2014/main" id="{B56DB7EE-2D9E-4683-899C-C8EC435D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1374248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43" name="path-1139">
            <a:extLst xmlns:a="http://schemas.openxmlformats.org/drawingml/2006/main">
              <a:ext uri="{FF2B5EF4-FFF2-40B4-BE49-F238E27FC236}">
                <a16:creationId xmlns:a16="http://schemas.microsoft.com/office/drawing/2014/main" id="{B141C79A-2ABE-48C8-9C00-412F7EE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1495928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4" name="path-1140">
            <a:extLst xmlns:a="http://schemas.openxmlformats.org/drawingml/2006/main">
              <a:ext uri="{FF2B5EF4-FFF2-40B4-BE49-F238E27FC236}">
                <a16:creationId xmlns:a16="http://schemas.microsoft.com/office/drawing/2014/main" id="{B67E2047-5C07-4F94-8BB9-C35ECB17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1495902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45" name="path-1141">
            <a:extLst xmlns:a="http://schemas.openxmlformats.org/drawingml/2006/main">
              <a:ext uri="{FF2B5EF4-FFF2-40B4-BE49-F238E27FC236}">
                <a16:creationId xmlns:a16="http://schemas.microsoft.com/office/drawing/2014/main" id="{77E38C79-3A13-41F2-A68F-54EF708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1617495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6" name="path-1142">
            <a:extLst xmlns:a="http://schemas.openxmlformats.org/drawingml/2006/main">
              <a:ext uri="{FF2B5EF4-FFF2-40B4-BE49-F238E27FC236}">
                <a16:creationId xmlns:a16="http://schemas.microsoft.com/office/drawing/2014/main" id="{991CB797-9BEF-4539-B781-E481BA84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1617557"/>
            <a:ext cx="121567" cy="121567"/>
          </a:xfrm>
          <a:custGeom xmlns:a="http://schemas.openxmlformats.org/drawingml/2006/main">
            <a:pathLst>
              <a:path w="121567" h="121567">
                <a:moveTo>
                  <a:pt x="0" y="0"/>
                </a:moveTo>
                <a:lnTo>
                  <a:pt x="0" y="121567"/>
                </a:lnTo>
                <a:lnTo>
                  <a:pt x="121567" y="121567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47" name="path-1143">
            <a:extLst xmlns:a="http://schemas.openxmlformats.org/drawingml/2006/main">
              <a:ext uri="{FF2B5EF4-FFF2-40B4-BE49-F238E27FC236}">
                <a16:creationId xmlns:a16="http://schemas.microsoft.com/office/drawing/2014/main" id="{D146F009-900D-4894-90E6-DD7CA6A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1739148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8" name="path-1144">
            <a:extLst xmlns:a="http://schemas.openxmlformats.org/drawingml/2006/main">
              <a:ext uri="{FF2B5EF4-FFF2-40B4-BE49-F238E27FC236}">
                <a16:creationId xmlns:a16="http://schemas.microsoft.com/office/drawing/2014/main" id="{03CF7B1D-9397-4BC8-BD30-E2F4E8E4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73912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49" name="path-1145">
            <a:extLst xmlns:a="http://schemas.openxmlformats.org/drawingml/2006/main">
              <a:ext uri="{FF2B5EF4-FFF2-40B4-BE49-F238E27FC236}">
                <a16:creationId xmlns:a16="http://schemas.microsoft.com/office/drawing/2014/main" id="{D5ECEFC8-62FB-4434-9F79-D2589A4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1739148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path-1146">
            <a:extLst xmlns:a="http://schemas.openxmlformats.org/drawingml/2006/main">
              <a:ext uri="{FF2B5EF4-FFF2-40B4-BE49-F238E27FC236}">
                <a16:creationId xmlns:a16="http://schemas.microsoft.com/office/drawing/2014/main" id="{7F0DBEF8-4396-4B76-AA98-71D0AC2D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173912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51" name="path-1147">
            <a:extLst xmlns:a="http://schemas.openxmlformats.org/drawingml/2006/main">
              <a:ext uri="{FF2B5EF4-FFF2-40B4-BE49-F238E27FC236}">
                <a16:creationId xmlns:a16="http://schemas.microsoft.com/office/drawing/2014/main" id="{7E0EDF4B-40B8-41EC-9454-3868B6BC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1739148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2" name="path-1148">
            <a:extLst xmlns:a="http://schemas.openxmlformats.org/drawingml/2006/main">
              <a:ext uri="{FF2B5EF4-FFF2-40B4-BE49-F238E27FC236}">
                <a16:creationId xmlns:a16="http://schemas.microsoft.com/office/drawing/2014/main" id="{B928AD10-7EED-49E0-8EFB-4B2C0A3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1739124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53" name="path-1149">
            <a:extLst xmlns:a="http://schemas.openxmlformats.org/drawingml/2006/main">
              <a:ext uri="{FF2B5EF4-FFF2-40B4-BE49-F238E27FC236}">
                <a16:creationId xmlns:a16="http://schemas.microsoft.com/office/drawing/2014/main" id="{10AC3DEF-B6D2-46AE-B124-1C6C2627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1739148"/>
            <a:ext cx="121629" cy="121631"/>
          </a:xfrm>
          <a:custGeom xmlns:a="http://schemas.openxmlformats.org/drawingml/2006/main">
            <a:pathLst>
              <a:path w="121629" h="121631">
                <a:moveTo>
                  <a:pt x="0" y="0"/>
                </a:moveTo>
                <a:lnTo>
                  <a:pt x="121629" y="0"/>
                </a:lnTo>
                <a:lnTo>
                  <a:pt x="121629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4" name="path-1150">
            <a:extLst xmlns:a="http://schemas.openxmlformats.org/drawingml/2006/main">
              <a:ext uri="{FF2B5EF4-FFF2-40B4-BE49-F238E27FC236}">
                <a16:creationId xmlns:a16="http://schemas.microsoft.com/office/drawing/2014/main" id="{C32F472B-3F9F-430C-9E3C-FCDC68D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1739124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55" name="path-1151">
            <a:extLst xmlns:a="http://schemas.openxmlformats.org/drawingml/2006/main">
              <a:ext uri="{FF2B5EF4-FFF2-40B4-BE49-F238E27FC236}">
                <a16:creationId xmlns:a16="http://schemas.microsoft.com/office/drawing/2014/main" id="{2EE318E9-1398-49A6-891B-67B8AF86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1374273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6" name="path-1152">
            <a:extLst xmlns:a="http://schemas.openxmlformats.org/drawingml/2006/main">
              <a:ext uri="{FF2B5EF4-FFF2-40B4-BE49-F238E27FC236}">
                <a16:creationId xmlns:a16="http://schemas.microsoft.com/office/drawing/2014/main" id="{EE0905A7-6AA6-467B-B912-F9CACE2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1374248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57" name="path-1153">
            <a:extLst xmlns:a="http://schemas.openxmlformats.org/drawingml/2006/main">
              <a:ext uri="{FF2B5EF4-FFF2-40B4-BE49-F238E27FC236}">
                <a16:creationId xmlns:a16="http://schemas.microsoft.com/office/drawing/2014/main" id="{2EEB9198-767A-48C3-81A0-0F04C07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1495928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path-1154">
            <a:extLst xmlns:a="http://schemas.openxmlformats.org/drawingml/2006/main">
              <a:ext uri="{FF2B5EF4-FFF2-40B4-BE49-F238E27FC236}">
                <a16:creationId xmlns:a16="http://schemas.microsoft.com/office/drawing/2014/main" id="{051BAF43-8EFF-41B8-872A-622F469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1495902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59" name="path-1155">
            <a:extLst xmlns:a="http://schemas.openxmlformats.org/drawingml/2006/main">
              <a:ext uri="{FF2B5EF4-FFF2-40B4-BE49-F238E27FC236}">
                <a16:creationId xmlns:a16="http://schemas.microsoft.com/office/drawing/2014/main" id="{38CB31B5-4038-4AC4-A50D-15ADB19B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1617495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0" name="path-1156">
            <a:extLst xmlns:a="http://schemas.openxmlformats.org/drawingml/2006/main">
              <a:ext uri="{FF2B5EF4-FFF2-40B4-BE49-F238E27FC236}">
                <a16:creationId xmlns:a16="http://schemas.microsoft.com/office/drawing/2014/main" id="{CB569C63-A364-4FB3-AF62-8257857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1617557"/>
            <a:ext cx="121652" cy="121567"/>
          </a:xfrm>
          <a:custGeom xmlns:a="http://schemas.openxmlformats.org/drawingml/2006/main">
            <a:pathLst>
              <a:path w="121652" h="121567">
                <a:moveTo>
                  <a:pt x="0" y="0"/>
                </a:moveTo>
                <a:lnTo>
                  <a:pt x="0" y="121567"/>
                </a:lnTo>
                <a:lnTo>
                  <a:pt x="121652" y="121567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61" name="path-1157">
            <a:extLst xmlns:a="http://schemas.openxmlformats.org/drawingml/2006/main">
              <a:ext uri="{FF2B5EF4-FFF2-40B4-BE49-F238E27FC236}">
                <a16:creationId xmlns:a16="http://schemas.microsoft.com/office/drawing/2014/main" id="{3AC97804-A9F7-4518-B246-5B83367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1739148"/>
            <a:ext cx="121628" cy="121631"/>
          </a:xfrm>
          <a:custGeom xmlns:a="http://schemas.openxmlformats.org/drawingml/2006/main">
            <a:pathLst>
              <a:path w="121628" h="121631">
                <a:moveTo>
                  <a:pt x="0" y="0"/>
                </a:moveTo>
                <a:lnTo>
                  <a:pt x="121628" y="0"/>
                </a:lnTo>
                <a:lnTo>
                  <a:pt x="121628" y="121631"/>
                </a:lnTo>
                <a:lnTo>
                  <a:pt x="0" y="12163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path-1158">
            <a:extLst xmlns:a="http://schemas.openxmlformats.org/drawingml/2006/main">
              <a:ext uri="{FF2B5EF4-FFF2-40B4-BE49-F238E27FC236}">
                <a16:creationId xmlns:a16="http://schemas.microsoft.com/office/drawing/2014/main" id="{5D28A154-B243-4DBE-AEE1-936E03AC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1739124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63" name="path-1159">
            <a:extLst xmlns:a="http://schemas.openxmlformats.org/drawingml/2006/main">
              <a:ext uri="{FF2B5EF4-FFF2-40B4-BE49-F238E27FC236}">
                <a16:creationId xmlns:a16="http://schemas.microsoft.com/office/drawing/2014/main" id="{961D7A95-F9AA-43B1-8CAA-58249095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61" y="186080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4" name="path-1160">
            <a:extLst xmlns:a="http://schemas.openxmlformats.org/drawingml/2006/main">
              <a:ext uri="{FF2B5EF4-FFF2-40B4-BE49-F238E27FC236}">
                <a16:creationId xmlns:a16="http://schemas.microsoft.com/office/drawing/2014/main" id="{69E8F81E-5AE5-4E6E-87F1-7D2E6335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86077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65" name="path-1161">
            <a:extLst xmlns:a="http://schemas.openxmlformats.org/drawingml/2006/main">
              <a:ext uri="{FF2B5EF4-FFF2-40B4-BE49-F238E27FC236}">
                <a16:creationId xmlns:a16="http://schemas.microsoft.com/office/drawing/2014/main" id="{3BE511C7-622E-405D-BAAB-2F27BED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89" y="186080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6" name="path-1162">
            <a:extLst xmlns:a="http://schemas.openxmlformats.org/drawingml/2006/main">
              <a:ext uri="{FF2B5EF4-FFF2-40B4-BE49-F238E27FC236}">
                <a16:creationId xmlns:a16="http://schemas.microsoft.com/office/drawing/2014/main" id="{DC2E1E72-A66A-4AE8-A501-2811CA6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270" y="186077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67" name="path-1163">
            <a:extLst xmlns:a="http://schemas.openxmlformats.org/drawingml/2006/main">
              <a:ext uri="{FF2B5EF4-FFF2-40B4-BE49-F238E27FC236}">
                <a16:creationId xmlns:a16="http://schemas.microsoft.com/office/drawing/2014/main" id="{66166A46-6444-4B1E-B7A6-C1B04D79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17" y="186080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8" name="path-1164">
            <a:extLst xmlns:a="http://schemas.openxmlformats.org/drawingml/2006/main">
              <a:ext uri="{FF2B5EF4-FFF2-40B4-BE49-F238E27FC236}">
                <a16:creationId xmlns:a16="http://schemas.microsoft.com/office/drawing/2014/main" id="{01F9388C-7DB3-41C5-AB6C-39B1F0CE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922" y="1860779"/>
            <a:ext cx="121658" cy="121655"/>
          </a:xfrm>
          <a:custGeom xmlns:a="http://schemas.openxmlformats.org/drawingml/2006/main">
            <a:pathLst>
              <a:path w="121658" h="121655">
                <a:moveTo>
                  <a:pt x="0" y="0"/>
                </a:moveTo>
                <a:lnTo>
                  <a:pt x="0" y="121655"/>
                </a:lnTo>
                <a:lnTo>
                  <a:pt x="121658" y="121655"/>
                </a:lnTo>
                <a:lnTo>
                  <a:pt x="1216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69" name="path-1165">
            <a:extLst xmlns:a="http://schemas.openxmlformats.org/drawingml/2006/main">
              <a:ext uri="{FF2B5EF4-FFF2-40B4-BE49-F238E27FC236}">
                <a16:creationId xmlns:a16="http://schemas.microsoft.com/office/drawing/2014/main" id="{0FDA3D86-5491-43A8-9F1E-97CFFA10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45" y="1860803"/>
            <a:ext cx="121629" cy="121629"/>
          </a:xfrm>
          <a:custGeom xmlns:a="http://schemas.openxmlformats.org/drawingml/2006/main">
            <a:pathLst>
              <a:path w="121629" h="121629">
                <a:moveTo>
                  <a:pt x="0" y="0"/>
                </a:moveTo>
                <a:lnTo>
                  <a:pt x="121629" y="0"/>
                </a:lnTo>
                <a:lnTo>
                  <a:pt x="121629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0" name="path-1166">
            <a:extLst xmlns:a="http://schemas.openxmlformats.org/drawingml/2006/main">
              <a:ext uri="{FF2B5EF4-FFF2-40B4-BE49-F238E27FC236}">
                <a16:creationId xmlns:a16="http://schemas.microsoft.com/office/drawing/2014/main" id="{FB28348B-19ED-497F-B397-03C4C0E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580" y="1860779"/>
            <a:ext cx="121567" cy="121655"/>
          </a:xfrm>
          <a:custGeom xmlns:a="http://schemas.openxmlformats.org/drawingml/2006/main">
            <a:pathLst>
              <a:path w="121567" h="121655">
                <a:moveTo>
                  <a:pt x="0" y="0"/>
                </a:moveTo>
                <a:lnTo>
                  <a:pt x="0" y="121655"/>
                </a:lnTo>
                <a:lnTo>
                  <a:pt x="121567" y="121655"/>
                </a:lnTo>
                <a:lnTo>
                  <a:pt x="1215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71" name="path-1167">
            <a:extLst xmlns:a="http://schemas.openxmlformats.org/drawingml/2006/main">
              <a:ext uri="{FF2B5EF4-FFF2-40B4-BE49-F238E27FC236}">
                <a16:creationId xmlns:a16="http://schemas.microsoft.com/office/drawing/2014/main" id="{1A15C7FC-7111-45E4-827A-0DEDDDA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74" y="1860803"/>
            <a:ext cx="121628" cy="121629"/>
          </a:xfrm>
          <a:custGeom xmlns:a="http://schemas.openxmlformats.org/drawingml/2006/main">
            <a:pathLst>
              <a:path w="121628" h="121629">
                <a:moveTo>
                  <a:pt x="0" y="0"/>
                </a:moveTo>
                <a:lnTo>
                  <a:pt x="121628" y="0"/>
                </a:lnTo>
                <a:lnTo>
                  <a:pt x="121628" y="121629"/>
                </a:lnTo>
                <a:lnTo>
                  <a:pt x="0" y="12162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path-1168">
            <a:extLst xmlns:a="http://schemas.openxmlformats.org/drawingml/2006/main">
              <a:ext uri="{FF2B5EF4-FFF2-40B4-BE49-F238E27FC236}">
                <a16:creationId xmlns:a16="http://schemas.microsoft.com/office/drawing/2014/main" id="{623628E4-0823-47BE-9FD7-03C5218F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146" y="1860779"/>
            <a:ext cx="121652" cy="121655"/>
          </a:xfrm>
          <a:custGeom xmlns:a="http://schemas.openxmlformats.org/drawingml/2006/main">
            <a:pathLst>
              <a:path w="121652" h="121655">
                <a:moveTo>
                  <a:pt x="0" y="0"/>
                </a:moveTo>
                <a:lnTo>
                  <a:pt x="0" y="121655"/>
                </a:lnTo>
                <a:lnTo>
                  <a:pt x="121652" y="121655"/>
                </a:lnTo>
                <a:lnTo>
                  <a:pt x="1216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77">
            <a:solidFill>
              <a:srgbClr val="000000"/>
            </a:solidFill>
            <a:prstDash val="solid"/>
          </a:ln>
        </p:spPr>
      </p:sp>
      <p:sp>
        <p:nvSpPr>
          <p:cNvPr id="1173" name="path-1169">
            <a:extLst xmlns:a="http://schemas.openxmlformats.org/drawingml/2006/main">
              <a:ext uri="{FF2B5EF4-FFF2-40B4-BE49-F238E27FC236}">
                <a16:creationId xmlns:a16="http://schemas.microsoft.com/office/drawing/2014/main" id="{841F7639-6389-49CD-ADD1-9CDDA6C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374248"/>
            <a:ext cx="608180" cy="608186"/>
          </a:xfrm>
          <a:custGeom xmlns:a="http://schemas.openxmlformats.org/drawingml/2006/main">
            <a:pathLst>
              <a:path w="608180" h="608186">
                <a:moveTo>
                  <a:pt x="0" y="0"/>
                </a:moveTo>
                <a:lnTo>
                  <a:pt x="0" y="608186"/>
                </a:lnTo>
                <a:lnTo>
                  <a:pt x="608180" y="608186"/>
                </a:lnTo>
                <a:lnTo>
                  <a:pt x="608180" y="608185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174" name="path-1170">
            <a:extLst xmlns:a="http://schemas.openxmlformats.org/drawingml/2006/main">
              <a:ext uri="{FF2B5EF4-FFF2-40B4-BE49-F238E27FC236}">
                <a16:creationId xmlns:a16="http://schemas.microsoft.com/office/drawing/2014/main" id="{FE6ED53E-BE18-48E1-83BB-918C05D9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18" y="1374248"/>
            <a:ext cx="608180" cy="191"/>
          </a:xfrm>
          <a:custGeom xmlns:a="http://schemas.openxmlformats.org/drawingml/2006/main">
            <a:pathLst>
              <a:path w="608180" h="191">
                <a:moveTo>
                  <a:pt x="608180" y="2"/>
                </a:moveTo>
                <a:lnTo>
                  <a:pt x="60818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389">
            <a:solidFill>
              <a:srgbClr val="000000"/>
            </a:solidFill>
            <a:prstDash val="solid"/>
          </a:ln>
        </p:spPr>
      </p:sp>
      <p:sp>
        <p:nvSpPr>
          <p:cNvPr id="1175" name="path-1171">
            <a:extLst xmlns:a="http://schemas.openxmlformats.org/drawingml/2006/main">
              <a:ext uri="{FF2B5EF4-FFF2-40B4-BE49-F238E27FC236}">
                <a16:creationId xmlns:a16="http://schemas.microsoft.com/office/drawing/2014/main" id="{854F0781-DFB8-47E0-A333-92A6D692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629" y="1534680"/>
            <a:ext cx="277967" cy="274992"/>
          </a:xfrm>
          <a:custGeom xmlns:a="http://schemas.openxmlformats.org/drawingml/2006/main">
            <a:pathLst>
              <a:path w="277967" h="274992">
                <a:moveTo>
                  <a:pt x="0" y="0"/>
                </a:moveTo>
                <a:lnTo>
                  <a:pt x="277967" y="0"/>
                </a:lnTo>
                <a:lnTo>
                  <a:pt x="277967" y="274992"/>
                </a:lnTo>
                <a:lnTo>
                  <a:pt x="0" y="27499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path-1173">
            <a:extLst xmlns:a="http://schemas.openxmlformats.org/drawingml/2006/main">
              <a:ext uri="{FF2B5EF4-FFF2-40B4-BE49-F238E27FC236}">
                <a16:creationId xmlns:a16="http://schemas.microsoft.com/office/drawing/2014/main" id="{46DADA5D-8907-435B-B103-05740B9D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591" y="1611376"/>
            <a:ext cx="80783" cy="88679"/>
          </a:xfrm>
          <a:custGeom xmlns:a="http://schemas.openxmlformats.org/drawingml/2006/main">
            <a:pathLst>
              <a:path w="80783" h="88679">
                <a:moveTo>
                  <a:pt x="68828" y="11232"/>
                </a:moveTo>
                <a:cubicBezTo>
                  <a:pt x="62467" y="13738"/>
                  <a:pt x="60732" y="19522"/>
                  <a:pt x="60732" y="22223"/>
                </a:cubicBezTo>
                <a:cubicBezTo>
                  <a:pt x="60732" y="27233"/>
                  <a:pt x="64780" y="30125"/>
                  <a:pt x="69022" y="30125"/>
                </a:cubicBezTo>
                <a:cubicBezTo>
                  <a:pt x="73649" y="30125"/>
                  <a:pt x="80783" y="26271"/>
                  <a:pt x="80783" y="17016"/>
                </a:cubicBezTo>
                <a:cubicBezTo>
                  <a:pt x="80783" y="6749"/>
                  <a:pt x="70563" y="0"/>
                  <a:pt x="53212" y="0"/>
                </a:cubicBezTo>
                <a:cubicBezTo>
                  <a:pt x="47620" y="0"/>
                  <a:pt x="36823" y="388"/>
                  <a:pt x="27956" y="7137"/>
                </a:cubicBezTo>
                <a:cubicBezTo>
                  <a:pt x="19281" y="13738"/>
                  <a:pt x="16195" y="24920"/>
                  <a:pt x="16195" y="29739"/>
                </a:cubicBezTo>
                <a:cubicBezTo>
                  <a:pt x="16195" y="35523"/>
                  <a:pt x="18896" y="40918"/>
                  <a:pt x="23135" y="44387"/>
                </a:cubicBezTo>
                <a:cubicBezTo>
                  <a:pt x="28533" y="48629"/>
                  <a:pt x="31813" y="49206"/>
                  <a:pt x="44922" y="51712"/>
                </a:cubicBezTo>
                <a:cubicBezTo>
                  <a:pt x="50706" y="52674"/>
                  <a:pt x="62273" y="54795"/>
                  <a:pt x="62273" y="63471"/>
                </a:cubicBezTo>
                <a:cubicBezTo>
                  <a:pt x="62273" y="64241"/>
                  <a:pt x="62273" y="81740"/>
                  <a:pt x="33546" y="81740"/>
                </a:cubicBezTo>
                <a:cubicBezTo>
                  <a:pt x="24100" y="81740"/>
                  <a:pt x="16966" y="79833"/>
                  <a:pt x="12724" y="76774"/>
                </a:cubicBezTo>
                <a:cubicBezTo>
                  <a:pt x="19281" y="74847"/>
                  <a:pt x="23329" y="69254"/>
                  <a:pt x="23329" y="63471"/>
                </a:cubicBezTo>
                <a:cubicBezTo>
                  <a:pt x="23329" y="56531"/>
                  <a:pt x="17736" y="54601"/>
                  <a:pt x="13883" y="54601"/>
                </a:cubicBezTo>
                <a:cubicBezTo>
                  <a:pt x="7325" y="54601"/>
                  <a:pt x="0" y="60002"/>
                  <a:pt x="0" y="69640"/>
                </a:cubicBezTo>
                <a:cubicBezTo>
                  <a:pt x="0" y="82125"/>
                  <a:pt x="13497" y="88679"/>
                  <a:pt x="33161" y="88679"/>
                </a:cubicBezTo>
                <a:cubicBezTo>
                  <a:pt x="77121" y="88679"/>
                  <a:pt x="77121" y="55760"/>
                  <a:pt x="77121" y="55566"/>
                </a:cubicBezTo>
                <a:cubicBezTo>
                  <a:pt x="77121" y="49014"/>
                  <a:pt x="73841" y="43810"/>
                  <a:pt x="69407" y="39956"/>
                </a:cubicBezTo>
                <a:cubicBezTo>
                  <a:pt x="63429" y="34752"/>
                  <a:pt x="56104" y="33402"/>
                  <a:pt x="49356" y="32246"/>
                </a:cubicBezTo>
                <a:cubicBezTo>
                  <a:pt x="38753" y="30319"/>
                  <a:pt x="31234" y="28968"/>
                  <a:pt x="31234" y="21834"/>
                </a:cubicBezTo>
                <a:cubicBezTo>
                  <a:pt x="31234" y="21449"/>
                  <a:pt x="31234" y="6943"/>
                  <a:pt x="52827" y="6943"/>
                </a:cubicBezTo>
                <a:cubicBezTo>
                  <a:pt x="56684" y="6943"/>
                  <a:pt x="63624" y="7331"/>
                  <a:pt x="68828" y="11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7" name="path-1174">
            <a:extLst xmlns:a="http://schemas.openxmlformats.org/drawingml/2006/main">
              <a:ext uri="{FF2B5EF4-FFF2-40B4-BE49-F238E27FC236}">
                <a16:creationId xmlns:a16="http://schemas.microsoft.com/office/drawing/2014/main" id="{D8CD1429-37E3-405C-8376-0AC03279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050" y="1637860"/>
            <a:ext cx="62621" cy="92256"/>
          </a:xfrm>
          <a:custGeom xmlns:a="http://schemas.openxmlformats.org/drawingml/2006/main">
            <a:pathLst>
              <a:path w="62621" h="92256">
                <a:moveTo>
                  <a:pt x="62621" y="46534"/>
                </a:moveTo>
                <a:cubicBezTo>
                  <a:pt x="62621" y="31699"/>
                  <a:pt x="60867" y="21044"/>
                  <a:pt x="54660" y="11602"/>
                </a:cubicBezTo>
                <a:cubicBezTo>
                  <a:pt x="50475" y="5399"/>
                  <a:pt x="42108" y="0"/>
                  <a:pt x="31312" y="0"/>
                </a:cubicBezTo>
                <a:cubicBezTo>
                  <a:pt x="0" y="0"/>
                  <a:pt x="0" y="36824"/>
                  <a:pt x="0" y="46534"/>
                </a:cubicBezTo>
                <a:cubicBezTo>
                  <a:pt x="0" y="56246"/>
                  <a:pt x="0" y="92256"/>
                  <a:pt x="31312" y="92256"/>
                </a:cubicBezTo>
                <a:cubicBezTo>
                  <a:pt x="62621" y="92256"/>
                  <a:pt x="62621" y="56246"/>
                  <a:pt x="62621" y="46534"/>
                </a:cubicBezTo>
                <a:moveTo>
                  <a:pt x="31312" y="88478"/>
                </a:moveTo>
                <a:cubicBezTo>
                  <a:pt x="25103" y="88478"/>
                  <a:pt x="16870" y="84837"/>
                  <a:pt x="14172" y="73778"/>
                </a:cubicBezTo>
                <a:cubicBezTo>
                  <a:pt x="12282" y="65821"/>
                  <a:pt x="12282" y="54761"/>
                  <a:pt x="12282" y="44781"/>
                </a:cubicBezTo>
                <a:cubicBezTo>
                  <a:pt x="12282" y="34936"/>
                  <a:pt x="12282" y="24685"/>
                  <a:pt x="14306" y="17267"/>
                </a:cubicBezTo>
                <a:cubicBezTo>
                  <a:pt x="17140" y="6612"/>
                  <a:pt x="25778" y="3781"/>
                  <a:pt x="31312" y="3781"/>
                </a:cubicBezTo>
                <a:cubicBezTo>
                  <a:pt x="38599" y="3781"/>
                  <a:pt x="45618" y="8231"/>
                  <a:pt x="48045" y="16054"/>
                </a:cubicBezTo>
                <a:cubicBezTo>
                  <a:pt x="50206" y="23336"/>
                  <a:pt x="50339" y="33048"/>
                  <a:pt x="50339" y="44781"/>
                </a:cubicBezTo>
                <a:cubicBezTo>
                  <a:pt x="50339" y="54761"/>
                  <a:pt x="50339" y="64742"/>
                  <a:pt x="48585" y="73239"/>
                </a:cubicBezTo>
                <a:cubicBezTo>
                  <a:pt x="45887" y="85512"/>
                  <a:pt x="36709" y="88478"/>
                  <a:pt x="31312" y="88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8" name="text-1175 (Gaussian">
            <a:extLst xmlns:a="http://schemas.openxmlformats.org/drawingml/2006/main">
              <a:ext uri="{FF2B5EF4-FFF2-40B4-BE49-F238E27FC236}">
                <a16:creationId xmlns:a16="http://schemas.microsoft.com/office/drawing/2014/main" id="{F04D5685-3EC3-4DA1-99CF-E228C1DB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020" y="3956077"/>
            <a:ext cx="625142" cy="184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(Gaussian</a:t>
            </a:r>
          </a:p>
        </p:txBody>
      </p:sp>
      <p:sp>
        <p:nvSpPr>
          <p:cNvPr id="1179" name="text-1176 distribution)">
            <a:extLst xmlns:a="http://schemas.openxmlformats.org/drawingml/2006/main">
              <a:ext uri="{FF2B5EF4-FFF2-40B4-BE49-F238E27FC236}">
                <a16:creationId xmlns:a16="http://schemas.microsoft.com/office/drawing/2014/main" id="{EA618609-2DA8-4306-96A8-6099FFEC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020" y="4109938"/>
            <a:ext cx="705813" cy="18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931100"/>
                </a:solidFill>
                <a:latin typeface="Arial"/>
                <a:ea typeface="Arial"/>
                <a:cs typeface="Arial"/>
              </a:rPr>
              <a:t>distribution)</a:t>
            </a:r>
          </a:p>
        </p:txBody>
      </p:sp>
      <p:sp>
        <p:nvSpPr>
          <p:cNvPr id="1180" name="text-1177 …">
            <a:extLst xmlns:a="http://schemas.openxmlformats.org/drawingml/2006/main">
              <a:ext uri="{FF2B5EF4-FFF2-40B4-BE49-F238E27FC236}">
                <a16:creationId xmlns:a16="http://schemas.microsoft.com/office/drawing/2014/main" id="{88D7B119-6B1E-4823-83F8-CDE0D956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0395" y="6592248"/>
            <a:ext cx="249122" cy="295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1" name="text-1178 …">
            <a:extLst xmlns:a="http://schemas.openxmlformats.org/drawingml/2006/main">
              <a:ext uri="{FF2B5EF4-FFF2-40B4-BE49-F238E27FC236}">
                <a16:creationId xmlns:a16="http://schemas.microsoft.com/office/drawing/2014/main" id="{1C1CF076-9CA6-470B-A84C-E69D5D37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205" y="6592248"/>
            <a:ext cx="249122" cy="295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2" name="text-1179 …">
            <a:extLst xmlns:a="http://schemas.openxmlformats.org/drawingml/2006/main">
              <a:ext uri="{FF2B5EF4-FFF2-40B4-BE49-F238E27FC236}">
                <a16:creationId xmlns:a16="http://schemas.microsoft.com/office/drawing/2014/main" id="{F9371126-E908-4A28-B1D0-B1219CB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5801" y="6592248"/>
            <a:ext cx="249122" cy="295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3" name="text-1180 …">
            <a:extLst xmlns:a="http://schemas.openxmlformats.org/drawingml/2006/main">
              <a:ext uri="{FF2B5EF4-FFF2-40B4-BE49-F238E27FC236}">
                <a16:creationId xmlns:a16="http://schemas.microsoft.com/office/drawing/2014/main" id="{22253A3D-04D8-4755-A95C-9FA5D89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6862" y="6592248"/>
            <a:ext cx="249122" cy="295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4" name="text-1181 …">
            <a:extLst xmlns:a="http://schemas.openxmlformats.org/drawingml/2006/main">
              <a:ext uri="{FF2B5EF4-FFF2-40B4-BE49-F238E27FC236}">
                <a16:creationId xmlns:a16="http://schemas.microsoft.com/office/drawing/2014/main" id="{F4627612-D6B2-4795-AA58-69618F9C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9600" y="6592248"/>
            <a:ext cx="249122" cy="295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85" name="path-1182">
            <a:extLst xmlns:a="http://schemas.openxmlformats.org/drawingml/2006/main">
              <a:ext uri="{FF2B5EF4-FFF2-40B4-BE49-F238E27FC236}">
                <a16:creationId xmlns:a16="http://schemas.microsoft.com/office/drawing/2014/main" id="{14924F80-52FB-4B11-B19D-771E851C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197" y="121813"/>
            <a:ext cx="357337" cy="408418"/>
          </a:xfrm>
          <a:custGeom xmlns:a="http://schemas.openxmlformats.org/drawingml/2006/main">
            <a:pathLst>
              <a:path w="357337" h="408418">
                <a:moveTo>
                  <a:pt x="357337" y="289930"/>
                </a:moveTo>
                <a:lnTo>
                  <a:pt x="357337" y="0"/>
                </a:lnTo>
                <a:lnTo>
                  <a:pt x="0" y="0"/>
                </a:lnTo>
                <a:lnTo>
                  <a:pt x="0" y="408418"/>
                </a:lnTo>
                <a:lnTo>
                  <a:pt x="176113" y="408418"/>
                </a:lnTo>
                <a:lnTo>
                  <a:pt x="176113" y="382908"/>
                </a:lnTo>
                <a:lnTo>
                  <a:pt x="25527" y="382908"/>
                </a:lnTo>
                <a:lnTo>
                  <a:pt x="25527" y="25509"/>
                </a:lnTo>
                <a:lnTo>
                  <a:pt x="331810" y="25509"/>
                </a:lnTo>
                <a:lnTo>
                  <a:pt x="331810" y="280782"/>
                </a:lnTo>
                <a:lnTo>
                  <a:pt x="229718" y="280782"/>
                </a:lnTo>
                <a:lnTo>
                  <a:pt x="229718" y="408418"/>
                </a:lnTo>
                <a:lnTo>
                  <a:pt x="252686" y="408418"/>
                </a:lnTo>
                <a:lnTo>
                  <a:pt x="357337" y="304004"/>
                </a:lnTo>
                <a:lnTo>
                  <a:pt x="357337" y="289930"/>
                </a:lnTo>
                <a:moveTo>
                  <a:pt x="252686" y="372177"/>
                </a:moveTo>
                <a:lnTo>
                  <a:pt x="252686" y="304004"/>
                </a:lnTo>
                <a:lnTo>
                  <a:pt x="321342" y="304004"/>
                </a:lnTo>
                <a:lnTo>
                  <a:pt x="252686" y="3721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6" name="path-1183">
            <a:extLst xmlns:a="http://schemas.openxmlformats.org/drawingml/2006/main">
              <a:ext uri="{FF2B5EF4-FFF2-40B4-BE49-F238E27FC236}">
                <a16:creationId xmlns:a16="http://schemas.microsoft.com/office/drawing/2014/main" id="{1B6A2905-3994-46F8-90D8-8080732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769" y="222620"/>
            <a:ext cx="204192" cy="182791"/>
          </a:xfrm>
          <a:custGeom xmlns:a="http://schemas.openxmlformats.org/drawingml/2006/main">
            <a:pathLst>
              <a:path w="204192" h="182791">
                <a:moveTo>
                  <a:pt x="0" y="0"/>
                </a:moveTo>
                <a:lnTo>
                  <a:pt x="0" y="25510"/>
                </a:lnTo>
                <a:lnTo>
                  <a:pt x="204192" y="25510"/>
                </a:lnTo>
                <a:lnTo>
                  <a:pt x="204192" y="0"/>
                </a:lnTo>
                <a:close/>
                <a:moveTo>
                  <a:pt x="0" y="76617"/>
                </a:moveTo>
                <a:lnTo>
                  <a:pt x="0" y="102127"/>
                </a:lnTo>
                <a:lnTo>
                  <a:pt x="204192" y="102127"/>
                </a:lnTo>
                <a:lnTo>
                  <a:pt x="204192" y="76617"/>
                </a:lnTo>
                <a:close/>
                <a:moveTo>
                  <a:pt x="0" y="157281"/>
                </a:moveTo>
                <a:lnTo>
                  <a:pt x="0" y="182791"/>
                </a:lnTo>
                <a:lnTo>
                  <a:pt x="127619" y="182791"/>
                </a:lnTo>
                <a:lnTo>
                  <a:pt x="127619" y="157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7" name="text-1184 Prompt">
            <a:extLst xmlns:a="http://schemas.openxmlformats.org/drawingml/2006/main">
              <a:ext uri="{FF2B5EF4-FFF2-40B4-BE49-F238E27FC236}">
                <a16:creationId xmlns:a16="http://schemas.microsoft.com/office/drawing/2014/main" id="{42C56153-A087-46F1-B092-AB10953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436" y="136098"/>
            <a:ext cx="582703" cy="221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188" name="text-1184 Input">
            <a:extLst xmlns:a="http://schemas.openxmlformats.org/drawingml/2006/main">
              <a:ext uri="{FF2B5EF4-FFF2-40B4-BE49-F238E27FC236}">
                <a16:creationId xmlns:a16="http://schemas.microsoft.com/office/drawing/2014/main" id="{2D772699-E270-4541-8381-C303D240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595" y="136101"/>
            <a:ext cx="415382" cy="221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89" name="text-1185 ,">
            <a:extLst xmlns:a="http://schemas.openxmlformats.org/drawingml/2006/main">
              <a:ext uri="{FF2B5EF4-FFF2-40B4-BE49-F238E27FC236}">
                <a16:creationId xmlns:a16="http://schemas.microsoft.com/office/drawing/2014/main" id="{D10EA4DA-C3A9-4ACA-BD78-8264C8C2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1458" y="153649"/>
            <a:ext cx="64469" cy="19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90" name="text-1186 e.g.">
            <a:extLst xmlns:a="http://schemas.openxmlformats.org/drawingml/2006/main">
              <a:ext uri="{FF2B5EF4-FFF2-40B4-BE49-F238E27FC236}">
                <a16:creationId xmlns:a16="http://schemas.microsoft.com/office/drawing/2014/main" id="{9386B542-0685-4420-B291-0BFCC39F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659" y="153696"/>
            <a:ext cx="260182" cy="19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e.g.</a:t>
            </a:r>
          </a:p>
        </p:txBody>
      </p:sp>
      <p:sp>
        <p:nvSpPr>
          <p:cNvPr id="1191" name="text-1187 ,">
            <a:extLst xmlns:a="http://schemas.openxmlformats.org/drawingml/2006/main">
              <a:ext uri="{FF2B5EF4-FFF2-40B4-BE49-F238E27FC236}">
                <a16:creationId xmlns:a16="http://schemas.microsoft.com/office/drawing/2014/main" id="{F61CFF79-27FD-45D0-B039-71703CC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4438" y="153649"/>
            <a:ext cx="64469" cy="197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92" name="text-1187 text">
            <a:extLst xmlns:a="http://schemas.openxmlformats.org/drawingml/2006/main">
              <a:ext uri="{FF2B5EF4-FFF2-40B4-BE49-F238E27FC236}">
                <a16:creationId xmlns:a16="http://schemas.microsoft.com/office/drawing/2014/main" id="{2D743C57-DBA6-40FE-BD4E-5439E5F3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2633" y="153729"/>
            <a:ext cx="252209" cy="19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193" name="text-1188 (optional,">
            <a:extLst xmlns:a="http://schemas.openxmlformats.org/drawingml/2006/main">
              <a:ext uri="{FF2B5EF4-FFF2-40B4-BE49-F238E27FC236}">
                <a16:creationId xmlns:a16="http://schemas.microsoft.com/office/drawing/2014/main" id="{51657337-BF55-4A26-8B0F-A82658F7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568" y="317239"/>
            <a:ext cx="604391" cy="1972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(optional,</a:t>
            </a:r>
          </a:p>
        </p:txBody>
      </p:sp>
      <p:sp>
        <p:nvSpPr>
          <p:cNvPr id="1194" name="text-1188 specifying">
            <a:extLst xmlns:a="http://schemas.openxmlformats.org/drawingml/2006/main">
              <a:ext uri="{FF2B5EF4-FFF2-40B4-BE49-F238E27FC236}">
                <a16:creationId xmlns:a16="http://schemas.microsoft.com/office/drawing/2014/main" id="{82754D47-65D6-40BF-8C83-B1C03487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695" y="317251"/>
            <a:ext cx="651236" cy="197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specifying</a:t>
            </a:r>
          </a:p>
        </p:txBody>
      </p:sp>
      <p:sp>
        <p:nvSpPr>
          <p:cNvPr id="1195" name="text-1188 the">
            <a:extLst xmlns:a="http://schemas.openxmlformats.org/drawingml/2006/main">
              <a:ext uri="{FF2B5EF4-FFF2-40B4-BE49-F238E27FC236}">
                <a16:creationId xmlns:a16="http://schemas.microsoft.com/office/drawing/2014/main" id="{21311AA4-3AF0-4935-815E-CC5895F2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9685" y="317281"/>
            <a:ext cx="221002" cy="197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96" name="text-1188 task)">
            <a:extLst xmlns:a="http://schemas.openxmlformats.org/drawingml/2006/main">
              <a:ext uri="{FF2B5EF4-FFF2-40B4-BE49-F238E27FC236}">
                <a16:creationId xmlns:a16="http://schemas.microsoft.com/office/drawing/2014/main" id="{317E65C1-E695-4C97-B3E6-1C820B51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4446" y="317266"/>
            <a:ext cx="330347" cy="197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task)</a:t>
            </a:r>
          </a:p>
        </p:txBody>
      </p:sp>
      <p:sp>
        <p:nvSpPr>
          <p:cNvPr id="1197" name="path-1190">
            <a:extLst xmlns:a="http://schemas.openxmlformats.org/drawingml/2006/main">
              <a:ext uri="{FF2B5EF4-FFF2-40B4-BE49-F238E27FC236}">
                <a16:creationId xmlns:a16="http://schemas.microsoft.com/office/drawing/2014/main" id="{51F8BC3E-3E2E-49CB-ADB1-FF448A52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219" y="624438"/>
            <a:ext cx="597281" cy="791064"/>
          </a:xfrm>
          <a:custGeom xmlns:a="http://schemas.openxmlformats.org/drawingml/2006/main">
            <a:pathLst>
              <a:path w="597281" h="791064">
                <a:moveTo>
                  <a:pt x="0" y="0"/>
                </a:moveTo>
                <a:lnTo>
                  <a:pt x="0" y="720693"/>
                </a:lnTo>
                <a:cubicBezTo>
                  <a:pt x="0" y="759572"/>
                  <a:pt x="31582" y="791064"/>
                  <a:pt x="70374" y="791064"/>
                </a:cubicBezTo>
                <a:lnTo>
                  <a:pt x="597281" y="791064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  <p:sp>
        <p:nvSpPr>
          <p:cNvPr id="1198" name="path-1191">
            <a:extLst xmlns:a="http://schemas.openxmlformats.org/drawingml/2006/main">
              <a:ext uri="{FF2B5EF4-FFF2-40B4-BE49-F238E27FC236}">
                <a16:creationId xmlns:a16="http://schemas.microsoft.com/office/drawing/2014/main" id="{90859AE4-8D33-41DF-8529-36E9B361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445" y="1386475"/>
            <a:ext cx="77409" cy="58057"/>
          </a:xfrm>
          <a:custGeom xmlns:a="http://schemas.openxmlformats.org/drawingml/2006/main">
            <a:pathLst>
              <a:path w="77409" h="58057">
                <a:moveTo>
                  <a:pt x="77409" y="29029"/>
                </a:moveTo>
                <a:lnTo>
                  <a:pt x="0" y="0"/>
                </a:lnTo>
                <a:lnTo>
                  <a:pt x="29028" y="29029"/>
                </a:lnTo>
                <a:lnTo>
                  <a:pt x="0" y="58057"/>
                </a:lnTo>
                <a:lnTo>
                  <a:pt x="77409" y="290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path-1192">
            <a:extLst xmlns:a="http://schemas.openxmlformats.org/drawingml/2006/main">
              <a:ext uri="{FF2B5EF4-FFF2-40B4-BE49-F238E27FC236}">
                <a16:creationId xmlns:a16="http://schemas.microsoft.com/office/drawing/2014/main" id="{D1A976E7-4371-43D8-98E9-85680CAA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468" y="1386476"/>
            <a:ext cx="77408" cy="58054"/>
          </a:xfrm>
          <a:custGeom xmlns:a="http://schemas.openxmlformats.org/drawingml/2006/main">
            <a:pathLst>
              <a:path w="77408" h="58054">
                <a:moveTo>
                  <a:pt x="77408" y="29026"/>
                </a:moveTo>
                <a:lnTo>
                  <a:pt x="0" y="0"/>
                </a:lnTo>
                <a:lnTo>
                  <a:pt x="29032" y="29026"/>
                </a:lnTo>
                <a:lnTo>
                  <a:pt x="0" y="58054"/>
                </a:lnTo>
                <a:lnTo>
                  <a:pt x="77408" y="29026"/>
                </a:lnTo>
              </a:path>
            </a:pathLst>
          </a:custGeom>
          <a:noFill xmlns:a="http://schemas.openxmlformats.org/drawingml/2006/main"/>
          <a:ln xmlns:a="http://schemas.openxmlformats.org/drawingml/2006/main" w="13195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0894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2026-10-14T12:29:33.7060000Z</dcterms:created>
  <dcterms:modified xsi:type="dcterms:W3CDTF">2026-10-14T12:29:33.7060000Z</dcterms:modified>
</coreProperties>
</file>