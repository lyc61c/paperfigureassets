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32d7c878f8d4a21" /><Relationship Type="http://schemas.openxmlformats.org/officeDocument/2006/relationships/extended-properties" Target="/docProps/app.xml" Id="R4c00084cd68c4fe7" /><Relationship Type="http://schemas.openxmlformats.org/officeDocument/2006/relationships/officeDocument" Target="/ppt/presentation.xml" Id="Rebe6b35bfb2940c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f49c928f5014801"/>
  </p:sldMasterIdLst>
  <p:notesMasterIdLst>
    <p:notesMasterId xmlns:r="http://schemas.openxmlformats.org/officeDocument/2006/relationships" r:id="Ra94af13f329a404b"/>
  </p:notesMasterIdLst>
  <p:sldIdLst>
    <p:sldId xmlns:r="http://schemas.openxmlformats.org/officeDocument/2006/relationships" id="256" r:id="Re9c896f4071f46b7"/>
  </p:sldIdLst>
  <p:sldSz cx="11449050" cy="8982075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7b6566edb3348ae" /><Relationship Type="http://schemas.openxmlformats.org/officeDocument/2006/relationships/slideMaster" Target="/ppt/slideMasters/slideMaster1.xml" Id="Rcf49c928f5014801" /><Relationship Type="http://schemas.openxmlformats.org/officeDocument/2006/relationships/notesMaster" Target="/ppt/notesMasters/notesMaster1.xml" Id="Ra94af13f329a404b" /><Relationship Type="http://schemas.openxmlformats.org/officeDocument/2006/relationships/presProps" Target="/ppt/presProps.xml" Id="Rf46a4d6167634e4f" /><Relationship Type="http://schemas.openxmlformats.org/officeDocument/2006/relationships/tableStyles" Target="/ppt/tableStyles.xml" Id="R74e1703440fe4dc5" /><Relationship Type="http://schemas.openxmlformats.org/officeDocument/2006/relationships/slide" Target="/ppt/slides/slide1.xml" Id="Re9c896f4071f46b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3d561399c9946f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40a00d1deae47dc" /><Relationship Type="http://schemas.openxmlformats.org/officeDocument/2006/relationships/notesMaster" Target="/ppt/notesMasters/notesMaster1.xml" Id="R51e05773e57c493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Figarium editable reconstruction — not author-provided PowerPoint.</a:t>
            </a:r>
          </a:p>
          <a:p xmlns:a="http://schemas.openxmlformats.org/drawingml/2006/main">
            <a:r>
              <a:t>AdaptiveNN Task Generality and Training Objective</a:t>
            </a:r>
          </a:p>
          <a:p xmlns:a="http://schemas.openxmlformats.org/drawingml/2006/main">
            <a:r>
              <a:t>Source: https://arxiv.org/abs/2509.15333</a:t>
            </a:r>
          </a:p>
          <a:p xmlns:a="http://schemas.openxmlformats.org/drawingml/2006/main">
            <a:r>
              <a:t>Approved image: image3.png; SHA-256: abdd7a97831036a99530613ea285542d6b21892323e9a115c2b18117fca5eae5</a:t>
            </a:r>
          </a:p>
          <a:p xmlns:a="http://schemas.openxmlformats.org/drawingml/2006/main">
            <a:r>
              <a:t>Text and vector paths are native editable PowerPoint objects. Arrow paths are not endpoint-bound connectors; plot paths are not data-bound charts. Photos/screenshots remain independent raster objects (15).</a:t>
            </a:r>
          </a:p>
          <a:p xmlns:a="http://schemas.openxmlformats.org/drawingml/2006/main">
            <a:r>
              <a:t>Font substitution: source PDF families mapped to Arial (installed Windows fonts); equations may use Cambria Math. Source crop boundaries are preserved.</a:t>
            </a:r>
          </a:p>
          <a:p xmlns:a="http://schemas.openxmlformats.org/drawingml/2006/main">
            <a:r>
              <a:t>Final-file renderer: Artifact Tool PPTX roundtrip; this is not a PowerPoint application compatibility test.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5b1c28e2463449a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f9f6c9a14f242a4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efd4218d10f4ff3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75d0a6161874ce2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8db7bd12bec4c55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304e846686a4f7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B07632C-61F3-4EFA-B5B3-2738776E558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144905" y="3393228"/>
            <a:ext cx="9159240" cy="12974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50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C952F2C4-22C7-47EF-BA73-BA70399171A0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717358" y="4940141"/>
            <a:ext cx="8014335" cy="9980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19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61A37A1D-3C60-4211-9B18-FECB5056587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144905" y="3742531"/>
            <a:ext cx="9159240" cy="14970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39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9B7F4B7-404A-408F-84EA-C806DF6A83A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44009" y="698606"/>
            <a:ext cx="10161032" cy="109780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099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960938BA-EAA3-4F2F-8776-6DA5E630A9D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44009" y="2495021"/>
            <a:ext cx="10161032" cy="55888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14670" indent="-214670">
              <a:lnSpc>
                <a:spcPct val="110000"/>
              </a:lnSpc>
              <a:spcBef>
                <a:spcPts val="0"/>
              </a:spcBef>
              <a:spcAft>
                <a:spcPts val="1127"/>
              </a:spcAft>
              <a:buChar char="•"/>
            </a:lvl1pPr>
            <a:lvl2pPr marL="500896" indent="-214670">
              <a:lnSpc>
                <a:spcPct val="110000"/>
              </a:lnSpc>
              <a:spcBef>
                <a:spcPts val="0"/>
              </a:spcBef>
              <a:spcAft>
                <a:spcPts val="1127"/>
              </a:spcAft>
              <a:buChar char="•"/>
            </a:lvl2pPr>
            <a:lvl3pPr marL="787122" indent="-214670">
              <a:lnSpc>
                <a:spcPct val="110000"/>
              </a:lnSpc>
              <a:spcBef>
                <a:spcPts val="0"/>
              </a:spcBef>
              <a:spcAft>
                <a:spcPts val="1127"/>
              </a:spcAft>
              <a:buChar char="•"/>
            </a:lvl3pPr>
            <a:lvl4pPr marL="1073348" indent="-214670">
              <a:lnSpc>
                <a:spcPct val="110000"/>
              </a:lnSpc>
              <a:spcBef>
                <a:spcPts val="0"/>
              </a:spcBef>
              <a:spcAft>
                <a:spcPts val="1127"/>
              </a:spcAft>
              <a:buChar char="•"/>
            </a:lvl4pPr>
            <a:lvl5pPr marL="1359575" indent="-214670">
              <a:lnSpc>
                <a:spcPct val="110000"/>
              </a:lnSpc>
              <a:spcBef>
                <a:spcPts val="0"/>
              </a:spcBef>
              <a:spcAft>
                <a:spcPts val="1127"/>
              </a:spcAft>
              <a:buChar char="•"/>
            </a:lvl5pPr>
            <a:lvl6pPr marL="1645801" indent="-214670">
              <a:lnSpc>
                <a:spcPct val="110000"/>
              </a:lnSpc>
              <a:spcBef>
                <a:spcPts val="0"/>
              </a:spcBef>
              <a:spcAft>
                <a:spcPts val="1127"/>
              </a:spcAft>
              <a:buChar char="•"/>
            </a:lvl6pPr>
            <a:lvl7pPr marL="1932027" indent="-214670">
              <a:lnSpc>
                <a:spcPct val="110000"/>
              </a:lnSpc>
              <a:spcBef>
                <a:spcPts val="0"/>
              </a:spcBef>
              <a:spcAft>
                <a:spcPts val="1127"/>
              </a:spcAft>
              <a:buChar char="•"/>
            </a:lvl7pPr>
            <a:lvl8pPr marL="2218253" indent="-214670">
              <a:lnSpc>
                <a:spcPct val="110000"/>
              </a:lnSpc>
              <a:spcBef>
                <a:spcPts val="0"/>
              </a:spcBef>
              <a:spcAft>
                <a:spcPts val="1127"/>
              </a:spcAft>
              <a:buChar char="•"/>
            </a:lvl8pPr>
            <a:lvl9pPr marL="2504480" indent="-214670">
              <a:lnSpc>
                <a:spcPct val="110000"/>
              </a:lnSpc>
              <a:spcBef>
                <a:spcPts val="0"/>
              </a:spcBef>
              <a:spcAft>
                <a:spcPts val="1127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C9076E51-A13A-4969-99E1-AD44680F319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44009" y="698606"/>
            <a:ext cx="10161032" cy="109780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099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2BC576D7-AA70-4772-B2FA-3FA887CD248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44009" y="2495021"/>
            <a:ext cx="4722733" cy="55888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9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14670" indent="-214670">
              <a:lnSpc>
                <a:spcPct val="110000"/>
              </a:lnSpc>
              <a:spcBef>
                <a:spcPts val="0"/>
              </a:spcBef>
              <a:spcAft>
                <a:spcPts val="1127"/>
              </a:spcAft>
              <a:buChar char="•"/>
            </a:lvl1pPr>
            <a:lvl2pPr marL="500896" indent="-214670">
              <a:lnSpc>
                <a:spcPct val="110000"/>
              </a:lnSpc>
              <a:spcBef>
                <a:spcPts val="0"/>
              </a:spcBef>
              <a:spcAft>
                <a:spcPts val="1127"/>
              </a:spcAft>
              <a:buChar char="•"/>
            </a:lvl2pPr>
            <a:lvl3pPr marL="787122" indent="-214670">
              <a:lnSpc>
                <a:spcPct val="110000"/>
              </a:lnSpc>
              <a:spcBef>
                <a:spcPts val="0"/>
              </a:spcBef>
              <a:spcAft>
                <a:spcPts val="1127"/>
              </a:spcAft>
              <a:buChar char="•"/>
            </a:lvl3pPr>
            <a:lvl4pPr marL="1073348" indent="-214670">
              <a:lnSpc>
                <a:spcPct val="110000"/>
              </a:lnSpc>
              <a:spcBef>
                <a:spcPts val="0"/>
              </a:spcBef>
              <a:spcAft>
                <a:spcPts val="1127"/>
              </a:spcAft>
              <a:buChar char="•"/>
            </a:lvl4pPr>
            <a:lvl5pPr marL="1359575" indent="-214670">
              <a:lnSpc>
                <a:spcPct val="110000"/>
              </a:lnSpc>
              <a:spcBef>
                <a:spcPts val="0"/>
              </a:spcBef>
              <a:spcAft>
                <a:spcPts val="1127"/>
              </a:spcAft>
              <a:buChar char="•"/>
            </a:lvl5pPr>
            <a:lvl6pPr marL="1645801" indent="-214670">
              <a:lnSpc>
                <a:spcPct val="110000"/>
              </a:lnSpc>
              <a:spcBef>
                <a:spcPts val="0"/>
              </a:spcBef>
              <a:spcAft>
                <a:spcPts val="1127"/>
              </a:spcAft>
              <a:buChar char="•"/>
            </a:lvl6pPr>
            <a:lvl7pPr marL="1932027" indent="-214670">
              <a:lnSpc>
                <a:spcPct val="110000"/>
              </a:lnSpc>
              <a:spcBef>
                <a:spcPts val="0"/>
              </a:spcBef>
              <a:spcAft>
                <a:spcPts val="1127"/>
              </a:spcAft>
              <a:buChar char="•"/>
            </a:lvl7pPr>
            <a:lvl8pPr marL="2218253" indent="-214670">
              <a:lnSpc>
                <a:spcPct val="110000"/>
              </a:lnSpc>
              <a:spcBef>
                <a:spcPts val="0"/>
              </a:spcBef>
              <a:spcAft>
                <a:spcPts val="1127"/>
              </a:spcAft>
              <a:buChar char="•"/>
            </a:lvl8pPr>
            <a:lvl9pPr marL="2504480" indent="-214670">
              <a:lnSpc>
                <a:spcPct val="110000"/>
              </a:lnSpc>
              <a:spcBef>
                <a:spcPts val="0"/>
              </a:spcBef>
              <a:spcAft>
                <a:spcPts val="1127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C2688F7F-072D-4FC7-B504-5B7D8337FB56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082308" y="2495021"/>
            <a:ext cx="4722733" cy="55888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9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14670" indent="-214670">
              <a:lnSpc>
                <a:spcPct val="110000"/>
              </a:lnSpc>
              <a:spcBef>
                <a:spcPts val="0"/>
              </a:spcBef>
              <a:spcAft>
                <a:spcPts val="1127"/>
              </a:spcAft>
              <a:buChar char="•"/>
            </a:lvl1pPr>
            <a:lvl2pPr marL="500896" indent="-214670">
              <a:lnSpc>
                <a:spcPct val="110000"/>
              </a:lnSpc>
              <a:spcBef>
                <a:spcPts val="0"/>
              </a:spcBef>
              <a:spcAft>
                <a:spcPts val="1127"/>
              </a:spcAft>
              <a:buChar char="•"/>
            </a:lvl2pPr>
            <a:lvl3pPr marL="787122" indent="-214670">
              <a:lnSpc>
                <a:spcPct val="110000"/>
              </a:lnSpc>
              <a:spcBef>
                <a:spcPts val="0"/>
              </a:spcBef>
              <a:spcAft>
                <a:spcPts val="1127"/>
              </a:spcAft>
              <a:buChar char="•"/>
            </a:lvl3pPr>
            <a:lvl4pPr marL="1073348" indent="-214670">
              <a:lnSpc>
                <a:spcPct val="110000"/>
              </a:lnSpc>
              <a:spcBef>
                <a:spcPts val="0"/>
              </a:spcBef>
              <a:spcAft>
                <a:spcPts val="1127"/>
              </a:spcAft>
              <a:buChar char="•"/>
            </a:lvl4pPr>
            <a:lvl5pPr marL="1359575" indent="-214670">
              <a:lnSpc>
                <a:spcPct val="110000"/>
              </a:lnSpc>
              <a:spcBef>
                <a:spcPts val="0"/>
              </a:spcBef>
              <a:spcAft>
                <a:spcPts val="1127"/>
              </a:spcAft>
              <a:buChar char="•"/>
            </a:lvl5pPr>
            <a:lvl6pPr marL="1645801" indent="-214670">
              <a:lnSpc>
                <a:spcPct val="110000"/>
              </a:lnSpc>
              <a:spcBef>
                <a:spcPts val="0"/>
              </a:spcBef>
              <a:spcAft>
                <a:spcPts val="1127"/>
              </a:spcAft>
              <a:buChar char="•"/>
            </a:lvl6pPr>
            <a:lvl7pPr marL="1932027" indent="-214670">
              <a:lnSpc>
                <a:spcPct val="110000"/>
              </a:lnSpc>
              <a:spcBef>
                <a:spcPts val="0"/>
              </a:spcBef>
              <a:spcAft>
                <a:spcPts val="1127"/>
              </a:spcAft>
              <a:buChar char="•"/>
            </a:lvl7pPr>
            <a:lvl8pPr marL="2218253" indent="-214670">
              <a:lnSpc>
                <a:spcPct val="110000"/>
              </a:lnSpc>
              <a:spcBef>
                <a:spcPts val="0"/>
              </a:spcBef>
              <a:spcAft>
                <a:spcPts val="1127"/>
              </a:spcAft>
              <a:buChar char="•"/>
            </a:lvl8pPr>
            <a:lvl9pPr marL="2504480" indent="-214670">
              <a:lnSpc>
                <a:spcPct val="110000"/>
              </a:lnSpc>
              <a:spcBef>
                <a:spcPts val="0"/>
              </a:spcBef>
              <a:spcAft>
                <a:spcPts val="1127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11FF7C3-B96F-4299-8326-EEC4C8BC31D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44009" y="698606"/>
            <a:ext cx="10161032" cy="109780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099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4A284FA-208D-4B95-A35E-D95311C4DE4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44009" y="2495021"/>
            <a:ext cx="4722733" cy="55888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14670" indent="-214670">
              <a:lnSpc>
                <a:spcPct val="110000"/>
              </a:lnSpc>
              <a:spcBef>
                <a:spcPts val="0"/>
              </a:spcBef>
              <a:spcAft>
                <a:spcPts val="1127"/>
              </a:spcAft>
              <a:buChar char="•"/>
            </a:lvl1pPr>
            <a:lvl2pPr marL="500896" indent="-214670">
              <a:lnSpc>
                <a:spcPct val="110000"/>
              </a:lnSpc>
              <a:spcBef>
                <a:spcPts val="0"/>
              </a:spcBef>
              <a:spcAft>
                <a:spcPts val="1127"/>
              </a:spcAft>
              <a:buChar char="•"/>
            </a:lvl2pPr>
            <a:lvl3pPr marL="787122" indent="-214670">
              <a:lnSpc>
                <a:spcPct val="110000"/>
              </a:lnSpc>
              <a:spcBef>
                <a:spcPts val="0"/>
              </a:spcBef>
              <a:spcAft>
                <a:spcPts val="1127"/>
              </a:spcAft>
              <a:buChar char="•"/>
            </a:lvl3pPr>
            <a:lvl4pPr marL="1073348" indent="-214670">
              <a:lnSpc>
                <a:spcPct val="110000"/>
              </a:lnSpc>
              <a:spcBef>
                <a:spcPts val="0"/>
              </a:spcBef>
              <a:spcAft>
                <a:spcPts val="1127"/>
              </a:spcAft>
              <a:buChar char="•"/>
            </a:lvl4pPr>
            <a:lvl5pPr marL="1359575" indent="-214670">
              <a:lnSpc>
                <a:spcPct val="110000"/>
              </a:lnSpc>
              <a:spcBef>
                <a:spcPts val="0"/>
              </a:spcBef>
              <a:spcAft>
                <a:spcPts val="1127"/>
              </a:spcAft>
              <a:buChar char="•"/>
            </a:lvl5pPr>
            <a:lvl6pPr marL="1645801" indent="-214670">
              <a:lnSpc>
                <a:spcPct val="110000"/>
              </a:lnSpc>
              <a:spcBef>
                <a:spcPts val="0"/>
              </a:spcBef>
              <a:spcAft>
                <a:spcPts val="1127"/>
              </a:spcAft>
              <a:buChar char="•"/>
            </a:lvl6pPr>
            <a:lvl7pPr marL="1932027" indent="-214670">
              <a:lnSpc>
                <a:spcPct val="110000"/>
              </a:lnSpc>
              <a:spcBef>
                <a:spcPts val="0"/>
              </a:spcBef>
              <a:spcAft>
                <a:spcPts val="1127"/>
              </a:spcAft>
              <a:buChar char="•"/>
            </a:lvl7pPr>
            <a:lvl8pPr marL="2218253" indent="-214670">
              <a:lnSpc>
                <a:spcPct val="110000"/>
              </a:lnSpc>
              <a:spcBef>
                <a:spcPts val="0"/>
              </a:spcBef>
              <a:spcAft>
                <a:spcPts val="1127"/>
              </a:spcAft>
              <a:buChar char="•"/>
            </a:lvl8pPr>
            <a:lvl9pPr marL="2504480" indent="-214670">
              <a:lnSpc>
                <a:spcPct val="110000"/>
              </a:lnSpc>
              <a:spcBef>
                <a:spcPts val="0"/>
              </a:spcBef>
              <a:spcAft>
                <a:spcPts val="1127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8bdce343a904d21" /><Relationship Type="http://schemas.openxmlformats.org/officeDocument/2006/relationships/slideLayout" Target="/ppt/slideLayouts/slideLayout1.xml" Id="R30750d70f6894534" /><Relationship Type="http://schemas.openxmlformats.org/officeDocument/2006/relationships/slideLayout" Target="/ppt/slideLayouts/slideLayout2.xml" Id="R12f63c6174cd4caa" /><Relationship Type="http://schemas.openxmlformats.org/officeDocument/2006/relationships/slideLayout" Target="/ppt/slideLayouts/slideLayout3.xml" Id="Reccb7979976e4741" /><Relationship Type="http://schemas.openxmlformats.org/officeDocument/2006/relationships/slideLayout" Target="/ppt/slideLayouts/slideLayout4.xml" Id="Rb98b387cc73244fa" /><Relationship Type="http://schemas.openxmlformats.org/officeDocument/2006/relationships/slideLayout" Target="/ppt/slideLayouts/slideLayout5.xml" Id="Rbfab16c94bdc4a0c" /><Relationship Type="http://schemas.openxmlformats.org/officeDocument/2006/relationships/slideLayout" Target="/ppt/slideLayouts/slideLayout6.xml" Id="R624b1506dfad4b7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0750d70f6894534"/>
    <p:sldLayoutId xmlns:r="http://schemas.openxmlformats.org/officeDocument/2006/relationships" id="2147483650" r:id="R12f63c6174cd4caa"/>
    <p:sldLayoutId xmlns:r="http://schemas.openxmlformats.org/officeDocument/2006/relationships" id="2147483651" r:id="Reccb7979976e4741"/>
    <p:sldLayoutId xmlns:r="http://schemas.openxmlformats.org/officeDocument/2006/relationships" id="2147483652" r:id="Rb98b387cc73244fa"/>
    <p:sldLayoutId xmlns:r="http://schemas.openxmlformats.org/officeDocument/2006/relationships" id="2147483653" r:id="Rbfab16c94bdc4a0c"/>
    <p:sldLayoutId xmlns:r="http://schemas.openxmlformats.org/officeDocument/2006/relationships" id="2147483654" r:id="R624b1506dfad4b7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1d5be991ed24184" /><Relationship Type="http://schemas.openxmlformats.org/officeDocument/2006/relationships/image" Target="/ppt/media/image.png" Id="Rff70f8913bc84152" /><Relationship Type="http://schemas.openxmlformats.org/officeDocument/2006/relationships/image" Target="/ppt/media/image2.png" Id="Rcf87706611d0476e" /><Relationship Type="http://schemas.openxmlformats.org/officeDocument/2006/relationships/image" Target="/ppt/media/image3.png" Id="R8960026c44714084" /><Relationship Type="http://schemas.openxmlformats.org/officeDocument/2006/relationships/image" Target="/ppt/media/image4.png" Id="R054eac87996c4aec" /><Relationship Type="http://schemas.openxmlformats.org/officeDocument/2006/relationships/image" Target="/ppt/media/image5.png" Id="R637af3d2e62e4610" /><Relationship Type="http://schemas.openxmlformats.org/officeDocument/2006/relationships/image" Target="/ppt/media/image6.png" Id="R54acf78b5aa64fbe" /><Relationship Type="http://schemas.openxmlformats.org/officeDocument/2006/relationships/image" Target="/ppt/media/image7.png" Id="R7c3d961a8f5f46a9" /><Relationship Type="http://schemas.openxmlformats.org/officeDocument/2006/relationships/image" Target="/ppt/media/image8.png" Id="R8e5ab10dbdca47f9" /><Relationship Type="http://schemas.openxmlformats.org/officeDocument/2006/relationships/image" Target="/ppt/media/image9.png" Id="R622091bb91c148ab" /><Relationship Type="http://schemas.openxmlformats.org/officeDocument/2006/relationships/image" Target="/ppt/media/image10.png" Id="Re790f7de1f5d4e69" /><Relationship Type="http://schemas.openxmlformats.org/officeDocument/2006/relationships/image" Target="/ppt/media/image11.png" Id="R9c53774357b143f4" /><Relationship Type="http://schemas.openxmlformats.org/officeDocument/2006/relationships/image" Target="/ppt/media/image12.png" Id="Re74d47dd4512474c" /><Relationship Type="http://schemas.openxmlformats.org/officeDocument/2006/relationships/image" Target="/ppt/media/image13.png" Id="R34fe4d2cab4d42f7" /><Relationship Type="http://schemas.openxmlformats.org/officeDocument/2006/relationships/image" Target="/ppt/media/image14.png" Id="R781a33e3dc384b71" /><Relationship Type="http://schemas.openxmlformats.org/officeDocument/2006/relationships/image" Target="/ppt/media/image15.png" Id="Ra94b41ed796748fd" /><Relationship Type="http://schemas.openxmlformats.org/officeDocument/2006/relationships/notesSlide" Target="/ppt/notesSlides/notesSlide1.xml" Id="Rbfcfc3450fc3464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65" name="path-1">
            <a:extLst xmlns:a="http://schemas.openxmlformats.org/drawingml/2006/main">
              <a:ext uri="{FF2B5EF4-FFF2-40B4-BE49-F238E27FC236}">
                <a16:creationId xmlns:a16="http://schemas.microsoft.com/office/drawing/2014/main" id="{0776E5B4-98CE-4D55-AC2D-2C737B32D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97" y="0"/>
            <a:ext cx="11304401" cy="8982075"/>
          </a:xfrm>
          <a:custGeom xmlns:a="http://schemas.openxmlformats.org/drawingml/2006/main">
            <a:pathLst>
              <a:path w="11304401" h="8982075">
                <a:moveTo>
                  <a:pt x="11304401" y="0"/>
                </a:moveTo>
                <a:lnTo>
                  <a:pt x="0" y="0"/>
                </a:lnTo>
                <a:lnTo>
                  <a:pt x="0" y="8982075"/>
                </a:lnTo>
                <a:lnTo>
                  <a:pt x="11304401" y="8982075"/>
                </a:lnTo>
                <a:lnTo>
                  <a:pt x="11304401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path-2">
            <a:extLst xmlns:a="http://schemas.openxmlformats.org/drawingml/2006/main">
              <a:ext uri="{FF2B5EF4-FFF2-40B4-BE49-F238E27FC236}">
                <a16:creationId xmlns:a16="http://schemas.microsoft.com/office/drawing/2014/main" id="{CC926914-49D3-481F-BEF9-A84771C3F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97" y="0"/>
            <a:ext cx="11304401" cy="8982075"/>
          </a:xfrm>
          <a:custGeom xmlns:a="http://schemas.openxmlformats.org/drawingml/2006/main">
            <a:pathLst>
              <a:path w="11304401" h="8982075">
                <a:moveTo>
                  <a:pt x="11304401" y="0"/>
                </a:moveTo>
                <a:lnTo>
                  <a:pt x="0" y="0"/>
                </a:lnTo>
                <a:lnTo>
                  <a:pt x="0" y="8982075"/>
                </a:lnTo>
                <a:lnTo>
                  <a:pt x="11304401" y="8982075"/>
                </a:lnTo>
                <a:lnTo>
                  <a:pt x="11304401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xt-3 b">
            <a:extLst xmlns:a="http://schemas.openxmlformats.org/drawingml/2006/main">
              <a:ext uri="{FF2B5EF4-FFF2-40B4-BE49-F238E27FC236}">
                <a16:creationId xmlns:a16="http://schemas.microsoft.com/office/drawing/2014/main" id="{CEEBBEE9-5417-4970-8B82-18504614B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4224" y="26549"/>
            <a:ext cx="182598" cy="3233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19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19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19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4" name="path-4">
            <a:extLst xmlns:a="http://schemas.openxmlformats.org/drawingml/2006/main">
              <a:ext uri="{FF2B5EF4-FFF2-40B4-BE49-F238E27FC236}">
                <a16:creationId xmlns:a16="http://schemas.microsoft.com/office/drawing/2014/main" id="{5D851B4A-7F54-4391-AD12-D693E17E5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3795" y="455064"/>
            <a:ext cx="1538172" cy="191"/>
          </a:xfrm>
          <a:custGeom xmlns:a="http://schemas.openxmlformats.org/drawingml/2006/main">
            <a:pathLst>
              <a:path w="1538172" h="191">
                <a:moveTo>
                  <a:pt x="0" y="0"/>
                </a:moveTo>
                <a:lnTo>
                  <a:pt x="1538172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368">
            <a:solidFill>
              <a:srgbClr val="000000"/>
            </a:solidFill>
            <a:prstDash val="solid"/>
          </a:ln>
        </p:spPr>
      </p:sp>
      <p:sp>
        <p:nvSpPr>
          <p:cNvPr id="5" name="path-5">
            <a:extLst xmlns:a="http://schemas.openxmlformats.org/drawingml/2006/main">
              <a:ext uri="{FF2B5EF4-FFF2-40B4-BE49-F238E27FC236}">
                <a16:creationId xmlns:a16="http://schemas.microsoft.com/office/drawing/2014/main" id="{C3E31239-94EE-4F68-A0B5-AF61231FD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4784" y="427858"/>
            <a:ext cx="72559" cy="54419"/>
          </a:xfrm>
          <a:custGeom xmlns:a="http://schemas.openxmlformats.org/drawingml/2006/main">
            <a:pathLst>
              <a:path w="72559" h="54419">
                <a:moveTo>
                  <a:pt x="72559" y="27210"/>
                </a:moveTo>
                <a:lnTo>
                  <a:pt x="0" y="0"/>
                </a:lnTo>
                <a:lnTo>
                  <a:pt x="27210" y="27210"/>
                </a:lnTo>
                <a:lnTo>
                  <a:pt x="0" y="54419"/>
                </a:lnTo>
                <a:lnTo>
                  <a:pt x="72559" y="2721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path-6">
            <a:extLst xmlns:a="http://schemas.openxmlformats.org/drawingml/2006/main">
              <a:ext uri="{FF2B5EF4-FFF2-40B4-BE49-F238E27FC236}">
                <a16:creationId xmlns:a16="http://schemas.microsoft.com/office/drawing/2014/main" id="{B07006F0-7771-4E97-963A-681E69D1C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4759" y="427857"/>
            <a:ext cx="72558" cy="54420"/>
          </a:xfrm>
          <a:custGeom xmlns:a="http://schemas.openxmlformats.org/drawingml/2006/main">
            <a:pathLst>
              <a:path w="72558" h="54420">
                <a:moveTo>
                  <a:pt x="72558" y="27207"/>
                </a:moveTo>
                <a:lnTo>
                  <a:pt x="0" y="0"/>
                </a:lnTo>
                <a:lnTo>
                  <a:pt x="27207" y="27207"/>
                </a:lnTo>
                <a:lnTo>
                  <a:pt x="0" y="54420"/>
                </a:lnTo>
                <a:lnTo>
                  <a:pt x="72558" y="27207"/>
                </a:lnTo>
              </a:path>
            </a:pathLst>
          </a:custGeom>
          <a:noFill xmlns:a="http://schemas.openxmlformats.org/drawingml/2006/main"/>
          <a:ln xmlns:a="http://schemas.openxmlformats.org/drawingml/2006/main" w="12368">
            <a:solidFill>
              <a:srgbClr val="000000"/>
            </a:solidFill>
            <a:prstDash val="solid"/>
          </a:ln>
        </p:spPr>
      </p:sp>
      <p:sp>
        <p:nvSpPr>
          <p:cNvPr id="7" name="path-7">
            <a:extLst xmlns:a="http://schemas.openxmlformats.org/drawingml/2006/main">
              <a:ext uri="{FF2B5EF4-FFF2-40B4-BE49-F238E27FC236}">
                <a16:creationId xmlns:a16="http://schemas.microsoft.com/office/drawing/2014/main" id="{5518ABAB-33A6-4165-BEF8-C37884A02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5844" y="345706"/>
            <a:ext cx="1135725" cy="226941"/>
          </a:xfrm>
          <a:custGeom xmlns:a="http://schemas.openxmlformats.org/drawingml/2006/main">
            <a:pathLst>
              <a:path w="1135725" h="226941">
                <a:moveTo>
                  <a:pt x="0" y="0"/>
                </a:moveTo>
                <a:lnTo>
                  <a:pt x="1135725" y="0"/>
                </a:lnTo>
                <a:lnTo>
                  <a:pt x="1135725" y="226941"/>
                </a:lnTo>
                <a:lnTo>
                  <a:pt x="0" y="226941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path-8">
            <a:extLst xmlns:a="http://schemas.openxmlformats.org/drawingml/2006/main">
              <a:ext uri="{FF2B5EF4-FFF2-40B4-BE49-F238E27FC236}">
                <a16:creationId xmlns:a16="http://schemas.microsoft.com/office/drawing/2014/main" id="{317BA419-DB72-4996-88CA-2437E7E18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5842" y="345735"/>
            <a:ext cx="1135714" cy="226909"/>
          </a:xfrm>
          <a:custGeom xmlns:a="http://schemas.openxmlformats.org/drawingml/2006/main">
            <a:pathLst>
              <a:path w="1135714" h="226909">
                <a:moveTo>
                  <a:pt x="0" y="0"/>
                </a:moveTo>
                <a:lnTo>
                  <a:pt x="0" y="226909"/>
                </a:lnTo>
                <a:lnTo>
                  <a:pt x="1135714" y="226909"/>
                </a:lnTo>
                <a:lnTo>
                  <a:pt x="1135714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6491">
            <a:solidFill>
              <a:srgbClr val="000000"/>
            </a:solidFill>
            <a:prstDash val="solid"/>
          </a:ln>
        </p:spPr>
      </p:sp>
      <p:sp>
        <p:nvSpPr>
          <p:cNvPr id="9" name="text-9 Applicable">
            <a:extLst xmlns:a="http://schemas.openxmlformats.org/drawingml/2006/main">
              <a:ext uri="{FF2B5EF4-FFF2-40B4-BE49-F238E27FC236}">
                <a16:creationId xmlns:a16="http://schemas.microsoft.com/office/drawing/2014/main" id="{EE356A2D-DA30-4961-AA38-3D1AB2C63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35981" y="370401"/>
            <a:ext cx="632541" cy="1847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3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3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39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Applicable</a:t>
            </a:r>
          </a:p>
        </p:txBody>
      </p:sp>
      <p:sp>
        <p:nvSpPr>
          <p:cNvPr id="10" name="text-9 to">
            <a:extLst xmlns:a="http://schemas.openxmlformats.org/drawingml/2006/main">
              <a:ext uri="{FF2B5EF4-FFF2-40B4-BE49-F238E27FC236}">
                <a16:creationId xmlns:a16="http://schemas.microsoft.com/office/drawing/2014/main" id="{0C96A37D-DA66-4C6C-8862-3FD7EFBDC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81419" y="370461"/>
            <a:ext cx="133771" cy="1847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3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3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39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to</a:t>
            </a:r>
          </a:p>
        </p:txBody>
      </p:sp>
      <p:sp>
        <p:nvSpPr>
          <p:cNvPr id="11" name="text-10 Internal">
            <a:extLst xmlns:a="http://schemas.openxmlformats.org/drawingml/2006/main">
              <a:ext uri="{FF2B5EF4-FFF2-40B4-BE49-F238E27FC236}">
                <a16:creationId xmlns:a16="http://schemas.microsoft.com/office/drawing/2014/main" id="{63360E3D-929B-41EF-A012-C56933DE8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44317" y="255935"/>
            <a:ext cx="625308" cy="230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99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99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99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Internal</a:t>
            </a:r>
          </a:p>
        </p:txBody>
      </p:sp>
      <p:sp>
        <p:nvSpPr>
          <p:cNvPr id="12" name="text-10 Vision">
            <a:extLst xmlns:a="http://schemas.openxmlformats.org/drawingml/2006/main">
              <a:ext uri="{FF2B5EF4-FFF2-40B4-BE49-F238E27FC236}">
                <a16:creationId xmlns:a16="http://schemas.microsoft.com/office/drawing/2014/main" id="{1A18380A-9107-48D6-9877-873C7BD92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85752" y="255928"/>
            <a:ext cx="521501" cy="2308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99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99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99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Vision</a:t>
            </a:r>
          </a:p>
        </p:txBody>
      </p:sp>
      <p:sp>
        <p:nvSpPr>
          <p:cNvPr id="13" name="text-11 Representation">
            <a:extLst xmlns:a="http://schemas.openxmlformats.org/drawingml/2006/main">
              <a:ext uri="{FF2B5EF4-FFF2-40B4-BE49-F238E27FC236}">
                <a16:creationId xmlns:a16="http://schemas.microsoft.com/office/drawing/2014/main" id="{EF0546A2-D5B3-4E5B-ACA2-AA012FA9F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10755" y="442682"/>
            <a:ext cx="1230128" cy="2308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99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99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99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Representation</a:t>
            </a:r>
          </a:p>
        </p:txBody>
      </p:sp>
      <p:sp>
        <p:nvSpPr>
          <p:cNvPr id="14" name="path-12">
            <a:extLst xmlns:a="http://schemas.openxmlformats.org/drawingml/2006/main">
              <a:ext uri="{FF2B5EF4-FFF2-40B4-BE49-F238E27FC236}">
                <a16:creationId xmlns:a16="http://schemas.microsoft.com/office/drawing/2014/main" id="{E19CBA5A-2D82-4F9F-94C2-95A3615EE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7632" y="111506"/>
            <a:ext cx="114010" cy="114010"/>
          </a:xfrm>
          <a:custGeom xmlns:a="http://schemas.openxmlformats.org/drawingml/2006/main">
            <a:pathLst>
              <a:path w="114010" h="114010">
                <a:moveTo>
                  <a:pt x="0" y="0"/>
                </a:moveTo>
                <a:lnTo>
                  <a:pt x="114010" y="0"/>
                </a:lnTo>
                <a:lnTo>
                  <a:pt x="114010" y="114010"/>
                </a:lnTo>
                <a:lnTo>
                  <a:pt x="0" y="114010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path-13">
            <a:extLst xmlns:a="http://schemas.openxmlformats.org/drawingml/2006/main">
              <a:ext uri="{FF2B5EF4-FFF2-40B4-BE49-F238E27FC236}">
                <a16:creationId xmlns:a16="http://schemas.microsoft.com/office/drawing/2014/main" id="{35B722C5-0C9C-4917-B079-FD92821B6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7630" y="111563"/>
            <a:ext cx="114036" cy="113951"/>
          </a:xfrm>
          <a:custGeom xmlns:a="http://schemas.openxmlformats.org/drawingml/2006/main">
            <a:pathLst>
              <a:path w="114036" h="113951">
                <a:moveTo>
                  <a:pt x="0" y="0"/>
                </a:moveTo>
                <a:lnTo>
                  <a:pt x="0" y="113951"/>
                </a:lnTo>
                <a:lnTo>
                  <a:pt x="114036" y="113951"/>
                </a:lnTo>
                <a:lnTo>
                  <a:pt x="114036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009">
            <a:solidFill>
              <a:srgbClr val="000000"/>
            </a:solidFill>
            <a:prstDash val="solid"/>
          </a:ln>
        </p:spPr>
      </p:sp>
      <p:sp>
        <p:nvSpPr>
          <p:cNvPr id="16" name="path-14">
            <a:extLst xmlns:a="http://schemas.openxmlformats.org/drawingml/2006/main">
              <a:ext uri="{FF2B5EF4-FFF2-40B4-BE49-F238E27FC236}">
                <a16:creationId xmlns:a16="http://schemas.microsoft.com/office/drawing/2014/main" id="{23318D5D-F0C1-4D36-8967-05B54559C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1640" y="111506"/>
            <a:ext cx="114011" cy="114010"/>
          </a:xfrm>
          <a:custGeom xmlns:a="http://schemas.openxmlformats.org/drawingml/2006/main">
            <a:pathLst>
              <a:path w="114011" h="114010">
                <a:moveTo>
                  <a:pt x="0" y="0"/>
                </a:moveTo>
                <a:lnTo>
                  <a:pt x="114011" y="0"/>
                </a:lnTo>
                <a:lnTo>
                  <a:pt x="114011" y="114010"/>
                </a:lnTo>
                <a:lnTo>
                  <a:pt x="0" y="114010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path-15">
            <a:extLst xmlns:a="http://schemas.openxmlformats.org/drawingml/2006/main">
              <a:ext uri="{FF2B5EF4-FFF2-40B4-BE49-F238E27FC236}">
                <a16:creationId xmlns:a16="http://schemas.microsoft.com/office/drawing/2014/main" id="{2ECF30FF-8DF4-4313-8375-E7FFAD0D7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1667" y="111563"/>
            <a:ext cx="113946" cy="113951"/>
          </a:xfrm>
          <a:custGeom xmlns:a="http://schemas.openxmlformats.org/drawingml/2006/main">
            <a:pathLst>
              <a:path w="113946" h="113951">
                <a:moveTo>
                  <a:pt x="0" y="0"/>
                </a:moveTo>
                <a:lnTo>
                  <a:pt x="0" y="113951"/>
                </a:lnTo>
                <a:lnTo>
                  <a:pt x="113946" y="113951"/>
                </a:lnTo>
                <a:lnTo>
                  <a:pt x="113946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009">
            <a:solidFill>
              <a:srgbClr val="000000"/>
            </a:solidFill>
            <a:prstDash val="solid"/>
          </a:ln>
        </p:spPr>
      </p:sp>
      <p:sp>
        <p:nvSpPr>
          <p:cNvPr id="18" name="path-16">
            <a:extLst xmlns:a="http://schemas.openxmlformats.org/drawingml/2006/main">
              <a:ext uri="{FF2B5EF4-FFF2-40B4-BE49-F238E27FC236}">
                <a16:creationId xmlns:a16="http://schemas.microsoft.com/office/drawing/2014/main" id="{366561B1-C51A-46BB-809C-509E7DBB9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5649" y="111506"/>
            <a:ext cx="114011" cy="114010"/>
          </a:xfrm>
          <a:custGeom xmlns:a="http://schemas.openxmlformats.org/drawingml/2006/main">
            <a:pathLst>
              <a:path w="114011" h="114010">
                <a:moveTo>
                  <a:pt x="0" y="0"/>
                </a:moveTo>
                <a:lnTo>
                  <a:pt x="114011" y="0"/>
                </a:lnTo>
                <a:lnTo>
                  <a:pt x="114011" y="114010"/>
                </a:lnTo>
                <a:lnTo>
                  <a:pt x="0" y="114010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path-17">
            <a:extLst xmlns:a="http://schemas.openxmlformats.org/drawingml/2006/main">
              <a:ext uri="{FF2B5EF4-FFF2-40B4-BE49-F238E27FC236}">
                <a16:creationId xmlns:a16="http://schemas.microsoft.com/office/drawing/2014/main" id="{ACB112F8-C2B8-4F17-99E5-DA68E3D42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5612" y="111563"/>
            <a:ext cx="114036" cy="113951"/>
          </a:xfrm>
          <a:custGeom xmlns:a="http://schemas.openxmlformats.org/drawingml/2006/main">
            <a:pathLst>
              <a:path w="114036" h="113951">
                <a:moveTo>
                  <a:pt x="0" y="0"/>
                </a:moveTo>
                <a:lnTo>
                  <a:pt x="0" y="113951"/>
                </a:lnTo>
                <a:lnTo>
                  <a:pt x="114036" y="113951"/>
                </a:lnTo>
                <a:lnTo>
                  <a:pt x="114036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009">
            <a:solidFill>
              <a:srgbClr val="000000"/>
            </a:solidFill>
            <a:prstDash val="solid"/>
          </a:ln>
        </p:spPr>
      </p:sp>
      <p:sp>
        <p:nvSpPr>
          <p:cNvPr id="20" name="path-18">
            <a:extLst xmlns:a="http://schemas.openxmlformats.org/drawingml/2006/main">
              <a:ext uri="{FF2B5EF4-FFF2-40B4-BE49-F238E27FC236}">
                <a16:creationId xmlns:a16="http://schemas.microsoft.com/office/drawing/2014/main" id="{7FE83DE4-3B59-447E-92A3-C20E018C9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7632" y="225540"/>
            <a:ext cx="114010" cy="114009"/>
          </a:xfrm>
          <a:custGeom xmlns:a="http://schemas.openxmlformats.org/drawingml/2006/main">
            <a:pathLst>
              <a:path w="114010" h="114009">
                <a:moveTo>
                  <a:pt x="0" y="0"/>
                </a:moveTo>
                <a:lnTo>
                  <a:pt x="114010" y="0"/>
                </a:lnTo>
                <a:lnTo>
                  <a:pt x="114010" y="114009"/>
                </a:lnTo>
                <a:lnTo>
                  <a:pt x="0" y="114009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path-19">
            <a:extLst xmlns:a="http://schemas.openxmlformats.org/drawingml/2006/main">
              <a:ext uri="{FF2B5EF4-FFF2-40B4-BE49-F238E27FC236}">
                <a16:creationId xmlns:a16="http://schemas.microsoft.com/office/drawing/2014/main" id="{2F094CD1-DD5E-4050-8E45-C5077605D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7630" y="225515"/>
            <a:ext cx="114036" cy="114036"/>
          </a:xfrm>
          <a:custGeom xmlns:a="http://schemas.openxmlformats.org/drawingml/2006/main">
            <a:pathLst>
              <a:path w="114036" h="114036">
                <a:moveTo>
                  <a:pt x="0" y="0"/>
                </a:moveTo>
                <a:lnTo>
                  <a:pt x="0" y="114036"/>
                </a:lnTo>
                <a:lnTo>
                  <a:pt x="114036" y="114036"/>
                </a:lnTo>
                <a:lnTo>
                  <a:pt x="114036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009">
            <a:solidFill>
              <a:srgbClr val="000000"/>
            </a:solidFill>
            <a:prstDash val="solid"/>
          </a:ln>
        </p:spPr>
      </p:sp>
      <p:sp>
        <p:nvSpPr>
          <p:cNvPr id="22" name="path-20">
            <a:extLst xmlns:a="http://schemas.openxmlformats.org/drawingml/2006/main">
              <a:ext uri="{FF2B5EF4-FFF2-40B4-BE49-F238E27FC236}">
                <a16:creationId xmlns:a16="http://schemas.microsoft.com/office/drawing/2014/main" id="{616307B4-1541-4603-9671-342282E52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1640" y="225540"/>
            <a:ext cx="114011" cy="114009"/>
          </a:xfrm>
          <a:custGeom xmlns:a="http://schemas.openxmlformats.org/drawingml/2006/main">
            <a:pathLst>
              <a:path w="114011" h="114009">
                <a:moveTo>
                  <a:pt x="0" y="0"/>
                </a:moveTo>
                <a:lnTo>
                  <a:pt x="114011" y="0"/>
                </a:lnTo>
                <a:lnTo>
                  <a:pt x="114011" y="114009"/>
                </a:lnTo>
                <a:lnTo>
                  <a:pt x="0" y="114009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path-21">
            <a:extLst xmlns:a="http://schemas.openxmlformats.org/drawingml/2006/main">
              <a:ext uri="{FF2B5EF4-FFF2-40B4-BE49-F238E27FC236}">
                <a16:creationId xmlns:a16="http://schemas.microsoft.com/office/drawing/2014/main" id="{1C6896C4-2615-4DCC-8C0F-8018861EF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1667" y="225515"/>
            <a:ext cx="113946" cy="114036"/>
          </a:xfrm>
          <a:custGeom xmlns:a="http://schemas.openxmlformats.org/drawingml/2006/main">
            <a:pathLst>
              <a:path w="113946" h="114036">
                <a:moveTo>
                  <a:pt x="0" y="0"/>
                </a:moveTo>
                <a:lnTo>
                  <a:pt x="0" y="114036"/>
                </a:lnTo>
                <a:lnTo>
                  <a:pt x="113946" y="114036"/>
                </a:lnTo>
                <a:lnTo>
                  <a:pt x="113946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009">
            <a:solidFill>
              <a:srgbClr val="000000"/>
            </a:solidFill>
            <a:prstDash val="solid"/>
          </a:ln>
        </p:spPr>
      </p:sp>
      <p:sp>
        <p:nvSpPr>
          <p:cNvPr id="24" name="path-22">
            <a:extLst xmlns:a="http://schemas.openxmlformats.org/drawingml/2006/main">
              <a:ext uri="{FF2B5EF4-FFF2-40B4-BE49-F238E27FC236}">
                <a16:creationId xmlns:a16="http://schemas.microsoft.com/office/drawing/2014/main" id="{1666454D-5443-45DB-A54A-D2AAFFC71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5649" y="225540"/>
            <a:ext cx="114011" cy="114009"/>
          </a:xfrm>
          <a:custGeom xmlns:a="http://schemas.openxmlformats.org/drawingml/2006/main">
            <a:pathLst>
              <a:path w="114011" h="114009">
                <a:moveTo>
                  <a:pt x="0" y="0"/>
                </a:moveTo>
                <a:lnTo>
                  <a:pt x="114011" y="0"/>
                </a:lnTo>
                <a:lnTo>
                  <a:pt x="114011" y="114009"/>
                </a:lnTo>
                <a:lnTo>
                  <a:pt x="0" y="114009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path-23">
            <a:extLst xmlns:a="http://schemas.openxmlformats.org/drawingml/2006/main">
              <a:ext uri="{FF2B5EF4-FFF2-40B4-BE49-F238E27FC236}">
                <a16:creationId xmlns:a16="http://schemas.microsoft.com/office/drawing/2014/main" id="{877A5BCF-D4DB-4AF1-88BA-85316C67F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5612" y="225515"/>
            <a:ext cx="114036" cy="114036"/>
          </a:xfrm>
          <a:custGeom xmlns:a="http://schemas.openxmlformats.org/drawingml/2006/main">
            <a:pathLst>
              <a:path w="114036" h="114036">
                <a:moveTo>
                  <a:pt x="0" y="0"/>
                </a:moveTo>
                <a:lnTo>
                  <a:pt x="0" y="114036"/>
                </a:lnTo>
                <a:lnTo>
                  <a:pt x="114036" y="114036"/>
                </a:lnTo>
                <a:lnTo>
                  <a:pt x="114036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009">
            <a:solidFill>
              <a:srgbClr val="000000"/>
            </a:solidFill>
            <a:prstDash val="solid"/>
          </a:ln>
        </p:spPr>
      </p:sp>
      <p:sp>
        <p:nvSpPr>
          <p:cNvPr id="26" name="path-24">
            <a:extLst xmlns:a="http://schemas.openxmlformats.org/drawingml/2006/main">
              <a:ext uri="{FF2B5EF4-FFF2-40B4-BE49-F238E27FC236}">
                <a16:creationId xmlns:a16="http://schemas.microsoft.com/office/drawing/2014/main" id="{1C897F00-80F6-409B-883F-6F6031EED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7632" y="339573"/>
            <a:ext cx="114010" cy="114010"/>
          </a:xfrm>
          <a:custGeom xmlns:a="http://schemas.openxmlformats.org/drawingml/2006/main">
            <a:pathLst>
              <a:path w="114010" h="114010">
                <a:moveTo>
                  <a:pt x="0" y="0"/>
                </a:moveTo>
                <a:lnTo>
                  <a:pt x="114010" y="0"/>
                </a:lnTo>
                <a:lnTo>
                  <a:pt x="114010" y="114010"/>
                </a:lnTo>
                <a:lnTo>
                  <a:pt x="0" y="114010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path-25">
            <a:extLst xmlns:a="http://schemas.openxmlformats.org/drawingml/2006/main">
              <a:ext uri="{FF2B5EF4-FFF2-40B4-BE49-F238E27FC236}">
                <a16:creationId xmlns:a16="http://schemas.microsoft.com/office/drawing/2014/main" id="{18CA0D2E-E05C-4F93-9ED0-C6336BADB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7630" y="339551"/>
            <a:ext cx="114036" cy="114031"/>
          </a:xfrm>
          <a:custGeom xmlns:a="http://schemas.openxmlformats.org/drawingml/2006/main">
            <a:pathLst>
              <a:path w="114036" h="114031">
                <a:moveTo>
                  <a:pt x="0" y="0"/>
                </a:moveTo>
                <a:lnTo>
                  <a:pt x="0" y="114031"/>
                </a:lnTo>
                <a:lnTo>
                  <a:pt x="114036" y="114031"/>
                </a:lnTo>
                <a:lnTo>
                  <a:pt x="114036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009">
            <a:solidFill>
              <a:srgbClr val="000000"/>
            </a:solidFill>
            <a:prstDash val="solid"/>
          </a:ln>
        </p:spPr>
      </p:sp>
      <p:sp>
        <p:nvSpPr>
          <p:cNvPr id="28" name="path-26">
            <a:extLst xmlns:a="http://schemas.openxmlformats.org/drawingml/2006/main">
              <a:ext uri="{FF2B5EF4-FFF2-40B4-BE49-F238E27FC236}">
                <a16:creationId xmlns:a16="http://schemas.microsoft.com/office/drawing/2014/main" id="{186B2210-5468-4B1A-81B4-29FE9E780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1640" y="339573"/>
            <a:ext cx="114011" cy="114010"/>
          </a:xfrm>
          <a:custGeom xmlns:a="http://schemas.openxmlformats.org/drawingml/2006/main">
            <a:pathLst>
              <a:path w="114011" h="114010">
                <a:moveTo>
                  <a:pt x="0" y="0"/>
                </a:moveTo>
                <a:lnTo>
                  <a:pt x="114011" y="0"/>
                </a:lnTo>
                <a:lnTo>
                  <a:pt x="114011" y="114010"/>
                </a:lnTo>
                <a:lnTo>
                  <a:pt x="0" y="114010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path-27">
            <a:extLst xmlns:a="http://schemas.openxmlformats.org/drawingml/2006/main">
              <a:ext uri="{FF2B5EF4-FFF2-40B4-BE49-F238E27FC236}">
                <a16:creationId xmlns:a16="http://schemas.microsoft.com/office/drawing/2014/main" id="{04B2D84C-743B-430A-A23B-F1B877948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1667" y="339551"/>
            <a:ext cx="113946" cy="114031"/>
          </a:xfrm>
          <a:custGeom xmlns:a="http://schemas.openxmlformats.org/drawingml/2006/main">
            <a:pathLst>
              <a:path w="113946" h="114031">
                <a:moveTo>
                  <a:pt x="0" y="0"/>
                </a:moveTo>
                <a:lnTo>
                  <a:pt x="0" y="114031"/>
                </a:lnTo>
                <a:lnTo>
                  <a:pt x="113946" y="114031"/>
                </a:lnTo>
                <a:lnTo>
                  <a:pt x="113946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009">
            <a:solidFill>
              <a:srgbClr val="000000"/>
            </a:solidFill>
            <a:prstDash val="solid"/>
          </a:ln>
        </p:spPr>
      </p:sp>
      <p:sp>
        <p:nvSpPr>
          <p:cNvPr id="30" name="path-28">
            <a:extLst xmlns:a="http://schemas.openxmlformats.org/drawingml/2006/main">
              <a:ext uri="{FF2B5EF4-FFF2-40B4-BE49-F238E27FC236}">
                <a16:creationId xmlns:a16="http://schemas.microsoft.com/office/drawing/2014/main" id="{D89B250E-92D2-4467-886F-CFA58C2CD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5649" y="339573"/>
            <a:ext cx="114011" cy="114010"/>
          </a:xfrm>
          <a:custGeom xmlns:a="http://schemas.openxmlformats.org/drawingml/2006/main">
            <a:pathLst>
              <a:path w="114011" h="114010">
                <a:moveTo>
                  <a:pt x="0" y="0"/>
                </a:moveTo>
                <a:lnTo>
                  <a:pt x="114011" y="0"/>
                </a:lnTo>
                <a:lnTo>
                  <a:pt x="114011" y="114010"/>
                </a:lnTo>
                <a:lnTo>
                  <a:pt x="0" y="114010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path-29">
            <a:extLst xmlns:a="http://schemas.openxmlformats.org/drawingml/2006/main">
              <a:ext uri="{FF2B5EF4-FFF2-40B4-BE49-F238E27FC236}">
                <a16:creationId xmlns:a16="http://schemas.microsoft.com/office/drawing/2014/main" id="{CBB2C302-6D6E-4ABB-9F4E-2C1090D17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5612" y="339551"/>
            <a:ext cx="114036" cy="114031"/>
          </a:xfrm>
          <a:custGeom xmlns:a="http://schemas.openxmlformats.org/drawingml/2006/main">
            <a:pathLst>
              <a:path w="114036" h="114031">
                <a:moveTo>
                  <a:pt x="0" y="0"/>
                </a:moveTo>
                <a:lnTo>
                  <a:pt x="0" y="114031"/>
                </a:lnTo>
                <a:lnTo>
                  <a:pt x="114036" y="114031"/>
                </a:lnTo>
                <a:lnTo>
                  <a:pt x="114036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009">
            <a:solidFill>
              <a:srgbClr val="000000"/>
            </a:solidFill>
            <a:prstDash val="solid"/>
          </a:ln>
        </p:spPr>
      </p:sp>
      <p:sp>
        <p:nvSpPr>
          <p:cNvPr id="32" name="path-30">
            <a:extLst xmlns:a="http://schemas.openxmlformats.org/drawingml/2006/main">
              <a:ext uri="{FF2B5EF4-FFF2-40B4-BE49-F238E27FC236}">
                <a16:creationId xmlns:a16="http://schemas.microsoft.com/office/drawing/2014/main" id="{A9AACB9A-0501-46F8-810C-B40843D76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9666" y="111506"/>
            <a:ext cx="114011" cy="114010"/>
          </a:xfrm>
          <a:custGeom xmlns:a="http://schemas.openxmlformats.org/drawingml/2006/main">
            <a:pathLst>
              <a:path w="114011" h="114010">
                <a:moveTo>
                  <a:pt x="0" y="0"/>
                </a:moveTo>
                <a:lnTo>
                  <a:pt x="114011" y="0"/>
                </a:lnTo>
                <a:lnTo>
                  <a:pt x="114011" y="114010"/>
                </a:lnTo>
                <a:lnTo>
                  <a:pt x="0" y="114010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path-31">
            <a:extLst xmlns:a="http://schemas.openxmlformats.org/drawingml/2006/main">
              <a:ext uri="{FF2B5EF4-FFF2-40B4-BE49-F238E27FC236}">
                <a16:creationId xmlns:a16="http://schemas.microsoft.com/office/drawing/2014/main" id="{6BFE12D9-FD1F-4EE0-8754-C9EB0D2A0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9649" y="111563"/>
            <a:ext cx="114031" cy="113951"/>
          </a:xfrm>
          <a:custGeom xmlns:a="http://schemas.openxmlformats.org/drawingml/2006/main">
            <a:pathLst>
              <a:path w="114031" h="113951">
                <a:moveTo>
                  <a:pt x="0" y="0"/>
                </a:moveTo>
                <a:lnTo>
                  <a:pt x="0" y="113951"/>
                </a:lnTo>
                <a:lnTo>
                  <a:pt x="114031" y="113951"/>
                </a:lnTo>
                <a:lnTo>
                  <a:pt x="114031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009">
            <a:solidFill>
              <a:srgbClr val="000000"/>
            </a:solidFill>
            <a:prstDash val="solid"/>
          </a:ln>
        </p:spPr>
      </p:sp>
      <p:sp>
        <p:nvSpPr>
          <p:cNvPr id="34" name="path-32">
            <a:extLst xmlns:a="http://schemas.openxmlformats.org/drawingml/2006/main">
              <a:ext uri="{FF2B5EF4-FFF2-40B4-BE49-F238E27FC236}">
                <a16:creationId xmlns:a16="http://schemas.microsoft.com/office/drawing/2014/main" id="{6CA67066-18E0-4346-A67C-1D452BD91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9666" y="225540"/>
            <a:ext cx="114011" cy="114009"/>
          </a:xfrm>
          <a:custGeom xmlns:a="http://schemas.openxmlformats.org/drawingml/2006/main">
            <a:pathLst>
              <a:path w="114011" h="114009">
                <a:moveTo>
                  <a:pt x="0" y="0"/>
                </a:moveTo>
                <a:lnTo>
                  <a:pt x="114011" y="0"/>
                </a:lnTo>
                <a:lnTo>
                  <a:pt x="114011" y="114009"/>
                </a:lnTo>
                <a:lnTo>
                  <a:pt x="0" y="114009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path-33">
            <a:extLst xmlns:a="http://schemas.openxmlformats.org/drawingml/2006/main">
              <a:ext uri="{FF2B5EF4-FFF2-40B4-BE49-F238E27FC236}">
                <a16:creationId xmlns:a16="http://schemas.microsoft.com/office/drawing/2014/main" id="{14E0E657-7ED3-4E04-A19E-622A96976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9649" y="225515"/>
            <a:ext cx="114031" cy="114036"/>
          </a:xfrm>
          <a:custGeom xmlns:a="http://schemas.openxmlformats.org/drawingml/2006/main">
            <a:pathLst>
              <a:path w="114031" h="114036">
                <a:moveTo>
                  <a:pt x="0" y="0"/>
                </a:moveTo>
                <a:lnTo>
                  <a:pt x="0" y="114036"/>
                </a:lnTo>
                <a:lnTo>
                  <a:pt x="114031" y="114036"/>
                </a:lnTo>
                <a:lnTo>
                  <a:pt x="114031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009">
            <a:solidFill>
              <a:srgbClr val="000000"/>
            </a:solidFill>
            <a:prstDash val="solid"/>
          </a:ln>
        </p:spPr>
      </p:sp>
      <p:sp>
        <p:nvSpPr>
          <p:cNvPr id="36" name="path-34">
            <a:extLst xmlns:a="http://schemas.openxmlformats.org/drawingml/2006/main">
              <a:ext uri="{FF2B5EF4-FFF2-40B4-BE49-F238E27FC236}">
                <a16:creationId xmlns:a16="http://schemas.microsoft.com/office/drawing/2014/main" id="{F25729C4-1B0B-4463-BF50-8238752F8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9666" y="339573"/>
            <a:ext cx="114011" cy="114010"/>
          </a:xfrm>
          <a:custGeom xmlns:a="http://schemas.openxmlformats.org/drawingml/2006/main">
            <a:pathLst>
              <a:path w="114011" h="114010">
                <a:moveTo>
                  <a:pt x="0" y="0"/>
                </a:moveTo>
                <a:lnTo>
                  <a:pt x="114011" y="0"/>
                </a:lnTo>
                <a:lnTo>
                  <a:pt x="114011" y="114010"/>
                </a:lnTo>
                <a:lnTo>
                  <a:pt x="0" y="114010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path-35">
            <a:extLst xmlns:a="http://schemas.openxmlformats.org/drawingml/2006/main">
              <a:ext uri="{FF2B5EF4-FFF2-40B4-BE49-F238E27FC236}">
                <a16:creationId xmlns:a16="http://schemas.microsoft.com/office/drawing/2014/main" id="{1A2986C1-DB81-4BDB-A7AC-21A3077DA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9649" y="339551"/>
            <a:ext cx="114031" cy="114031"/>
          </a:xfrm>
          <a:custGeom xmlns:a="http://schemas.openxmlformats.org/drawingml/2006/main">
            <a:pathLst>
              <a:path w="114031" h="114031">
                <a:moveTo>
                  <a:pt x="0" y="0"/>
                </a:moveTo>
                <a:lnTo>
                  <a:pt x="0" y="114031"/>
                </a:lnTo>
                <a:lnTo>
                  <a:pt x="114031" y="114031"/>
                </a:lnTo>
                <a:lnTo>
                  <a:pt x="114031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009">
            <a:solidFill>
              <a:srgbClr val="000000"/>
            </a:solidFill>
            <a:prstDash val="solid"/>
          </a:ln>
        </p:spPr>
      </p:sp>
      <p:sp>
        <p:nvSpPr>
          <p:cNvPr id="38" name="path-36">
            <a:extLst xmlns:a="http://schemas.openxmlformats.org/drawingml/2006/main">
              <a:ext uri="{FF2B5EF4-FFF2-40B4-BE49-F238E27FC236}">
                <a16:creationId xmlns:a16="http://schemas.microsoft.com/office/drawing/2014/main" id="{80BA886B-13A2-47AB-BEB9-E4B8046D8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7632" y="453524"/>
            <a:ext cx="114010" cy="114009"/>
          </a:xfrm>
          <a:custGeom xmlns:a="http://schemas.openxmlformats.org/drawingml/2006/main">
            <a:pathLst>
              <a:path w="114010" h="114009">
                <a:moveTo>
                  <a:pt x="0" y="0"/>
                </a:moveTo>
                <a:lnTo>
                  <a:pt x="114010" y="0"/>
                </a:lnTo>
                <a:lnTo>
                  <a:pt x="114010" y="114009"/>
                </a:lnTo>
                <a:lnTo>
                  <a:pt x="0" y="114009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path-37">
            <a:extLst xmlns:a="http://schemas.openxmlformats.org/drawingml/2006/main">
              <a:ext uri="{FF2B5EF4-FFF2-40B4-BE49-F238E27FC236}">
                <a16:creationId xmlns:a16="http://schemas.microsoft.com/office/drawing/2014/main" id="{CB51617A-C2A8-449E-8C1C-42647D6B1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7630" y="453582"/>
            <a:ext cx="114036" cy="113951"/>
          </a:xfrm>
          <a:custGeom xmlns:a="http://schemas.openxmlformats.org/drawingml/2006/main">
            <a:pathLst>
              <a:path w="114036" h="113951">
                <a:moveTo>
                  <a:pt x="0" y="0"/>
                </a:moveTo>
                <a:lnTo>
                  <a:pt x="0" y="113951"/>
                </a:lnTo>
                <a:lnTo>
                  <a:pt x="114036" y="113951"/>
                </a:lnTo>
                <a:lnTo>
                  <a:pt x="114036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009">
            <a:solidFill>
              <a:srgbClr val="000000"/>
            </a:solidFill>
            <a:prstDash val="solid"/>
          </a:ln>
        </p:spPr>
      </p:sp>
      <p:sp>
        <p:nvSpPr>
          <p:cNvPr id="40" name="path-38">
            <a:extLst xmlns:a="http://schemas.openxmlformats.org/drawingml/2006/main">
              <a:ext uri="{FF2B5EF4-FFF2-40B4-BE49-F238E27FC236}">
                <a16:creationId xmlns:a16="http://schemas.microsoft.com/office/drawing/2014/main" id="{AA6CFE02-79B0-48FB-91B3-0E4DC67BC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1640" y="453524"/>
            <a:ext cx="114011" cy="114009"/>
          </a:xfrm>
          <a:custGeom xmlns:a="http://schemas.openxmlformats.org/drawingml/2006/main">
            <a:pathLst>
              <a:path w="114011" h="114009">
                <a:moveTo>
                  <a:pt x="0" y="0"/>
                </a:moveTo>
                <a:lnTo>
                  <a:pt x="114011" y="0"/>
                </a:lnTo>
                <a:lnTo>
                  <a:pt x="114011" y="114009"/>
                </a:lnTo>
                <a:lnTo>
                  <a:pt x="0" y="114009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path-39">
            <a:extLst xmlns:a="http://schemas.openxmlformats.org/drawingml/2006/main">
              <a:ext uri="{FF2B5EF4-FFF2-40B4-BE49-F238E27FC236}">
                <a16:creationId xmlns:a16="http://schemas.microsoft.com/office/drawing/2014/main" id="{B34AF06A-8306-46AB-AB7B-081571486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1667" y="453582"/>
            <a:ext cx="113946" cy="113951"/>
          </a:xfrm>
          <a:custGeom xmlns:a="http://schemas.openxmlformats.org/drawingml/2006/main">
            <a:pathLst>
              <a:path w="113946" h="113951">
                <a:moveTo>
                  <a:pt x="0" y="0"/>
                </a:moveTo>
                <a:lnTo>
                  <a:pt x="0" y="113951"/>
                </a:lnTo>
                <a:lnTo>
                  <a:pt x="113946" y="113951"/>
                </a:lnTo>
                <a:lnTo>
                  <a:pt x="113946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009">
            <a:solidFill>
              <a:srgbClr val="000000"/>
            </a:solidFill>
            <a:prstDash val="solid"/>
          </a:ln>
        </p:spPr>
      </p:sp>
      <p:sp>
        <p:nvSpPr>
          <p:cNvPr id="42" name="path-40">
            <a:extLst xmlns:a="http://schemas.openxmlformats.org/drawingml/2006/main">
              <a:ext uri="{FF2B5EF4-FFF2-40B4-BE49-F238E27FC236}">
                <a16:creationId xmlns:a16="http://schemas.microsoft.com/office/drawing/2014/main" id="{508E592B-0C5E-4156-A8A4-717BF379A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5649" y="453524"/>
            <a:ext cx="114011" cy="114009"/>
          </a:xfrm>
          <a:custGeom xmlns:a="http://schemas.openxmlformats.org/drawingml/2006/main">
            <a:pathLst>
              <a:path w="114011" h="114009">
                <a:moveTo>
                  <a:pt x="0" y="0"/>
                </a:moveTo>
                <a:lnTo>
                  <a:pt x="114011" y="0"/>
                </a:lnTo>
                <a:lnTo>
                  <a:pt x="114011" y="114009"/>
                </a:lnTo>
                <a:lnTo>
                  <a:pt x="0" y="114009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path-41">
            <a:extLst xmlns:a="http://schemas.openxmlformats.org/drawingml/2006/main">
              <a:ext uri="{FF2B5EF4-FFF2-40B4-BE49-F238E27FC236}">
                <a16:creationId xmlns:a16="http://schemas.microsoft.com/office/drawing/2014/main" id="{8A2B1F64-C45E-451C-93BC-BCB73F4BD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5612" y="453582"/>
            <a:ext cx="114036" cy="113951"/>
          </a:xfrm>
          <a:custGeom xmlns:a="http://schemas.openxmlformats.org/drawingml/2006/main">
            <a:pathLst>
              <a:path w="114036" h="113951">
                <a:moveTo>
                  <a:pt x="0" y="0"/>
                </a:moveTo>
                <a:lnTo>
                  <a:pt x="0" y="113951"/>
                </a:lnTo>
                <a:lnTo>
                  <a:pt x="114036" y="113951"/>
                </a:lnTo>
                <a:lnTo>
                  <a:pt x="114036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009">
            <a:solidFill>
              <a:srgbClr val="000000"/>
            </a:solidFill>
            <a:prstDash val="solid"/>
          </a:ln>
        </p:spPr>
      </p:sp>
      <p:sp>
        <p:nvSpPr>
          <p:cNvPr id="44" name="path-42">
            <a:extLst xmlns:a="http://schemas.openxmlformats.org/drawingml/2006/main">
              <a:ext uri="{FF2B5EF4-FFF2-40B4-BE49-F238E27FC236}">
                <a16:creationId xmlns:a16="http://schemas.microsoft.com/office/drawing/2014/main" id="{0FDFDD87-A65C-444D-B7FA-938EA18F9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9666" y="453524"/>
            <a:ext cx="114011" cy="114009"/>
          </a:xfrm>
          <a:custGeom xmlns:a="http://schemas.openxmlformats.org/drawingml/2006/main">
            <a:pathLst>
              <a:path w="114011" h="114009">
                <a:moveTo>
                  <a:pt x="0" y="0"/>
                </a:moveTo>
                <a:lnTo>
                  <a:pt x="114011" y="0"/>
                </a:lnTo>
                <a:lnTo>
                  <a:pt x="114011" y="114009"/>
                </a:lnTo>
                <a:lnTo>
                  <a:pt x="0" y="114009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path-43">
            <a:extLst xmlns:a="http://schemas.openxmlformats.org/drawingml/2006/main">
              <a:ext uri="{FF2B5EF4-FFF2-40B4-BE49-F238E27FC236}">
                <a16:creationId xmlns:a16="http://schemas.microsoft.com/office/drawing/2014/main" id="{A9971B71-C799-43DF-8A4E-68A23B495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9649" y="453582"/>
            <a:ext cx="114031" cy="113951"/>
          </a:xfrm>
          <a:custGeom xmlns:a="http://schemas.openxmlformats.org/drawingml/2006/main">
            <a:pathLst>
              <a:path w="114031" h="113951">
                <a:moveTo>
                  <a:pt x="0" y="0"/>
                </a:moveTo>
                <a:lnTo>
                  <a:pt x="0" y="113951"/>
                </a:lnTo>
                <a:lnTo>
                  <a:pt x="114031" y="113951"/>
                </a:lnTo>
                <a:lnTo>
                  <a:pt x="114031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009">
            <a:solidFill>
              <a:srgbClr val="000000"/>
            </a:solidFill>
            <a:prstDash val="solid"/>
          </a:ln>
        </p:spPr>
      </p:sp>
      <p:sp>
        <p:nvSpPr>
          <p:cNvPr id="46" name="path-44">
            <a:extLst xmlns:a="http://schemas.openxmlformats.org/drawingml/2006/main">
              <a:ext uri="{FF2B5EF4-FFF2-40B4-BE49-F238E27FC236}">
                <a16:creationId xmlns:a16="http://schemas.microsoft.com/office/drawing/2014/main" id="{60793FDA-45A4-4B14-9685-8316001CA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3675" y="111506"/>
            <a:ext cx="114010" cy="114010"/>
          </a:xfrm>
          <a:custGeom xmlns:a="http://schemas.openxmlformats.org/drawingml/2006/main">
            <a:pathLst>
              <a:path w="114010" h="114010">
                <a:moveTo>
                  <a:pt x="0" y="0"/>
                </a:moveTo>
                <a:lnTo>
                  <a:pt x="114010" y="0"/>
                </a:lnTo>
                <a:lnTo>
                  <a:pt x="114010" y="114010"/>
                </a:lnTo>
                <a:lnTo>
                  <a:pt x="0" y="114010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path-45">
            <a:extLst xmlns:a="http://schemas.openxmlformats.org/drawingml/2006/main">
              <a:ext uri="{FF2B5EF4-FFF2-40B4-BE49-F238E27FC236}">
                <a16:creationId xmlns:a16="http://schemas.microsoft.com/office/drawing/2014/main" id="{40C3689A-F2AE-48AC-98A1-7E6D54F8C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3680" y="111563"/>
            <a:ext cx="114036" cy="113951"/>
          </a:xfrm>
          <a:custGeom xmlns:a="http://schemas.openxmlformats.org/drawingml/2006/main">
            <a:pathLst>
              <a:path w="114036" h="113951">
                <a:moveTo>
                  <a:pt x="0" y="0"/>
                </a:moveTo>
                <a:lnTo>
                  <a:pt x="0" y="113951"/>
                </a:lnTo>
                <a:lnTo>
                  <a:pt x="114036" y="113951"/>
                </a:lnTo>
                <a:lnTo>
                  <a:pt x="114036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009">
            <a:solidFill>
              <a:srgbClr val="000000"/>
            </a:solidFill>
            <a:prstDash val="solid"/>
          </a:ln>
        </p:spPr>
      </p:sp>
      <p:sp>
        <p:nvSpPr>
          <p:cNvPr id="48" name="path-46">
            <a:extLst xmlns:a="http://schemas.openxmlformats.org/drawingml/2006/main">
              <a:ext uri="{FF2B5EF4-FFF2-40B4-BE49-F238E27FC236}">
                <a16:creationId xmlns:a16="http://schemas.microsoft.com/office/drawing/2014/main" id="{49809066-FDFE-4351-9FBC-9FBB45CD3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3675" y="225540"/>
            <a:ext cx="114010" cy="114009"/>
          </a:xfrm>
          <a:custGeom xmlns:a="http://schemas.openxmlformats.org/drawingml/2006/main">
            <a:pathLst>
              <a:path w="114010" h="114009">
                <a:moveTo>
                  <a:pt x="0" y="0"/>
                </a:moveTo>
                <a:lnTo>
                  <a:pt x="114010" y="0"/>
                </a:lnTo>
                <a:lnTo>
                  <a:pt x="114010" y="114009"/>
                </a:lnTo>
                <a:lnTo>
                  <a:pt x="0" y="114009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path-47">
            <a:extLst xmlns:a="http://schemas.openxmlformats.org/drawingml/2006/main">
              <a:ext uri="{FF2B5EF4-FFF2-40B4-BE49-F238E27FC236}">
                <a16:creationId xmlns:a16="http://schemas.microsoft.com/office/drawing/2014/main" id="{2452C4A6-0655-4511-80D7-A0558582C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3680" y="225515"/>
            <a:ext cx="114036" cy="114036"/>
          </a:xfrm>
          <a:custGeom xmlns:a="http://schemas.openxmlformats.org/drawingml/2006/main">
            <a:pathLst>
              <a:path w="114036" h="114036">
                <a:moveTo>
                  <a:pt x="0" y="0"/>
                </a:moveTo>
                <a:lnTo>
                  <a:pt x="0" y="114036"/>
                </a:lnTo>
                <a:lnTo>
                  <a:pt x="114036" y="114036"/>
                </a:lnTo>
                <a:lnTo>
                  <a:pt x="114036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009">
            <a:solidFill>
              <a:srgbClr val="000000"/>
            </a:solidFill>
            <a:prstDash val="solid"/>
          </a:ln>
        </p:spPr>
      </p:sp>
      <p:sp>
        <p:nvSpPr>
          <p:cNvPr id="50" name="path-48">
            <a:extLst xmlns:a="http://schemas.openxmlformats.org/drawingml/2006/main">
              <a:ext uri="{FF2B5EF4-FFF2-40B4-BE49-F238E27FC236}">
                <a16:creationId xmlns:a16="http://schemas.microsoft.com/office/drawing/2014/main" id="{17AB3A92-C29E-4FF7-BF76-F461B0A41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3675" y="339573"/>
            <a:ext cx="114010" cy="114010"/>
          </a:xfrm>
          <a:custGeom xmlns:a="http://schemas.openxmlformats.org/drawingml/2006/main">
            <a:pathLst>
              <a:path w="114010" h="114010">
                <a:moveTo>
                  <a:pt x="0" y="0"/>
                </a:moveTo>
                <a:lnTo>
                  <a:pt x="114010" y="0"/>
                </a:lnTo>
                <a:lnTo>
                  <a:pt x="114010" y="114010"/>
                </a:lnTo>
                <a:lnTo>
                  <a:pt x="0" y="114010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path-49">
            <a:extLst xmlns:a="http://schemas.openxmlformats.org/drawingml/2006/main">
              <a:ext uri="{FF2B5EF4-FFF2-40B4-BE49-F238E27FC236}">
                <a16:creationId xmlns:a16="http://schemas.microsoft.com/office/drawing/2014/main" id="{BDECB68B-1F92-4FBC-A942-9E3B599AC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3680" y="339551"/>
            <a:ext cx="114036" cy="114031"/>
          </a:xfrm>
          <a:custGeom xmlns:a="http://schemas.openxmlformats.org/drawingml/2006/main">
            <a:pathLst>
              <a:path w="114036" h="114031">
                <a:moveTo>
                  <a:pt x="0" y="0"/>
                </a:moveTo>
                <a:lnTo>
                  <a:pt x="0" y="114031"/>
                </a:lnTo>
                <a:lnTo>
                  <a:pt x="114036" y="114031"/>
                </a:lnTo>
                <a:lnTo>
                  <a:pt x="114036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009">
            <a:solidFill>
              <a:srgbClr val="000000"/>
            </a:solidFill>
            <a:prstDash val="solid"/>
          </a:ln>
        </p:spPr>
      </p:sp>
      <p:sp>
        <p:nvSpPr>
          <p:cNvPr id="52" name="path-50">
            <a:extLst xmlns:a="http://schemas.openxmlformats.org/drawingml/2006/main">
              <a:ext uri="{FF2B5EF4-FFF2-40B4-BE49-F238E27FC236}">
                <a16:creationId xmlns:a16="http://schemas.microsoft.com/office/drawing/2014/main" id="{AD164717-07A7-4E0D-991D-1F9674D64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3675" y="453524"/>
            <a:ext cx="114010" cy="114009"/>
          </a:xfrm>
          <a:custGeom xmlns:a="http://schemas.openxmlformats.org/drawingml/2006/main">
            <a:pathLst>
              <a:path w="114010" h="114009">
                <a:moveTo>
                  <a:pt x="0" y="0"/>
                </a:moveTo>
                <a:lnTo>
                  <a:pt x="114010" y="0"/>
                </a:lnTo>
                <a:lnTo>
                  <a:pt x="114010" y="114009"/>
                </a:lnTo>
                <a:lnTo>
                  <a:pt x="0" y="114009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path-51">
            <a:extLst xmlns:a="http://schemas.openxmlformats.org/drawingml/2006/main">
              <a:ext uri="{FF2B5EF4-FFF2-40B4-BE49-F238E27FC236}">
                <a16:creationId xmlns:a16="http://schemas.microsoft.com/office/drawing/2014/main" id="{C3BDEDC6-1FED-4256-88B7-A7A850D10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3680" y="453582"/>
            <a:ext cx="114036" cy="113951"/>
          </a:xfrm>
          <a:custGeom xmlns:a="http://schemas.openxmlformats.org/drawingml/2006/main">
            <a:pathLst>
              <a:path w="114036" h="113951">
                <a:moveTo>
                  <a:pt x="0" y="0"/>
                </a:moveTo>
                <a:lnTo>
                  <a:pt x="0" y="113951"/>
                </a:lnTo>
                <a:lnTo>
                  <a:pt x="114036" y="113951"/>
                </a:lnTo>
                <a:lnTo>
                  <a:pt x="114036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009">
            <a:solidFill>
              <a:srgbClr val="000000"/>
            </a:solidFill>
            <a:prstDash val="solid"/>
          </a:ln>
        </p:spPr>
      </p:sp>
      <p:sp>
        <p:nvSpPr>
          <p:cNvPr id="54" name="path-52">
            <a:extLst xmlns:a="http://schemas.openxmlformats.org/drawingml/2006/main">
              <a:ext uri="{FF2B5EF4-FFF2-40B4-BE49-F238E27FC236}">
                <a16:creationId xmlns:a16="http://schemas.microsoft.com/office/drawing/2014/main" id="{599B6026-EB5D-40BB-9DBA-C517188EE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7632" y="567558"/>
            <a:ext cx="114010" cy="114009"/>
          </a:xfrm>
          <a:custGeom xmlns:a="http://schemas.openxmlformats.org/drawingml/2006/main">
            <a:pathLst>
              <a:path w="114010" h="114009">
                <a:moveTo>
                  <a:pt x="0" y="0"/>
                </a:moveTo>
                <a:lnTo>
                  <a:pt x="114010" y="0"/>
                </a:lnTo>
                <a:lnTo>
                  <a:pt x="114010" y="114009"/>
                </a:lnTo>
                <a:lnTo>
                  <a:pt x="0" y="114009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path-53">
            <a:extLst xmlns:a="http://schemas.openxmlformats.org/drawingml/2006/main">
              <a:ext uri="{FF2B5EF4-FFF2-40B4-BE49-F238E27FC236}">
                <a16:creationId xmlns:a16="http://schemas.microsoft.com/office/drawing/2014/main" id="{97D186C6-CDD1-4888-BAFF-5CCCE5FF8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7630" y="567533"/>
            <a:ext cx="114036" cy="114036"/>
          </a:xfrm>
          <a:custGeom xmlns:a="http://schemas.openxmlformats.org/drawingml/2006/main">
            <a:pathLst>
              <a:path w="114036" h="114036">
                <a:moveTo>
                  <a:pt x="0" y="0"/>
                </a:moveTo>
                <a:lnTo>
                  <a:pt x="0" y="114036"/>
                </a:lnTo>
                <a:lnTo>
                  <a:pt x="114036" y="114036"/>
                </a:lnTo>
                <a:lnTo>
                  <a:pt x="114036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009">
            <a:solidFill>
              <a:srgbClr val="000000"/>
            </a:solidFill>
            <a:prstDash val="solid"/>
          </a:ln>
        </p:spPr>
      </p:sp>
      <p:sp>
        <p:nvSpPr>
          <p:cNvPr id="56" name="path-54">
            <a:extLst xmlns:a="http://schemas.openxmlformats.org/drawingml/2006/main">
              <a:ext uri="{FF2B5EF4-FFF2-40B4-BE49-F238E27FC236}">
                <a16:creationId xmlns:a16="http://schemas.microsoft.com/office/drawing/2014/main" id="{98539231-2192-47DD-80BC-819211039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1640" y="567558"/>
            <a:ext cx="114011" cy="114009"/>
          </a:xfrm>
          <a:custGeom xmlns:a="http://schemas.openxmlformats.org/drawingml/2006/main">
            <a:pathLst>
              <a:path w="114011" h="114009">
                <a:moveTo>
                  <a:pt x="0" y="0"/>
                </a:moveTo>
                <a:lnTo>
                  <a:pt x="114011" y="0"/>
                </a:lnTo>
                <a:lnTo>
                  <a:pt x="114011" y="114009"/>
                </a:lnTo>
                <a:lnTo>
                  <a:pt x="0" y="114009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path-55">
            <a:extLst xmlns:a="http://schemas.openxmlformats.org/drawingml/2006/main">
              <a:ext uri="{FF2B5EF4-FFF2-40B4-BE49-F238E27FC236}">
                <a16:creationId xmlns:a16="http://schemas.microsoft.com/office/drawing/2014/main" id="{4AB961D7-C8FC-4DED-ACC0-090EE0485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1667" y="567533"/>
            <a:ext cx="113946" cy="114036"/>
          </a:xfrm>
          <a:custGeom xmlns:a="http://schemas.openxmlformats.org/drawingml/2006/main">
            <a:pathLst>
              <a:path w="113946" h="114036">
                <a:moveTo>
                  <a:pt x="0" y="0"/>
                </a:moveTo>
                <a:lnTo>
                  <a:pt x="0" y="114036"/>
                </a:lnTo>
                <a:lnTo>
                  <a:pt x="113946" y="114036"/>
                </a:lnTo>
                <a:lnTo>
                  <a:pt x="113946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009">
            <a:solidFill>
              <a:srgbClr val="000000"/>
            </a:solidFill>
            <a:prstDash val="solid"/>
          </a:ln>
        </p:spPr>
      </p:sp>
      <p:sp>
        <p:nvSpPr>
          <p:cNvPr id="58" name="path-56">
            <a:extLst xmlns:a="http://schemas.openxmlformats.org/drawingml/2006/main">
              <a:ext uri="{FF2B5EF4-FFF2-40B4-BE49-F238E27FC236}">
                <a16:creationId xmlns:a16="http://schemas.microsoft.com/office/drawing/2014/main" id="{21E326A3-A4C9-4EE5-A7BD-7D5D7306F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5649" y="567558"/>
            <a:ext cx="114011" cy="114009"/>
          </a:xfrm>
          <a:custGeom xmlns:a="http://schemas.openxmlformats.org/drawingml/2006/main">
            <a:pathLst>
              <a:path w="114011" h="114009">
                <a:moveTo>
                  <a:pt x="0" y="0"/>
                </a:moveTo>
                <a:lnTo>
                  <a:pt x="114011" y="0"/>
                </a:lnTo>
                <a:lnTo>
                  <a:pt x="114011" y="114009"/>
                </a:lnTo>
                <a:lnTo>
                  <a:pt x="0" y="114009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" name="path-57">
            <a:extLst xmlns:a="http://schemas.openxmlformats.org/drawingml/2006/main">
              <a:ext uri="{FF2B5EF4-FFF2-40B4-BE49-F238E27FC236}">
                <a16:creationId xmlns:a16="http://schemas.microsoft.com/office/drawing/2014/main" id="{DE168FA5-4368-43A7-9A91-F796C45EB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5612" y="567533"/>
            <a:ext cx="114036" cy="114036"/>
          </a:xfrm>
          <a:custGeom xmlns:a="http://schemas.openxmlformats.org/drawingml/2006/main">
            <a:pathLst>
              <a:path w="114036" h="114036">
                <a:moveTo>
                  <a:pt x="0" y="0"/>
                </a:moveTo>
                <a:lnTo>
                  <a:pt x="0" y="114036"/>
                </a:lnTo>
                <a:lnTo>
                  <a:pt x="114036" y="114036"/>
                </a:lnTo>
                <a:lnTo>
                  <a:pt x="114036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009">
            <a:solidFill>
              <a:srgbClr val="000000"/>
            </a:solidFill>
            <a:prstDash val="solid"/>
          </a:ln>
        </p:spPr>
      </p:sp>
      <p:sp>
        <p:nvSpPr>
          <p:cNvPr id="60" name="path-58">
            <a:extLst xmlns:a="http://schemas.openxmlformats.org/drawingml/2006/main">
              <a:ext uri="{FF2B5EF4-FFF2-40B4-BE49-F238E27FC236}">
                <a16:creationId xmlns:a16="http://schemas.microsoft.com/office/drawing/2014/main" id="{1EBECB41-B32D-4421-A329-C2E17F75A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9666" y="567558"/>
            <a:ext cx="114011" cy="114009"/>
          </a:xfrm>
          <a:custGeom xmlns:a="http://schemas.openxmlformats.org/drawingml/2006/main">
            <a:pathLst>
              <a:path w="114011" h="114009">
                <a:moveTo>
                  <a:pt x="0" y="0"/>
                </a:moveTo>
                <a:lnTo>
                  <a:pt x="114011" y="0"/>
                </a:lnTo>
                <a:lnTo>
                  <a:pt x="114011" y="114009"/>
                </a:lnTo>
                <a:lnTo>
                  <a:pt x="0" y="114009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" name="path-59">
            <a:extLst xmlns:a="http://schemas.openxmlformats.org/drawingml/2006/main">
              <a:ext uri="{FF2B5EF4-FFF2-40B4-BE49-F238E27FC236}">
                <a16:creationId xmlns:a16="http://schemas.microsoft.com/office/drawing/2014/main" id="{468C4A4F-5AAB-4DF2-90EE-0663A969A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9649" y="567533"/>
            <a:ext cx="114031" cy="114036"/>
          </a:xfrm>
          <a:custGeom xmlns:a="http://schemas.openxmlformats.org/drawingml/2006/main">
            <a:pathLst>
              <a:path w="114031" h="114036">
                <a:moveTo>
                  <a:pt x="0" y="0"/>
                </a:moveTo>
                <a:lnTo>
                  <a:pt x="0" y="114036"/>
                </a:lnTo>
                <a:lnTo>
                  <a:pt x="114031" y="114036"/>
                </a:lnTo>
                <a:lnTo>
                  <a:pt x="114031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009">
            <a:solidFill>
              <a:srgbClr val="000000"/>
            </a:solidFill>
            <a:prstDash val="solid"/>
          </a:ln>
        </p:spPr>
      </p:sp>
      <p:sp>
        <p:nvSpPr>
          <p:cNvPr id="62" name="path-60">
            <a:extLst xmlns:a="http://schemas.openxmlformats.org/drawingml/2006/main">
              <a:ext uri="{FF2B5EF4-FFF2-40B4-BE49-F238E27FC236}">
                <a16:creationId xmlns:a16="http://schemas.microsoft.com/office/drawing/2014/main" id="{509402C8-4889-4442-82A6-729D046C2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3675" y="567558"/>
            <a:ext cx="114010" cy="114009"/>
          </a:xfrm>
          <a:custGeom xmlns:a="http://schemas.openxmlformats.org/drawingml/2006/main">
            <a:pathLst>
              <a:path w="114010" h="114009">
                <a:moveTo>
                  <a:pt x="0" y="0"/>
                </a:moveTo>
                <a:lnTo>
                  <a:pt x="114010" y="0"/>
                </a:lnTo>
                <a:lnTo>
                  <a:pt x="114010" y="114009"/>
                </a:lnTo>
                <a:lnTo>
                  <a:pt x="0" y="114009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" name="path-61">
            <a:extLst xmlns:a="http://schemas.openxmlformats.org/drawingml/2006/main">
              <a:ext uri="{FF2B5EF4-FFF2-40B4-BE49-F238E27FC236}">
                <a16:creationId xmlns:a16="http://schemas.microsoft.com/office/drawing/2014/main" id="{EB05F297-34B3-41CA-B917-6DE5D90F1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3680" y="567533"/>
            <a:ext cx="114036" cy="114036"/>
          </a:xfrm>
          <a:custGeom xmlns:a="http://schemas.openxmlformats.org/drawingml/2006/main">
            <a:pathLst>
              <a:path w="114036" h="114036">
                <a:moveTo>
                  <a:pt x="0" y="0"/>
                </a:moveTo>
                <a:lnTo>
                  <a:pt x="0" y="114036"/>
                </a:lnTo>
                <a:lnTo>
                  <a:pt x="114036" y="114036"/>
                </a:lnTo>
                <a:lnTo>
                  <a:pt x="114036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009">
            <a:solidFill>
              <a:srgbClr val="000000"/>
            </a:solidFill>
            <a:prstDash val="solid"/>
          </a:ln>
        </p:spPr>
      </p:sp>
      <p:sp>
        <p:nvSpPr>
          <p:cNvPr id="64" name="path-62">
            <a:extLst xmlns:a="http://schemas.openxmlformats.org/drawingml/2006/main">
              <a:ext uri="{FF2B5EF4-FFF2-40B4-BE49-F238E27FC236}">
                <a16:creationId xmlns:a16="http://schemas.microsoft.com/office/drawing/2014/main" id="{86DB20AA-6337-4450-B841-814BD4FE6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7630" y="111563"/>
            <a:ext cx="570086" cy="570006"/>
          </a:xfrm>
          <a:custGeom xmlns:a="http://schemas.openxmlformats.org/drawingml/2006/main">
            <a:pathLst>
              <a:path w="570086" h="570006">
                <a:moveTo>
                  <a:pt x="0" y="0"/>
                </a:moveTo>
                <a:lnTo>
                  <a:pt x="0" y="570006"/>
                </a:lnTo>
                <a:lnTo>
                  <a:pt x="570086" y="570006"/>
                </a:lnTo>
                <a:lnTo>
                  <a:pt x="570086" y="0"/>
                </a:lnTo>
                <a:lnTo>
                  <a:pt x="570053" y="0"/>
                </a:lnTo>
              </a:path>
            </a:pathLst>
          </a:custGeom>
          <a:noFill xmlns:a="http://schemas.openxmlformats.org/drawingml/2006/main"/>
          <a:ln xmlns:a="http://schemas.openxmlformats.org/drawingml/2006/main" w="24736">
            <a:solidFill>
              <a:srgbClr val="000000"/>
            </a:solidFill>
            <a:prstDash val="solid"/>
          </a:ln>
        </p:spPr>
      </p:sp>
      <p:sp>
        <p:nvSpPr>
          <p:cNvPr id="65" name="path-63">
            <a:extLst xmlns:a="http://schemas.openxmlformats.org/drawingml/2006/main">
              <a:ext uri="{FF2B5EF4-FFF2-40B4-BE49-F238E27FC236}">
                <a16:creationId xmlns:a16="http://schemas.microsoft.com/office/drawing/2014/main" id="{EF5FAFB3-C8C5-43EB-9283-CB3CA832A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7630" y="111563"/>
            <a:ext cx="191" cy="191"/>
          </a:xfrm>
          <a:custGeom xmlns:a="http://schemas.openxmlformats.org/drawingml/2006/main">
            <a:pathLst>
              <a:path w="191" h="191">
                <a:moveTo>
                  <a:pt x="1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4736">
            <a:solidFill>
              <a:srgbClr val="000000"/>
            </a:solidFill>
            <a:prstDash val="solid"/>
          </a:ln>
        </p:spPr>
      </p:sp>
      <p:sp>
        <p:nvSpPr>
          <p:cNvPr id="66" name="path-64">
            <a:extLst xmlns:a="http://schemas.openxmlformats.org/drawingml/2006/main">
              <a:ext uri="{FF2B5EF4-FFF2-40B4-BE49-F238E27FC236}">
                <a16:creationId xmlns:a16="http://schemas.microsoft.com/office/drawing/2014/main" id="{745F497F-6B46-4D56-8A3C-715565ED6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3025" y="174172"/>
            <a:ext cx="114011" cy="114009"/>
          </a:xfrm>
          <a:custGeom xmlns:a="http://schemas.openxmlformats.org/drawingml/2006/main">
            <a:pathLst>
              <a:path w="114011" h="114009">
                <a:moveTo>
                  <a:pt x="0" y="0"/>
                </a:moveTo>
                <a:lnTo>
                  <a:pt x="114011" y="0"/>
                </a:lnTo>
                <a:lnTo>
                  <a:pt x="114011" y="114009"/>
                </a:lnTo>
                <a:lnTo>
                  <a:pt x="0" y="114009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" name="path-65">
            <a:extLst xmlns:a="http://schemas.openxmlformats.org/drawingml/2006/main">
              <a:ext uri="{FF2B5EF4-FFF2-40B4-BE49-F238E27FC236}">
                <a16:creationId xmlns:a16="http://schemas.microsoft.com/office/drawing/2014/main" id="{C9E6A8FC-14E8-4806-8BF4-5A179CEBC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3016" y="174229"/>
            <a:ext cx="114031" cy="113951"/>
          </a:xfrm>
          <a:custGeom xmlns:a="http://schemas.openxmlformats.org/drawingml/2006/main">
            <a:pathLst>
              <a:path w="114031" h="113951">
                <a:moveTo>
                  <a:pt x="0" y="0"/>
                </a:moveTo>
                <a:lnTo>
                  <a:pt x="0" y="113951"/>
                </a:lnTo>
                <a:lnTo>
                  <a:pt x="114031" y="113951"/>
                </a:lnTo>
                <a:lnTo>
                  <a:pt x="114031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009">
            <a:solidFill>
              <a:srgbClr val="000000"/>
            </a:solidFill>
            <a:prstDash val="solid"/>
          </a:ln>
        </p:spPr>
      </p:sp>
      <p:sp>
        <p:nvSpPr>
          <p:cNvPr id="68" name="path-66">
            <a:extLst xmlns:a="http://schemas.openxmlformats.org/drawingml/2006/main">
              <a:ext uri="{FF2B5EF4-FFF2-40B4-BE49-F238E27FC236}">
                <a16:creationId xmlns:a16="http://schemas.microsoft.com/office/drawing/2014/main" id="{29D23076-D2EF-4EEF-9CB8-2D546D889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7035" y="174172"/>
            <a:ext cx="114010" cy="114009"/>
          </a:xfrm>
          <a:custGeom xmlns:a="http://schemas.openxmlformats.org/drawingml/2006/main">
            <a:pathLst>
              <a:path w="114010" h="114009">
                <a:moveTo>
                  <a:pt x="0" y="0"/>
                </a:moveTo>
                <a:lnTo>
                  <a:pt x="114010" y="0"/>
                </a:lnTo>
                <a:lnTo>
                  <a:pt x="114010" y="114009"/>
                </a:lnTo>
                <a:lnTo>
                  <a:pt x="0" y="114009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" name="path-67">
            <a:extLst xmlns:a="http://schemas.openxmlformats.org/drawingml/2006/main">
              <a:ext uri="{FF2B5EF4-FFF2-40B4-BE49-F238E27FC236}">
                <a16:creationId xmlns:a16="http://schemas.microsoft.com/office/drawing/2014/main" id="{B21AB089-A5DC-4683-9B40-C5F7E4F98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7047" y="174229"/>
            <a:ext cx="114036" cy="113951"/>
          </a:xfrm>
          <a:custGeom xmlns:a="http://schemas.openxmlformats.org/drawingml/2006/main">
            <a:pathLst>
              <a:path w="114036" h="113951">
                <a:moveTo>
                  <a:pt x="0" y="0"/>
                </a:moveTo>
                <a:lnTo>
                  <a:pt x="0" y="113951"/>
                </a:lnTo>
                <a:lnTo>
                  <a:pt x="114036" y="113951"/>
                </a:lnTo>
                <a:lnTo>
                  <a:pt x="114036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009">
            <a:solidFill>
              <a:srgbClr val="000000"/>
            </a:solidFill>
            <a:prstDash val="solid"/>
          </a:ln>
        </p:spPr>
      </p:sp>
      <p:sp>
        <p:nvSpPr>
          <p:cNvPr id="70" name="path-68">
            <a:extLst xmlns:a="http://schemas.openxmlformats.org/drawingml/2006/main">
              <a:ext uri="{FF2B5EF4-FFF2-40B4-BE49-F238E27FC236}">
                <a16:creationId xmlns:a16="http://schemas.microsoft.com/office/drawing/2014/main" id="{C6ECFAC5-057D-4E6A-8942-CF54DE759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1043" y="174172"/>
            <a:ext cx="114011" cy="114009"/>
          </a:xfrm>
          <a:custGeom xmlns:a="http://schemas.openxmlformats.org/drawingml/2006/main">
            <a:pathLst>
              <a:path w="114011" h="114009">
                <a:moveTo>
                  <a:pt x="0" y="0"/>
                </a:moveTo>
                <a:lnTo>
                  <a:pt x="114011" y="0"/>
                </a:lnTo>
                <a:lnTo>
                  <a:pt x="114011" y="114009"/>
                </a:lnTo>
                <a:lnTo>
                  <a:pt x="0" y="114009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" name="path-69">
            <a:extLst xmlns:a="http://schemas.openxmlformats.org/drawingml/2006/main">
              <a:ext uri="{FF2B5EF4-FFF2-40B4-BE49-F238E27FC236}">
                <a16:creationId xmlns:a16="http://schemas.microsoft.com/office/drawing/2014/main" id="{54DE8213-5AA4-49C2-A611-93C443DC4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1083" y="174229"/>
            <a:ext cx="113951" cy="113951"/>
          </a:xfrm>
          <a:custGeom xmlns:a="http://schemas.openxmlformats.org/drawingml/2006/main">
            <a:pathLst>
              <a:path w="113951" h="113951">
                <a:moveTo>
                  <a:pt x="0" y="0"/>
                </a:moveTo>
                <a:lnTo>
                  <a:pt x="0" y="113951"/>
                </a:lnTo>
                <a:lnTo>
                  <a:pt x="113951" y="113951"/>
                </a:lnTo>
                <a:lnTo>
                  <a:pt x="113951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009">
            <a:solidFill>
              <a:srgbClr val="000000"/>
            </a:solidFill>
            <a:prstDash val="solid"/>
          </a:ln>
        </p:spPr>
      </p:sp>
      <p:sp>
        <p:nvSpPr>
          <p:cNvPr id="72" name="path-70">
            <a:extLst xmlns:a="http://schemas.openxmlformats.org/drawingml/2006/main">
              <a:ext uri="{FF2B5EF4-FFF2-40B4-BE49-F238E27FC236}">
                <a16:creationId xmlns:a16="http://schemas.microsoft.com/office/drawing/2014/main" id="{4B5FA43C-3A3B-49AC-8D7C-6BDB0732A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3025" y="288205"/>
            <a:ext cx="114011" cy="114010"/>
          </a:xfrm>
          <a:custGeom xmlns:a="http://schemas.openxmlformats.org/drawingml/2006/main">
            <a:pathLst>
              <a:path w="114011" h="114010">
                <a:moveTo>
                  <a:pt x="0" y="0"/>
                </a:moveTo>
                <a:lnTo>
                  <a:pt x="114011" y="0"/>
                </a:lnTo>
                <a:lnTo>
                  <a:pt x="114011" y="114010"/>
                </a:lnTo>
                <a:lnTo>
                  <a:pt x="0" y="114010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" name="path-71">
            <a:extLst xmlns:a="http://schemas.openxmlformats.org/drawingml/2006/main">
              <a:ext uri="{FF2B5EF4-FFF2-40B4-BE49-F238E27FC236}">
                <a16:creationId xmlns:a16="http://schemas.microsoft.com/office/drawing/2014/main" id="{F945FF42-2138-4A15-A3C7-B6F2A2E04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3016" y="288180"/>
            <a:ext cx="114031" cy="114031"/>
          </a:xfrm>
          <a:custGeom xmlns:a="http://schemas.openxmlformats.org/drawingml/2006/main">
            <a:pathLst>
              <a:path w="114031" h="114031">
                <a:moveTo>
                  <a:pt x="0" y="0"/>
                </a:moveTo>
                <a:lnTo>
                  <a:pt x="0" y="114031"/>
                </a:lnTo>
                <a:lnTo>
                  <a:pt x="114031" y="114031"/>
                </a:lnTo>
                <a:lnTo>
                  <a:pt x="114031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009">
            <a:solidFill>
              <a:srgbClr val="000000"/>
            </a:solidFill>
            <a:prstDash val="solid"/>
          </a:ln>
        </p:spPr>
      </p:sp>
      <p:sp>
        <p:nvSpPr>
          <p:cNvPr id="74" name="path-72">
            <a:extLst xmlns:a="http://schemas.openxmlformats.org/drawingml/2006/main">
              <a:ext uri="{FF2B5EF4-FFF2-40B4-BE49-F238E27FC236}">
                <a16:creationId xmlns:a16="http://schemas.microsoft.com/office/drawing/2014/main" id="{09256E32-CE50-4EC7-B15E-D7C01DA23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7035" y="288205"/>
            <a:ext cx="114010" cy="114010"/>
          </a:xfrm>
          <a:custGeom xmlns:a="http://schemas.openxmlformats.org/drawingml/2006/main">
            <a:pathLst>
              <a:path w="114010" h="114010">
                <a:moveTo>
                  <a:pt x="0" y="0"/>
                </a:moveTo>
                <a:lnTo>
                  <a:pt x="114010" y="0"/>
                </a:lnTo>
                <a:lnTo>
                  <a:pt x="114010" y="114010"/>
                </a:lnTo>
                <a:lnTo>
                  <a:pt x="0" y="114010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" name="path-73">
            <a:extLst xmlns:a="http://schemas.openxmlformats.org/drawingml/2006/main">
              <a:ext uri="{FF2B5EF4-FFF2-40B4-BE49-F238E27FC236}">
                <a16:creationId xmlns:a16="http://schemas.microsoft.com/office/drawing/2014/main" id="{9F8F9A55-B448-4199-BFD6-F986D0551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7047" y="288180"/>
            <a:ext cx="114036" cy="114031"/>
          </a:xfrm>
          <a:custGeom xmlns:a="http://schemas.openxmlformats.org/drawingml/2006/main">
            <a:pathLst>
              <a:path w="114036" h="114031">
                <a:moveTo>
                  <a:pt x="0" y="0"/>
                </a:moveTo>
                <a:lnTo>
                  <a:pt x="0" y="114031"/>
                </a:lnTo>
                <a:lnTo>
                  <a:pt x="114036" y="114031"/>
                </a:lnTo>
                <a:lnTo>
                  <a:pt x="114036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009">
            <a:solidFill>
              <a:srgbClr val="000000"/>
            </a:solidFill>
            <a:prstDash val="solid"/>
          </a:ln>
        </p:spPr>
      </p:sp>
      <p:sp>
        <p:nvSpPr>
          <p:cNvPr id="76" name="path-74">
            <a:extLst xmlns:a="http://schemas.openxmlformats.org/drawingml/2006/main">
              <a:ext uri="{FF2B5EF4-FFF2-40B4-BE49-F238E27FC236}">
                <a16:creationId xmlns:a16="http://schemas.microsoft.com/office/drawing/2014/main" id="{759B7CD0-09B6-418D-9F00-6E98B613C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1043" y="288205"/>
            <a:ext cx="114011" cy="114010"/>
          </a:xfrm>
          <a:custGeom xmlns:a="http://schemas.openxmlformats.org/drawingml/2006/main">
            <a:pathLst>
              <a:path w="114011" h="114010">
                <a:moveTo>
                  <a:pt x="0" y="0"/>
                </a:moveTo>
                <a:lnTo>
                  <a:pt x="114011" y="0"/>
                </a:lnTo>
                <a:lnTo>
                  <a:pt x="114011" y="114010"/>
                </a:lnTo>
                <a:lnTo>
                  <a:pt x="0" y="114010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" name="path-75">
            <a:extLst xmlns:a="http://schemas.openxmlformats.org/drawingml/2006/main">
              <a:ext uri="{FF2B5EF4-FFF2-40B4-BE49-F238E27FC236}">
                <a16:creationId xmlns:a16="http://schemas.microsoft.com/office/drawing/2014/main" id="{396B4184-3751-439D-B3D2-D47F64AE9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1083" y="288180"/>
            <a:ext cx="113951" cy="114031"/>
          </a:xfrm>
          <a:custGeom xmlns:a="http://schemas.openxmlformats.org/drawingml/2006/main">
            <a:pathLst>
              <a:path w="113951" h="114031">
                <a:moveTo>
                  <a:pt x="0" y="0"/>
                </a:moveTo>
                <a:lnTo>
                  <a:pt x="0" y="114031"/>
                </a:lnTo>
                <a:lnTo>
                  <a:pt x="113951" y="114031"/>
                </a:lnTo>
                <a:lnTo>
                  <a:pt x="113951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009">
            <a:solidFill>
              <a:srgbClr val="000000"/>
            </a:solidFill>
            <a:prstDash val="solid"/>
          </a:ln>
        </p:spPr>
      </p:sp>
      <p:sp>
        <p:nvSpPr>
          <p:cNvPr id="78" name="path-76">
            <a:extLst xmlns:a="http://schemas.openxmlformats.org/drawingml/2006/main">
              <a:ext uri="{FF2B5EF4-FFF2-40B4-BE49-F238E27FC236}">
                <a16:creationId xmlns:a16="http://schemas.microsoft.com/office/drawing/2014/main" id="{77859513-2E2A-4C57-BC5D-2A16A7B91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3025" y="402237"/>
            <a:ext cx="114011" cy="114010"/>
          </a:xfrm>
          <a:custGeom xmlns:a="http://schemas.openxmlformats.org/drawingml/2006/main">
            <a:pathLst>
              <a:path w="114011" h="114010">
                <a:moveTo>
                  <a:pt x="0" y="0"/>
                </a:moveTo>
                <a:lnTo>
                  <a:pt x="114011" y="0"/>
                </a:lnTo>
                <a:lnTo>
                  <a:pt x="114011" y="114010"/>
                </a:lnTo>
                <a:lnTo>
                  <a:pt x="0" y="114010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" name="path-77">
            <a:extLst xmlns:a="http://schemas.openxmlformats.org/drawingml/2006/main">
              <a:ext uri="{FF2B5EF4-FFF2-40B4-BE49-F238E27FC236}">
                <a16:creationId xmlns:a16="http://schemas.microsoft.com/office/drawing/2014/main" id="{B85E66D0-3F86-43E7-BBE8-73B6F7F96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3016" y="402211"/>
            <a:ext cx="114031" cy="114036"/>
          </a:xfrm>
          <a:custGeom xmlns:a="http://schemas.openxmlformats.org/drawingml/2006/main">
            <a:pathLst>
              <a:path w="114031" h="114036">
                <a:moveTo>
                  <a:pt x="0" y="0"/>
                </a:moveTo>
                <a:lnTo>
                  <a:pt x="0" y="114036"/>
                </a:lnTo>
                <a:lnTo>
                  <a:pt x="114031" y="114036"/>
                </a:lnTo>
                <a:lnTo>
                  <a:pt x="114031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009">
            <a:solidFill>
              <a:srgbClr val="000000"/>
            </a:solidFill>
            <a:prstDash val="solid"/>
          </a:ln>
        </p:spPr>
      </p:sp>
      <p:sp>
        <p:nvSpPr>
          <p:cNvPr id="80" name="path-78">
            <a:extLst xmlns:a="http://schemas.openxmlformats.org/drawingml/2006/main">
              <a:ext uri="{FF2B5EF4-FFF2-40B4-BE49-F238E27FC236}">
                <a16:creationId xmlns:a16="http://schemas.microsoft.com/office/drawing/2014/main" id="{769170F7-5A2A-4BE9-A416-B69FE559D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7035" y="402237"/>
            <a:ext cx="114010" cy="114010"/>
          </a:xfrm>
          <a:custGeom xmlns:a="http://schemas.openxmlformats.org/drawingml/2006/main">
            <a:pathLst>
              <a:path w="114010" h="114010">
                <a:moveTo>
                  <a:pt x="0" y="0"/>
                </a:moveTo>
                <a:lnTo>
                  <a:pt x="114010" y="0"/>
                </a:lnTo>
                <a:lnTo>
                  <a:pt x="114010" y="114010"/>
                </a:lnTo>
                <a:lnTo>
                  <a:pt x="0" y="114010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" name="path-79">
            <a:extLst xmlns:a="http://schemas.openxmlformats.org/drawingml/2006/main">
              <a:ext uri="{FF2B5EF4-FFF2-40B4-BE49-F238E27FC236}">
                <a16:creationId xmlns:a16="http://schemas.microsoft.com/office/drawing/2014/main" id="{33397372-1F0C-4293-96AB-7E298BCB8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7047" y="402211"/>
            <a:ext cx="114036" cy="114036"/>
          </a:xfrm>
          <a:custGeom xmlns:a="http://schemas.openxmlformats.org/drawingml/2006/main">
            <a:pathLst>
              <a:path w="114036" h="114036">
                <a:moveTo>
                  <a:pt x="0" y="0"/>
                </a:moveTo>
                <a:lnTo>
                  <a:pt x="0" y="114036"/>
                </a:lnTo>
                <a:lnTo>
                  <a:pt x="114036" y="114036"/>
                </a:lnTo>
                <a:lnTo>
                  <a:pt x="114036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009">
            <a:solidFill>
              <a:srgbClr val="000000"/>
            </a:solidFill>
            <a:prstDash val="solid"/>
          </a:ln>
        </p:spPr>
      </p:sp>
      <p:sp>
        <p:nvSpPr>
          <p:cNvPr id="82" name="path-80">
            <a:extLst xmlns:a="http://schemas.openxmlformats.org/drawingml/2006/main">
              <a:ext uri="{FF2B5EF4-FFF2-40B4-BE49-F238E27FC236}">
                <a16:creationId xmlns:a16="http://schemas.microsoft.com/office/drawing/2014/main" id="{9D1C5D77-4DFA-4BE2-B003-E6ABC7A3E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1043" y="402237"/>
            <a:ext cx="114011" cy="114010"/>
          </a:xfrm>
          <a:custGeom xmlns:a="http://schemas.openxmlformats.org/drawingml/2006/main">
            <a:pathLst>
              <a:path w="114011" h="114010">
                <a:moveTo>
                  <a:pt x="0" y="0"/>
                </a:moveTo>
                <a:lnTo>
                  <a:pt x="114011" y="0"/>
                </a:lnTo>
                <a:lnTo>
                  <a:pt x="114011" y="114010"/>
                </a:lnTo>
                <a:lnTo>
                  <a:pt x="0" y="114010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3" name="path-81">
            <a:extLst xmlns:a="http://schemas.openxmlformats.org/drawingml/2006/main">
              <a:ext uri="{FF2B5EF4-FFF2-40B4-BE49-F238E27FC236}">
                <a16:creationId xmlns:a16="http://schemas.microsoft.com/office/drawing/2014/main" id="{CBB0A0CA-05D0-4EB4-8BDA-E83EAE531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1083" y="402211"/>
            <a:ext cx="113951" cy="114036"/>
          </a:xfrm>
          <a:custGeom xmlns:a="http://schemas.openxmlformats.org/drawingml/2006/main">
            <a:pathLst>
              <a:path w="113951" h="114036">
                <a:moveTo>
                  <a:pt x="0" y="0"/>
                </a:moveTo>
                <a:lnTo>
                  <a:pt x="0" y="114036"/>
                </a:lnTo>
                <a:lnTo>
                  <a:pt x="113951" y="114036"/>
                </a:lnTo>
                <a:lnTo>
                  <a:pt x="113951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009">
            <a:solidFill>
              <a:srgbClr val="000000"/>
            </a:solidFill>
            <a:prstDash val="solid"/>
          </a:ln>
        </p:spPr>
      </p:sp>
      <p:sp>
        <p:nvSpPr>
          <p:cNvPr id="84" name="path-82">
            <a:extLst xmlns:a="http://schemas.openxmlformats.org/drawingml/2006/main">
              <a:ext uri="{FF2B5EF4-FFF2-40B4-BE49-F238E27FC236}">
                <a16:creationId xmlns:a16="http://schemas.microsoft.com/office/drawing/2014/main" id="{4A87B84F-1B1D-45AC-8B37-E59F61C2F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5052" y="174172"/>
            <a:ext cx="114011" cy="114009"/>
          </a:xfrm>
          <a:custGeom xmlns:a="http://schemas.openxmlformats.org/drawingml/2006/main">
            <a:pathLst>
              <a:path w="114011" h="114009">
                <a:moveTo>
                  <a:pt x="0" y="0"/>
                </a:moveTo>
                <a:lnTo>
                  <a:pt x="114011" y="0"/>
                </a:lnTo>
                <a:lnTo>
                  <a:pt x="114011" y="114009"/>
                </a:lnTo>
                <a:lnTo>
                  <a:pt x="0" y="114009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5" name="path-83">
            <a:extLst xmlns:a="http://schemas.openxmlformats.org/drawingml/2006/main">
              <a:ext uri="{FF2B5EF4-FFF2-40B4-BE49-F238E27FC236}">
                <a16:creationId xmlns:a16="http://schemas.microsoft.com/office/drawing/2014/main" id="{020866EF-EE11-4AC0-8461-23A66D47E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5035" y="174229"/>
            <a:ext cx="114031" cy="113951"/>
          </a:xfrm>
          <a:custGeom xmlns:a="http://schemas.openxmlformats.org/drawingml/2006/main">
            <a:pathLst>
              <a:path w="114031" h="113951">
                <a:moveTo>
                  <a:pt x="0" y="0"/>
                </a:moveTo>
                <a:lnTo>
                  <a:pt x="0" y="113951"/>
                </a:lnTo>
                <a:lnTo>
                  <a:pt x="114031" y="113951"/>
                </a:lnTo>
                <a:lnTo>
                  <a:pt x="114031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009">
            <a:solidFill>
              <a:srgbClr val="000000"/>
            </a:solidFill>
            <a:prstDash val="solid"/>
          </a:ln>
        </p:spPr>
      </p:sp>
      <p:sp>
        <p:nvSpPr>
          <p:cNvPr id="86" name="path-84">
            <a:extLst xmlns:a="http://schemas.openxmlformats.org/drawingml/2006/main">
              <a:ext uri="{FF2B5EF4-FFF2-40B4-BE49-F238E27FC236}">
                <a16:creationId xmlns:a16="http://schemas.microsoft.com/office/drawing/2014/main" id="{3602E65C-76DA-4565-A250-A72935E4C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5052" y="288205"/>
            <a:ext cx="114011" cy="114010"/>
          </a:xfrm>
          <a:custGeom xmlns:a="http://schemas.openxmlformats.org/drawingml/2006/main">
            <a:pathLst>
              <a:path w="114011" h="114010">
                <a:moveTo>
                  <a:pt x="0" y="0"/>
                </a:moveTo>
                <a:lnTo>
                  <a:pt x="114011" y="0"/>
                </a:lnTo>
                <a:lnTo>
                  <a:pt x="114011" y="114010"/>
                </a:lnTo>
                <a:lnTo>
                  <a:pt x="0" y="114010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7" name="path-85">
            <a:extLst xmlns:a="http://schemas.openxmlformats.org/drawingml/2006/main">
              <a:ext uri="{FF2B5EF4-FFF2-40B4-BE49-F238E27FC236}">
                <a16:creationId xmlns:a16="http://schemas.microsoft.com/office/drawing/2014/main" id="{05042EEC-4CE5-4396-B298-3FAE613CE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5035" y="288180"/>
            <a:ext cx="114031" cy="114031"/>
          </a:xfrm>
          <a:custGeom xmlns:a="http://schemas.openxmlformats.org/drawingml/2006/main">
            <a:pathLst>
              <a:path w="114031" h="114031">
                <a:moveTo>
                  <a:pt x="0" y="0"/>
                </a:moveTo>
                <a:lnTo>
                  <a:pt x="0" y="114031"/>
                </a:lnTo>
                <a:lnTo>
                  <a:pt x="114031" y="114031"/>
                </a:lnTo>
                <a:lnTo>
                  <a:pt x="114031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009">
            <a:solidFill>
              <a:srgbClr val="000000"/>
            </a:solidFill>
            <a:prstDash val="solid"/>
          </a:ln>
        </p:spPr>
      </p:sp>
      <p:sp>
        <p:nvSpPr>
          <p:cNvPr id="88" name="path-86">
            <a:extLst xmlns:a="http://schemas.openxmlformats.org/drawingml/2006/main">
              <a:ext uri="{FF2B5EF4-FFF2-40B4-BE49-F238E27FC236}">
                <a16:creationId xmlns:a16="http://schemas.microsoft.com/office/drawing/2014/main" id="{1FBAE92A-5334-44CE-9248-2994A275C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5052" y="402237"/>
            <a:ext cx="114011" cy="114010"/>
          </a:xfrm>
          <a:custGeom xmlns:a="http://schemas.openxmlformats.org/drawingml/2006/main">
            <a:pathLst>
              <a:path w="114011" h="114010">
                <a:moveTo>
                  <a:pt x="0" y="0"/>
                </a:moveTo>
                <a:lnTo>
                  <a:pt x="114011" y="0"/>
                </a:lnTo>
                <a:lnTo>
                  <a:pt x="114011" y="114010"/>
                </a:lnTo>
                <a:lnTo>
                  <a:pt x="0" y="114010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9" name="path-87">
            <a:extLst xmlns:a="http://schemas.openxmlformats.org/drawingml/2006/main">
              <a:ext uri="{FF2B5EF4-FFF2-40B4-BE49-F238E27FC236}">
                <a16:creationId xmlns:a16="http://schemas.microsoft.com/office/drawing/2014/main" id="{E56892ED-87D5-4E43-A52E-64AB5D1C6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5035" y="402211"/>
            <a:ext cx="114031" cy="114036"/>
          </a:xfrm>
          <a:custGeom xmlns:a="http://schemas.openxmlformats.org/drawingml/2006/main">
            <a:pathLst>
              <a:path w="114031" h="114036">
                <a:moveTo>
                  <a:pt x="0" y="0"/>
                </a:moveTo>
                <a:lnTo>
                  <a:pt x="0" y="114036"/>
                </a:lnTo>
                <a:lnTo>
                  <a:pt x="114031" y="114036"/>
                </a:lnTo>
                <a:lnTo>
                  <a:pt x="114031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009">
            <a:solidFill>
              <a:srgbClr val="000000"/>
            </a:solidFill>
            <a:prstDash val="solid"/>
          </a:ln>
        </p:spPr>
      </p:sp>
      <p:sp>
        <p:nvSpPr>
          <p:cNvPr id="90" name="path-88">
            <a:extLst xmlns:a="http://schemas.openxmlformats.org/drawingml/2006/main">
              <a:ext uri="{FF2B5EF4-FFF2-40B4-BE49-F238E27FC236}">
                <a16:creationId xmlns:a16="http://schemas.microsoft.com/office/drawing/2014/main" id="{BAAF72D8-6E08-4B03-A75D-D8B23EADB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3025" y="516188"/>
            <a:ext cx="114011" cy="114010"/>
          </a:xfrm>
          <a:custGeom xmlns:a="http://schemas.openxmlformats.org/drawingml/2006/main">
            <a:pathLst>
              <a:path w="114011" h="114010">
                <a:moveTo>
                  <a:pt x="0" y="0"/>
                </a:moveTo>
                <a:lnTo>
                  <a:pt x="114011" y="0"/>
                </a:lnTo>
                <a:lnTo>
                  <a:pt x="114011" y="114010"/>
                </a:lnTo>
                <a:lnTo>
                  <a:pt x="0" y="114010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1" name="path-89">
            <a:extLst xmlns:a="http://schemas.openxmlformats.org/drawingml/2006/main">
              <a:ext uri="{FF2B5EF4-FFF2-40B4-BE49-F238E27FC236}">
                <a16:creationId xmlns:a16="http://schemas.microsoft.com/office/drawing/2014/main" id="{E02F8156-97E9-47F7-A81C-765E2C400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3016" y="516248"/>
            <a:ext cx="114031" cy="113951"/>
          </a:xfrm>
          <a:custGeom xmlns:a="http://schemas.openxmlformats.org/drawingml/2006/main">
            <a:pathLst>
              <a:path w="114031" h="113951">
                <a:moveTo>
                  <a:pt x="0" y="0"/>
                </a:moveTo>
                <a:lnTo>
                  <a:pt x="0" y="113951"/>
                </a:lnTo>
                <a:lnTo>
                  <a:pt x="114031" y="113951"/>
                </a:lnTo>
                <a:lnTo>
                  <a:pt x="114031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009">
            <a:solidFill>
              <a:srgbClr val="000000"/>
            </a:solidFill>
            <a:prstDash val="solid"/>
          </a:ln>
        </p:spPr>
      </p:sp>
      <p:sp>
        <p:nvSpPr>
          <p:cNvPr id="92" name="path-90">
            <a:extLst xmlns:a="http://schemas.openxmlformats.org/drawingml/2006/main">
              <a:ext uri="{FF2B5EF4-FFF2-40B4-BE49-F238E27FC236}">
                <a16:creationId xmlns:a16="http://schemas.microsoft.com/office/drawing/2014/main" id="{DD00E890-F244-4F6A-91ED-BD3A5B939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7035" y="516188"/>
            <a:ext cx="114010" cy="114010"/>
          </a:xfrm>
          <a:custGeom xmlns:a="http://schemas.openxmlformats.org/drawingml/2006/main">
            <a:pathLst>
              <a:path w="114010" h="114010">
                <a:moveTo>
                  <a:pt x="0" y="0"/>
                </a:moveTo>
                <a:lnTo>
                  <a:pt x="114010" y="0"/>
                </a:lnTo>
                <a:lnTo>
                  <a:pt x="114010" y="114010"/>
                </a:lnTo>
                <a:lnTo>
                  <a:pt x="0" y="114010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3" name="path-91">
            <a:extLst xmlns:a="http://schemas.openxmlformats.org/drawingml/2006/main">
              <a:ext uri="{FF2B5EF4-FFF2-40B4-BE49-F238E27FC236}">
                <a16:creationId xmlns:a16="http://schemas.microsoft.com/office/drawing/2014/main" id="{28B6ACA7-3E79-46CE-BB40-9EA3A8B76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7047" y="516248"/>
            <a:ext cx="114036" cy="113951"/>
          </a:xfrm>
          <a:custGeom xmlns:a="http://schemas.openxmlformats.org/drawingml/2006/main">
            <a:pathLst>
              <a:path w="114036" h="113951">
                <a:moveTo>
                  <a:pt x="0" y="0"/>
                </a:moveTo>
                <a:lnTo>
                  <a:pt x="0" y="113951"/>
                </a:lnTo>
                <a:lnTo>
                  <a:pt x="114036" y="113951"/>
                </a:lnTo>
                <a:lnTo>
                  <a:pt x="114036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009">
            <a:solidFill>
              <a:srgbClr val="000000"/>
            </a:solidFill>
            <a:prstDash val="solid"/>
          </a:ln>
        </p:spPr>
      </p:sp>
      <p:sp>
        <p:nvSpPr>
          <p:cNvPr id="94" name="path-92">
            <a:extLst xmlns:a="http://schemas.openxmlformats.org/drawingml/2006/main">
              <a:ext uri="{FF2B5EF4-FFF2-40B4-BE49-F238E27FC236}">
                <a16:creationId xmlns:a16="http://schemas.microsoft.com/office/drawing/2014/main" id="{E5C681D9-4A17-4C0D-9AC9-B35563109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1043" y="516188"/>
            <a:ext cx="114011" cy="114010"/>
          </a:xfrm>
          <a:custGeom xmlns:a="http://schemas.openxmlformats.org/drawingml/2006/main">
            <a:pathLst>
              <a:path w="114011" h="114010">
                <a:moveTo>
                  <a:pt x="0" y="0"/>
                </a:moveTo>
                <a:lnTo>
                  <a:pt x="114011" y="0"/>
                </a:lnTo>
                <a:lnTo>
                  <a:pt x="114011" y="114010"/>
                </a:lnTo>
                <a:lnTo>
                  <a:pt x="0" y="114010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5" name="path-93">
            <a:extLst xmlns:a="http://schemas.openxmlformats.org/drawingml/2006/main">
              <a:ext uri="{FF2B5EF4-FFF2-40B4-BE49-F238E27FC236}">
                <a16:creationId xmlns:a16="http://schemas.microsoft.com/office/drawing/2014/main" id="{21AAD183-F8CC-42CF-9D85-704335D4D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1083" y="516248"/>
            <a:ext cx="113951" cy="113951"/>
          </a:xfrm>
          <a:custGeom xmlns:a="http://schemas.openxmlformats.org/drawingml/2006/main">
            <a:pathLst>
              <a:path w="113951" h="113951">
                <a:moveTo>
                  <a:pt x="0" y="0"/>
                </a:moveTo>
                <a:lnTo>
                  <a:pt x="0" y="113951"/>
                </a:lnTo>
                <a:lnTo>
                  <a:pt x="113951" y="113951"/>
                </a:lnTo>
                <a:lnTo>
                  <a:pt x="113951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009">
            <a:solidFill>
              <a:srgbClr val="000000"/>
            </a:solidFill>
            <a:prstDash val="solid"/>
          </a:ln>
        </p:spPr>
      </p:sp>
      <p:sp>
        <p:nvSpPr>
          <p:cNvPr id="96" name="path-94">
            <a:extLst xmlns:a="http://schemas.openxmlformats.org/drawingml/2006/main">
              <a:ext uri="{FF2B5EF4-FFF2-40B4-BE49-F238E27FC236}">
                <a16:creationId xmlns:a16="http://schemas.microsoft.com/office/drawing/2014/main" id="{8446E1C2-E798-4E4B-8DCC-003E349A3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5052" y="516188"/>
            <a:ext cx="114011" cy="114010"/>
          </a:xfrm>
          <a:custGeom xmlns:a="http://schemas.openxmlformats.org/drawingml/2006/main">
            <a:pathLst>
              <a:path w="114011" h="114010">
                <a:moveTo>
                  <a:pt x="0" y="0"/>
                </a:moveTo>
                <a:lnTo>
                  <a:pt x="114011" y="0"/>
                </a:lnTo>
                <a:lnTo>
                  <a:pt x="114011" y="114010"/>
                </a:lnTo>
                <a:lnTo>
                  <a:pt x="0" y="114010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7" name="path-95">
            <a:extLst xmlns:a="http://schemas.openxmlformats.org/drawingml/2006/main">
              <a:ext uri="{FF2B5EF4-FFF2-40B4-BE49-F238E27FC236}">
                <a16:creationId xmlns:a16="http://schemas.microsoft.com/office/drawing/2014/main" id="{5DEE4020-ED38-44AA-B2E6-EB38E8B6B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5035" y="516248"/>
            <a:ext cx="114031" cy="113951"/>
          </a:xfrm>
          <a:custGeom xmlns:a="http://schemas.openxmlformats.org/drawingml/2006/main">
            <a:pathLst>
              <a:path w="114031" h="113951">
                <a:moveTo>
                  <a:pt x="0" y="0"/>
                </a:moveTo>
                <a:lnTo>
                  <a:pt x="0" y="113951"/>
                </a:lnTo>
                <a:lnTo>
                  <a:pt x="114031" y="113951"/>
                </a:lnTo>
                <a:lnTo>
                  <a:pt x="114031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009">
            <a:solidFill>
              <a:srgbClr val="000000"/>
            </a:solidFill>
            <a:prstDash val="solid"/>
          </a:ln>
        </p:spPr>
      </p:sp>
      <p:sp>
        <p:nvSpPr>
          <p:cNvPr id="98" name="path-96">
            <a:extLst xmlns:a="http://schemas.openxmlformats.org/drawingml/2006/main">
              <a:ext uri="{FF2B5EF4-FFF2-40B4-BE49-F238E27FC236}">
                <a16:creationId xmlns:a16="http://schemas.microsoft.com/office/drawing/2014/main" id="{5D3FA69A-BDD5-49EB-BCAC-7A1DB4283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9069" y="174172"/>
            <a:ext cx="114011" cy="114009"/>
          </a:xfrm>
          <a:custGeom xmlns:a="http://schemas.openxmlformats.org/drawingml/2006/main">
            <a:pathLst>
              <a:path w="114011" h="114009">
                <a:moveTo>
                  <a:pt x="0" y="0"/>
                </a:moveTo>
                <a:lnTo>
                  <a:pt x="114011" y="0"/>
                </a:lnTo>
                <a:lnTo>
                  <a:pt x="114011" y="114009"/>
                </a:lnTo>
                <a:lnTo>
                  <a:pt x="0" y="114009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9" name="path-97">
            <a:extLst xmlns:a="http://schemas.openxmlformats.org/drawingml/2006/main">
              <a:ext uri="{FF2B5EF4-FFF2-40B4-BE49-F238E27FC236}">
                <a16:creationId xmlns:a16="http://schemas.microsoft.com/office/drawing/2014/main" id="{2CFA1B14-5F52-458D-82A1-1A4D6BFBD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9066" y="174229"/>
            <a:ext cx="114036" cy="113951"/>
          </a:xfrm>
          <a:custGeom xmlns:a="http://schemas.openxmlformats.org/drawingml/2006/main">
            <a:pathLst>
              <a:path w="114036" h="113951">
                <a:moveTo>
                  <a:pt x="0" y="0"/>
                </a:moveTo>
                <a:lnTo>
                  <a:pt x="0" y="113951"/>
                </a:lnTo>
                <a:lnTo>
                  <a:pt x="114036" y="113951"/>
                </a:lnTo>
                <a:lnTo>
                  <a:pt x="114036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009">
            <a:solidFill>
              <a:srgbClr val="000000"/>
            </a:solidFill>
            <a:prstDash val="solid"/>
          </a:ln>
        </p:spPr>
      </p:sp>
      <p:sp>
        <p:nvSpPr>
          <p:cNvPr id="100" name="path-98">
            <a:extLst xmlns:a="http://schemas.openxmlformats.org/drawingml/2006/main">
              <a:ext uri="{FF2B5EF4-FFF2-40B4-BE49-F238E27FC236}">
                <a16:creationId xmlns:a16="http://schemas.microsoft.com/office/drawing/2014/main" id="{2221B221-A42F-4988-983C-94A6A0C3F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9069" y="288205"/>
            <a:ext cx="114011" cy="114010"/>
          </a:xfrm>
          <a:custGeom xmlns:a="http://schemas.openxmlformats.org/drawingml/2006/main">
            <a:pathLst>
              <a:path w="114011" h="114010">
                <a:moveTo>
                  <a:pt x="0" y="0"/>
                </a:moveTo>
                <a:lnTo>
                  <a:pt x="114011" y="0"/>
                </a:lnTo>
                <a:lnTo>
                  <a:pt x="114011" y="114010"/>
                </a:lnTo>
                <a:lnTo>
                  <a:pt x="0" y="114010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1" name="path-99">
            <a:extLst xmlns:a="http://schemas.openxmlformats.org/drawingml/2006/main">
              <a:ext uri="{FF2B5EF4-FFF2-40B4-BE49-F238E27FC236}">
                <a16:creationId xmlns:a16="http://schemas.microsoft.com/office/drawing/2014/main" id="{4B208954-13BD-4F25-B3AA-23E75A831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9066" y="288180"/>
            <a:ext cx="114036" cy="114031"/>
          </a:xfrm>
          <a:custGeom xmlns:a="http://schemas.openxmlformats.org/drawingml/2006/main">
            <a:pathLst>
              <a:path w="114036" h="114031">
                <a:moveTo>
                  <a:pt x="0" y="0"/>
                </a:moveTo>
                <a:lnTo>
                  <a:pt x="0" y="114031"/>
                </a:lnTo>
                <a:lnTo>
                  <a:pt x="114036" y="114031"/>
                </a:lnTo>
                <a:lnTo>
                  <a:pt x="114036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009">
            <a:solidFill>
              <a:srgbClr val="000000"/>
            </a:solidFill>
            <a:prstDash val="solid"/>
          </a:ln>
        </p:spPr>
      </p:sp>
      <p:sp>
        <p:nvSpPr>
          <p:cNvPr id="102" name="path-100">
            <a:extLst xmlns:a="http://schemas.openxmlformats.org/drawingml/2006/main">
              <a:ext uri="{FF2B5EF4-FFF2-40B4-BE49-F238E27FC236}">
                <a16:creationId xmlns:a16="http://schemas.microsoft.com/office/drawing/2014/main" id="{0CD64475-4820-442B-881A-D155E479A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9069" y="402237"/>
            <a:ext cx="114011" cy="114010"/>
          </a:xfrm>
          <a:custGeom xmlns:a="http://schemas.openxmlformats.org/drawingml/2006/main">
            <a:pathLst>
              <a:path w="114011" h="114010">
                <a:moveTo>
                  <a:pt x="0" y="0"/>
                </a:moveTo>
                <a:lnTo>
                  <a:pt x="114011" y="0"/>
                </a:lnTo>
                <a:lnTo>
                  <a:pt x="114011" y="114010"/>
                </a:lnTo>
                <a:lnTo>
                  <a:pt x="0" y="114010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3" name="path-101">
            <a:extLst xmlns:a="http://schemas.openxmlformats.org/drawingml/2006/main">
              <a:ext uri="{FF2B5EF4-FFF2-40B4-BE49-F238E27FC236}">
                <a16:creationId xmlns:a16="http://schemas.microsoft.com/office/drawing/2014/main" id="{B7BE8860-C7AC-4C38-B2A3-7164E9E5B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9066" y="402211"/>
            <a:ext cx="114036" cy="114036"/>
          </a:xfrm>
          <a:custGeom xmlns:a="http://schemas.openxmlformats.org/drawingml/2006/main">
            <a:pathLst>
              <a:path w="114036" h="114036">
                <a:moveTo>
                  <a:pt x="0" y="0"/>
                </a:moveTo>
                <a:lnTo>
                  <a:pt x="0" y="114036"/>
                </a:lnTo>
                <a:lnTo>
                  <a:pt x="114036" y="114036"/>
                </a:lnTo>
                <a:lnTo>
                  <a:pt x="114036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009">
            <a:solidFill>
              <a:srgbClr val="000000"/>
            </a:solidFill>
            <a:prstDash val="solid"/>
          </a:ln>
        </p:spPr>
      </p:sp>
      <p:sp>
        <p:nvSpPr>
          <p:cNvPr id="104" name="path-102">
            <a:extLst xmlns:a="http://schemas.openxmlformats.org/drawingml/2006/main">
              <a:ext uri="{FF2B5EF4-FFF2-40B4-BE49-F238E27FC236}">
                <a16:creationId xmlns:a16="http://schemas.microsoft.com/office/drawing/2014/main" id="{2177066C-E531-467A-9AD6-5A412A286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9069" y="516188"/>
            <a:ext cx="114011" cy="114010"/>
          </a:xfrm>
          <a:custGeom xmlns:a="http://schemas.openxmlformats.org/drawingml/2006/main">
            <a:pathLst>
              <a:path w="114011" h="114010">
                <a:moveTo>
                  <a:pt x="0" y="0"/>
                </a:moveTo>
                <a:lnTo>
                  <a:pt x="114011" y="0"/>
                </a:lnTo>
                <a:lnTo>
                  <a:pt x="114011" y="114010"/>
                </a:lnTo>
                <a:lnTo>
                  <a:pt x="0" y="114010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5" name="path-103">
            <a:extLst xmlns:a="http://schemas.openxmlformats.org/drawingml/2006/main">
              <a:ext uri="{FF2B5EF4-FFF2-40B4-BE49-F238E27FC236}">
                <a16:creationId xmlns:a16="http://schemas.microsoft.com/office/drawing/2014/main" id="{82388DA0-1426-43AC-B3E7-618EB774B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9066" y="516248"/>
            <a:ext cx="114036" cy="113951"/>
          </a:xfrm>
          <a:custGeom xmlns:a="http://schemas.openxmlformats.org/drawingml/2006/main">
            <a:pathLst>
              <a:path w="114036" h="113951">
                <a:moveTo>
                  <a:pt x="0" y="0"/>
                </a:moveTo>
                <a:lnTo>
                  <a:pt x="0" y="113951"/>
                </a:lnTo>
                <a:lnTo>
                  <a:pt x="114036" y="113951"/>
                </a:lnTo>
                <a:lnTo>
                  <a:pt x="114036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009">
            <a:solidFill>
              <a:srgbClr val="000000"/>
            </a:solidFill>
            <a:prstDash val="solid"/>
          </a:ln>
        </p:spPr>
      </p:sp>
      <p:sp>
        <p:nvSpPr>
          <p:cNvPr id="106" name="path-104">
            <a:extLst xmlns:a="http://schemas.openxmlformats.org/drawingml/2006/main">
              <a:ext uri="{FF2B5EF4-FFF2-40B4-BE49-F238E27FC236}">
                <a16:creationId xmlns:a16="http://schemas.microsoft.com/office/drawing/2014/main" id="{712C68A2-F50E-4436-ACF6-AF8042D95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3025" y="630223"/>
            <a:ext cx="114011" cy="114009"/>
          </a:xfrm>
          <a:custGeom xmlns:a="http://schemas.openxmlformats.org/drawingml/2006/main">
            <a:pathLst>
              <a:path w="114011" h="114009">
                <a:moveTo>
                  <a:pt x="0" y="0"/>
                </a:moveTo>
                <a:lnTo>
                  <a:pt x="114011" y="0"/>
                </a:lnTo>
                <a:lnTo>
                  <a:pt x="114011" y="114009"/>
                </a:lnTo>
                <a:lnTo>
                  <a:pt x="0" y="114009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7" name="path-105">
            <a:extLst xmlns:a="http://schemas.openxmlformats.org/drawingml/2006/main">
              <a:ext uri="{FF2B5EF4-FFF2-40B4-BE49-F238E27FC236}">
                <a16:creationId xmlns:a16="http://schemas.microsoft.com/office/drawing/2014/main" id="{174194F5-DC3D-4EBC-993D-4528A772A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3016" y="630199"/>
            <a:ext cx="114031" cy="114036"/>
          </a:xfrm>
          <a:custGeom xmlns:a="http://schemas.openxmlformats.org/drawingml/2006/main">
            <a:pathLst>
              <a:path w="114031" h="114036">
                <a:moveTo>
                  <a:pt x="0" y="0"/>
                </a:moveTo>
                <a:lnTo>
                  <a:pt x="0" y="114036"/>
                </a:lnTo>
                <a:lnTo>
                  <a:pt x="114031" y="114036"/>
                </a:lnTo>
                <a:lnTo>
                  <a:pt x="114031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009">
            <a:solidFill>
              <a:srgbClr val="000000"/>
            </a:solidFill>
            <a:prstDash val="solid"/>
          </a:ln>
        </p:spPr>
      </p:sp>
      <p:sp>
        <p:nvSpPr>
          <p:cNvPr id="108" name="path-106">
            <a:extLst xmlns:a="http://schemas.openxmlformats.org/drawingml/2006/main">
              <a:ext uri="{FF2B5EF4-FFF2-40B4-BE49-F238E27FC236}">
                <a16:creationId xmlns:a16="http://schemas.microsoft.com/office/drawing/2014/main" id="{FCBEFC65-8927-4ABA-A812-F9AC9FB32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7035" y="630223"/>
            <a:ext cx="114010" cy="114009"/>
          </a:xfrm>
          <a:custGeom xmlns:a="http://schemas.openxmlformats.org/drawingml/2006/main">
            <a:pathLst>
              <a:path w="114010" h="114009">
                <a:moveTo>
                  <a:pt x="0" y="0"/>
                </a:moveTo>
                <a:lnTo>
                  <a:pt x="114010" y="0"/>
                </a:lnTo>
                <a:lnTo>
                  <a:pt x="114010" y="114009"/>
                </a:lnTo>
                <a:lnTo>
                  <a:pt x="0" y="114009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9" name="path-107">
            <a:extLst xmlns:a="http://schemas.openxmlformats.org/drawingml/2006/main">
              <a:ext uri="{FF2B5EF4-FFF2-40B4-BE49-F238E27FC236}">
                <a16:creationId xmlns:a16="http://schemas.microsoft.com/office/drawing/2014/main" id="{75F7587F-ACA5-4554-82AD-91960E904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7047" y="630199"/>
            <a:ext cx="114036" cy="114036"/>
          </a:xfrm>
          <a:custGeom xmlns:a="http://schemas.openxmlformats.org/drawingml/2006/main">
            <a:pathLst>
              <a:path w="114036" h="114036">
                <a:moveTo>
                  <a:pt x="0" y="0"/>
                </a:moveTo>
                <a:lnTo>
                  <a:pt x="0" y="114036"/>
                </a:lnTo>
                <a:lnTo>
                  <a:pt x="114036" y="114036"/>
                </a:lnTo>
                <a:lnTo>
                  <a:pt x="114036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009">
            <a:solidFill>
              <a:srgbClr val="000000"/>
            </a:solidFill>
            <a:prstDash val="solid"/>
          </a:ln>
        </p:spPr>
      </p:sp>
      <p:sp>
        <p:nvSpPr>
          <p:cNvPr id="110" name="path-108">
            <a:extLst xmlns:a="http://schemas.openxmlformats.org/drawingml/2006/main">
              <a:ext uri="{FF2B5EF4-FFF2-40B4-BE49-F238E27FC236}">
                <a16:creationId xmlns:a16="http://schemas.microsoft.com/office/drawing/2014/main" id="{904735D9-A232-41A2-BD00-CF012A049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1043" y="630223"/>
            <a:ext cx="114011" cy="114009"/>
          </a:xfrm>
          <a:custGeom xmlns:a="http://schemas.openxmlformats.org/drawingml/2006/main">
            <a:pathLst>
              <a:path w="114011" h="114009">
                <a:moveTo>
                  <a:pt x="0" y="0"/>
                </a:moveTo>
                <a:lnTo>
                  <a:pt x="114011" y="0"/>
                </a:lnTo>
                <a:lnTo>
                  <a:pt x="114011" y="114009"/>
                </a:lnTo>
                <a:lnTo>
                  <a:pt x="0" y="114009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1" name="path-109">
            <a:extLst xmlns:a="http://schemas.openxmlformats.org/drawingml/2006/main">
              <a:ext uri="{FF2B5EF4-FFF2-40B4-BE49-F238E27FC236}">
                <a16:creationId xmlns:a16="http://schemas.microsoft.com/office/drawing/2014/main" id="{52F2BA0D-C1CD-4F44-9B49-E6BBD8CAB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1083" y="630199"/>
            <a:ext cx="113951" cy="114036"/>
          </a:xfrm>
          <a:custGeom xmlns:a="http://schemas.openxmlformats.org/drawingml/2006/main">
            <a:pathLst>
              <a:path w="113951" h="114036">
                <a:moveTo>
                  <a:pt x="0" y="0"/>
                </a:moveTo>
                <a:lnTo>
                  <a:pt x="0" y="114036"/>
                </a:lnTo>
                <a:lnTo>
                  <a:pt x="113951" y="114036"/>
                </a:lnTo>
                <a:lnTo>
                  <a:pt x="113951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009">
            <a:solidFill>
              <a:srgbClr val="000000"/>
            </a:solidFill>
            <a:prstDash val="solid"/>
          </a:ln>
        </p:spPr>
      </p:sp>
      <p:sp>
        <p:nvSpPr>
          <p:cNvPr id="112" name="path-110">
            <a:extLst xmlns:a="http://schemas.openxmlformats.org/drawingml/2006/main">
              <a:ext uri="{FF2B5EF4-FFF2-40B4-BE49-F238E27FC236}">
                <a16:creationId xmlns:a16="http://schemas.microsoft.com/office/drawing/2014/main" id="{1F593E5B-6AFE-485F-9A05-02905599F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5052" y="630223"/>
            <a:ext cx="114011" cy="114009"/>
          </a:xfrm>
          <a:custGeom xmlns:a="http://schemas.openxmlformats.org/drawingml/2006/main">
            <a:pathLst>
              <a:path w="114011" h="114009">
                <a:moveTo>
                  <a:pt x="0" y="0"/>
                </a:moveTo>
                <a:lnTo>
                  <a:pt x="114011" y="0"/>
                </a:lnTo>
                <a:lnTo>
                  <a:pt x="114011" y="114009"/>
                </a:lnTo>
                <a:lnTo>
                  <a:pt x="0" y="114009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3" name="path-111">
            <a:extLst xmlns:a="http://schemas.openxmlformats.org/drawingml/2006/main">
              <a:ext uri="{FF2B5EF4-FFF2-40B4-BE49-F238E27FC236}">
                <a16:creationId xmlns:a16="http://schemas.microsoft.com/office/drawing/2014/main" id="{E767DF4E-D647-4F0C-A5EB-2F0A0E779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5035" y="630199"/>
            <a:ext cx="114031" cy="114036"/>
          </a:xfrm>
          <a:custGeom xmlns:a="http://schemas.openxmlformats.org/drawingml/2006/main">
            <a:pathLst>
              <a:path w="114031" h="114036">
                <a:moveTo>
                  <a:pt x="0" y="0"/>
                </a:moveTo>
                <a:lnTo>
                  <a:pt x="0" y="114036"/>
                </a:lnTo>
                <a:lnTo>
                  <a:pt x="114031" y="114036"/>
                </a:lnTo>
                <a:lnTo>
                  <a:pt x="114031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009">
            <a:solidFill>
              <a:srgbClr val="000000"/>
            </a:solidFill>
            <a:prstDash val="solid"/>
          </a:ln>
        </p:spPr>
      </p:sp>
      <p:sp>
        <p:nvSpPr>
          <p:cNvPr id="114" name="path-112">
            <a:extLst xmlns:a="http://schemas.openxmlformats.org/drawingml/2006/main">
              <a:ext uri="{FF2B5EF4-FFF2-40B4-BE49-F238E27FC236}">
                <a16:creationId xmlns:a16="http://schemas.microsoft.com/office/drawing/2014/main" id="{F1A14B18-A374-4AA9-B870-CE17166CC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9069" y="630223"/>
            <a:ext cx="114011" cy="114009"/>
          </a:xfrm>
          <a:custGeom xmlns:a="http://schemas.openxmlformats.org/drawingml/2006/main">
            <a:pathLst>
              <a:path w="114011" h="114009">
                <a:moveTo>
                  <a:pt x="0" y="0"/>
                </a:moveTo>
                <a:lnTo>
                  <a:pt x="114011" y="0"/>
                </a:lnTo>
                <a:lnTo>
                  <a:pt x="114011" y="114009"/>
                </a:lnTo>
                <a:lnTo>
                  <a:pt x="0" y="114009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5" name="path-113">
            <a:extLst xmlns:a="http://schemas.openxmlformats.org/drawingml/2006/main">
              <a:ext uri="{FF2B5EF4-FFF2-40B4-BE49-F238E27FC236}">
                <a16:creationId xmlns:a16="http://schemas.microsoft.com/office/drawing/2014/main" id="{7E39497C-4B0E-4276-BA18-15E3B9359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9066" y="630199"/>
            <a:ext cx="114036" cy="114036"/>
          </a:xfrm>
          <a:custGeom xmlns:a="http://schemas.openxmlformats.org/drawingml/2006/main">
            <a:pathLst>
              <a:path w="114036" h="114036">
                <a:moveTo>
                  <a:pt x="0" y="0"/>
                </a:moveTo>
                <a:lnTo>
                  <a:pt x="0" y="114036"/>
                </a:lnTo>
                <a:lnTo>
                  <a:pt x="114036" y="114036"/>
                </a:lnTo>
                <a:lnTo>
                  <a:pt x="114036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009">
            <a:solidFill>
              <a:srgbClr val="000000"/>
            </a:solidFill>
            <a:prstDash val="solid"/>
          </a:ln>
        </p:spPr>
      </p:sp>
      <p:sp>
        <p:nvSpPr>
          <p:cNvPr id="116" name="path-114">
            <a:extLst xmlns:a="http://schemas.openxmlformats.org/drawingml/2006/main">
              <a:ext uri="{FF2B5EF4-FFF2-40B4-BE49-F238E27FC236}">
                <a16:creationId xmlns:a16="http://schemas.microsoft.com/office/drawing/2014/main" id="{FECA78D8-E91C-4674-93F1-603FC7758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3016" y="174229"/>
            <a:ext cx="570086" cy="570006"/>
          </a:xfrm>
          <a:custGeom xmlns:a="http://schemas.openxmlformats.org/drawingml/2006/main">
            <a:pathLst>
              <a:path w="570086" h="570006">
                <a:moveTo>
                  <a:pt x="0" y="0"/>
                </a:moveTo>
                <a:lnTo>
                  <a:pt x="0" y="570006"/>
                </a:lnTo>
                <a:lnTo>
                  <a:pt x="570086" y="570006"/>
                </a:lnTo>
                <a:lnTo>
                  <a:pt x="570086" y="0"/>
                </a:lnTo>
                <a:lnTo>
                  <a:pt x="570061" y="0"/>
                </a:lnTo>
              </a:path>
            </a:pathLst>
          </a:custGeom>
          <a:noFill xmlns:a="http://schemas.openxmlformats.org/drawingml/2006/main"/>
          <a:ln xmlns:a="http://schemas.openxmlformats.org/drawingml/2006/main" w="24736">
            <a:solidFill>
              <a:srgbClr val="000000"/>
            </a:solidFill>
            <a:prstDash val="solid"/>
          </a:ln>
        </p:spPr>
      </p:sp>
      <p:sp>
        <p:nvSpPr>
          <p:cNvPr id="117" name="path-115">
            <a:extLst xmlns:a="http://schemas.openxmlformats.org/drawingml/2006/main">
              <a:ext uri="{FF2B5EF4-FFF2-40B4-BE49-F238E27FC236}">
                <a16:creationId xmlns:a16="http://schemas.microsoft.com/office/drawing/2014/main" id="{2E71C663-45C7-4714-A543-79343DBB9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3016" y="174229"/>
            <a:ext cx="191" cy="191"/>
          </a:xfrm>
          <a:custGeom xmlns:a="http://schemas.openxmlformats.org/drawingml/2006/main">
            <a:pathLst>
              <a:path w="191" h="191">
                <a:moveTo>
                  <a:pt x="9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4736">
            <a:solidFill>
              <a:srgbClr val="000000"/>
            </a:solidFill>
            <a:prstDash val="solid"/>
          </a:ln>
        </p:spPr>
      </p:sp>
      <p:sp>
        <p:nvSpPr>
          <p:cNvPr id="118" name="path-116">
            <a:extLst xmlns:a="http://schemas.openxmlformats.org/drawingml/2006/main">
              <a:ext uri="{FF2B5EF4-FFF2-40B4-BE49-F238E27FC236}">
                <a16:creationId xmlns:a16="http://schemas.microsoft.com/office/drawing/2014/main" id="{1131E30E-8662-4182-819E-128D40E6F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8420" y="236836"/>
            <a:ext cx="114011" cy="114010"/>
          </a:xfrm>
          <a:custGeom xmlns:a="http://schemas.openxmlformats.org/drawingml/2006/main">
            <a:pathLst>
              <a:path w="114011" h="114010">
                <a:moveTo>
                  <a:pt x="0" y="0"/>
                </a:moveTo>
                <a:lnTo>
                  <a:pt x="114011" y="0"/>
                </a:lnTo>
                <a:lnTo>
                  <a:pt x="114011" y="114010"/>
                </a:lnTo>
                <a:lnTo>
                  <a:pt x="0" y="114010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9" name="path-117">
            <a:extLst xmlns:a="http://schemas.openxmlformats.org/drawingml/2006/main">
              <a:ext uri="{FF2B5EF4-FFF2-40B4-BE49-F238E27FC236}">
                <a16:creationId xmlns:a16="http://schemas.microsoft.com/office/drawing/2014/main" id="{38C0D0CB-4015-42C9-A087-1D83AE15D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8402" y="236895"/>
            <a:ext cx="114031" cy="113946"/>
          </a:xfrm>
          <a:custGeom xmlns:a="http://schemas.openxmlformats.org/drawingml/2006/main">
            <a:pathLst>
              <a:path w="114031" h="113946">
                <a:moveTo>
                  <a:pt x="0" y="0"/>
                </a:moveTo>
                <a:lnTo>
                  <a:pt x="0" y="113946"/>
                </a:lnTo>
                <a:lnTo>
                  <a:pt x="114031" y="113946"/>
                </a:lnTo>
                <a:lnTo>
                  <a:pt x="114031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009">
            <a:solidFill>
              <a:srgbClr val="000000"/>
            </a:solidFill>
            <a:prstDash val="solid"/>
          </a:ln>
        </p:spPr>
      </p:sp>
      <p:sp>
        <p:nvSpPr>
          <p:cNvPr id="120" name="path-118">
            <a:extLst xmlns:a="http://schemas.openxmlformats.org/drawingml/2006/main">
              <a:ext uri="{FF2B5EF4-FFF2-40B4-BE49-F238E27FC236}">
                <a16:creationId xmlns:a16="http://schemas.microsoft.com/office/drawing/2014/main" id="{4F5F3980-524F-4636-AFFF-B36EF8023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2428" y="236836"/>
            <a:ext cx="114011" cy="114010"/>
          </a:xfrm>
          <a:custGeom xmlns:a="http://schemas.openxmlformats.org/drawingml/2006/main">
            <a:pathLst>
              <a:path w="114011" h="114010">
                <a:moveTo>
                  <a:pt x="0" y="0"/>
                </a:moveTo>
                <a:lnTo>
                  <a:pt x="114011" y="0"/>
                </a:lnTo>
                <a:lnTo>
                  <a:pt x="114011" y="114010"/>
                </a:lnTo>
                <a:lnTo>
                  <a:pt x="0" y="114010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1" name="path-119">
            <a:extLst xmlns:a="http://schemas.openxmlformats.org/drawingml/2006/main">
              <a:ext uri="{FF2B5EF4-FFF2-40B4-BE49-F238E27FC236}">
                <a16:creationId xmlns:a16="http://schemas.microsoft.com/office/drawing/2014/main" id="{FC437C79-F244-44F9-81CE-6FEA08F92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2433" y="236895"/>
            <a:ext cx="114036" cy="113946"/>
          </a:xfrm>
          <a:custGeom xmlns:a="http://schemas.openxmlformats.org/drawingml/2006/main">
            <a:pathLst>
              <a:path w="114036" h="113946">
                <a:moveTo>
                  <a:pt x="0" y="0"/>
                </a:moveTo>
                <a:lnTo>
                  <a:pt x="0" y="113946"/>
                </a:lnTo>
                <a:lnTo>
                  <a:pt x="114036" y="113946"/>
                </a:lnTo>
                <a:lnTo>
                  <a:pt x="114036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009">
            <a:solidFill>
              <a:srgbClr val="000000"/>
            </a:solidFill>
            <a:prstDash val="solid"/>
          </a:ln>
        </p:spPr>
      </p:sp>
      <p:sp>
        <p:nvSpPr>
          <p:cNvPr id="122" name="path-120">
            <a:extLst xmlns:a="http://schemas.openxmlformats.org/drawingml/2006/main">
              <a:ext uri="{FF2B5EF4-FFF2-40B4-BE49-F238E27FC236}">
                <a16:creationId xmlns:a16="http://schemas.microsoft.com/office/drawing/2014/main" id="{41A7EDED-73B7-4E6A-8599-472CB630B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6437" y="236836"/>
            <a:ext cx="114011" cy="114010"/>
          </a:xfrm>
          <a:custGeom xmlns:a="http://schemas.openxmlformats.org/drawingml/2006/main">
            <a:pathLst>
              <a:path w="114011" h="114010">
                <a:moveTo>
                  <a:pt x="0" y="0"/>
                </a:moveTo>
                <a:lnTo>
                  <a:pt x="114011" y="0"/>
                </a:lnTo>
                <a:lnTo>
                  <a:pt x="114011" y="114010"/>
                </a:lnTo>
                <a:lnTo>
                  <a:pt x="0" y="114010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3" name="path-121">
            <a:extLst xmlns:a="http://schemas.openxmlformats.org/drawingml/2006/main">
              <a:ext uri="{FF2B5EF4-FFF2-40B4-BE49-F238E27FC236}">
                <a16:creationId xmlns:a16="http://schemas.microsoft.com/office/drawing/2014/main" id="{6EEEB2A1-00FB-4930-ACB9-3920D1B33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6469" y="236895"/>
            <a:ext cx="113951" cy="113946"/>
          </a:xfrm>
          <a:custGeom xmlns:a="http://schemas.openxmlformats.org/drawingml/2006/main">
            <a:pathLst>
              <a:path w="113951" h="113946">
                <a:moveTo>
                  <a:pt x="0" y="0"/>
                </a:moveTo>
                <a:lnTo>
                  <a:pt x="0" y="113946"/>
                </a:lnTo>
                <a:lnTo>
                  <a:pt x="113951" y="113946"/>
                </a:lnTo>
                <a:lnTo>
                  <a:pt x="113951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009">
            <a:solidFill>
              <a:srgbClr val="000000"/>
            </a:solidFill>
            <a:prstDash val="solid"/>
          </a:ln>
        </p:spPr>
      </p:sp>
      <p:sp>
        <p:nvSpPr>
          <p:cNvPr id="124" name="path-122">
            <a:extLst xmlns:a="http://schemas.openxmlformats.org/drawingml/2006/main">
              <a:ext uri="{FF2B5EF4-FFF2-40B4-BE49-F238E27FC236}">
                <a16:creationId xmlns:a16="http://schemas.microsoft.com/office/drawing/2014/main" id="{37620054-FDFA-428A-9A9D-1EE56845A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8420" y="350869"/>
            <a:ext cx="114011" cy="114010"/>
          </a:xfrm>
          <a:custGeom xmlns:a="http://schemas.openxmlformats.org/drawingml/2006/main">
            <a:pathLst>
              <a:path w="114011" h="114010">
                <a:moveTo>
                  <a:pt x="0" y="0"/>
                </a:moveTo>
                <a:lnTo>
                  <a:pt x="114011" y="0"/>
                </a:lnTo>
                <a:lnTo>
                  <a:pt x="114011" y="114010"/>
                </a:lnTo>
                <a:lnTo>
                  <a:pt x="0" y="114010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5" name="path-123">
            <a:extLst xmlns:a="http://schemas.openxmlformats.org/drawingml/2006/main">
              <a:ext uri="{FF2B5EF4-FFF2-40B4-BE49-F238E27FC236}">
                <a16:creationId xmlns:a16="http://schemas.microsoft.com/office/drawing/2014/main" id="{2D04A271-FC6F-4E0E-A889-529C36810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8402" y="350841"/>
            <a:ext cx="114031" cy="114036"/>
          </a:xfrm>
          <a:custGeom xmlns:a="http://schemas.openxmlformats.org/drawingml/2006/main">
            <a:pathLst>
              <a:path w="114031" h="114036">
                <a:moveTo>
                  <a:pt x="0" y="0"/>
                </a:moveTo>
                <a:lnTo>
                  <a:pt x="0" y="114036"/>
                </a:lnTo>
                <a:lnTo>
                  <a:pt x="114031" y="114036"/>
                </a:lnTo>
                <a:lnTo>
                  <a:pt x="114031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009">
            <a:solidFill>
              <a:srgbClr val="000000"/>
            </a:solidFill>
            <a:prstDash val="solid"/>
          </a:ln>
        </p:spPr>
      </p:sp>
      <p:sp>
        <p:nvSpPr>
          <p:cNvPr id="126" name="path-124">
            <a:extLst xmlns:a="http://schemas.openxmlformats.org/drawingml/2006/main">
              <a:ext uri="{FF2B5EF4-FFF2-40B4-BE49-F238E27FC236}">
                <a16:creationId xmlns:a16="http://schemas.microsoft.com/office/drawing/2014/main" id="{A208E931-0BFB-4EF0-9DB3-292BFF688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2428" y="350869"/>
            <a:ext cx="114011" cy="114010"/>
          </a:xfrm>
          <a:custGeom xmlns:a="http://schemas.openxmlformats.org/drawingml/2006/main">
            <a:pathLst>
              <a:path w="114011" h="114010">
                <a:moveTo>
                  <a:pt x="0" y="0"/>
                </a:moveTo>
                <a:lnTo>
                  <a:pt x="114011" y="0"/>
                </a:lnTo>
                <a:lnTo>
                  <a:pt x="114011" y="114010"/>
                </a:lnTo>
                <a:lnTo>
                  <a:pt x="0" y="114010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7" name="path-125">
            <a:extLst xmlns:a="http://schemas.openxmlformats.org/drawingml/2006/main">
              <a:ext uri="{FF2B5EF4-FFF2-40B4-BE49-F238E27FC236}">
                <a16:creationId xmlns:a16="http://schemas.microsoft.com/office/drawing/2014/main" id="{8658B43A-F2EB-41B6-AD35-2A90351B2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2433" y="350841"/>
            <a:ext cx="114036" cy="114036"/>
          </a:xfrm>
          <a:custGeom xmlns:a="http://schemas.openxmlformats.org/drawingml/2006/main">
            <a:pathLst>
              <a:path w="114036" h="114036">
                <a:moveTo>
                  <a:pt x="0" y="0"/>
                </a:moveTo>
                <a:lnTo>
                  <a:pt x="0" y="114036"/>
                </a:lnTo>
                <a:lnTo>
                  <a:pt x="114036" y="114036"/>
                </a:lnTo>
                <a:lnTo>
                  <a:pt x="114036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009">
            <a:solidFill>
              <a:srgbClr val="000000"/>
            </a:solidFill>
            <a:prstDash val="solid"/>
          </a:ln>
        </p:spPr>
      </p:sp>
      <p:sp>
        <p:nvSpPr>
          <p:cNvPr id="128" name="path-126">
            <a:extLst xmlns:a="http://schemas.openxmlformats.org/drawingml/2006/main">
              <a:ext uri="{FF2B5EF4-FFF2-40B4-BE49-F238E27FC236}">
                <a16:creationId xmlns:a16="http://schemas.microsoft.com/office/drawing/2014/main" id="{979C3AF6-9274-4747-897B-04EB2826B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6437" y="350869"/>
            <a:ext cx="114011" cy="114010"/>
          </a:xfrm>
          <a:custGeom xmlns:a="http://schemas.openxmlformats.org/drawingml/2006/main">
            <a:pathLst>
              <a:path w="114011" h="114010">
                <a:moveTo>
                  <a:pt x="0" y="0"/>
                </a:moveTo>
                <a:lnTo>
                  <a:pt x="114011" y="0"/>
                </a:lnTo>
                <a:lnTo>
                  <a:pt x="114011" y="114010"/>
                </a:lnTo>
                <a:lnTo>
                  <a:pt x="0" y="114010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9" name="path-127">
            <a:extLst xmlns:a="http://schemas.openxmlformats.org/drawingml/2006/main">
              <a:ext uri="{FF2B5EF4-FFF2-40B4-BE49-F238E27FC236}">
                <a16:creationId xmlns:a16="http://schemas.microsoft.com/office/drawing/2014/main" id="{D8830EC2-946D-4451-9489-43108028B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6469" y="350841"/>
            <a:ext cx="113951" cy="114036"/>
          </a:xfrm>
          <a:custGeom xmlns:a="http://schemas.openxmlformats.org/drawingml/2006/main">
            <a:pathLst>
              <a:path w="113951" h="114036">
                <a:moveTo>
                  <a:pt x="0" y="0"/>
                </a:moveTo>
                <a:lnTo>
                  <a:pt x="0" y="114036"/>
                </a:lnTo>
                <a:lnTo>
                  <a:pt x="113951" y="114036"/>
                </a:lnTo>
                <a:lnTo>
                  <a:pt x="113951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009">
            <a:solidFill>
              <a:srgbClr val="000000"/>
            </a:solidFill>
            <a:prstDash val="solid"/>
          </a:ln>
        </p:spPr>
      </p:sp>
      <p:sp>
        <p:nvSpPr>
          <p:cNvPr id="130" name="path-128">
            <a:extLst xmlns:a="http://schemas.openxmlformats.org/drawingml/2006/main">
              <a:ext uri="{FF2B5EF4-FFF2-40B4-BE49-F238E27FC236}">
                <a16:creationId xmlns:a16="http://schemas.microsoft.com/office/drawing/2014/main" id="{1B4588D3-183F-47CF-9CA4-283B5227B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8420" y="464903"/>
            <a:ext cx="114011" cy="114009"/>
          </a:xfrm>
          <a:custGeom xmlns:a="http://schemas.openxmlformats.org/drawingml/2006/main">
            <a:pathLst>
              <a:path w="114011" h="114009">
                <a:moveTo>
                  <a:pt x="0" y="0"/>
                </a:moveTo>
                <a:lnTo>
                  <a:pt x="114011" y="0"/>
                </a:lnTo>
                <a:lnTo>
                  <a:pt x="114011" y="114009"/>
                </a:lnTo>
                <a:lnTo>
                  <a:pt x="0" y="114009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1" name="path-129">
            <a:extLst xmlns:a="http://schemas.openxmlformats.org/drawingml/2006/main">
              <a:ext uri="{FF2B5EF4-FFF2-40B4-BE49-F238E27FC236}">
                <a16:creationId xmlns:a16="http://schemas.microsoft.com/office/drawing/2014/main" id="{A31BE95C-EB75-4538-8D4C-497383EB8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8402" y="464877"/>
            <a:ext cx="114031" cy="114036"/>
          </a:xfrm>
          <a:custGeom xmlns:a="http://schemas.openxmlformats.org/drawingml/2006/main">
            <a:pathLst>
              <a:path w="114031" h="114036">
                <a:moveTo>
                  <a:pt x="0" y="0"/>
                </a:moveTo>
                <a:lnTo>
                  <a:pt x="0" y="114036"/>
                </a:lnTo>
                <a:lnTo>
                  <a:pt x="114031" y="114036"/>
                </a:lnTo>
                <a:lnTo>
                  <a:pt x="114031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009">
            <a:solidFill>
              <a:srgbClr val="000000"/>
            </a:solidFill>
            <a:prstDash val="solid"/>
          </a:ln>
        </p:spPr>
      </p:sp>
      <p:sp>
        <p:nvSpPr>
          <p:cNvPr id="132" name="path-130">
            <a:extLst xmlns:a="http://schemas.openxmlformats.org/drawingml/2006/main">
              <a:ext uri="{FF2B5EF4-FFF2-40B4-BE49-F238E27FC236}">
                <a16:creationId xmlns:a16="http://schemas.microsoft.com/office/drawing/2014/main" id="{27D83CEE-78C1-4FDD-B18D-B098A6765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2428" y="464903"/>
            <a:ext cx="114011" cy="114009"/>
          </a:xfrm>
          <a:custGeom xmlns:a="http://schemas.openxmlformats.org/drawingml/2006/main">
            <a:pathLst>
              <a:path w="114011" h="114009">
                <a:moveTo>
                  <a:pt x="0" y="0"/>
                </a:moveTo>
                <a:lnTo>
                  <a:pt x="114011" y="0"/>
                </a:lnTo>
                <a:lnTo>
                  <a:pt x="114011" y="114009"/>
                </a:lnTo>
                <a:lnTo>
                  <a:pt x="0" y="114009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3" name="path-131">
            <a:extLst xmlns:a="http://schemas.openxmlformats.org/drawingml/2006/main">
              <a:ext uri="{FF2B5EF4-FFF2-40B4-BE49-F238E27FC236}">
                <a16:creationId xmlns:a16="http://schemas.microsoft.com/office/drawing/2014/main" id="{2ED650F5-4876-45A5-B3D4-15D4D8B74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2433" y="464877"/>
            <a:ext cx="114036" cy="114036"/>
          </a:xfrm>
          <a:custGeom xmlns:a="http://schemas.openxmlformats.org/drawingml/2006/main">
            <a:pathLst>
              <a:path w="114036" h="114036">
                <a:moveTo>
                  <a:pt x="0" y="0"/>
                </a:moveTo>
                <a:lnTo>
                  <a:pt x="0" y="114036"/>
                </a:lnTo>
                <a:lnTo>
                  <a:pt x="114036" y="114036"/>
                </a:lnTo>
                <a:lnTo>
                  <a:pt x="114036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009">
            <a:solidFill>
              <a:srgbClr val="000000"/>
            </a:solidFill>
            <a:prstDash val="solid"/>
          </a:ln>
        </p:spPr>
      </p:sp>
      <p:sp>
        <p:nvSpPr>
          <p:cNvPr id="134" name="path-132">
            <a:extLst xmlns:a="http://schemas.openxmlformats.org/drawingml/2006/main">
              <a:ext uri="{FF2B5EF4-FFF2-40B4-BE49-F238E27FC236}">
                <a16:creationId xmlns:a16="http://schemas.microsoft.com/office/drawing/2014/main" id="{4E7C5650-2A47-42A4-9988-59558F90F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6437" y="464903"/>
            <a:ext cx="114011" cy="114009"/>
          </a:xfrm>
          <a:custGeom xmlns:a="http://schemas.openxmlformats.org/drawingml/2006/main">
            <a:pathLst>
              <a:path w="114011" h="114009">
                <a:moveTo>
                  <a:pt x="0" y="0"/>
                </a:moveTo>
                <a:lnTo>
                  <a:pt x="114011" y="0"/>
                </a:lnTo>
                <a:lnTo>
                  <a:pt x="114011" y="114009"/>
                </a:lnTo>
                <a:lnTo>
                  <a:pt x="0" y="114009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5" name="path-133">
            <a:extLst xmlns:a="http://schemas.openxmlformats.org/drawingml/2006/main">
              <a:ext uri="{FF2B5EF4-FFF2-40B4-BE49-F238E27FC236}">
                <a16:creationId xmlns:a16="http://schemas.microsoft.com/office/drawing/2014/main" id="{43FA1A7D-7B58-41C6-8F32-A405D6D81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6469" y="464877"/>
            <a:ext cx="113951" cy="114036"/>
          </a:xfrm>
          <a:custGeom xmlns:a="http://schemas.openxmlformats.org/drawingml/2006/main">
            <a:pathLst>
              <a:path w="113951" h="114036">
                <a:moveTo>
                  <a:pt x="0" y="0"/>
                </a:moveTo>
                <a:lnTo>
                  <a:pt x="0" y="114036"/>
                </a:lnTo>
                <a:lnTo>
                  <a:pt x="113951" y="114036"/>
                </a:lnTo>
                <a:lnTo>
                  <a:pt x="113951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009">
            <a:solidFill>
              <a:srgbClr val="000000"/>
            </a:solidFill>
            <a:prstDash val="solid"/>
          </a:ln>
        </p:spPr>
      </p:sp>
      <p:sp>
        <p:nvSpPr>
          <p:cNvPr id="136" name="path-134">
            <a:extLst xmlns:a="http://schemas.openxmlformats.org/drawingml/2006/main">
              <a:ext uri="{FF2B5EF4-FFF2-40B4-BE49-F238E27FC236}">
                <a16:creationId xmlns:a16="http://schemas.microsoft.com/office/drawing/2014/main" id="{5AF419DD-ED9D-43F4-882E-34E892DEE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0446" y="236836"/>
            <a:ext cx="114011" cy="114010"/>
          </a:xfrm>
          <a:custGeom xmlns:a="http://schemas.openxmlformats.org/drawingml/2006/main">
            <a:pathLst>
              <a:path w="114011" h="114010">
                <a:moveTo>
                  <a:pt x="0" y="0"/>
                </a:moveTo>
                <a:lnTo>
                  <a:pt x="114011" y="0"/>
                </a:lnTo>
                <a:lnTo>
                  <a:pt x="114011" y="114010"/>
                </a:lnTo>
                <a:lnTo>
                  <a:pt x="0" y="114010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7" name="path-135">
            <a:extLst xmlns:a="http://schemas.openxmlformats.org/drawingml/2006/main">
              <a:ext uri="{FF2B5EF4-FFF2-40B4-BE49-F238E27FC236}">
                <a16:creationId xmlns:a16="http://schemas.microsoft.com/office/drawing/2014/main" id="{A10BB19A-1A84-42F7-BD91-C500D1D10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0421" y="236895"/>
            <a:ext cx="114031" cy="113946"/>
          </a:xfrm>
          <a:custGeom xmlns:a="http://schemas.openxmlformats.org/drawingml/2006/main">
            <a:pathLst>
              <a:path w="114031" h="113946">
                <a:moveTo>
                  <a:pt x="0" y="0"/>
                </a:moveTo>
                <a:lnTo>
                  <a:pt x="0" y="113946"/>
                </a:lnTo>
                <a:lnTo>
                  <a:pt x="114031" y="113946"/>
                </a:lnTo>
                <a:lnTo>
                  <a:pt x="114031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009">
            <a:solidFill>
              <a:srgbClr val="000000"/>
            </a:solidFill>
            <a:prstDash val="solid"/>
          </a:ln>
        </p:spPr>
      </p:sp>
      <p:sp>
        <p:nvSpPr>
          <p:cNvPr id="138" name="path-136">
            <a:extLst xmlns:a="http://schemas.openxmlformats.org/drawingml/2006/main">
              <a:ext uri="{FF2B5EF4-FFF2-40B4-BE49-F238E27FC236}">
                <a16:creationId xmlns:a16="http://schemas.microsoft.com/office/drawing/2014/main" id="{33584847-69CA-4FB4-8075-AB46318F8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0446" y="350869"/>
            <a:ext cx="114011" cy="114010"/>
          </a:xfrm>
          <a:custGeom xmlns:a="http://schemas.openxmlformats.org/drawingml/2006/main">
            <a:pathLst>
              <a:path w="114011" h="114010">
                <a:moveTo>
                  <a:pt x="0" y="0"/>
                </a:moveTo>
                <a:lnTo>
                  <a:pt x="114011" y="0"/>
                </a:lnTo>
                <a:lnTo>
                  <a:pt x="114011" y="114010"/>
                </a:lnTo>
                <a:lnTo>
                  <a:pt x="0" y="114010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9" name="path-137">
            <a:extLst xmlns:a="http://schemas.openxmlformats.org/drawingml/2006/main">
              <a:ext uri="{FF2B5EF4-FFF2-40B4-BE49-F238E27FC236}">
                <a16:creationId xmlns:a16="http://schemas.microsoft.com/office/drawing/2014/main" id="{9E9BF497-FA19-4D3D-A437-65157605D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0421" y="350841"/>
            <a:ext cx="114031" cy="114036"/>
          </a:xfrm>
          <a:custGeom xmlns:a="http://schemas.openxmlformats.org/drawingml/2006/main">
            <a:pathLst>
              <a:path w="114031" h="114036">
                <a:moveTo>
                  <a:pt x="0" y="0"/>
                </a:moveTo>
                <a:lnTo>
                  <a:pt x="0" y="114036"/>
                </a:lnTo>
                <a:lnTo>
                  <a:pt x="114031" y="114036"/>
                </a:lnTo>
                <a:lnTo>
                  <a:pt x="114031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009">
            <a:solidFill>
              <a:srgbClr val="000000"/>
            </a:solidFill>
            <a:prstDash val="solid"/>
          </a:ln>
        </p:spPr>
      </p:sp>
      <p:sp>
        <p:nvSpPr>
          <p:cNvPr id="140" name="path-138">
            <a:extLst xmlns:a="http://schemas.openxmlformats.org/drawingml/2006/main">
              <a:ext uri="{FF2B5EF4-FFF2-40B4-BE49-F238E27FC236}">
                <a16:creationId xmlns:a16="http://schemas.microsoft.com/office/drawing/2014/main" id="{4BC2EC72-4022-4E5A-914F-B3F25CADC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0446" y="464903"/>
            <a:ext cx="114011" cy="114009"/>
          </a:xfrm>
          <a:custGeom xmlns:a="http://schemas.openxmlformats.org/drawingml/2006/main">
            <a:pathLst>
              <a:path w="114011" h="114009">
                <a:moveTo>
                  <a:pt x="0" y="0"/>
                </a:moveTo>
                <a:lnTo>
                  <a:pt x="114011" y="0"/>
                </a:lnTo>
                <a:lnTo>
                  <a:pt x="114011" y="114009"/>
                </a:lnTo>
                <a:lnTo>
                  <a:pt x="0" y="114009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1" name="path-139">
            <a:extLst xmlns:a="http://schemas.openxmlformats.org/drawingml/2006/main">
              <a:ext uri="{FF2B5EF4-FFF2-40B4-BE49-F238E27FC236}">
                <a16:creationId xmlns:a16="http://schemas.microsoft.com/office/drawing/2014/main" id="{E9D102AD-626A-48D3-95CC-78575B297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0421" y="464877"/>
            <a:ext cx="114031" cy="114036"/>
          </a:xfrm>
          <a:custGeom xmlns:a="http://schemas.openxmlformats.org/drawingml/2006/main">
            <a:pathLst>
              <a:path w="114031" h="114036">
                <a:moveTo>
                  <a:pt x="0" y="0"/>
                </a:moveTo>
                <a:lnTo>
                  <a:pt x="0" y="114036"/>
                </a:lnTo>
                <a:lnTo>
                  <a:pt x="114031" y="114036"/>
                </a:lnTo>
                <a:lnTo>
                  <a:pt x="114031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009">
            <a:solidFill>
              <a:srgbClr val="000000"/>
            </a:solidFill>
            <a:prstDash val="solid"/>
          </a:ln>
        </p:spPr>
      </p:sp>
      <p:sp>
        <p:nvSpPr>
          <p:cNvPr id="142" name="path-140">
            <a:extLst xmlns:a="http://schemas.openxmlformats.org/drawingml/2006/main">
              <a:ext uri="{FF2B5EF4-FFF2-40B4-BE49-F238E27FC236}">
                <a16:creationId xmlns:a16="http://schemas.microsoft.com/office/drawing/2014/main" id="{A237D31F-B9E0-4F9E-8E7A-805BEC4DA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8420" y="578855"/>
            <a:ext cx="114011" cy="114009"/>
          </a:xfrm>
          <a:custGeom xmlns:a="http://schemas.openxmlformats.org/drawingml/2006/main">
            <a:pathLst>
              <a:path w="114011" h="114009">
                <a:moveTo>
                  <a:pt x="0" y="0"/>
                </a:moveTo>
                <a:lnTo>
                  <a:pt x="114011" y="0"/>
                </a:lnTo>
                <a:lnTo>
                  <a:pt x="114011" y="114009"/>
                </a:lnTo>
                <a:lnTo>
                  <a:pt x="0" y="114009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3" name="path-141">
            <a:extLst xmlns:a="http://schemas.openxmlformats.org/drawingml/2006/main">
              <a:ext uri="{FF2B5EF4-FFF2-40B4-BE49-F238E27FC236}">
                <a16:creationId xmlns:a16="http://schemas.microsoft.com/office/drawing/2014/main" id="{BC276DD4-4578-4B67-9E9B-BC68DD6AB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8402" y="578914"/>
            <a:ext cx="114031" cy="113946"/>
          </a:xfrm>
          <a:custGeom xmlns:a="http://schemas.openxmlformats.org/drawingml/2006/main">
            <a:pathLst>
              <a:path w="114031" h="113946">
                <a:moveTo>
                  <a:pt x="0" y="0"/>
                </a:moveTo>
                <a:lnTo>
                  <a:pt x="0" y="113946"/>
                </a:lnTo>
                <a:lnTo>
                  <a:pt x="114031" y="113946"/>
                </a:lnTo>
                <a:lnTo>
                  <a:pt x="114031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009">
            <a:solidFill>
              <a:srgbClr val="000000"/>
            </a:solidFill>
            <a:prstDash val="solid"/>
          </a:ln>
        </p:spPr>
      </p:sp>
      <p:sp>
        <p:nvSpPr>
          <p:cNvPr id="144" name="path-142">
            <a:extLst xmlns:a="http://schemas.openxmlformats.org/drawingml/2006/main">
              <a:ext uri="{FF2B5EF4-FFF2-40B4-BE49-F238E27FC236}">
                <a16:creationId xmlns:a16="http://schemas.microsoft.com/office/drawing/2014/main" id="{3E24EB03-5356-4C35-8D13-07EE1351E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2428" y="578855"/>
            <a:ext cx="114011" cy="114009"/>
          </a:xfrm>
          <a:custGeom xmlns:a="http://schemas.openxmlformats.org/drawingml/2006/main">
            <a:pathLst>
              <a:path w="114011" h="114009">
                <a:moveTo>
                  <a:pt x="0" y="0"/>
                </a:moveTo>
                <a:lnTo>
                  <a:pt x="114011" y="0"/>
                </a:lnTo>
                <a:lnTo>
                  <a:pt x="114011" y="114009"/>
                </a:lnTo>
                <a:lnTo>
                  <a:pt x="0" y="114009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5" name="path-143">
            <a:extLst xmlns:a="http://schemas.openxmlformats.org/drawingml/2006/main">
              <a:ext uri="{FF2B5EF4-FFF2-40B4-BE49-F238E27FC236}">
                <a16:creationId xmlns:a16="http://schemas.microsoft.com/office/drawing/2014/main" id="{ACD7641F-1925-4203-B4CA-7DD34C7C1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2433" y="578914"/>
            <a:ext cx="114036" cy="113946"/>
          </a:xfrm>
          <a:custGeom xmlns:a="http://schemas.openxmlformats.org/drawingml/2006/main">
            <a:pathLst>
              <a:path w="114036" h="113946">
                <a:moveTo>
                  <a:pt x="0" y="0"/>
                </a:moveTo>
                <a:lnTo>
                  <a:pt x="0" y="113946"/>
                </a:lnTo>
                <a:lnTo>
                  <a:pt x="114036" y="113946"/>
                </a:lnTo>
                <a:lnTo>
                  <a:pt x="114036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009">
            <a:solidFill>
              <a:srgbClr val="000000"/>
            </a:solidFill>
            <a:prstDash val="solid"/>
          </a:ln>
        </p:spPr>
      </p:sp>
      <p:sp>
        <p:nvSpPr>
          <p:cNvPr id="146" name="path-144">
            <a:extLst xmlns:a="http://schemas.openxmlformats.org/drawingml/2006/main">
              <a:ext uri="{FF2B5EF4-FFF2-40B4-BE49-F238E27FC236}">
                <a16:creationId xmlns:a16="http://schemas.microsoft.com/office/drawing/2014/main" id="{D9AFE9BA-18C6-4F4E-A7C3-0F33E43A5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6437" y="578855"/>
            <a:ext cx="114011" cy="114009"/>
          </a:xfrm>
          <a:custGeom xmlns:a="http://schemas.openxmlformats.org/drawingml/2006/main">
            <a:pathLst>
              <a:path w="114011" h="114009">
                <a:moveTo>
                  <a:pt x="0" y="0"/>
                </a:moveTo>
                <a:lnTo>
                  <a:pt x="114011" y="0"/>
                </a:lnTo>
                <a:lnTo>
                  <a:pt x="114011" y="114009"/>
                </a:lnTo>
                <a:lnTo>
                  <a:pt x="0" y="114009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7" name="path-145">
            <a:extLst xmlns:a="http://schemas.openxmlformats.org/drawingml/2006/main">
              <a:ext uri="{FF2B5EF4-FFF2-40B4-BE49-F238E27FC236}">
                <a16:creationId xmlns:a16="http://schemas.microsoft.com/office/drawing/2014/main" id="{B5AFE82B-697D-4ABF-BB5F-870FC1AF8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6469" y="578914"/>
            <a:ext cx="113951" cy="113946"/>
          </a:xfrm>
          <a:custGeom xmlns:a="http://schemas.openxmlformats.org/drawingml/2006/main">
            <a:pathLst>
              <a:path w="113951" h="113946">
                <a:moveTo>
                  <a:pt x="0" y="0"/>
                </a:moveTo>
                <a:lnTo>
                  <a:pt x="0" y="113946"/>
                </a:lnTo>
                <a:lnTo>
                  <a:pt x="113951" y="113946"/>
                </a:lnTo>
                <a:lnTo>
                  <a:pt x="113951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009">
            <a:solidFill>
              <a:srgbClr val="000000"/>
            </a:solidFill>
            <a:prstDash val="solid"/>
          </a:ln>
        </p:spPr>
      </p:sp>
      <p:sp>
        <p:nvSpPr>
          <p:cNvPr id="148" name="path-146">
            <a:extLst xmlns:a="http://schemas.openxmlformats.org/drawingml/2006/main">
              <a:ext uri="{FF2B5EF4-FFF2-40B4-BE49-F238E27FC236}">
                <a16:creationId xmlns:a16="http://schemas.microsoft.com/office/drawing/2014/main" id="{4E55D400-8354-4311-8BE6-3040EC139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0446" y="578855"/>
            <a:ext cx="114011" cy="114009"/>
          </a:xfrm>
          <a:custGeom xmlns:a="http://schemas.openxmlformats.org/drawingml/2006/main">
            <a:pathLst>
              <a:path w="114011" h="114009">
                <a:moveTo>
                  <a:pt x="0" y="0"/>
                </a:moveTo>
                <a:lnTo>
                  <a:pt x="114011" y="0"/>
                </a:lnTo>
                <a:lnTo>
                  <a:pt x="114011" y="114009"/>
                </a:lnTo>
                <a:lnTo>
                  <a:pt x="0" y="114009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9" name="path-147">
            <a:extLst xmlns:a="http://schemas.openxmlformats.org/drawingml/2006/main">
              <a:ext uri="{FF2B5EF4-FFF2-40B4-BE49-F238E27FC236}">
                <a16:creationId xmlns:a16="http://schemas.microsoft.com/office/drawing/2014/main" id="{89637647-EB2E-4ADD-A2F9-19F0ECC40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0421" y="578914"/>
            <a:ext cx="114031" cy="113946"/>
          </a:xfrm>
          <a:custGeom xmlns:a="http://schemas.openxmlformats.org/drawingml/2006/main">
            <a:pathLst>
              <a:path w="114031" h="113946">
                <a:moveTo>
                  <a:pt x="0" y="0"/>
                </a:moveTo>
                <a:lnTo>
                  <a:pt x="0" y="113946"/>
                </a:lnTo>
                <a:lnTo>
                  <a:pt x="114031" y="113946"/>
                </a:lnTo>
                <a:lnTo>
                  <a:pt x="114031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009">
            <a:solidFill>
              <a:srgbClr val="000000"/>
            </a:solidFill>
            <a:prstDash val="solid"/>
          </a:ln>
        </p:spPr>
      </p:sp>
      <p:sp>
        <p:nvSpPr>
          <p:cNvPr id="150" name="path-148">
            <a:extLst xmlns:a="http://schemas.openxmlformats.org/drawingml/2006/main">
              <a:ext uri="{FF2B5EF4-FFF2-40B4-BE49-F238E27FC236}">
                <a16:creationId xmlns:a16="http://schemas.microsoft.com/office/drawing/2014/main" id="{D5038C38-7A4A-4FFB-BA0E-1CB19CD14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4463" y="236836"/>
            <a:ext cx="114011" cy="114010"/>
          </a:xfrm>
          <a:custGeom xmlns:a="http://schemas.openxmlformats.org/drawingml/2006/main">
            <a:pathLst>
              <a:path w="114011" h="114010">
                <a:moveTo>
                  <a:pt x="0" y="0"/>
                </a:moveTo>
                <a:lnTo>
                  <a:pt x="114011" y="0"/>
                </a:lnTo>
                <a:lnTo>
                  <a:pt x="114011" y="114010"/>
                </a:lnTo>
                <a:lnTo>
                  <a:pt x="0" y="114010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1" name="path-149">
            <a:extLst xmlns:a="http://schemas.openxmlformats.org/drawingml/2006/main">
              <a:ext uri="{FF2B5EF4-FFF2-40B4-BE49-F238E27FC236}">
                <a16:creationId xmlns:a16="http://schemas.microsoft.com/office/drawing/2014/main" id="{B6EDC603-1286-409C-BFC2-DB06A0DFE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4452" y="236895"/>
            <a:ext cx="114036" cy="113946"/>
          </a:xfrm>
          <a:custGeom xmlns:a="http://schemas.openxmlformats.org/drawingml/2006/main">
            <a:pathLst>
              <a:path w="114036" h="113946">
                <a:moveTo>
                  <a:pt x="0" y="0"/>
                </a:moveTo>
                <a:lnTo>
                  <a:pt x="0" y="113946"/>
                </a:lnTo>
                <a:lnTo>
                  <a:pt x="114036" y="113946"/>
                </a:lnTo>
                <a:lnTo>
                  <a:pt x="114036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009">
            <a:solidFill>
              <a:srgbClr val="000000"/>
            </a:solidFill>
            <a:prstDash val="solid"/>
          </a:ln>
        </p:spPr>
      </p:sp>
      <p:sp>
        <p:nvSpPr>
          <p:cNvPr id="152" name="path-150">
            <a:extLst xmlns:a="http://schemas.openxmlformats.org/drawingml/2006/main">
              <a:ext uri="{FF2B5EF4-FFF2-40B4-BE49-F238E27FC236}">
                <a16:creationId xmlns:a16="http://schemas.microsoft.com/office/drawing/2014/main" id="{5CD1B80D-4A23-47C0-AD5D-28646C448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4463" y="350869"/>
            <a:ext cx="114011" cy="114010"/>
          </a:xfrm>
          <a:custGeom xmlns:a="http://schemas.openxmlformats.org/drawingml/2006/main">
            <a:pathLst>
              <a:path w="114011" h="114010">
                <a:moveTo>
                  <a:pt x="0" y="0"/>
                </a:moveTo>
                <a:lnTo>
                  <a:pt x="114011" y="0"/>
                </a:lnTo>
                <a:lnTo>
                  <a:pt x="114011" y="114010"/>
                </a:lnTo>
                <a:lnTo>
                  <a:pt x="0" y="114010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3" name="path-151">
            <a:extLst xmlns:a="http://schemas.openxmlformats.org/drawingml/2006/main">
              <a:ext uri="{FF2B5EF4-FFF2-40B4-BE49-F238E27FC236}">
                <a16:creationId xmlns:a16="http://schemas.microsoft.com/office/drawing/2014/main" id="{A4F041C7-D67E-46F9-B686-EE63E95EE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4452" y="350841"/>
            <a:ext cx="114036" cy="114036"/>
          </a:xfrm>
          <a:custGeom xmlns:a="http://schemas.openxmlformats.org/drawingml/2006/main">
            <a:pathLst>
              <a:path w="114036" h="114036">
                <a:moveTo>
                  <a:pt x="0" y="0"/>
                </a:moveTo>
                <a:lnTo>
                  <a:pt x="0" y="114036"/>
                </a:lnTo>
                <a:lnTo>
                  <a:pt x="114036" y="114036"/>
                </a:lnTo>
                <a:lnTo>
                  <a:pt x="114036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009">
            <a:solidFill>
              <a:srgbClr val="000000"/>
            </a:solidFill>
            <a:prstDash val="solid"/>
          </a:ln>
        </p:spPr>
      </p:sp>
      <p:sp>
        <p:nvSpPr>
          <p:cNvPr id="154" name="path-152">
            <a:extLst xmlns:a="http://schemas.openxmlformats.org/drawingml/2006/main">
              <a:ext uri="{FF2B5EF4-FFF2-40B4-BE49-F238E27FC236}">
                <a16:creationId xmlns:a16="http://schemas.microsoft.com/office/drawing/2014/main" id="{14C58004-7922-4081-8BDF-B5C8B5D64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4463" y="464903"/>
            <a:ext cx="114011" cy="114009"/>
          </a:xfrm>
          <a:custGeom xmlns:a="http://schemas.openxmlformats.org/drawingml/2006/main">
            <a:pathLst>
              <a:path w="114011" h="114009">
                <a:moveTo>
                  <a:pt x="0" y="0"/>
                </a:moveTo>
                <a:lnTo>
                  <a:pt x="114011" y="0"/>
                </a:lnTo>
                <a:lnTo>
                  <a:pt x="114011" y="114009"/>
                </a:lnTo>
                <a:lnTo>
                  <a:pt x="0" y="114009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5" name="path-153">
            <a:extLst xmlns:a="http://schemas.openxmlformats.org/drawingml/2006/main">
              <a:ext uri="{FF2B5EF4-FFF2-40B4-BE49-F238E27FC236}">
                <a16:creationId xmlns:a16="http://schemas.microsoft.com/office/drawing/2014/main" id="{2F973AFE-4005-4FE3-A7E0-C78825126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4452" y="464877"/>
            <a:ext cx="114036" cy="114036"/>
          </a:xfrm>
          <a:custGeom xmlns:a="http://schemas.openxmlformats.org/drawingml/2006/main">
            <a:pathLst>
              <a:path w="114036" h="114036">
                <a:moveTo>
                  <a:pt x="0" y="0"/>
                </a:moveTo>
                <a:lnTo>
                  <a:pt x="0" y="114036"/>
                </a:lnTo>
                <a:lnTo>
                  <a:pt x="114036" y="114036"/>
                </a:lnTo>
                <a:lnTo>
                  <a:pt x="114036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009">
            <a:solidFill>
              <a:srgbClr val="000000"/>
            </a:solidFill>
            <a:prstDash val="solid"/>
          </a:ln>
        </p:spPr>
      </p:sp>
      <p:sp>
        <p:nvSpPr>
          <p:cNvPr id="156" name="path-154">
            <a:extLst xmlns:a="http://schemas.openxmlformats.org/drawingml/2006/main">
              <a:ext uri="{FF2B5EF4-FFF2-40B4-BE49-F238E27FC236}">
                <a16:creationId xmlns:a16="http://schemas.microsoft.com/office/drawing/2014/main" id="{355BA787-9471-4963-8C0F-288965CAF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4463" y="578855"/>
            <a:ext cx="114011" cy="114009"/>
          </a:xfrm>
          <a:custGeom xmlns:a="http://schemas.openxmlformats.org/drawingml/2006/main">
            <a:pathLst>
              <a:path w="114011" h="114009">
                <a:moveTo>
                  <a:pt x="0" y="0"/>
                </a:moveTo>
                <a:lnTo>
                  <a:pt x="114011" y="0"/>
                </a:lnTo>
                <a:lnTo>
                  <a:pt x="114011" y="114009"/>
                </a:lnTo>
                <a:lnTo>
                  <a:pt x="0" y="114009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7" name="path-155">
            <a:extLst xmlns:a="http://schemas.openxmlformats.org/drawingml/2006/main">
              <a:ext uri="{FF2B5EF4-FFF2-40B4-BE49-F238E27FC236}">
                <a16:creationId xmlns:a16="http://schemas.microsoft.com/office/drawing/2014/main" id="{413EF185-8D33-47EC-971D-3D49B896B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4452" y="578914"/>
            <a:ext cx="114036" cy="113946"/>
          </a:xfrm>
          <a:custGeom xmlns:a="http://schemas.openxmlformats.org/drawingml/2006/main">
            <a:pathLst>
              <a:path w="114036" h="113946">
                <a:moveTo>
                  <a:pt x="0" y="0"/>
                </a:moveTo>
                <a:lnTo>
                  <a:pt x="0" y="113946"/>
                </a:lnTo>
                <a:lnTo>
                  <a:pt x="114036" y="113946"/>
                </a:lnTo>
                <a:lnTo>
                  <a:pt x="114036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009">
            <a:solidFill>
              <a:srgbClr val="000000"/>
            </a:solidFill>
            <a:prstDash val="solid"/>
          </a:ln>
        </p:spPr>
      </p:sp>
      <p:sp>
        <p:nvSpPr>
          <p:cNvPr id="158" name="path-156">
            <a:extLst xmlns:a="http://schemas.openxmlformats.org/drawingml/2006/main">
              <a:ext uri="{FF2B5EF4-FFF2-40B4-BE49-F238E27FC236}">
                <a16:creationId xmlns:a16="http://schemas.microsoft.com/office/drawing/2014/main" id="{E0706E87-7BD5-4C0F-B54C-91E48A4B8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8420" y="692896"/>
            <a:ext cx="114011" cy="114009"/>
          </a:xfrm>
          <a:custGeom xmlns:a="http://schemas.openxmlformats.org/drawingml/2006/main">
            <a:pathLst>
              <a:path w="114011" h="114009">
                <a:moveTo>
                  <a:pt x="0" y="0"/>
                </a:moveTo>
                <a:lnTo>
                  <a:pt x="114011" y="0"/>
                </a:lnTo>
                <a:lnTo>
                  <a:pt x="114011" y="114009"/>
                </a:lnTo>
                <a:lnTo>
                  <a:pt x="0" y="114009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9" name="path-157">
            <a:extLst xmlns:a="http://schemas.openxmlformats.org/drawingml/2006/main">
              <a:ext uri="{FF2B5EF4-FFF2-40B4-BE49-F238E27FC236}">
                <a16:creationId xmlns:a16="http://schemas.microsoft.com/office/drawing/2014/main" id="{9B8F1D58-9292-4586-99A5-4F8895B8E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8402" y="692859"/>
            <a:ext cx="114031" cy="114036"/>
          </a:xfrm>
          <a:custGeom xmlns:a="http://schemas.openxmlformats.org/drawingml/2006/main">
            <a:pathLst>
              <a:path w="114031" h="114036">
                <a:moveTo>
                  <a:pt x="0" y="0"/>
                </a:moveTo>
                <a:lnTo>
                  <a:pt x="0" y="114036"/>
                </a:lnTo>
                <a:lnTo>
                  <a:pt x="114031" y="114036"/>
                </a:lnTo>
                <a:lnTo>
                  <a:pt x="114031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009">
            <a:solidFill>
              <a:srgbClr val="000000"/>
            </a:solidFill>
            <a:prstDash val="solid"/>
          </a:ln>
        </p:spPr>
      </p:sp>
      <p:sp>
        <p:nvSpPr>
          <p:cNvPr id="160" name="path-158">
            <a:extLst xmlns:a="http://schemas.openxmlformats.org/drawingml/2006/main">
              <a:ext uri="{FF2B5EF4-FFF2-40B4-BE49-F238E27FC236}">
                <a16:creationId xmlns:a16="http://schemas.microsoft.com/office/drawing/2014/main" id="{5592EC87-7D00-4829-8044-9DB60C399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2428" y="692896"/>
            <a:ext cx="114011" cy="114009"/>
          </a:xfrm>
          <a:custGeom xmlns:a="http://schemas.openxmlformats.org/drawingml/2006/main">
            <a:pathLst>
              <a:path w="114011" h="114009">
                <a:moveTo>
                  <a:pt x="0" y="0"/>
                </a:moveTo>
                <a:lnTo>
                  <a:pt x="114011" y="0"/>
                </a:lnTo>
                <a:lnTo>
                  <a:pt x="114011" y="114009"/>
                </a:lnTo>
                <a:lnTo>
                  <a:pt x="0" y="114009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1" name="path-159">
            <a:extLst xmlns:a="http://schemas.openxmlformats.org/drawingml/2006/main">
              <a:ext uri="{FF2B5EF4-FFF2-40B4-BE49-F238E27FC236}">
                <a16:creationId xmlns:a16="http://schemas.microsoft.com/office/drawing/2014/main" id="{BE1B0040-CF9B-49D1-9BD6-08357587A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2433" y="692859"/>
            <a:ext cx="114036" cy="114036"/>
          </a:xfrm>
          <a:custGeom xmlns:a="http://schemas.openxmlformats.org/drawingml/2006/main">
            <a:pathLst>
              <a:path w="114036" h="114036">
                <a:moveTo>
                  <a:pt x="0" y="0"/>
                </a:moveTo>
                <a:lnTo>
                  <a:pt x="0" y="114036"/>
                </a:lnTo>
                <a:lnTo>
                  <a:pt x="114036" y="114036"/>
                </a:lnTo>
                <a:lnTo>
                  <a:pt x="114036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009">
            <a:solidFill>
              <a:srgbClr val="000000"/>
            </a:solidFill>
            <a:prstDash val="solid"/>
          </a:ln>
        </p:spPr>
      </p:sp>
      <p:sp>
        <p:nvSpPr>
          <p:cNvPr id="162" name="path-160">
            <a:extLst xmlns:a="http://schemas.openxmlformats.org/drawingml/2006/main">
              <a:ext uri="{FF2B5EF4-FFF2-40B4-BE49-F238E27FC236}">
                <a16:creationId xmlns:a16="http://schemas.microsoft.com/office/drawing/2014/main" id="{130EAC90-BC13-450B-B2D1-2AFF0F49B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6437" y="692896"/>
            <a:ext cx="114011" cy="114009"/>
          </a:xfrm>
          <a:custGeom xmlns:a="http://schemas.openxmlformats.org/drawingml/2006/main">
            <a:pathLst>
              <a:path w="114011" h="114009">
                <a:moveTo>
                  <a:pt x="0" y="0"/>
                </a:moveTo>
                <a:lnTo>
                  <a:pt x="114011" y="0"/>
                </a:lnTo>
                <a:lnTo>
                  <a:pt x="114011" y="114009"/>
                </a:lnTo>
                <a:lnTo>
                  <a:pt x="0" y="114009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3" name="path-161">
            <a:extLst xmlns:a="http://schemas.openxmlformats.org/drawingml/2006/main">
              <a:ext uri="{FF2B5EF4-FFF2-40B4-BE49-F238E27FC236}">
                <a16:creationId xmlns:a16="http://schemas.microsoft.com/office/drawing/2014/main" id="{123D24E7-6402-4D11-8333-659641D4C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6469" y="692859"/>
            <a:ext cx="113951" cy="114036"/>
          </a:xfrm>
          <a:custGeom xmlns:a="http://schemas.openxmlformats.org/drawingml/2006/main">
            <a:pathLst>
              <a:path w="113951" h="114036">
                <a:moveTo>
                  <a:pt x="0" y="0"/>
                </a:moveTo>
                <a:lnTo>
                  <a:pt x="0" y="114036"/>
                </a:lnTo>
                <a:lnTo>
                  <a:pt x="113951" y="114036"/>
                </a:lnTo>
                <a:lnTo>
                  <a:pt x="113951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009">
            <a:solidFill>
              <a:srgbClr val="000000"/>
            </a:solidFill>
            <a:prstDash val="solid"/>
          </a:ln>
        </p:spPr>
      </p:sp>
      <p:sp>
        <p:nvSpPr>
          <p:cNvPr id="164" name="path-162">
            <a:extLst xmlns:a="http://schemas.openxmlformats.org/drawingml/2006/main">
              <a:ext uri="{FF2B5EF4-FFF2-40B4-BE49-F238E27FC236}">
                <a16:creationId xmlns:a16="http://schemas.microsoft.com/office/drawing/2014/main" id="{B0B79E16-04F9-4A7C-A4CD-3C6A508C2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0446" y="692896"/>
            <a:ext cx="114011" cy="114009"/>
          </a:xfrm>
          <a:custGeom xmlns:a="http://schemas.openxmlformats.org/drawingml/2006/main">
            <a:pathLst>
              <a:path w="114011" h="114009">
                <a:moveTo>
                  <a:pt x="0" y="0"/>
                </a:moveTo>
                <a:lnTo>
                  <a:pt x="114011" y="0"/>
                </a:lnTo>
                <a:lnTo>
                  <a:pt x="114011" y="114009"/>
                </a:lnTo>
                <a:lnTo>
                  <a:pt x="0" y="114009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5" name="path-163">
            <a:extLst xmlns:a="http://schemas.openxmlformats.org/drawingml/2006/main">
              <a:ext uri="{FF2B5EF4-FFF2-40B4-BE49-F238E27FC236}">
                <a16:creationId xmlns:a16="http://schemas.microsoft.com/office/drawing/2014/main" id="{67BF9BE6-CC30-4EE0-A7EF-1FA7853C5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0421" y="692859"/>
            <a:ext cx="114031" cy="114036"/>
          </a:xfrm>
          <a:custGeom xmlns:a="http://schemas.openxmlformats.org/drawingml/2006/main">
            <a:pathLst>
              <a:path w="114031" h="114036">
                <a:moveTo>
                  <a:pt x="0" y="0"/>
                </a:moveTo>
                <a:lnTo>
                  <a:pt x="0" y="114036"/>
                </a:lnTo>
                <a:lnTo>
                  <a:pt x="114031" y="114036"/>
                </a:lnTo>
                <a:lnTo>
                  <a:pt x="114031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009">
            <a:solidFill>
              <a:srgbClr val="000000"/>
            </a:solidFill>
            <a:prstDash val="solid"/>
          </a:ln>
        </p:spPr>
      </p:sp>
      <p:sp>
        <p:nvSpPr>
          <p:cNvPr id="166" name="path-164">
            <a:extLst xmlns:a="http://schemas.openxmlformats.org/drawingml/2006/main">
              <a:ext uri="{FF2B5EF4-FFF2-40B4-BE49-F238E27FC236}">
                <a16:creationId xmlns:a16="http://schemas.microsoft.com/office/drawing/2014/main" id="{4F29E57F-E891-492B-BBCE-22394BB4E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4463" y="692896"/>
            <a:ext cx="114011" cy="114009"/>
          </a:xfrm>
          <a:custGeom xmlns:a="http://schemas.openxmlformats.org/drawingml/2006/main">
            <a:pathLst>
              <a:path w="114011" h="114009">
                <a:moveTo>
                  <a:pt x="0" y="0"/>
                </a:moveTo>
                <a:lnTo>
                  <a:pt x="114011" y="0"/>
                </a:lnTo>
                <a:lnTo>
                  <a:pt x="114011" y="114009"/>
                </a:lnTo>
                <a:lnTo>
                  <a:pt x="0" y="114009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7" name="path-165">
            <a:extLst xmlns:a="http://schemas.openxmlformats.org/drawingml/2006/main">
              <a:ext uri="{FF2B5EF4-FFF2-40B4-BE49-F238E27FC236}">
                <a16:creationId xmlns:a16="http://schemas.microsoft.com/office/drawing/2014/main" id="{4CDA5BCD-3A5B-46B6-90F1-E7505F190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4452" y="692859"/>
            <a:ext cx="114036" cy="114036"/>
          </a:xfrm>
          <a:custGeom xmlns:a="http://schemas.openxmlformats.org/drawingml/2006/main">
            <a:pathLst>
              <a:path w="114036" h="114036">
                <a:moveTo>
                  <a:pt x="0" y="0"/>
                </a:moveTo>
                <a:lnTo>
                  <a:pt x="0" y="114036"/>
                </a:lnTo>
                <a:lnTo>
                  <a:pt x="114036" y="114036"/>
                </a:lnTo>
                <a:lnTo>
                  <a:pt x="114036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009">
            <a:solidFill>
              <a:srgbClr val="000000"/>
            </a:solidFill>
            <a:prstDash val="solid"/>
          </a:ln>
        </p:spPr>
      </p:sp>
      <p:sp>
        <p:nvSpPr>
          <p:cNvPr id="168" name="path-166">
            <a:extLst xmlns:a="http://schemas.openxmlformats.org/drawingml/2006/main">
              <a:ext uri="{FF2B5EF4-FFF2-40B4-BE49-F238E27FC236}">
                <a16:creationId xmlns:a16="http://schemas.microsoft.com/office/drawing/2014/main" id="{A2391613-C89C-4B0F-883E-91454EFD9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8402" y="236895"/>
            <a:ext cx="191" cy="570001"/>
          </a:xfrm>
          <a:custGeom xmlns:a="http://schemas.openxmlformats.org/drawingml/2006/main">
            <a:pathLst>
              <a:path w="191" h="570001">
                <a:moveTo>
                  <a:pt x="0" y="0"/>
                </a:moveTo>
                <a:lnTo>
                  <a:pt x="0" y="570001"/>
                </a:lnTo>
                <a:lnTo>
                  <a:pt x="17" y="570001"/>
                </a:lnTo>
              </a:path>
            </a:pathLst>
          </a:custGeom>
          <a:noFill xmlns:a="http://schemas.openxmlformats.org/drawingml/2006/main"/>
          <a:ln xmlns:a="http://schemas.openxmlformats.org/drawingml/2006/main" w="24736">
            <a:solidFill>
              <a:srgbClr val="000000"/>
            </a:solidFill>
            <a:prstDash val="solid"/>
          </a:ln>
        </p:spPr>
      </p:sp>
      <p:sp>
        <p:nvSpPr>
          <p:cNvPr id="169" name="path-167">
            <a:extLst xmlns:a="http://schemas.openxmlformats.org/drawingml/2006/main">
              <a:ext uri="{FF2B5EF4-FFF2-40B4-BE49-F238E27FC236}">
                <a16:creationId xmlns:a16="http://schemas.microsoft.com/office/drawing/2014/main" id="{FAA6ACBA-AF00-41AA-AD8B-0CCD802C1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8472" y="236895"/>
            <a:ext cx="191" cy="570001"/>
          </a:xfrm>
          <a:custGeom xmlns:a="http://schemas.openxmlformats.org/drawingml/2006/main">
            <a:pathLst>
              <a:path w="191" h="570001">
                <a:moveTo>
                  <a:pt x="0" y="570001"/>
                </a:moveTo>
                <a:lnTo>
                  <a:pt x="16" y="570001"/>
                </a:lnTo>
                <a:lnTo>
                  <a:pt x="16" y="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4736">
            <a:solidFill>
              <a:srgbClr val="000000"/>
            </a:solidFill>
            <a:prstDash val="solid"/>
          </a:ln>
        </p:spPr>
      </p:sp>
      <p:sp>
        <p:nvSpPr>
          <p:cNvPr id="170" name="path-168">
            <a:extLst xmlns:a="http://schemas.openxmlformats.org/drawingml/2006/main">
              <a:ext uri="{FF2B5EF4-FFF2-40B4-BE49-F238E27FC236}">
                <a16:creationId xmlns:a16="http://schemas.microsoft.com/office/drawing/2014/main" id="{0B5724CA-CEA8-4804-975E-84ADE403E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8402" y="236895"/>
            <a:ext cx="191" cy="191"/>
          </a:xfrm>
          <a:custGeom xmlns:a="http://schemas.openxmlformats.org/drawingml/2006/main">
            <a:pathLst>
              <a:path w="191" h="191">
                <a:moveTo>
                  <a:pt x="17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4736">
            <a:solidFill>
              <a:srgbClr val="000000"/>
            </a:solidFill>
            <a:prstDash val="solid"/>
          </a:ln>
        </p:spPr>
      </p:sp>
      <p:sp>
        <p:nvSpPr>
          <p:cNvPr id="171" name="path-169">
            <a:extLst xmlns:a="http://schemas.openxmlformats.org/drawingml/2006/main">
              <a:ext uri="{FF2B5EF4-FFF2-40B4-BE49-F238E27FC236}">
                <a16:creationId xmlns:a16="http://schemas.microsoft.com/office/drawing/2014/main" id="{B3801334-892B-4F49-86FA-365A7326A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0250" y="387194"/>
            <a:ext cx="260554" cy="257764"/>
          </a:xfrm>
          <a:custGeom xmlns:a="http://schemas.openxmlformats.org/drawingml/2006/main">
            <a:pathLst>
              <a:path w="260554" h="257764">
                <a:moveTo>
                  <a:pt x="0" y="0"/>
                </a:moveTo>
                <a:lnTo>
                  <a:pt x="260554" y="0"/>
                </a:lnTo>
                <a:lnTo>
                  <a:pt x="260554" y="257764"/>
                </a:lnTo>
                <a:lnTo>
                  <a:pt x="0" y="257764"/>
                </a:lnTo>
                <a:close/>
              </a:path>
            </a:pathLst>
          </a:custGeom>
          <a:solidFill xmlns:a="http://schemas.openxmlformats.org/drawingml/2006/main">
            <a:srgbClr val="FFFFFF">
              <a:alpha val="8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2" name="path-171">
            <a:extLst xmlns:a="http://schemas.openxmlformats.org/drawingml/2006/main">
              <a:ext uri="{FF2B5EF4-FFF2-40B4-BE49-F238E27FC236}">
                <a16:creationId xmlns:a16="http://schemas.microsoft.com/office/drawing/2014/main" id="{8751F879-1935-482D-B6E1-4BDEBD56B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7389" y="461583"/>
            <a:ext cx="75723" cy="83124"/>
          </a:xfrm>
          <a:custGeom xmlns:a="http://schemas.openxmlformats.org/drawingml/2006/main">
            <a:pathLst>
              <a:path w="75723" h="83124">
                <a:moveTo>
                  <a:pt x="64516" y="10528"/>
                </a:moveTo>
                <a:cubicBezTo>
                  <a:pt x="58554" y="12878"/>
                  <a:pt x="56927" y="18299"/>
                  <a:pt x="56927" y="20831"/>
                </a:cubicBezTo>
                <a:cubicBezTo>
                  <a:pt x="56927" y="25527"/>
                  <a:pt x="60722" y="28237"/>
                  <a:pt x="64698" y="28237"/>
                </a:cubicBezTo>
                <a:cubicBezTo>
                  <a:pt x="69036" y="28237"/>
                  <a:pt x="75723" y="24625"/>
                  <a:pt x="75723" y="15950"/>
                </a:cubicBezTo>
                <a:cubicBezTo>
                  <a:pt x="75723" y="6326"/>
                  <a:pt x="66143" y="0"/>
                  <a:pt x="49879" y="0"/>
                </a:cubicBezTo>
                <a:cubicBezTo>
                  <a:pt x="44637" y="0"/>
                  <a:pt x="34516" y="364"/>
                  <a:pt x="26205" y="6690"/>
                </a:cubicBezTo>
                <a:cubicBezTo>
                  <a:pt x="18073" y="12878"/>
                  <a:pt x="15180" y="23359"/>
                  <a:pt x="15180" y="27876"/>
                </a:cubicBezTo>
                <a:cubicBezTo>
                  <a:pt x="15180" y="33298"/>
                  <a:pt x="17712" y="38355"/>
                  <a:pt x="21685" y="41606"/>
                </a:cubicBezTo>
                <a:cubicBezTo>
                  <a:pt x="26746" y="45583"/>
                  <a:pt x="29820" y="46123"/>
                  <a:pt x="42108" y="48472"/>
                </a:cubicBezTo>
                <a:cubicBezTo>
                  <a:pt x="47529" y="49374"/>
                  <a:pt x="58372" y="51362"/>
                  <a:pt x="58372" y="59494"/>
                </a:cubicBezTo>
                <a:cubicBezTo>
                  <a:pt x="58372" y="60217"/>
                  <a:pt x="58372" y="76619"/>
                  <a:pt x="31444" y="76619"/>
                </a:cubicBezTo>
                <a:cubicBezTo>
                  <a:pt x="22590" y="76619"/>
                  <a:pt x="15903" y="74832"/>
                  <a:pt x="11926" y="71964"/>
                </a:cubicBezTo>
                <a:cubicBezTo>
                  <a:pt x="18073" y="70158"/>
                  <a:pt x="21867" y="64916"/>
                  <a:pt x="21867" y="59494"/>
                </a:cubicBezTo>
                <a:cubicBezTo>
                  <a:pt x="21867" y="52989"/>
                  <a:pt x="16625" y="51180"/>
                  <a:pt x="13013" y="51180"/>
                </a:cubicBezTo>
                <a:cubicBezTo>
                  <a:pt x="6866" y="51180"/>
                  <a:pt x="0" y="56243"/>
                  <a:pt x="0" y="65277"/>
                </a:cubicBezTo>
                <a:cubicBezTo>
                  <a:pt x="0" y="76980"/>
                  <a:pt x="12652" y="83124"/>
                  <a:pt x="31083" y="83124"/>
                </a:cubicBezTo>
                <a:cubicBezTo>
                  <a:pt x="72290" y="83124"/>
                  <a:pt x="72290" y="52267"/>
                  <a:pt x="72290" y="52085"/>
                </a:cubicBezTo>
                <a:cubicBezTo>
                  <a:pt x="72290" y="45944"/>
                  <a:pt x="69215" y="41066"/>
                  <a:pt x="65059" y="37453"/>
                </a:cubicBezTo>
                <a:cubicBezTo>
                  <a:pt x="59456" y="32575"/>
                  <a:pt x="52589" y="31309"/>
                  <a:pt x="46264" y="30226"/>
                </a:cubicBezTo>
                <a:cubicBezTo>
                  <a:pt x="36325" y="28419"/>
                  <a:pt x="29277" y="27154"/>
                  <a:pt x="29277" y="20467"/>
                </a:cubicBezTo>
                <a:cubicBezTo>
                  <a:pt x="29277" y="20105"/>
                  <a:pt x="29277" y="6508"/>
                  <a:pt x="49518" y="6508"/>
                </a:cubicBezTo>
                <a:cubicBezTo>
                  <a:pt x="53133" y="6508"/>
                  <a:pt x="59638" y="6872"/>
                  <a:pt x="64516" y="1052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3" name="path-172">
            <a:extLst xmlns:a="http://schemas.openxmlformats.org/drawingml/2006/main">
              <a:ext uri="{FF2B5EF4-FFF2-40B4-BE49-F238E27FC236}">
                <a16:creationId xmlns:a16="http://schemas.microsoft.com/office/drawing/2014/main" id="{F0B8F8E2-DE26-4300-A6CF-5AB1BD449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6891" y="486408"/>
            <a:ext cx="46047" cy="84006"/>
          </a:xfrm>
          <a:custGeom xmlns:a="http://schemas.openxmlformats.org/drawingml/2006/main">
            <a:pathLst>
              <a:path w="46047" h="84006">
                <a:moveTo>
                  <a:pt x="28590" y="3534"/>
                </a:moveTo>
                <a:cubicBezTo>
                  <a:pt x="28590" y="127"/>
                  <a:pt x="28337" y="0"/>
                  <a:pt x="24795" y="0"/>
                </a:cubicBezTo>
                <a:cubicBezTo>
                  <a:pt x="16699" y="7922"/>
                  <a:pt x="5187" y="8047"/>
                  <a:pt x="0" y="8047"/>
                </a:cubicBezTo>
                <a:lnTo>
                  <a:pt x="0" y="12601"/>
                </a:lnTo>
                <a:cubicBezTo>
                  <a:pt x="3036" y="12601"/>
                  <a:pt x="11385" y="12601"/>
                  <a:pt x="18344" y="9059"/>
                </a:cubicBezTo>
                <a:lnTo>
                  <a:pt x="18344" y="73629"/>
                </a:lnTo>
                <a:cubicBezTo>
                  <a:pt x="18344" y="77808"/>
                  <a:pt x="18344" y="79453"/>
                  <a:pt x="5692" y="79453"/>
                </a:cubicBezTo>
                <a:lnTo>
                  <a:pt x="886" y="79453"/>
                </a:lnTo>
                <a:lnTo>
                  <a:pt x="886" y="84006"/>
                </a:lnTo>
                <a:cubicBezTo>
                  <a:pt x="3162" y="83881"/>
                  <a:pt x="18722" y="83500"/>
                  <a:pt x="23403" y="83500"/>
                </a:cubicBezTo>
                <a:cubicBezTo>
                  <a:pt x="27325" y="83500"/>
                  <a:pt x="43264" y="83881"/>
                  <a:pt x="46047" y="84006"/>
                </a:cubicBezTo>
                <a:lnTo>
                  <a:pt x="46047" y="79453"/>
                </a:lnTo>
                <a:lnTo>
                  <a:pt x="41241" y="79453"/>
                </a:lnTo>
                <a:cubicBezTo>
                  <a:pt x="28590" y="79453"/>
                  <a:pt x="28590" y="77808"/>
                  <a:pt x="28590" y="73629"/>
                </a:cubicBezTo>
                <a:lnTo>
                  <a:pt x="28590" y="353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4" name="path-173">
            <a:extLst xmlns:a="http://schemas.openxmlformats.org/drawingml/2006/main">
              <a:ext uri="{FF2B5EF4-FFF2-40B4-BE49-F238E27FC236}">
                <a16:creationId xmlns:a16="http://schemas.microsoft.com/office/drawing/2014/main" id="{E078504A-1641-4E9A-A523-4F421B3B9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1647" y="111506"/>
            <a:ext cx="114009" cy="114010"/>
          </a:xfrm>
          <a:custGeom xmlns:a="http://schemas.openxmlformats.org/drawingml/2006/main">
            <a:pathLst>
              <a:path w="114009" h="114010">
                <a:moveTo>
                  <a:pt x="0" y="0"/>
                </a:moveTo>
                <a:lnTo>
                  <a:pt x="114009" y="0"/>
                </a:lnTo>
                <a:lnTo>
                  <a:pt x="114009" y="114010"/>
                </a:lnTo>
                <a:lnTo>
                  <a:pt x="0" y="114010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5" name="path-174">
            <a:extLst xmlns:a="http://schemas.openxmlformats.org/drawingml/2006/main">
              <a:ext uri="{FF2B5EF4-FFF2-40B4-BE49-F238E27FC236}">
                <a16:creationId xmlns:a16="http://schemas.microsoft.com/office/drawing/2014/main" id="{DCAD8417-9010-483F-9F96-CFC02C7F4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1679" y="111563"/>
            <a:ext cx="113951" cy="113951"/>
          </a:xfrm>
          <a:custGeom xmlns:a="http://schemas.openxmlformats.org/drawingml/2006/main">
            <a:pathLst>
              <a:path w="113951" h="113951">
                <a:moveTo>
                  <a:pt x="0" y="0"/>
                </a:moveTo>
                <a:lnTo>
                  <a:pt x="0" y="113951"/>
                </a:lnTo>
                <a:lnTo>
                  <a:pt x="113951" y="113951"/>
                </a:lnTo>
                <a:lnTo>
                  <a:pt x="113951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009">
            <a:solidFill>
              <a:srgbClr val="000000"/>
            </a:solidFill>
            <a:prstDash val="solid"/>
          </a:ln>
        </p:spPr>
      </p:sp>
      <p:sp>
        <p:nvSpPr>
          <p:cNvPr id="176" name="path-175">
            <a:extLst xmlns:a="http://schemas.openxmlformats.org/drawingml/2006/main">
              <a:ext uri="{FF2B5EF4-FFF2-40B4-BE49-F238E27FC236}">
                <a16:creationId xmlns:a16="http://schemas.microsoft.com/office/drawing/2014/main" id="{D52E47C1-7DD7-44E5-9684-8054C47A1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656" y="111506"/>
            <a:ext cx="114009" cy="114010"/>
          </a:xfrm>
          <a:custGeom xmlns:a="http://schemas.openxmlformats.org/drawingml/2006/main">
            <a:pathLst>
              <a:path w="114009" h="114010">
                <a:moveTo>
                  <a:pt x="0" y="0"/>
                </a:moveTo>
                <a:lnTo>
                  <a:pt x="114009" y="0"/>
                </a:lnTo>
                <a:lnTo>
                  <a:pt x="114009" y="114010"/>
                </a:lnTo>
                <a:lnTo>
                  <a:pt x="0" y="114010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7" name="path-176">
            <a:extLst xmlns:a="http://schemas.openxmlformats.org/drawingml/2006/main">
              <a:ext uri="{FF2B5EF4-FFF2-40B4-BE49-F238E27FC236}">
                <a16:creationId xmlns:a16="http://schemas.microsoft.com/office/drawing/2014/main" id="{434A3009-6D57-44E0-B65E-1A8BC6EA0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630" y="111563"/>
            <a:ext cx="114031" cy="113951"/>
          </a:xfrm>
          <a:custGeom xmlns:a="http://schemas.openxmlformats.org/drawingml/2006/main">
            <a:pathLst>
              <a:path w="114031" h="113951">
                <a:moveTo>
                  <a:pt x="0" y="0"/>
                </a:moveTo>
                <a:lnTo>
                  <a:pt x="0" y="113951"/>
                </a:lnTo>
                <a:lnTo>
                  <a:pt x="114031" y="113951"/>
                </a:lnTo>
                <a:lnTo>
                  <a:pt x="114031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009">
            <a:solidFill>
              <a:srgbClr val="000000"/>
            </a:solidFill>
            <a:prstDash val="solid"/>
          </a:ln>
        </p:spPr>
      </p:sp>
      <p:sp>
        <p:nvSpPr>
          <p:cNvPr id="178" name="path-177">
            <a:extLst xmlns:a="http://schemas.openxmlformats.org/drawingml/2006/main">
              <a:ext uri="{FF2B5EF4-FFF2-40B4-BE49-F238E27FC236}">
                <a16:creationId xmlns:a16="http://schemas.microsoft.com/office/drawing/2014/main" id="{0A3D176A-4832-48B9-953A-294FF6E5F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9664" y="111506"/>
            <a:ext cx="114009" cy="114010"/>
          </a:xfrm>
          <a:custGeom xmlns:a="http://schemas.openxmlformats.org/drawingml/2006/main">
            <a:pathLst>
              <a:path w="114009" h="114010">
                <a:moveTo>
                  <a:pt x="0" y="0"/>
                </a:moveTo>
                <a:lnTo>
                  <a:pt x="114009" y="0"/>
                </a:lnTo>
                <a:lnTo>
                  <a:pt x="114009" y="114010"/>
                </a:lnTo>
                <a:lnTo>
                  <a:pt x="0" y="114010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9" name="path-178">
            <a:extLst xmlns:a="http://schemas.openxmlformats.org/drawingml/2006/main">
              <a:ext uri="{FF2B5EF4-FFF2-40B4-BE49-F238E27FC236}">
                <a16:creationId xmlns:a16="http://schemas.microsoft.com/office/drawing/2014/main" id="{6ECC5E70-665D-471E-B789-0CF61EE8B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9661" y="111563"/>
            <a:ext cx="114036" cy="113951"/>
          </a:xfrm>
          <a:custGeom xmlns:a="http://schemas.openxmlformats.org/drawingml/2006/main">
            <a:pathLst>
              <a:path w="114036" h="113951">
                <a:moveTo>
                  <a:pt x="0" y="0"/>
                </a:moveTo>
                <a:lnTo>
                  <a:pt x="0" y="113951"/>
                </a:lnTo>
                <a:lnTo>
                  <a:pt x="114036" y="113951"/>
                </a:lnTo>
                <a:lnTo>
                  <a:pt x="114036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009">
            <a:solidFill>
              <a:srgbClr val="000000"/>
            </a:solidFill>
            <a:prstDash val="solid"/>
          </a:ln>
        </p:spPr>
      </p:sp>
      <p:sp>
        <p:nvSpPr>
          <p:cNvPr id="180" name="path-179">
            <a:extLst xmlns:a="http://schemas.openxmlformats.org/drawingml/2006/main">
              <a:ext uri="{FF2B5EF4-FFF2-40B4-BE49-F238E27FC236}">
                <a16:creationId xmlns:a16="http://schemas.microsoft.com/office/drawing/2014/main" id="{7C390604-143C-4C79-9D38-5F1D8788C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1647" y="225540"/>
            <a:ext cx="114009" cy="114009"/>
          </a:xfrm>
          <a:custGeom xmlns:a="http://schemas.openxmlformats.org/drawingml/2006/main">
            <a:pathLst>
              <a:path w="114009" h="114009">
                <a:moveTo>
                  <a:pt x="0" y="0"/>
                </a:moveTo>
                <a:lnTo>
                  <a:pt x="114009" y="0"/>
                </a:lnTo>
                <a:lnTo>
                  <a:pt x="114009" y="114009"/>
                </a:lnTo>
                <a:lnTo>
                  <a:pt x="0" y="114009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1" name="path-180">
            <a:extLst xmlns:a="http://schemas.openxmlformats.org/drawingml/2006/main">
              <a:ext uri="{FF2B5EF4-FFF2-40B4-BE49-F238E27FC236}">
                <a16:creationId xmlns:a16="http://schemas.microsoft.com/office/drawing/2014/main" id="{F56262EF-5653-4B08-AFC6-A945F91DD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1679" y="225515"/>
            <a:ext cx="113951" cy="114036"/>
          </a:xfrm>
          <a:custGeom xmlns:a="http://schemas.openxmlformats.org/drawingml/2006/main">
            <a:pathLst>
              <a:path w="113951" h="114036">
                <a:moveTo>
                  <a:pt x="0" y="0"/>
                </a:moveTo>
                <a:lnTo>
                  <a:pt x="0" y="114036"/>
                </a:lnTo>
                <a:lnTo>
                  <a:pt x="113951" y="114036"/>
                </a:lnTo>
                <a:lnTo>
                  <a:pt x="113951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009">
            <a:solidFill>
              <a:srgbClr val="000000"/>
            </a:solidFill>
            <a:prstDash val="solid"/>
          </a:ln>
        </p:spPr>
      </p:sp>
      <p:sp>
        <p:nvSpPr>
          <p:cNvPr id="182" name="path-181">
            <a:extLst xmlns:a="http://schemas.openxmlformats.org/drawingml/2006/main">
              <a:ext uri="{FF2B5EF4-FFF2-40B4-BE49-F238E27FC236}">
                <a16:creationId xmlns:a16="http://schemas.microsoft.com/office/drawing/2014/main" id="{5FCD6302-A22C-467C-85EB-1A77DE8E2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656" y="225540"/>
            <a:ext cx="114009" cy="114009"/>
          </a:xfrm>
          <a:custGeom xmlns:a="http://schemas.openxmlformats.org/drawingml/2006/main">
            <a:pathLst>
              <a:path w="114009" h="114009">
                <a:moveTo>
                  <a:pt x="0" y="0"/>
                </a:moveTo>
                <a:lnTo>
                  <a:pt x="114009" y="0"/>
                </a:lnTo>
                <a:lnTo>
                  <a:pt x="114009" y="114009"/>
                </a:lnTo>
                <a:lnTo>
                  <a:pt x="0" y="114009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3" name="path-182">
            <a:extLst xmlns:a="http://schemas.openxmlformats.org/drawingml/2006/main">
              <a:ext uri="{FF2B5EF4-FFF2-40B4-BE49-F238E27FC236}">
                <a16:creationId xmlns:a16="http://schemas.microsoft.com/office/drawing/2014/main" id="{DDF44867-FE02-432A-8604-638CDA1E4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630" y="225515"/>
            <a:ext cx="114031" cy="114036"/>
          </a:xfrm>
          <a:custGeom xmlns:a="http://schemas.openxmlformats.org/drawingml/2006/main">
            <a:pathLst>
              <a:path w="114031" h="114036">
                <a:moveTo>
                  <a:pt x="0" y="0"/>
                </a:moveTo>
                <a:lnTo>
                  <a:pt x="0" y="114036"/>
                </a:lnTo>
                <a:lnTo>
                  <a:pt x="114031" y="114036"/>
                </a:lnTo>
                <a:lnTo>
                  <a:pt x="114031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009">
            <a:solidFill>
              <a:srgbClr val="000000"/>
            </a:solidFill>
            <a:prstDash val="solid"/>
          </a:ln>
        </p:spPr>
      </p:sp>
      <p:sp>
        <p:nvSpPr>
          <p:cNvPr id="184" name="path-183">
            <a:extLst xmlns:a="http://schemas.openxmlformats.org/drawingml/2006/main">
              <a:ext uri="{FF2B5EF4-FFF2-40B4-BE49-F238E27FC236}">
                <a16:creationId xmlns:a16="http://schemas.microsoft.com/office/drawing/2014/main" id="{7FDC1A92-166F-4A7D-AF0F-C72758F4A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9664" y="225540"/>
            <a:ext cx="114009" cy="114009"/>
          </a:xfrm>
          <a:custGeom xmlns:a="http://schemas.openxmlformats.org/drawingml/2006/main">
            <a:pathLst>
              <a:path w="114009" h="114009">
                <a:moveTo>
                  <a:pt x="0" y="0"/>
                </a:moveTo>
                <a:lnTo>
                  <a:pt x="114009" y="0"/>
                </a:lnTo>
                <a:lnTo>
                  <a:pt x="114009" y="114009"/>
                </a:lnTo>
                <a:lnTo>
                  <a:pt x="0" y="114009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5" name="path-184">
            <a:extLst xmlns:a="http://schemas.openxmlformats.org/drawingml/2006/main">
              <a:ext uri="{FF2B5EF4-FFF2-40B4-BE49-F238E27FC236}">
                <a16:creationId xmlns:a16="http://schemas.microsoft.com/office/drawing/2014/main" id="{75216E1E-3AAD-4DBC-B646-CB8F1E19D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9661" y="225515"/>
            <a:ext cx="114036" cy="114036"/>
          </a:xfrm>
          <a:custGeom xmlns:a="http://schemas.openxmlformats.org/drawingml/2006/main">
            <a:pathLst>
              <a:path w="114036" h="114036">
                <a:moveTo>
                  <a:pt x="0" y="0"/>
                </a:moveTo>
                <a:lnTo>
                  <a:pt x="0" y="114036"/>
                </a:lnTo>
                <a:lnTo>
                  <a:pt x="114036" y="114036"/>
                </a:lnTo>
                <a:lnTo>
                  <a:pt x="114036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009">
            <a:solidFill>
              <a:srgbClr val="000000"/>
            </a:solidFill>
            <a:prstDash val="solid"/>
          </a:ln>
        </p:spPr>
      </p:sp>
      <p:sp>
        <p:nvSpPr>
          <p:cNvPr id="186" name="path-185">
            <a:extLst xmlns:a="http://schemas.openxmlformats.org/drawingml/2006/main">
              <a:ext uri="{FF2B5EF4-FFF2-40B4-BE49-F238E27FC236}">
                <a16:creationId xmlns:a16="http://schemas.microsoft.com/office/drawing/2014/main" id="{F25592DA-5AAE-4369-ACAD-8A686852D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1647" y="339573"/>
            <a:ext cx="114009" cy="114010"/>
          </a:xfrm>
          <a:custGeom xmlns:a="http://schemas.openxmlformats.org/drawingml/2006/main">
            <a:pathLst>
              <a:path w="114009" h="114010">
                <a:moveTo>
                  <a:pt x="0" y="0"/>
                </a:moveTo>
                <a:lnTo>
                  <a:pt x="114009" y="0"/>
                </a:lnTo>
                <a:lnTo>
                  <a:pt x="114009" y="114010"/>
                </a:lnTo>
                <a:lnTo>
                  <a:pt x="0" y="114010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7" name="path-186">
            <a:extLst xmlns:a="http://schemas.openxmlformats.org/drawingml/2006/main">
              <a:ext uri="{FF2B5EF4-FFF2-40B4-BE49-F238E27FC236}">
                <a16:creationId xmlns:a16="http://schemas.microsoft.com/office/drawing/2014/main" id="{EEFA1120-5AF4-49F8-8024-3DC7F3B30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1679" y="339551"/>
            <a:ext cx="113951" cy="114031"/>
          </a:xfrm>
          <a:custGeom xmlns:a="http://schemas.openxmlformats.org/drawingml/2006/main">
            <a:pathLst>
              <a:path w="113951" h="114031">
                <a:moveTo>
                  <a:pt x="0" y="0"/>
                </a:moveTo>
                <a:lnTo>
                  <a:pt x="0" y="114031"/>
                </a:lnTo>
                <a:lnTo>
                  <a:pt x="113951" y="114031"/>
                </a:lnTo>
                <a:lnTo>
                  <a:pt x="113951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009">
            <a:solidFill>
              <a:srgbClr val="000000"/>
            </a:solidFill>
            <a:prstDash val="solid"/>
          </a:ln>
        </p:spPr>
      </p:sp>
      <p:sp>
        <p:nvSpPr>
          <p:cNvPr id="188" name="path-187">
            <a:extLst xmlns:a="http://schemas.openxmlformats.org/drawingml/2006/main">
              <a:ext uri="{FF2B5EF4-FFF2-40B4-BE49-F238E27FC236}">
                <a16:creationId xmlns:a16="http://schemas.microsoft.com/office/drawing/2014/main" id="{5642A5A0-A2D6-4575-B99E-6A56CE39A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656" y="339573"/>
            <a:ext cx="114009" cy="114010"/>
          </a:xfrm>
          <a:custGeom xmlns:a="http://schemas.openxmlformats.org/drawingml/2006/main">
            <a:pathLst>
              <a:path w="114009" h="114010">
                <a:moveTo>
                  <a:pt x="0" y="0"/>
                </a:moveTo>
                <a:lnTo>
                  <a:pt x="114009" y="0"/>
                </a:lnTo>
                <a:lnTo>
                  <a:pt x="114009" y="114010"/>
                </a:lnTo>
                <a:lnTo>
                  <a:pt x="0" y="114010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9" name="path-188">
            <a:extLst xmlns:a="http://schemas.openxmlformats.org/drawingml/2006/main">
              <a:ext uri="{FF2B5EF4-FFF2-40B4-BE49-F238E27FC236}">
                <a16:creationId xmlns:a16="http://schemas.microsoft.com/office/drawing/2014/main" id="{203CD3B6-934F-48A0-A51D-2284C8D0E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630" y="339551"/>
            <a:ext cx="114031" cy="114031"/>
          </a:xfrm>
          <a:custGeom xmlns:a="http://schemas.openxmlformats.org/drawingml/2006/main">
            <a:pathLst>
              <a:path w="114031" h="114031">
                <a:moveTo>
                  <a:pt x="0" y="0"/>
                </a:moveTo>
                <a:lnTo>
                  <a:pt x="0" y="114031"/>
                </a:lnTo>
                <a:lnTo>
                  <a:pt x="114031" y="114031"/>
                </a:lnTo>
                <a:lnTo>
                  <a:pt x="114031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009">
            <a:solidFill>
              <a:srgbClr val="000000"/>
            </a:solidFill>
            <a:prstDash val="solid"/>
          </a:ln>
        </p:spPr>
      </p:sp>
      <p:sp>
        <p:nvSpPr>
          <p:cNvPr id="190" name="path-189">
            <a:extLst xmlns:a="http://schemas.openxmlformats.org/drawingml/2006/main">
              <a:ext uri="{FF2B5EF4-FFF2-40B4-BE49-F238E27FC236}">
                <a16:creationId xmlns:a16="http://schemas.microsoft.com/office/drawing/2014/main" id="{54318DEB-353F-47E2-A544-3505FE751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9664" y="339573"/>
            <a:ext cx="114009" cy="114010"/>
          </a:xfrm>
          <a:custGeom xmlns:a="http://schemas.openxmlformats.org/drawingml/2006/main">
            <a:pathLst>
              <a:path w="114009" h="114010">
                <a:moveTo>
                  <a:pt x="0" y="0"/>
                </a:moveTo>
                <a:lnTo>
                  <a:pt x="114009" y="0"/>
                </a:lnTo>
                <a:lnTo>
                  <a:pt x="114009" y="114010"/>
                </a:lnTo>
                <a:lnTo>
                  <a:pt x="0" y="114010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1" name="path-190">
            <a:extLst xmlns:a="http://schemas.openxmlformats.org/drawingml/2006/main">
              <a:ext uri="{FF2B5EF4-FFF2-40B4-BE49-F238E27FC236}">
                <a16:creationId xmlns:a16="http://schemas.microsoft.com/office/drawing/2014/main" id="{7D7476E5-C2AA-4043-B7AC-1CA082DF5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9661" y="339551"/>
            <a:ext cx="114036" cy="114031"/>
          </a:xfrm>
          <a:custGeom xmlns:a="http://schemas.openxmlformats.org/drawingml/2006/main">
            <a:pathLst>
              <a:path w="114036" h="114031">
                <a:moveTo>
                  <a:pt x="0" y="0"/>
                </a:moveTo>
                <a:lnTo>
                  <a:pt x="0" y="114031"/>
                </a:lnTo>
                <a:lnTo>
                  <a:pt x="114036" y="114031"/>
                </a:lnTo>
                <a:lnTo>
                  <a:pt x="114036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009">
            <a:solidFill>
              <a:srgbClr val="000000"/>
            </a:solidFill>
            <a:prstDash val="solid"/>
          </a:ln>
        </p:spPr>
      </p:sp>
      <p:sp>
        <p:nvSpPr>
          <p:cNvPr id="192" name="path-191">
            <a:extLst xmlns:a="http://schemas.openxmlformats.org/drawingml/2006/main">
              <a:ext uri="{FF2B5EF4-FFF2-40B4-BE49-F238E27FC236}">
                <a16:creationId xmlns:a16="http://schemas.microsoft.com/office/drawing/2014/main" id="{F3FF72D5-0088-4B33-A622-09B6BF06F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3673" y="111506"/>
            <a:ext cx="114009" cy="114010"/>
          </a:xfrm>
          <a:custGeom xmlns:a="http://schemas.openxmlformats.org/drawingml/2006/main">
            <a:pathLst>
              <a:path w="114009" h="114010">
                <a:moveTo>
                  <a:pt x="0" y="0"/>
                </a:moveTo>
                <a:lnTo>
                  <a:pt x="114009" y="0"/>
                </a:lnTo>
                <a:lnTo>
                  <a:pt x="114009" y="114010"/>
                </a:lnTo>
                <a:lnTo>
                  <a:pt x="0" y="114010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3" name="path-192">
            <a:extLst xmlns:a="http://schemas.openxmlformats.org/drawingml/2006/main">
              <a:ext uri="{FF2B5EF4-FFF2-40B4-BE49-F238E27FC236}">
                <a16:creationId xmlns:a16="http://schemas.microsoft.com/office/drawing/2014/main" id="{4DEE6506-0DCC-480C-AE48-A23F1BE3B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3697" y="111563"/>
            <a:ext cx="113946" cy="113951"/>
          </a:xfrm>
          <a:custGeom xmlns:a="http://schemas.openxmlformats.org/drawingml/2006/main">
            <a:pathLst>
              <a:path w="113946" h="113951">
                <a:moveTo>
                  <a:pt x="0" y="0"/>
                </a:moveTo>
                <a:lnTo>
                  <a:pt x="0" y="113951"/>
                </a:lnTo>
                <a:lnTo>
                  <a:pt x="113946" y="113951"/>
                </a:lnTo>
                <a:lnTo>
                  <a:pt x="113946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009">
            <a:solidFill>
              <a:srgbClr val="000000"/>
            </a:solidFill>
            <a:prstDash val="solid"/>
          </a:ln>
        </p:spPr>
      </p:sp>
      <p:sp>
        <p:nvSpPr>
          <p:cNvPr id="194" name="path-193">
            <a:extLst xmlns:a="http://schemas.openxmlformats.org/drawingml/2006/main">
              <a:ext uri="{FF2B5EF4-FFF2-40B4-BE49-F238E27FC236}">
                <a16:creationId xmlns:a16="http://schemas.microsoft.com/office/drawing/2014/main" id="{9FAA8B4B-058C-4D1D-AF2B-0E2C921F0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3673" y="225540"/>
            <a:ext cx="114009" cy="114009"/>
          </a:xfrm>
          <a:custGeom xmlns:a="http://schemas.openxmlformats.org/drawingml/2006/main">
            <a:pathLst>
              <a:path w="114009" h="114009">
                <a:moveTo>
                  <a:pt x="0" y="0"/>
                </a:moveTo>
                <a:lnTo>
                  <a:pt x="114009" y="0"/>
                </a:lnTo>
                <a:lnTo>
                  <a:pt x="114009" y="114009"/>
                </a:lnTo>
                <a:lnTo>
                  <a:pt x="0" y="114009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5" name="path-194">
            <a:extLst xmlns:a="http://schemas.openxmlformats.org/drawingml/2006/main">
              <a:ext uri="{FF2B5EF4-FFF2-40B4-BE49-F238E27FC236}">
                <a16:creationId xmlns:a16="http://schemas.microsoft.com/office/drawing/2014/main" id="{3929A1EB-0096-448B-AD73-86B84E9DC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3697" y="225515"/>
            <a:ext cx="113946" cy="114036"/>
          </a:xfrm>
          <a:custGeom xmlns:a="http://schemas.openxmlformats.org/drawingml/2006/main">
            <a:pathLst>
              <a:path w="113946" h="114036">
                <a:moveTo>
                  <a:pt x="0" y="0"/>
                </a:moveTo>
                <a:lnTo>
                  <a:pt x="0" y="114036"/>
                </a:lnTo>
                <a:lnTo>
                  <a:pt x="113946" y="114036"/>
                </a:lnTo>
                <a:lnTo>
                  <a:pt x="113946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009">
            <a:solidFill>
              <a:srgbClr val="000000"/>
            </a:solidFill>
            <a:prstDash val="solid"/>
          </a:ln>
        </p:spPr>
      </p:sp>
      <p:sp>
        <p:nvSpPr>
          <p:cNvPr id="196" name="path-195">
            <a:extLst xmlns:a="http://schemas.openxmlformats.org/drawingml/2006/main">
              <a:ext uri="{FF2B5EF4-FFF2-40B4-BE49-F238E27FC236}">
                <a16:creationId xmlns:a16="http://schemas.microsoft.com/office/drawing/2014/main" id="{BC7E57AD-0D1F-4692-85EF-CA42DBF3F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3673" y="339573"/>
            <a:ext cx="114009" cy="114010"/>
          </a:xfrm>
          <a:custGeom xmlns:a="http://schemas.openxmlformats.org/drawingml/2006/main">
            <a:pathLst>
              <a:path w="114009" h="114010">
                <a:moveTo>
                  <a:pt x="0" y="0"/>
                </a:moveTo>
                <a:lnTo>
                  <a:pt x="114009" y="0"/>
                </a:lnTo>
                <a:lnTo>
                  <a:pt x="114009" y="114010"/>
                </a:lnTo>
                <a:lnTo>
                  <a:pt x="0" y="114010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7" name="path-196">
            <a:extLst xmlns:a="http://schemas.openxmlformats.org/drawingml/2006/main">
              <a:ext uri="{FF2B5EF4-FFF2-40B4-BE49-F238E27FC236}">
                <a16:creationId xmlns:a16="http://schemas.microsoft.com/office/drawing/2014/main" id="{DF2A6470-7CB8-4D10-82AF-543243E37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3697" y="339551"/>
            <a:ext cx="113946" cy="114031"/>
          </a:xfrm>
          <a:custGeom xmlns:a="http://schemas.openxmlformats.org/drawingml/2006/main">
            <a:pathLst>
              <a:path w="113946" h="114031">
                <a:moveTo>
                  <a:pt x="0" y="0"/>
                </a:moveTo>
                <a:lnTo>
                  <a:pt x="0" y="114031"/>
                </a:lnTo>
                <a:lnTo>
                  <a:pt x="113946" y="114031"/>
                </a:lnTo>
                <a:lnTo>
                  <a:pt x="113946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009">
            <a:solidFill>
              <a:srgbClr val="000000"/>
            </a:solidFill>
            <a:prstDash val="solid"/>
          </a:ln>
        </p:spPr>
      </p:sp>
      <p:sp>
        <p:nvSpPr>
          <p:cNvPr id="198" name="path-197">
            <a:extLst xmlns:a="http://schemas.openxmlformats.org/drawingml/2006/main">
              <a:ext uri="{FF2B5EF4-FFF2-40B4-BE49-F238E27FC236}">
                <a16:creationId xmlns:a16="http://schemas.microsoft.com/office/drawing/2014/main" id="{6128E9AD-2919-4B86-8E44-C2AB879C5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1647" y="453524"/>
            <a:ext cx="114009" cy="114009"/>
          </a:xfrm>
          <a:custGeom xmlns:a="http://schemas.openxmlformats.org/drawingml/2006/main">
            <a:pathLst>
              <a:path w="114009" h="114009">
                <a:moveTo>
                  <a:pt x="0" y="0"/>
                </a:moveTo>
                <a:lnTo>
                  <a:pt x="114009" y="0"/>
                </a:lnTo>
                <a:lnTo>
                  <a:pt x="114009" y="114009"/>
                </a:lnTo>
                <a:lnTo>
                  <a:pt x="0" y="114009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9" name="path-198">
            <a:extLst xmlns:a="http://schemas.openxmlformats.org/drawingml/2006/main">
              <a:ext uri="{FF2B5EF4-FFF2-40B4-BE49-F238E27FC236}">
                <a16:creationId xmlns:a16="http://schemas.microsoft.com/office/drawing/2014/main" id="{8C47D873-BD44-4373-81D0-C45AAE4C9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1679" y="453582"/>
            <a:ext cx="113951" cy="113951"/>
          </a:xfrm>
          <a:custGeom xmlns:a="http://schemas.openxmlformats.org/drawingml/2006/main">
            <a:pathLst>
              <a:path w="113951" h="113951">
                <a:moveTo>
                  <a:pt x="0" y="0"/>
                </a:moveTo>
                <a:lnTo>
                  <a:pt x="0" y="113951"/>
                </a:lnTo>
                <a:lnTo>
                  <a:pt x="113951" y="113951"/>
                </a:lnTo>
                <a:lnTo>
                  <a:pt x="113951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009">
            <a:solidFill>
              <a:srgbClr val="000000"/>
            </a:solidFill>
            <a:prstDash val="solid"/>
          </a:ln>
        </p:spPr>
      </p:sp>
      <p:sp>
        <p:nvSpPr>
          <p:cNvPr id="200" name="path-199">
            <a:extLst xmlns:a="http://schemas.openxmlformats.org/drawingml/2006/main">
              <a:ext uri="{FF2B5EF4-FFF2-40B4-BE49-F238E27FC236}">
                <a16:creationId xmlns:a16="http://schemas.microsoft.com/office/drawing/2014/main" id="{C5054711-28DE-4917-82D8-EEC2D1D92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656" y="453524"/>
            <a:ext cx="114009" cy="114009"/>
          </a:xfrm>
          <a:custGeom xmlns:a="http://schemas.openxmlformats.org/drawingml/2006/main">
            <a:pathLst>
              <a:path w="114009" h="114009">
                <a:moveTo>
                  <a:pt x="0" y="0"/>
                </a:moveTo>
                <a:lnTo>
                  <a:pt x="114009" y="0"/>
                </a:lnTo>
                <a:lnTo>
                  <a:pt x="114009" y="114009"/>
                </a:lnTo>
                <a:lnTo>
                  <a:pt x="0" y="114009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1" name="path-200">
            <a:extLst xmlns:a="http://schemas.openxmlformats.org/drawingml/2006/main">
              <a:ext uri="{FF2B5EF4-FFF2-40B4-BE49-F238E27FC236}">
                <a16:creationId xmlns:a16="http://schemas.microsoft.com/office/drawing/2014/main" id="{F924691D-DBB0-4D1A-B2E0-3C83A9470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630" y="453582"/>
            <a:ext cx="114031" cy="113951"/>
          </a:xfrm>
          <a:custGeom xmlns:a="http://schemas.openxmlformats.org/drawingml/2006/main">
            <a:pathLst>
              <a:path w="114031" h="113951">
                <a:moveTo>
                  <a:pt x="0" y="0"/>
                </a:moveTo>
                <a:lnTo>
                  <a:pt x="0" y="113951"/>
                </a:lnTo>
                <a:lnTo>
                  <a:pt x="114031" y="113951"/>
                </a:lnTo>
                <a:lnTo>
                  <a:pt x="114031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009">
            <a:solidFill>
              <a:srgbClr val="000000"/>
            </a:solidFill>
            <a:prstDash val="solid"/>
          </a:ln>
        </p:spPr>
      </p:sp>
      <p:sp>
        <p:nvSpPr>
          <p:cNvPr id="202" name="path-201">
            <a:extLst xmlns:a="http://schemas.openxmlformats.org/drawingml/2006/main">
              <a:ext uri="{FF2B5EF4-FFF2-40B4-BE49-F238E27FC236}">
                <a16:creationId xmlns:a16="http://schemas.microsoft.com/office/drawing/2014/main" id="{6D43FBFA-5557-4903-8B96-136DEE8E3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9664" y="453524"/>
            <a:ext cx="114009" cy="114009"/>
          </a:xfrm>
          <a:custGeom xmlns:a="http://schemas.openxmlformats.org/drawingml/2006/main">
            <a:pathLst>
              <a:path w="114009" h="114009">
                <a:moveTo>
                  <a:pt x="0" y="0"/>
                </a:moveTo>
                <a:lnTo>
                  <a:pt x="114009" y="0"/>
                </a:lnTo>
                <a:lnTo>
                  <a:pt x="114009" y="114009"/>
                </a:lnTo>
                <a:lnTo>
                  <a:pt x="0" y="114009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3" name="path-202">
            <a:extLst xmlns:a="http://schemas.openxmlformats.org/drawingml/2006/main">
              <a:ext uri="{FF2B5EF4-FFF2-40B4-BE49-F238E27FC236}">
                <a16:creationId xmlns:a16="http://schemas.microsoft.com/office/drawing/2014/main" id="{545842BD-32A6-4524-9725-A913E74F9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9661" y="453582"/>
            <a:ext cx="114036" cy="113951"/>
          </a:xfrm>
          <a:custGeom xmlns:a="http://schemas.openxmlformats.org/drawingml/2006/main">
            <a:pathLst>
              <a:path w="114036" h="113951">
                <a:moveTo>
                  <a:pt x="0" y="0"/>
                </a:moveTo>
                <a:lnTo>
                  <a:pt x="0" y="113951"/>
                </a:lnTo>
                <a:lnTo>
                  <a:pt x="114036" y="113951"/>
                </a:lnTo>
                <a:lnTo>
                  <a:pt x="114036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009">
            <a:solidFill>
              <a:srgbClr val="000000"/>
            </a:solidFill>
            <a:prstDash val="solid"/>
          </a:ln>
        </p:spPr>
      </p:sp>
      <p:sp>
        <p:nvSpPr>
          <p:cNvPr id="204" name="path-203">
            <a:extLst xmlns:a="http://schemas.openxmlformats.org/drawingml/2006/main">
              <a:ext uri="{FF2B5EF4-FFF2-40B4-BE49-F238E27FC236}">
                <a16:creationId xmlns:a16="http://schemas.microsoft.com/office/drawing/2014/main" id="{9ED638D1-1AE9-463D-B099-61EA1C211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3673" y="453524"/>
            <a:ext cx="114009" cy="114009"/>
          </a:xfrm>
          <a:custGeom xmlns:a="http://schemas.openxmlformats.org/drawingml/2006/main">
            <a:pathLst>
              <a:path w="114009" h="114009">
                <a:moveTo>
                  <a:pt x="0" y="0"/>
                </a:moveTo>
                <a:lnTo>
                  <a:pt x="114009" y="0"/>
                </a:lnTo>
                <a:lnTo>
                  <a:pt x="114009" y="114009"/>
                </a:lnTo>
                <a:lnTo>
                  <a:pt x="0" y="114009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5" name="path-204">
            <a:extLst xmlns:a="http://schemas.openxmlformats.org/drawingml/2006/main">
              <a:ext uri="{FF2B5EF4-FFF2-40B4-BE49-F238E27FC236}">
                <a16:creationId xmlns:a16="http://schemas.microsoft.com/office/drawing/2014/main" id="{54A13E63-815F-449A-A929-D2810802C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3697" y="453582"/>
            <a:ext cx="113946" cy="113951"/>
          </a:xfrm>
          <a:custGeom xmlns:a="http://schemas.openxmlformats.org/drawingml/2006/main">
            <a:pathLst>
              <a:path w="113946" h="113951">
                <a:moveTo>
                  <a:pt x="0" y="0"/>
                </a:moveTo>
                <a:lnTo>
                  <a:pt x="0" y="113951"/>
                </a:lnTo>
                <a:lnTo>
                  <a:pt x="113946" y="113951"/>
                </a:lnTo>
                <a:lnTo>
                  <a:pt x="113946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009">
            <a:solidFill>
              <a:srgbClr val="000000"/>
            </a:solidFill>
            <a:prstDash val="solid"/>
          </a:ln>
        </p:spPr>
      </p:sp>
      <p:sp>
        <p:nvSpPr>
          <p:cNvPr id="206" name="path-205">
            <a:extLst xmlns:a="http://schemas.openxmlformats.org/drawingml/2006/main">
              <a:ext uri="{FF2B5EF4-FFF2-40B4-BE49-F238E27FC236}">
                <a16:creationId xmlns:a16="http://schemas.microsoft.com/office/drawing/2014/main" id="{D0AB0462-7BA9-4B6B-910C-9D0E12179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7682" y="111506"/>
            <a:ext cx="114009" cy="114010"/>
          </a:xfrm>
          <a:custGeom xmlns:a="http://schemas.openxmlformats.org/drawingml/2006/main">
            <a:pathLst>
              <a:path w="114009" h="114010">
                <a:moveTo>
                  <a:pt x="0" y="0"/>
                </a:moveTo>
                <a:lnTo>
                  <a:pt x="114009" y="0"/>
                </a:lnTo>
                <a:lnTo>
                  <a:pt x="114009" y="114010"/>
                </a:lnTo>
                <a:lnTo>
                  <a:pt x="0" y="114010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7" name="path-206">
            <a:extLst xmlns:a="http://schemas.openxmlformats.org/drawingml/2006/main">
              <a:ext uri="{FF2B5EF4-FFF2-40B4-BE49-F238E27FC236}">
                <a16:creationId xmlns:a16="http://schemas.microsoft.com/office/drawing/2014/main" id="{BFE28D40-7AC0-4B13-A234-9D12E755B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7643" y="111563"/>
            <a:ext cx="114036" cy="113951"/>
          </a:xfrm>
          <a:custGeom xmlns:a="http://schemas.openxmlformats.org/drawingml/2006/main">
            <a:pathLst>
              <a:path w="114036" h="113951">
                <a:moveTo>
                  <a:pt x="0" y="0"/>
                </a:moveTo>
                <a:lnTo>
                  <a:pt x="0" y="113951"/>
                </a:lnTo>
                <a:lnTo>
                  <a:pt x="114036" y="113951"/>
                </a:lnTo>
                <a:lnTo>
                  <a:pt x="114036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009">
            <a:solidFill>
              <a:srgbClr val="000000"/>
            </a:solidFill>
            <a:prstDash val="solid"/>
          </a:ln>
        </p:spPr>
      </p:sp>
      <p:sp>
        <p:nvSpPr>
          <p:cNvPr id="208" name="path-207">
            <a:extLst xmlns:a="http://schemas.openxmlformats.org/drawingml/2006/main">
              <a:ext uri="{FF2B5EF4-FFF2-40B4-BE49-F238E27FC236}">
                <a16:creationId xmlns:a16="http://schemas.microsoft.com/office/drawing/2014/main" id="{3CC131C4-CDEE-41E8-AA8B-F566B4114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7682" y="225540"/>
            <a:ext cx="114009" cy="114009"/>
          </a:xfrm>
          <a:custGeom xmlns:a="http://schemas.openxmlformats.org/drawingml/2006/main">
            <a:pathLst>
              <a:path w="114009" h="114009">
                <a:moveTo>
                  <a:pt x="0" y="0"/>
                </a:moveTo>
                <a:lnTo>
                  <a:pt x="114009" y="0"/>
                </a:lnTo>
                <a:lnTo>
                  <a:pt x="114009" y="114009"/>
                </a:lnTo>
                <a:lnTo>
                  <a:pt x="0" y="114009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9" name="path-208">
            <a:extLst xmlns:a="http://schemas.openxmlformats.org/drawingml/2006/main">
              <a:ext uri="{FF2B5EF4-FFF2-40B4-BE49-F238E27FC236}">
                <a16:creationId xmlns:a16="http://schemas.microsoft.com/office/drawing/2014/main" id="{72BFBF8F-6D29-4AF9-8D48-37B543B40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7643" y="225515"/>
            <a:ext cx="114036" cy="114036"/>
          </a:xfrm>
          <a:custGeom xmlns:a="http://schemas.openxmlformats.org/drawingml/2006/main">
            <a:pathLst>
              <a:path w="114036" h="114036">
                <a:moveTo>
                  <a:pt x="0" y="0"/>
                </a:moveTo>
                <a:lnTo>
                  <a:pt x="0" y="114036"/>
                </a:lnTo>
                <a:lnTo>
                  <a:pt x="114036" y="114036"/>
                </a:lnTo>
                <a:lnTo>
                  <a:pt x="114036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009">
            <a:solidFill>
              <a:srgbClr val="000000"/>
            </a:solidFill>
            <a:prstDash val="solid"/>
          </a:ln>
        </p:spPr>
      </p:sp>
      <p:sp>
        <p:nvSpPr>
          <p:cNvPr id="210" name="path-209">
            <a:extLst xmlns:a="http://schemas.openxmlformats.org/drawingml/2006/main">
              <a:ext uri="{FF2B5EF4-FFF2-40B4-BE49-F238E27FC236}">
                <a16:creationId xmlns:a16="http://schemas.microsoft.com/office/drawing/2014/main" id="{96FDC1D5-9C19-4C3F-8B53-521653FB1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7682" y="339573"/>
            <a:ext cx="114009" cy="114010"/>
          </a:xfrm>
          <a:custGeom xmlns:a="http://schemas.openxmlformats.org/drawingml/2006/main">
            <a:pathLst>
              <a:path w="114009" h="114010">
                <a:moveTo>
                  <a:pt x="0" y="0"/>
                </a:moveTo>
                <a:lnTo>
                  <a:pt x="114009" y="0"/>
                </a:lnTo>
                <a:lnTo>
                  <a:pt x="114009" y="114010"/>
                </a:lnTo>
                <a:lnTo>
                  <a:pt x="0" y="114010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1" name="path-210">
            <a:extLst xmlns:a="http://schemas.openxmlformats.org/drawingml/2006/main">
              <a:ext uri="{FF2B5EF4-FFF2-40B4-BE49-F238E27FC236}">
                <a16:creationId xmlns:a16="http://schemas.microsoft.com/office/drawing/2014/main" id="{FDE1CB2C-4E25-4DC0-9D03-9929477DE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7643" y="339551"/>
            <a:ext cx="114036" cy="114031"/>
          </a:xfrm>
          <a:custGeom xmlns:a="http://schemas.openxmlformats.org/drawingml/2006/main">
            <a:pathLst>
              <a:path w="114036" h="114031">
                <a:moveTo>
                  <a:pt x="0" y="0"/>
                </a:moveTo>
                <a:lnTo>
                  <a:pt x="0" y="114031"/>
                </a:lnTo>
                <a:lnTo>
                  <a:pt x="114036" y="114031"/>
                </a:lnTo>
                <a:lnTo>
                  <a:pt x="114036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009">
            <a:solidFill>
              <a:srgbClr val="000000"/>
            </a:solidFill>
            <a:prstDash val="solid"/>
          </a:ln>
        </p:spPr>
      </p:sp>
      <p:sp>
        <p:nvSpPr>
          <p:cNvPr id="212" name="path-211">
            <a:extLst xmlns:a="http://schemas.openxmlformats.org/drawingml/2006/main">
              <a:ext uri="{FF2B5EF4-FFF2-40B4-BE49-F238E27FC236}">
                <a16:creationId xmlns:a16="http://schemas.microsoft.com/office/drawing/2014/main" id="{A5EC45AC-67A1-4A10-B705-E5B98A677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7682" y="453524"/>
            <a:ext cx="114009" cy="114009"/>
          </a:xfrm>
          <a:custGeom xmlns:a="http://schemas.openxmlformats.org/drawingml/2006/main">
            <a:pathLst>
              <a:path w="114009" h="114009">
                <a:moveTo>
                  <a:pt x="0" y="0"/>
                </a:moveTo>
                <a:lnTo>
                  <a:pt x="114009" y="0"/>
                </a:lnTo>
                <a:lnTo>
                  <a:pt x="114009" y="114009"/>
                </a:lnTo>
                <a:lnTo>
                  <a:pt x="0" y="114009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3" name="path-212">
            <a:extLst xmlns:a="http://schemas.openxmlformats.org/drawingml/2006/main">
              <a:ext uri="{FF2B5EF4-FFF2-40B4-BE49-F238E27FC236}">
                <a16:creationId xmlns:a16="http://schemas.microsoft.com/office/drawing/2014/main" id="{D83A1904-7E60-4B04-B23C-31F3BB2DE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7643" y="453582"/>
            <a:ext cx="114036" cy="113951"/>
          </a:xfrm>
          <a:custGeom xmlns:a="http://schemas.openxmlformats.org/drawingml/2006/main">
            <a:pathLst>
              <a:path w="114036" h="113951">
                <a:moveTo>
                  <a:pt x="0" y="0"/>
                </a:moveTo>
                <a:lnTo>
                  <a:pt x="0" y="113951"/>
                </a:lnTo>
                <a:lnTo>
                  <a:pt x="114036" y="113951"/>
                </a:lnTo>
                <a:lnTo>
                  <a:pt x="114036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009">
            <a:solidFill>
              <a:srgbClr val="000000"/>
            </a:solidFill>
            <a:prstDash val="solid"/>
          </a:ln>
        </p:spPr>
      </p:sp>
      <p:sp>
        <p:nvSpPr>
          <p:cNvPr id="214" name="path-213">
            <a:extLst xmlns:a="http://schemas.openxmlformats.org/drawingml/2006/main">
              <a:ext uri="{FF2B5EF4-FFF2-40B4-BE49-F238E27FC236}">
                <a16:creationId xmlns:a16="http://schemas.microsoft.com/office/drawing/2014/main" id="{D33706FF-EE68-4B4F-8F85-30DA4BBF2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1647" y="567558"/>
            <a:ext cx="114009" cy="114009"/>
          </a:xfrm>
          <a:custGeom xmlns:a="http://schemas.openxmlformats.org/drawingml/2006/main">
            <a:pathLst>
              <a:path w="114009" h="114009">
                <a:moveTo>
                  <a:pt x="0" y="0"/>
                </a:moveTo>
                <a:lnTo>
                  <a:pt x="114009" y="0"/>
                </a:lnTo>
                <a:lnTo>
                  <a:pt x="114009" y="114009"/>
                </a:lnTo>
                <a:lnTo>
                  <a:pt x="0" y="114009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5" name="path-214">
            <a:extLst xmlns:a="http://schemas.openxmlformats.org/drawingml/2006/main">
              <a:ext uri="{FF2B5EF4-FFF2-40B4-BE49-F238E27FC236}">
                <a16:creationId xmlns:a16="http://schemas.microsoft.com/office/drawing/2014/main" id="{71878FF2-E7E1-462D-9E25-85466A9B6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1679" y="567533"/>
            <a:ext cx="113951" cy="114036"/>
          </a:xfrm>
          <a:custGeom xmlns:a="http://schemas.openxmlformats.org/drawingml/2006/main">
            <a:pathLst>
              <a:path w="113951" h="114036">
                <a:moveTo>
                  <a:pt x="0" y="0"/>
                </a:moveTo>
                <a:lnTo>
                  <a:pt x="0" y="114036"/>
                </a:lnTo>
                <a:lnTo>
                  <a:pt x="113951" y="114036"/>
                </a:lnTo>
                <a:lnTo>
                  <a:pt x="113951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009">
            <a:solidFill>
              <a:srgbClr val="000000"/>
            </a:solidFill>
            <a:prstDash val="solid"/>
          </a:ln>
        </p:spPr>
      </p:sp>
      <p:sp>
        <p:nvSpPr>
          <p:cNvPr id="216" name="path-215">
            <a:extLst xmlns:a="http://schemas.openxmlformats.org/drawingml/2006/main">
              <a:ext uri="{FF2B5EF4-FFF2-40B4-BE49-F238E27FC236}">
                <a16:creationId xmlns:a16="http://schemas.microsoft.com/office/drawing/2014/main" id="{5EEA553A-FABB-4CA6-8A27-10C57739C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656" y="567558"/>
            <a:ext cx="114009" cy="114009"/>
          </a:xfrm>
          <a:custGeom xmlns:a="http://schemas.openxmlformats.org/drawingml/2006/main">
            <a:pathLst>
              <a:path w="114009" h="114009">
                <a:moveTo>
                  <a:pt x="0" y="0"/>
                </a:moveTo>
                <a:lnTo>
                  <a:pt x="114009" y="0"/>
                </a:lnTo>
                <a:lnTo>
                  <a:pt x="114009" y="114009"/>
                </a:lnTo>
                <a:lnTo>
                  <a:pt x="0" y="114009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7" name="path-216">
            <a:extLst xmlns:a="http://schemas.openxmlformats.org/drawingml/2006/main">
              <a:ext uri="{FF2B5EF4-FFF2-40B4-BE49-F238E27FC236}">
                <a16:creationId xmlns:a16="http://schemas.microsoft.com/office/drawing/2014/main" id="{F0D27325-F98D-4681-BA1B-FB569C4F4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630" y="567533"/>
            <a:ext cx="114031" cy="114036"/>
          </a:xfrm>
          <a:custGeom xmlns:a="http://schemas.openxmlformats.org/drawingml/2006/main">
            <a:pathLst>
              <a:path w="114031" h="114036">
                <a:moveTo>
                  <a:pt x="0" y="0"/>
                </a:moveTo>
                <a:lnTo>
                  <a:pt x="0" y="114036"/>
                </a:lnTo>
                <a:lnTo>
                  <a:pt x="114031" y="114036"/>
                </a:lnTo>
                <a:lnTo>
                  <a:pt x="114031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009">
            <a:solidFill>
              <a:srgbClr val="000000"/>
            </a:solidFill>
            <a:prstDash val="solid"/>
          </a:ln>
        </p:spPr>
      </p:sp>
      <p:sp>
        <p:nvSpPr>
          <p:cNvPr id="218" name="path-217">
            <a:extLst xmlns:a="http://schemas.openxmlformats.org/drawingml/2006/main">
              <a:ext uri="{FF2B5EF4-FFF2-40B4-BE49-F238E27FC236}">
                <a16:creationId xmlns:a16="http://schemas.microsoft.com/office/drawing/2014/main" id="{29206B55-00CF-4C3C-BBDB-BF2451740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9664" y="567558"/>
            <a:ext cx="114009" cy="114009"/>
          </a:xfrm>
          <a:custGeom xmlns:a="http://schemas.openxmlformats.org/drawingml/2006/main">
            <a:pathLst>
              <a:path w="114009" h="114009">
                <a:moveTo>
                  <a:pt x="0" y="0"/>
                </a:moveTo>
                <a:lnTo>
                  <a:pt x="114009" y="0"/>
                </a:lnTo>
                <a:lnTo>
                  <a:pt x="114009" y="114009"/>
                </a:lnTo>
                <a:lnTo>
                  <a:pt x="0" y="114009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9" name="path-218">
            <a:extLst xmlns:a="http://schemas.openxmlformats.org/drawingml/2006/main">
              <a:ext uri="{FF2B5EF4-FFF2-40B4-BE49-F238E27FC236}">
                <a16:creationId xmlns:a16="http://schemas.microsoft.com/office/drawing/2014/main" id="{527A9C49-7297-4052-8711-FD345DD58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9661" y="567533"/>
            <a:ext cx="114036" cy="114036"/>
          </a:xfrm>
          <a:custGeom xmlns:a="http://schemas.openxmlformats.org/drawingml/2006/main">
            <a:pathLst>
              <a:path w="114036" h="114036">
                <a:moveTo>
                  <a:pt x="0" y="0"/>
                </a:moveTo>
                <a:lnTo>
                  <a:pt x="0" y="114036"/>
                </a:lnTo>
                <a:lnTo>
                  <a:pt x="114036" y="114036"/>
                </a:lnTo>
                <a:lnTo>
                  <a:pt x="114036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009">
            <a:solidFill>
              <a:srgbClr val="000000"/>
            </a:solidFill>
            <a:prstDash val="solid"/>
          </a:ln>
        </p:spPr>
      </p:sp>
      <p:sp>
        <p:nvSpPr>
          <p:cNvPr id="220" name="path-219">
            <a:extLst xmlns:a="http://schemas.openxmlformats.org/drawingml/2006/main">
              <a:ext uri="{FF2B5EF4-FFF2-40B4-BE49-F238E27FC236}">
                <a16:creationId xmlns:a16="http://schemas.microsoft.com/office/drawing/2014/main" id="{F6806D41-4274-4203-9CC2-88AC1BBF3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3673" y="567558"/>
            <a:ext cx="114009" cy="114009"/>
          </a:xfrm>
          <a:custGeom xmlns:a="http://schemas.openxmlformats.org/drawingml/2006/main">
            <a:pathLst>
              <a:path w="114009" h="114009">
                <a:moveTo>
                  <a:pt x="0" y="0"/>
                </a:moveTo>
                <a:lnTo>
                  <a:pt x="114009" y="0"/>
                </a:lnTo>
                <a:lnTo>
                  <a:pt x="114009" y="114009"/>
                </a:lnTo>
                <a:lnTo>
                  <a:pt x="0" y="114009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1" name="path-220">
            <a:extLst xmlns:a="http://schemas.openxmlformats.org/drawingml/2006/main">
              <a:ext uri="{FF2B5EF4-FFF2-40B4-BE49-F238E27FC236}">
                <a16:creationId xmlns:a16="http://schemas.microsoft.com/office/drawing/2014/main" id="{7F35A3AF-BC7D-473C-A3A7-2F8D69592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3697" y="567533"/>
            <a:ext cx="113946" cy="114036"/>
          </a:xfrm>
          <a:custGeom xmlns:a="http://schemas.openxmlformats.org/drawingml/2006/main">
            <a:pathLst>
              <a:path w="113946" h="114036">
                <a:moveTo>
                  <a:pt x="0" y="0"/>
                </a:moveTo>
                <a:lnTo>
                  <a:pt x="0" y="114036"/>
                </a:lnTo>
                <a:lnTo>
                  <a:pt x="113946" y="114036"/>
                </a:lnTo>
                <a:lnTo>
                  <a:pt x="113946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009">
            <a:solidFill>
              <a:srgbClr val="000000"/>
            </a:solidFill>
            <a:prstDash val="solid"/>
          </a:ln>
        </p:spPr>
      </p:sp>
      <p:sp>
        <p:nvSpPr>
          <p:cNvPr id="222" name="path-221">
            <a:extLst xmlns:a="http://schemas.openxmlformats.org/drawingml/2006/main">
              <a:ext uri="{FF2B5EF4-FFF2-40B4-BE49-F238E27FC236}">
                <a16:creationId xmlns:a16="http://schemas.microsoft.com/office/drawing/2014/main" id="{E7B3054F-E3AB-45DA-AFF7-B5ADE2274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7682" y="567558"/>
            <a:ext cx="114009" cy="114009"/>
          </a:xfrm>
          <a:custGeom xmlns:a="http://schemas.openxmlformats.org/drawingml/2006/main">
            <a:pathLst>
              <a:path w="114009" h="114009">
                <a:moveTo>
                  <a:pt x="0" y="0"/>
                </a:moveTo>
                <a:lnTo>
                  <a:pt x="114009" y="0"/>
                </a:lnTo>
                <a:lnTo>
                  <a:pt x="114009" y="114009"/>
                </a:lnTo>
                <a:lnTo>
                  <a:pt x="0" y="114009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3" name="path-222">
            <a:extLst xmlns:a="http://schemas.openxmlformats.org/drawingml/2006/main">
              <a:ext uri="{FF2B5EF4-FFF2-40B4-BE49-F238E27FC236}">
                <a16:creationId xmlns:a16="http://schemas.microsoft.com/office/drawing/2014/main" id="{5CA358B2-4288-4B11-86B1-CE9DABB7C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7643" y="567533"/>
            <a:ext cx="114036" cy="114036"/>
          </a:xfrm>
          <a:custGeom xmlns:a="http://schemas.openxmlformats.org/drawingml/2006/main">
            <a:pathLst>
              <a:path w="114036" h="114036">
                <a:moveTo>
                  <a:pt x="0" y="0"/>
                </a:moveTo>
                <a:lnTo>
                  <a:pt x="0" y="114036"/>
                </a:lnTo>
                <a:lnTo>
                  <a:pt x="114036" y="114036"/>
                </a:lnTo>
                <a:lnTo>
                  <a:pt x="114036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009">
            <a:solidFill>
              <a:srgbClr val="000000"/>
            </a:solidFill>
            <a:prstDash val="solid"/>
          </a:ln>
        </p:spPr>
      </p:sp>
      <p:sp>
        <p:nvSpPr>
          <p:cNvPr id="224" name="path-223">
            <a:extLst xmlns:a="http://schemas.openxmlformats.org/drawingml/2006/main">
              <a:ext uri="{FF2B5EF4-FFF2-40B4-BE49-F238E27FC236}">
                <a16:creationId xmlns:a16="http://schemas.microsoft.com/office/drawing/2014/main" id="{85649DA3-9C76-4544-8B48-F34DF61CE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1679" y="681567"/>
            <a:ext cx="570001" cy="191"/>
          </a:xfrm>
          <a:custGeom xmlns:a="http://schemas.openxmlformats.org/drawingml/2006/main">
            <a:pathLst>
              <a:path w="570001" h="191">
                <a:moveTo>
                  <a:pt x="0" y="0"/>
                </a:moveTo>
                <a:lnTo>
                  <a:pt x="0" y="2"/>
                </a:lnTo>
                <a:lnTo>
                  <a:pt x="570001" y="2"/>
                </a:lnTo>
                <a:lnTo>
                  <a:pt x="570001" y="0"/>
                </a:lnTo>
              </a:path>
            </a:pathLst>
          </a:custGeom>
          <a:noFill xmlns:a="http://schemas.openxmlformats.org/drawingml/2006/main"/>
          <a:ln xmlns:a="http://schemas.openxmlformats.org/drawingml/2006/main" w="24736">
            <a:solidFill>
              <a:srgbClr val="000000"/>
            </a:solidFill>
            <a:prstDash val="solid"/>
          </a:ln>
        </p:spPr>
      </p:sp>
      <p:sp>
        <p:nvSpPr>
          <p:cNvPr id="225" name="path-224">
            <a:extLst xmlns:a="http://schemas.openxmlformats.org/drawingml/2006/main">
              <a:ext uri="{FF2B5EF4-FFF2-40B4-BE49-F238E27FC236}">
                <a16:creationId xmlns:a16="http://schemas.microsoft.com/office/drawing/2014/main" id="{CF3AA0E0-1FAA-4CA6-A2A3-5EB15F1ED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7041" y="174172"/>
            <a:ext cx="114009" cy="114009"/>
          </a:xfrm>
          <a:custGeom xmlns:a="http://schemas.openxmlformats.org/drawingml/2006/main">
            <a:pathLst>
              <a:path w="114009" h="114009">
                <a:moveTo>
                  <a:pt x="0" y="0"/>
                </a:moveTo>
                <a:lnTo>
                  <a:pt x="114009" y="0"/>
                </a:lnTo>
                <a:lnTo>
                  <a:pt x="114009" y="114009"/>
                </a:lnTo>
                <a:lnTo>
                  <a:pt x="0" y="114009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6" name="path-225">
            <a:extLst xmlns:a="http://schemas.openxmlformats.org/drawingml/2006/main">
              <a:ext uri="{FF2B5EF4-FFF2-40B4-BE49-F238E27FC236}">
                <a16:creationId xmlns:a16="http://schemas.microsoft.com/office/drawing/2014/main" id="{E2AB7F5D-B20F-4A75-BE14-3F5244198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7065" y="174229"/>
            <a:ext cx="113951" cy="113951"/>
          </a:xfrm>
          <a:custGeom xmlns:a="http://schemas.openxmlformats.org/drawingml/2006/main">
            <a:pathLst>
              <a:path w="113951" h="113951">
                <a:moveTo>
                  <a:pt x="0" y="0"/>
                </a:moveTo>
                <a:lnTo>
                  <a:pt x="0" y="113951"/>
                </a:lnTo>
                <a:lnTo>
                  <a:pt x="113951" y="113951"/>
                </a:lnTo>
                <a:lnTo>
                  <a:pt x="113951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009">
            <a:solidFill>
              <a:srgbClr val="000000"/>
            </a:solidFill>
            <a:prstDash val="solid"/>
          </a:ln>
        </p:spPr>
      </p:sp>
      <p:sp>
        <p:nvSpPr>
          <p:cNvPr id="227" name="path-226">
            <a:extLst xmlns:a="http://schemas.openxmlformats.org/drawingml/2006/main">
              <a:ext uri="{FF2B5EF4-FFF2-40B4-BE49-F238E27FC236}">
                <a16:creationId xmlns:a16="http://schemas.microsoft.com/office/drawing/2014/main" id="{83D0644B-0864-4DFB-A23E-0957EA492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1050" y="174172"/>
            <a:ext cx="114009" cy="114009"/>
          </a:xfrm>
          <a:custGeom xmlns:a="http://schemas.openxmlformats.org/drawingml/2006/main">
            <a:pathLst>
              <a:path w="114009" h="114009">
                <a:moveTo>
                  <a:pt x="0" y="0"/>
                </a:moveTo>
                <a:lnTo>
                  <a:pt x="114009" y="0"/>
                </a:lnTo>
                <a:lnTo>
                  <a:pt x="114009" y="114009"/>
                </a:lnTo>
                <a:lnTo>
                  <a:pt x="0" y="114009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8" name="path-227">
            <a:extLst xmlns:a="http://schemas.openxmlformats.org/drawingml/2006/main">
              <a:ext uri="{FF2B5EF4-FFF2-40B4-BE49-F238E27FC236}">
                <a16:creationId xmlns:a16="http://schemas.microsoft.com/office/drawing/2014/main" id="{E834202F-BCB5-47D4-BA9E-1EF0A28D7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1016" y="174229"/>
            <a:ext cx="114031" cy="113951"/>
          </a:xfrm>
          <a:custGeom xmlns:a="http://schemas.openxmlformats.org/drawingml/2006/main">
            <a:pathLst>
              <a:path w="114031" h="113951">
                <a:moveTo>
                  <a:pt x="0" y="0"/>
                </a:moveTo>
                <a:lnTo>
                  <a:pt x="0" y="113951"/>
                </a:lnTo>
                <a:lnTo>
                  <a:pt x="114031" y="113951"/>
                </a:lnTo>
                <a:lnTo>
                  <a:pt x="114031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009">
            <a:solidFill>
              <a:srgbClr val="000000"/>
            </a:solidFill>
            <a:prstDash val="solid"/>
          </a:ln>
        </p:spPr>
      </p:sp>
      <p:sp>
        <p:nvSpPr>
          <p:cNvPr id="229" name="path-228">
            <a:extLst xmlns:a="http://schemas.openxmlformats.org/drawingml/2006/main">
              <a:ext uri="{FF2B5EF4-FFF2-40B4-BE49-F238E27FC236}">
                <a16:creationId xmlns:a16="http://schemas.microsoft.com/office/drawing/2014/main" id="{9BC91ADC-A378-4571-80CF-832E02D5B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5058" y="174172"/>
            <a:ext cx="114009" cy="114009"/>
          </a:xfrm>
          <a:custGeom xmlns:a="http://schemas.openxmlformats.org/drawingml/2006/main">
            <a:pathLst>
              <a:path w="114009" h="114009">
                <a:moveTo>
                  <a:pt x="0" y="0"/>
                </a:moveTo>
                <a:lnTo>
                  <a:pt x="114009" y="0"/>
                </a:lnTo>
                <a:lnTo>
                  <a:pt x="114009" y="114009"/>
                </a:lnTo>
                <a:lnTo>
                  <a:pt x="0" y="114009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0" name="path-229">
            <a:extLst xmlns:a="http://schemas.openxmlformats.org/drawingml/2006/main">
              <a:ext uri="{FF2B5EF4-FFF2-40B4-BE49-F238E27FC236}">
                <a16:creationId xmlns:a16="http://schemas.microsoft.com/office/drawing/2014/main" id="{F02BA3FF-E1AC-4F65-8082-60E824CA2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5047" y="174229"/>
            <a:ext cx="114036" cy="113951"/>
          </a:xfrm>
          <a:custGeom xmlns:a="http://schemas.openxmlformats.org/drawingml/2006/main">
            <a:pathLst>
              <a:path w="114036" h="113951">
                <a:moveTo>
                  <a:pt x="0" y="0"/>
                </a:moveTo>
                <a:lnTo>
                  <a:pt x="0" y="113951"/>
                </a:lnTo>
                <a:lnTo>
                  <a:pt x="114036" y="113951"/>
                </a:lnTo>
                <a:lnTo>
                  <a:pt x="114036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009">
            <a:solidFill>
              <a:srgbClr val="000000"/>
            </a:solidFill>
            <a:prstDash val="solid"/>
          </a:ln>
        </p:spPr>
      </p:sp>
      <p:sp>
        <p:nvSpPr>
          <p:cNvPr id="231" name="path-230">
            <a:extLst xmlns:a="http://schemas.openxmlformats.org/drawingml/2006/main">
              <a:ext uri="{FF2B5EF4-FFF2-40B4-BE49-F238E27FC236}">
                <a16:creationId xmlns:a16="http://schemas.microsoft.com/office/drawing/2014/main" id="{DEAE2048-AE52-4168-91BA-15CDABFD3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7041" y="288205"/>
            <a:ext cx="114009" cy="114010"/>
          </a:xfrm>
          <a:custGeom xmlns:a="http://schemas.openxmlformats.org/drawingml/2006/main">
            <a:pathLst>
              <a:path w="114009" h="114010">
                <a:moveTo>
                  <a:pt x="0" y="0"/>
                </a:moveTo>
                <a:lnTo>
                  <a:pt x="114009" y="0"/>
                </a:lnTo>
                <a:lnTo>
                  <a:pt x="114009" y="114010"/>
                </a:lnTo>
                <a:lnTo>
                  <a:pt x="0" y="114010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2" name="path-231">
            <a:extLst xmlns:a="http://schemas.openxmlformats.org/drawingml/2006/main">
              <a:ext uri="{FF2B5EF4-FFF2-40B4-BE49-F238E27FC236}">
                <a16:creationId xmlns:a16="http://schemas.microsoft.com/office/drawing/2014/main" id="{DAA85EC0-0A39-42EB-9CFA-D51B4B341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7065" y="288180"/>
            <a:ext cx="113951" cy="114031"/>
          </a:xfrm>
          <a:custGeom xmlns:a="http://schemas.openxmlformats.org/drawingml/2006/main">
            <a:pathLst>
              <a:path w="113951" h="114031">
                <a:moveTo>
                  <a:pt x="0" y="0"/>
                </a:moveTo>
                <a:lnTo>
                  <a:pt x="0" y="114031"/>
                </a:lnTo>
                <a:lnTo>
                  <a:pt x="113951" y="114031"/>
                </a:lnTo>
                <a:lnTo>
                  <a:pt x="113951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009">
            <a:solidFill>
              <a:srgbClr val="000000"/>
            </a:solidFill>
            <a:prstDash val="solid"/>
          </a:ln>
        </p:spPr>
      </p:sp>
      <p:sp>
        <p:nvSpPr>
          <p:cNvPr id="233" name="path-232">
            <a:extLst xmlns:a="http://schemas.openxmlformats.org/drawingml/2006/main">
              <a:ext uri="{FF2B5EF4-FFF2-40B4-BE49-F238E27FC236}">
                <a16:creationId xmlns:a16="http://schemas.microsoft.com/office/drawing/2014/main" id="{B446C46E-20FC-4F13-B670-A03A69C95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1050" y="288205"/>
            <a:ext cx="114009" cy="114010"/>
          </a:xfrm>
          <a:custGeom xmlns:a="http://schemas.openxmlformats.org/drawingml/2006/main">
            <a:pathLst>
              <a:path w="114009" h="114010">
                <a:moveTo>
                  <a:pt x="0" y="0"/>
                </a:moveTo>
                <a:lnTo>
                  <a:pt x="114009" y="0"/>
                </a:lnTo>
                <a:lnTo>
                  <a:pt x="114009" y="114010"/>
                </a:lnTo>
                <a:lnTo>
                  <a:pt x="0" y="114010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4" name="path-233">
            <a:extLst xmlns:a="http://schemas.openxmlformats.org/drawingml/2006/main">
              <a:ext uri="{FF2B5EF4-FFF2-40B4-BE49-F238E27FC236}">
                <a16:creationId xmlns:a16="http://schemas.microsoft.com/office/drawing/2014/main" id="{E9A57493-B967-489D-B9BA-C1238B62B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1016" y="288180"/>
            <a:ext cx="114031" cy="114031"/>
          </a:xfrm>
          <a:custGeom xmlns:a="http://schemas.openxmlformats.org/drawingml/2006/main">
            <a:pathLst>
              <a:path w="114031" h="114031">
                <a:moveTo>
                  <a:pt x="0" y="0"/>
                </a:moveTo>
                <a:lnTo>
                  <a:pt x="0" y="114031"/>
                </a:lnTo>
                <a:lnTo>
                  <a:pt x="114031" y="114031"/>
                </a:lnTo>
                <a:lnTo>
                  <a:pt x="114031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009">
            <a:solidFill>
              <a:srgbClr val="000000"/>
            </a:solidFill>
            <a:prstDash val="solid"/>
          </a:ln>
        </p:spPr>
      </p:sp>
      <p:sp>
        <p:nvSpPr>
          <p:cNvPr id="235" name="path-234">
            <a:extLst xmlns:a="http://schemas.openxmlformats.org/drawingml/2006/main">
              <a:ext uri="{FF2B5EF4-FFF2-40B4-BE49-F238E27FC236}">
                <a16:creationId xmlns:a16="http://schemas.microsoft.com/office/drawing/2014/main" id="{4EFB51D5-6CB1-45EA-A871-CFD8FA4D3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5058" y="288205"/>
            <a:ext cx="114009" cy="114010"/>
          </a:xfrm>
          <a:custGeom xmlns:a="http://schemas.openxmlformats.org/drawingml/2006/main">
            <a:pathLst>
              <a:path w="114009" h="114010">
                <a:moveTo>
                  <a:pt x="0" y="0"/>
                </a:moveTo>
                <a:lnTo>
                  <a:pt x="114009" y="0"/>
                </a:lnTo>
                <a:lnTo>
                  <a:pt x="114009" y="114010"/>
                </a:lnTo>
                <a:lnTo>
                  <a:pt x="0" y="114010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6" name="path-235">
            <a:extLst xmlns:a="http://schemas.openxmlformats.org/drawingml/2006/main">
              <a:ext uri="{FF2B5EF4-FFF2-40B4-BE49-F238E27FC236}">
                <a16:creationId xmlns:a16="http://schemas.microsoft.com/office/drawing/2014/main" id="{6E0F22EE-E392-4CAE-8FDB-BB1060184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5047" y="288180"/>
            <a:ext cx="114036" cy="114031"/>
          </a:xfrm>
          <a:custGeom xmlns:a="http://schemas.openxmlformats.org/drawingml/2006/main">
            <a:pathLst>
              <a:path w="114036" h="114031">
                <a:moveTo>
                  <a:pt x="0" y="0"/>
                </a:moveTo>
                <a:lnTo>
                  <a:pt x="0" y="114031"/>
                </a:lnTo>
                <a:lnTo>
                  <a:pt x="114036" y="114031"/>
                </a:lnTo>
                <a:lnTo>
                  <a:pt x="114036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009">
            <a:solidFill>
              <a:srgbClr val="000000"/>
            </a:solidFill>
            <a:prstDash val="solid"/>
          </a:ln>
        </p:spPr>
      </p:sp>
      <p:sp>
        <p:nvSpPr>
          <p:cNvPr id="237" name="path-236">
            <a:extLst xmlns:a="http://schemas.openxmlformats.org/drawingml/2006/main">
              <a:ext uri="{FF2B5EF4-FFF2-40B4-BE49-F238E27FC236}">
                <a16:creationId xmlns:a16="http://schemas.microsoft.com/office/drawing/2014/main" id="{89467E96-5FCA-4CC1-9795-B649D69A9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7041" y="402237"/>
            <a:ext cx="114009" cy="114010"/>
          </a:xfrm>
          <a:custGeom xmlns:a="http://schemas.openxmlformats.org/drawingml/2006/main">
            <a:pathLst>
              <a:path w="114009" h="114010">
                <a:moveTo>
                  <a:pt x="0" y="0"/>
                </a:moveTo>
                <a:lnTo>
                  <a:pt x="114009" y="0"/>
                </a:lnTo>
                <a:lnTo>
                  <a:pt x="114009" y="114010"/>
                </a:lnTo>
                <a:lnTo>
                  <a:pt x="0" y="114010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8" name="path-237">
            <a:extLst xmlns:a="http://schemas.openxmlformats.org/drawingml/2006/main">
              <a:ext uri="{FF2B5EF4-FFF2-40B4-BE49-F238E27FC236}">
                <a16:creationId xmlns:a16="http://schemas.microsoft.com/office/drawing/2014/main" id="{AECA2C2F-F51B-4E21-BC60-3474FD7CA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7065" y="402211"/>
            <a:ext cx="113951" cy="114036"/>
          </a:xfrm>
          <a:custGeom xmlns:a="http://schemas.openxmlformats.org/drawingml/2006/main">
            <a:pathLst>
              <a:path w="113951" h="114036">
                <a:moveTo>
                  <a:pt x="0" y="0"/>
                </a:moveTo>
                <a:lnTo>
                  <a:pt x="0" y="114036"/>
                </a:lnTo>
                <a:lnTo>
                  <a:pt x="113951" y="114036"/>
                </a:lnTo>
                <a:lnTo>
                  <a:pt x="113951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009">
            <a:solidFill>
              <a:srgbClr val="000000"/>
            </a:solidFill>
            <a:prstDash val="solid"/>
          </a:ln>
        </p:spPr>
      </p:sp>
      <p:sp>
        <p:nvSpPr>
          <p:cNvPr id="239" name="path-238">
            <a:extLst xmlns:a="http://schemas.openxmlformats.org/drawingml/2006/main">
              <a:ext uri="{FF2B5EF4-FFF2-40B4-BE49-F238E27FC236}">
                <a16:creationId xmlns:a16="http://schemas.microsoft.com/office/drawing/2014/main" id="{F8DAE750-392E-457B-B606-E630E7E98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1050" y="402237"/>
            <a:ext cx="114009" cy="114010"/>
          </a:xfrm>
          <a:custGeom xmlns:a="http://schemas.openxmlformats.org/drawingml/2006/main">
            <a:pathLst>
              <a:path w="114009" h="114010">
                <a:moveTo>
                  <a:pt x="0" y="0"/>
                </a:moveTo>
                <a:lnTo>
                  <a:pt x="114009" y="0"/>
                </a:lnTo>
                <a:lnTo>
                  <a:pt x="114009" y="114010"/>
                </a:lnTo>
                <a:lnTo>
                  <a:pt x="0" y="114010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0" name="path-239">
            <a:extLst xmlns:a="http://schemas.openxmlformats.org/drawingml/2006/main">
              <a:ext uri="{FF2B5EF4-FFF2-40B4-BE49-F238E27FC236}">
                <a16:creationId xmlns:a16="http://schemas.microsoft.com/office/drawing/2014/main" id="{5E4EEAA1-0D9A-4283-B52E-18C052142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1016" y="402211"/>
            <a:ext cx="114031" cy="114036"/>
          </a:xfrm>
          <a:custGeom xmlns:a="http://schemas.openxmlformats.org/drawingml/2006/main">
            <a:pathLst>
              <a:path w="114031" h="114036">
                <a:moveTo>
                  <a:pt x="0" y="0"/>
                </a:moveTo>
                <a:lnTo>
                  <a:pt x="0" y="114036"/>
                </a:lnTo>
                <a:lnTo>
                  <a:pt x="114031" y="114036"/>
                </a:lnTo>
                <a:lnTo>
                  <a:pt x="114031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009">
            <a:solidFill>
              <a:srgbClr val="000000"/>
            </a:solidFill>
            <a:prstDash val="solid"/>
          </a:ln>
        </p:spPr>
      </p:sp>
      <p:sp>
        <p:nvSpPr>
          <p:cNvPr id="241" name="path-240">
            <a:extLst xmlns:a="http://schemas.openxmlformats.org/drawingml/2006/main">
              <a:ext uri="{FF2B5EF4-FFF2-40B4-BE49-F238E27FC236}">
                <a16:creationId xmlns:a16="http://schemas.microsoft.com/office/drawing/2014/main" id="{81A34ECE-F1CD-44BE-B8CC-1C61FC962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5058" y="402237"/>
            <a:ext cx="114009" cy="114010"/>
          </a:xfrm>
          <a:custGeom xmlns:a="http://schemas.openxmlformats.org/drawingml/2006/main">
            <a:pathLst>
              <a:path w="114009" h="114010">
                <a:moveTo>
                  <a:pt x="0" y="0"/>
                </a:moveTo>
                <a:lnTo>
                  <a:pt x="114009" y="0"/>
                </a:lnTo>
                <a:lnTo>
                  <a:pt x="114009" y="114010"/>
                </a:lnTo>
                <a:lnTo>
                  <a:pt x="0" y="114010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2" name="path-241">
            <a:extLst xmlns:a="http://schemas.openxmlformats.org/drawingml/2006/main">
              <a:ext uri="{FF2B5EF4-FFF2-40B4-BE49-F238E27FC236}">
                <a16:creationId xmlns:a16="http://schemas.microsoft.com/office/drawing/2014/main" id="{59933202-3822-45A2-9252-6D6325ECC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5047" y="402211"/>
            <a:ext cx="114036" cy="114036"/>
          </a:xfrm>
          <a:custGeom xmlns:a="http://schemas.openxmlformats.org/drawingml/2006/main">
            <a:pathLst>
              <a:path w="114036" h="114036">
                <a:moveTo>
                  <a:pt x="0" y="0"/>
                </a:moveTo>
                <a:lnTo>
                  <a:pt x="0" y="114036"/>
                </a:lnTo>
                <a:lnTo>
                  <a:pt x="114036" y="114036"/>
                </a:lnTo>
                <a:lnTo>
                  <a:pt x="114036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009">
            <a:solidFill>
              <a:srgbClr val="000000"/>
            </a:solidFill>
            <a:prstDash val="solid"/>
          </a:ln>
        </p:spPr>
      </p:sp>
      <p:sp>
        <p:nvSpPr>
          <p:cNvPr id="243" name="path-242">
            <a:extLst xmlns:a="http://schemas.openxmlformats.org/drawingml/2006/main">
              <a:ext uri="{FF2B5EF4-FFF2-40B4-BE49-F238E27FC236}">
                <a16:creationId xmlns:a16="http://schemas.microsoft.com/office/drawing/2014/main" id="{98B35BD3-3631-4613-BC32-978CF1BEB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9068" y="174172"/>
            <a:ext cx="114009" cy="114009"/>
          </a:xfrm>
          <a:custGeom xmlns:a="http://schemas.openxmlformats.org/drawingml/2006/main">
            <a:pathLst>
              <a:path w="114009" h="114009">
                <a:moveTo>
                  <a:pt x="0" y="0"/>
                </a:moveTo>
                <a:lnTo>
                  <a:pt x="114009" y="0"/>
                </a:lnTo>
                <a:lnTo>
                  <a:pt x="114009" y="114009"/>
                </a:lnTo>
                <a:lnTo>
                  <a:pt x="0" y="114009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4" name="path-243">
            <a:extLst xmlns:a="http://schemas.openxmlformats.org/drawingml/2006/main">
              <a:ext uri="{FF2B5EF4-FFF2-40B4-BE49-F238E27FC236}">
                <a16:creationId xmlns:a16="http://schemas.microsoft.com/office/drawing/2014/main" id="{89479F05-5D60-4B2B-81E9-F04938503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9083" y="174229"/>
            <a:ext cx="114036" cy="113951"/>
          </a:xfrm>
          <a:custGeom xmlns:a="http://schemas.openxmlformats.org/drawingml/2006/main">
            <a:pathLst>
              <a:path w="114036" h="113951">
                <a:moveTo>
                  <a:pt x="0" y="0"/>
                </a:moveTo>
                <a:lnTo>
                  <a:pt x="0" y="113951"/>
                </a:lnTo>
                <a:lnTo>
                  <a:pt x="114036" y="113951"/>
                </a:lnTo>
                <a:lnTo>
                  <a:pt x="114036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009">
            <a:solidFill>
              <a:srgbClr val="000000"/>
            </a:solidFill>
            <a:prstDash val="solid"/>
          </a:ln>
        </p:spPr>
      </p:sp>
      <p:sp>
        <p:nvSpPr>
          <p:cNvPr id="245" name="path-244">
            <a:extLst xmlns:a="http://schemas.openxmlformats.org/drawingml/2006/main">
              <a:ext uri="{FF2B5EF4-FFF2-40B4-BE49-F238E27FC236}">
                <a16:creationId xmlns:a16="http://schemas.microsoft.com/office/drawing/2014/main" id="{D325F94C-B1A0-42D5-BA73-E35CB8218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9068" y="288205"/>
            <a:ext cx="114009" cy="114010"/>
          </a:xfrm>
          <a:custGeom xmlns:a="http://schemas.openxmlformats.org/drawingml/2006/main">
            <a:pathLst>
              <a:path w="114009" h="114010">
                <a:moveTo>
                  <a:pt x="0" y="0"/>
                </a:moveTo>
                <a:lnTo>
                  <a:pt x="114009" y="0"/>
                </a:lnTo>
                <a:lnTo>
                  <a:pt x="114009" y="114010"/>
                </a:lnTo>
                <a:lnTo>
                  <a:pt x="0" y="114010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6" name="path-245">
            <a:extLst xmlns:a="http://schemas.openxmlformats.org/drawingml/2006/main">
              <a:ext uri="{FF2B5EF4-FFF2-40B4-BE49-F238E27FC236}">
                <a16:creationId xmlns:a16="http://schemas.microsoft.com/office/drawing/2014/main" id="{5CF30184-136E-4429-8A9E-5FD95FC48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9083" y="288180"/>
            <a:ext cx="114036" cy="114031"/>
          </a:xfrm>
          <a:custGeom xmlns:a="http://schemas.openxmlformats.org/drawingml/2006/main">
            <a:pathLst>
              <a:path w="114036" h="114031">
                <a:moveTo>
                  <a:pt x="0" y="0"/>
                </a:moveTo>
                <a:lnTo>
                  <a:pt x="0" y="114031"/>
                </a:lnTo>
                <a:lnTo>
                  <a:pt x="114036" y="114031"/>
                </a:lnTo>
                <a:lnTo>
                  <a:pt x="114036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009">
            <a:solidFill>
              <a:srgbClr val="000000"/>
            </a:solidFill>
            <a:prstDash val="solid"/>
          </a:ln>
        </p:spPr>
      </p:sp>
      <p:sp>
        <p:nvSpPr>
          <p:cNvPr id="247" name="path-246">
            <a:extLst xmlns:a="http://schemas.openxmlformats.org/drawingml/2006/main">
              <a:ext uri="{FF2B5EF4-FFF2-40B4-BE49-F238E27FC236}">
                <a16:creationId xmlns:a16="http://schemas.microsoft.com/office/drawing/2014/main" id="{38797CE5-E7CA-45E9-B2B1-B65F2B8BA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9068" y="402237"/>
            <a:ext cx="114009" cy="114010"/>
          </a:xfrm>
          <a:custGeom xmlns:a="http://schemas.openxmlformats.org/drawingml/2006/main">
            <a:pathLst>
              <a:path w="114009" h="114010">
                <a:moveTo>
                  <a:pt x="0" y="0"/>
                </a:moveTo>
                <a:lnTo>
                  <a:pt x="114009" y="0"/>
                </a:lnTo>
                <a:lnTo>
                  <a:pt x="114009" y="114010"/>
                </a:lnTo>
                <a:lnTo>
                  <a:pt x="0" y="114010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8" name="path-247">
            <a:extLst xmlns:a="http://schemas.openxmlformats.org/drawingml/2006/main">
              <a:ext uri="{FF2B5EF4-FFF2-40B4-BE49-F238E27FC236}">
                <a16:creationId xmlns:a16="http://schemas.microsoft.com/office/drawing/2014/main" id="{FC0B76E6-84DB-483B-BE1A-53D1A0079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9083" y="402211"/>
            <a:ext cx="114036" cy="114036"/>
          </a:xfrm>
          <a:custGeom xmlns:a="http://schemas.openxmlformats.org/drawingml/2006/main">
            <a:pathLst>
              <a:path w="114036" h="114036">
                <a:moveTo>
                  <a:pt x="0" y="0"/>
                </a:moveTo>
                <a:lnTo>
                  <a:pt x="0" y="114036"/>
                </a:lnTo>
                <a:lnTo>
                  <a:pt x="114036" y="114036"/>
                </a:lnTo>
                <a:lnTo>
                  <a:pt x="114036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009">
            <a:solidFill>
              <a:srgbClr val="000000"/>
            </a:solidFill>
            <a:prstDash val="solid"/>
          </a:ln>
        </p:spPr>
      </p:sp>
      <p:sp>
        <p:nvSpPr>
          <p:cNvPr id="249" name="path-248">
            <a:extLst xmlns:a="http://schemas.openxmlformats.org/drawingml/2006/main">
              <a:ext uri="{FF2B5EF4-FFF2-40B4-BE49-F238E27FC236}">
                <a16:creationId xmlns:a16="http://schemas.microsoft.com/office/drawing/2014/main" id="{02B6CAF9-D146-4FD2-B6F8-8525A4CCA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7041" y="516188"/>
            <a:ext cx="114009" cy="114010"/>
          </a:xfrm>
          <a:custGeom xmlns:a="http://schemas.openxmlformats.org/drawingml/2006/main">
            <a:pathLst>
              <a:path w="114009" h="114010">
                <a:moveTo>
                  <a:pt x="0" y="0"/>
                </a:moveTo>
                <a:lnTo>
                  <a:pt x="114009" y="0"/>
                </a:lnTo>
                <a:lnTo>
                  <a:pt x="114009" y="114010"/>
                </a:lnTo>
                <a:lnTo>
                  <a:pt x="0" y="114010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0" name="path-249">
            <a:extLst xmlns:a="http://schemas.openxmlformats.org/drawingml/2006/main">
              <a:ext uri="{FF2B5EF4-FFF2-40B4-BE49-F238E27FC236}">
                <a16:creationId xmlns:a16="http://schemas.microsoft.com/office/drawing/2014/main" id="{352F86A9-92F1-467E-925E-B35BD443A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7065" y="516248"/>
            <a:ext cx="113951" cy="113951"/>
          </a:xfrm>
          <a:custGeom xmlns:a="http://schemas.openxmlformats.org/drawingml/2006/main">
            <a:pathLst>
              <a:path w="113951" h="113951">
                <a:moveTo>
                  <a:pt x="0" y="0"/>
                </a:moveTo>
                <a:lnTo>
                  <a:pt x="0" y="113951"/>
                </a:lnTo>
                <a:lnTo>
                  <a:pt x="113951" y="113951"/>
                </a:lnTo>
                <a:lnTo>
                  <a:pt x="113951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009">
            <a:solidFill>
              <a:srgbClr val="000000"/>
            </a:solidFill>
            <a:prstDash val="solid"/>
          </a:ln>
        </p:spPr>
      </p:sp>
      <p:sp>
        <p:nvSpPr>
          <p:cNvPr id="251" name="path-250">
            <a:extLst xmlns:a="http://schemas.openxmlformats.org/drawingml/2006/main">
              <a:ext uri="{FF2B5EF4-FFF2-40B4-BE49-F238E27FC236}">
                <a16:creationId xmlns:a16="http://schemas.microsoft.com/office/drawing/2014/main" id="{89D6C07C-BD83-4B07-ACBF-0056500E1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1050" y="516188"/>
            <a:ext cx="114009" cy="114010"/>
          </a:xfrm>
          <a:custGeom xmlns:a="http://schemas.openxmlformats.org/drawingml/2006/main">
            <a:pathLst>
              <a:path w="114009" h="114010">
                <a:moveTo>
                  <a:pt x="0" y="0"/>
                </a:moveTo>
                <a:lnTo>
                  <a:pt x="114009" y="0"/>
                </a:lnTo>
                <a:lnTo>
                  <a:pt x="114009" y="114010"/>
                </a:lnTo>
                <a:lnTo>
                  <a:pt x="0" y="114010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2" name="path-251">
            <a:extLst xmlns:a="http://schemas.openxmlformats.org/drawingml/2006/main">
              <a:ext uri="{FF2B5EF4-FFF2-40B4-BE49-F238E27FC236}">
                <a16:creationId xmlns:a16="http://schemas.microsoft.com/office/drawing/2014/main" id="{C994A7F1-76CC-4EE6-B45C-AF5F6008D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1016" y="516248"/>
            <a:ext cx="114031" cy="113951"/>
          </a:xfrm>
          <a:custGeom xmlns:a="http://schemas.openxmlformats.org/drawingml/2006/main">
            <a:pathLst>
              <a:path w="114031" h="113951">
                <a:moveTo>
                  <a:pt x="0" y="0"/>
                </a:moveTo>
                <a:lnTo>
                  <a:pt x="0" y="113951"/>
                </a:lnTo>
                <a:lnTo>
                  <a:pt x="114031" y="113951"/>
                </a:lnTo>
                <a:lnTo>
                  <a:pt x="114031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009">
            <a:solidFill>
              <a:srgbClr val="000000"/>
            </a:solidFill>
            <a:prstDash val="solid"/>
          </a:ln>
        </p:spPr>
      </p:sp>
      <p:sp>
        <p:nvSpPr>
          <p:cNvPr id="253" name="path-252">
            <a:extLst xmlns:a="http://schemas.openxmlformats.org/drawingml/2006/main">
              <a:ext uri="{FF2B5EF4-FFF2-40B4-BE49-F238E27FC236}">
                <a16:creationId xmlns:a16="http://schemas.microsoft.com/office/drawing/2014/main" id="{2458E4C8-D97B-42FB-968C-CC2FEBB3C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5058" y="516188"/>
            <a:ext cx="114009" cy="114010"/>
          </a:xfrm>
          <a:custGeom xmlns:a="http://schemas.openxmlformats.org/drawingml/2006/main">
            <a:pathLst>
              <a:path w="114009" h="114010">
                <a:moveTo>
                  <a:pt x="0" y="0"/>
                </a:moveTo>
                <a:lnTo>
                  <a:pt x="114009" y="0"/>
                </a:lnTo>
                <a:lnTo>
                  <a:pt x="114009" y="114010"/>
                </a:lnTo>
                <a:lnTo>
                  <a:pt x="0" y="114010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4" name="path-253">
            <a:extLst xmlns:a="http://schemas.openxmlformats.org/drawingml/2006/main">
              <a:ext uri="{FF2B5EF4-FFF2-40B4-BE49-F238E27FC236}">
                <a16:creationId xmlns:a16="http://schemas.microsoft.com/office/drawing/2014/main" id="{8F3548FE-3136-4BE9-9430-A8B72B58F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5047" y="516248"/>
            <a:ext cx="114036" cy="113951"/>
          </a:xfrm>
          <a:custGeom xmlns:a="http://schemas.openxmlformats.org/drawingml/2006/main">
            <a:pathLst>
              <a:path w="114036" h="113951">
                <a:moveTo>
                  <a:pt x="0" y="0"/>
                </a:moveTo>
                <a:lnTo>
                  <a:pt x="0" y="113951"/>
                </a:lnTo>
                <a:lnTo>
                  <a:pt x="114036" y="113951"/>
                </a:lnTo>
                <a:lnTo>
                  <a:pt x="114036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009">
            <a:solidFill>
              <a:srgbClr val="000000"/>
            </a:solidFill>
            <a:prstDash val="solid"/>
          </a:ln>
        </p:spPr>
      </p:sp>
      <p:sp>
        <p:nvSpPr>
          <p:cNvPr id="255" name="path-254">
            <a:extLst xmlns:a="http://schemas.openxmlformats.org/drawingml/2006/main">
              <a:ext uri="{FF2B5EF4-FFF2-40B4-BE49-F238E27FC236}">
                <a16:creationId xmlns:a16="http://schemas.microsoft.com/office/drawing/2014/main" id="{131A9C6F-0135-407F-975C-0FF5ED018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9068" y="516188"/>
            <a:ext cx="114009" cy="114010"/>
          </a:xfrm>
          <a:custGeom xmlns:a="http://schemas.openxmlformats.org/drawingml/2006/main">
            <a:pathLst>
              <a:path w="114009" h="114010">
                <a:moveTo>
                  <a:pt x="0" y="0"/>
                </a:moveTo>
                <a:lnTo>
                  <a:pt x="114009" y="0"/>
                </a:lnTo>
                <a:lnTo>
                  <a:pt x="114009" y="114010"/>
                </a:lnTo>
                <a:lnTo>
                  <a:pt x="0" y="114010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6" name="path-255">
            <a:extLst xmlns:a="http://schemas.openxmlformats.org/drawingml/2006/main">
              <a:ext uri="{FF2B5EF4-FFF2-40B4-BE49-F238E27FC236}">
                <a16:creationId xmlns:a16="http://schemas.microsoft.com/office/drawing/2014/main" id="{E3A66333-A010-4CCF-B015-79A3476D9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9083" y="516248"/>
            <a:ext cx="114036" cy="113951"/>
          </a:xfrm>
          <a:custGeom xmlns:a="http://schemas.openxmlformats.org/drawingml/2006/main">
            <a:pathLst>
              <a:path w="114036" h="113951">
                <a:moveTo>
                  <a:pt x="0" y="0"/>
                </a:moveTo>
                <a:lnTo>
                  <a:pt x="0" y="113951"/>
                </a:lnTo>
                <a:lnTo>
                  <a:pt x="114036" y="113951"/>
                </a:lnTo>
                <a:lnTo>
                  <a:pt x="114036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009">
            <a:solidFill>
              <a:srgbClr val="000000"/>
            </a:solidFill>
            <a:prstDash val="solid"/>
          </a:ln>
        </p:spPr>
      </p:sp>
      <p:sp>
        <p:nvSpPr>
          <p:cNvPr id="257" name="path-256">
            <a:extLst xmlns:a="http://schemas.openxmlformats.org/drawingml/2006/main">
              <a:ext uri="{FF2B5EF4-FFF2-40B4-BE49-F238E27FC236}">
                <a16:creationId xmlns:a16="http://schemas.microsoft.com/office/drawing/2014/main" id="{22ABE558-CB59-475A-95CB-5432168C6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3076" y="174172"/>
            <a:ext cx="114009" cy="114009"/>
          </a:xfrm>
          <a:custGeom xmlns:a="http://schemas.openxmlformats.org/drawingml/2006/main">
            <a:pathLst>
              <a:path w="114009" h="114009">
                <a:moveTo>
                  <a:pt x="0" y="0"/>
                </a:moveTo>
                <a:lnTo>
                  <a:pt x="114009" y="0"/>
                </a:lnTo>
                <a:lnTo>
                  <a:pt x="114009" y="114009"/>
                </a:lnTo>
                <a:lnTo>
                  <a:pt x="0" y="114009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8" name="path-257">
            <a:extLst xmlns:a="http://schemas.openxmlformats.org/drawingml/2006/main">
              <a:ext uri="{FF2B5EF4-FFF2-40B4-BE49-F238E27FC236}">
                <a16:creationId xmlns:a16="http://schemas.microsoft.com/office/drawing/2014/main" id="{CDB6BA29-EAFD-4E0C-A1A5-D9C77E060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3120" y="174229"/>
            <a:ext cx="113946" cy="113951"/>
          </a:xfrm>
          <a:custGeom xmlns:a="http://schemas.openxmlformats.org/drawingml/2006/main">
            <a:pathLst>
              <a:path w="113946" h="113951">
                <a:moveTo>
                  <a:pt x="0" y="0"/>
                </a:moveTo>
                <a:lnTo>
                  <a:pt x="0" y="113951"/>
                </a:lnTo>
                <a:lnTo>
                  <a:pt x="113946" y="113951"/>
                </a:lnTo>
                <a:lnTo>
                  <a:pt x="113946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009">
            <a:solidFill>
              <a:srgbClr val="000000"/>
            </a:solidFill>
            <a:prstDash val="solid"/>
          </a:ln>
        </p:spPr>
      </p:sp>
      <p:sp>
        <p:nvSpPr>
          <p:cNvPr id="259" name="path-258">
            <a:extLst xmlns:a="http://schemas.openxmlformats.org/drawingml/2006/main">
              <a:ext uri="{FF2B5EF4-FFF2-40B4-BE49-F238E27FC236}">
                <a16:creationId xmlns:a16="http://schemas.microsoft.com/office/drawing/2014/main" id="{4DDEFE4E-D084-4316-9BB7-EE6DF87F6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3076" y="288205"/>
            <a:ext cx="114009" cy="114010"/>
          </a:xfrm>
          <a:custGeom xmlns:a="http://schemas.openxmlformats.org/drawingml/2006/main">
            <a:pathLst>
              <a:path w="114009" h="114010">
                <a:moveTo>
                  <a:pt x="0" y="0"/>
                </a:moveTo>
                <a:lnTo>
                  <a:pt x="114009" y="0"/>
                </a:lnTo>
                <a:lnTo>
                  <a:pt x="114009" y="114010"/>
                </a:lnTo>
                <a:lnTo>
                  <a:pt x="0" y="114010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0" name="path-259">
            <a:extLst xmlns:a="http://schemas.openxmlformats.org/drawingml/2006/main">
              <a:ext uri="{FF2B5EF4-FFF2-40B4-BE49-F238E27FC236}">
                <a16:creationId xmlns:a16="http://schemas.microsoft.com/office/drawing/2014/main" id="{B685412B-6AA7-4A21-A0CE-F1E7C97F9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3120" y="288180"/>
            <a:ext cx="113946" cy="114031"/>
          </a:xfrm>
          <a:custGeom xmlns:a="http://schemas.openxmlformats.org/drawingml/2006/main">
            <a:pathLst>
              <a:path w="113946" h="114031">
                <a:moveTo>
                  <a:pt x="0" y="0"/>
                </a:moveTo>
                <a:lnTo>
                  <a:pt x="0" y="114031"/>
                </a:lnTo>
                <a:lnTo>
                  <a:pt x="113946" y="114031"/>
                </a:lnTo>
                <a:lnTo>
                  <a:pt x="113946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009">
            <a:solidFill>
              <a:srgbClr val="000000"/>
            </a:solidFill>
            <a:prstDash val="solid"/>
          </a:ln>
        </p:spPr>
      </p:sp>
      <p:sp>
        <p:nvSpPr>
          <p:cNvPr id="261" name="path-260">
            <a:extLst xmlns:a="http://schemas.openxmlformats.org/drawingml/2006/main">
              <a:ext uri="{FF2B5EF4-FFF2-40B4-BE49-F238E27FC236}">
                <a16:creationId xmlns:a16="http://schemas.microsoft.com/office/drawing/2014/main" id="{C2D17321-5E26-4934-8425-AF2A4A4A3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3076" y="402237"/>
            <a:ext cx="114009" cy="114010"/>
          </a:xfrm>
          <a:custGeom xmlns:a="http://schemas.openxmlformats.org/drawingml/2006/main">
            <a:pathLst>
              <a:path w="114009" h="114010">
                <a:moveTo>
                  <a:pt x="0" y="0"/>
                </a:moveTo>
                <a:lnTo>
                  <a:pt x="114009" y="0"/>
                </a:lnTo>
                <a:lnTo>
                  <a:pt x="114009" y="114010"/>
                </a:lnTo>
                <a:lnTo>
                  <a:pt x="0" y="114010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2" name="path-261">
            <a:extLst xmlns:a="http://schemas.openxmlformats.org/drawingml/2006/main">
              <a:ext uri="{FF2B5EF4-FFF2-40B4-BE49-F238E27FC236}">
                <a16:creationId xmlns:a16="http://schemas.microsoft.com/office/drawing/2014/main" id="{5394B4C7-08C6-455E-BEBF-024E69F82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3120" y="402211"/>
            <a:ext cx="113946" cy="114036"/>
          </a:xfrm>
          <a:custGeom xmlns:a="http://schemas.openxmlformats.org/drawingml/2006/main">
            <a:pathLst>
              <a:path w="113946" h="114036">
                <a:moveTo>
                  <a:pt x="0" y="0"/>
                </a:moveTo>
                <a:lnTo>
                  <a:pt x="0" y="114036"/>
                </a:lnTo>
                <a:lnTo>
                  <a:pt x="113946" y="114036"/>
                </a:lnTo>
                <a:lnTo>
                  <a:pt x="113946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009">
            <a:solidFill>
              <a:srgbClr val="000000"/>
            </a:solidFill>
            <a:prstDash val="solid"/>
          </a:ln>
        </p:spPr>
      </p:sp>
      <p:sp>
        <p:nvSpPr>
          <p:cNvPr id="263" name="path-262">
            <a:extLst xmlns:a="http://schemas.openxmlformats.org/drawingml/2006/main">
              <a:ext uri="{FF2B5EF4-FFF2-40B4-BE49-F238E27FC236}">
                <a16:creationId xmlns:a16="http://schemas.microsoft.com/office/drawing/2014/main" id="{86FF808F-2B15-489D-8325-BEDCAE658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3076" y="516188"/>
            <a:ext cx="114009" cy="114010"/>
          </a:xfrm>
          <a:custGeom xmlns:a="http://schemas.openxmlformats.org/drawingml/2006/main">
            <a:pathLst>
              <a:path w="114009" h="114010">
                <a:moveTo>
                  <a:pt x="0" y="0"/>
                </a:moveTo>
                <a:lnTo>
                  <a:pt x="114009" y="0"/>
                </a:lnTo>
                <a:lnTo>
                  <a:pt x="114009" y="114010"/>
                </a:lnTo>
                <a:lnTo>
                  <a:pt x="0" y="114010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4" name="path-263">
            <a:extLst xmlns:a="http://schemas.openxmlformats.org/drawingml/2006/main">
              <a:ext uri="{FF2B5EF4-FFF2-40B4-BE49-F238E27FC236}">
                <a16:creationId xmlns:a16="http://schemas.microsoft.com/office/drawing/2014/main" id="{191A3A95-8D3D-4921-909E-1DFEB233D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3120" y="516248"/>
            <a:ext cx="113946" cy="113951"/>
          </a:xfrm>
          <a:custGeom xmlns:a="http://schemas.openxmlformats.org/drawingml/2006/main">
            <a:pathLst>
              <a:path w="113946" h="113951">
                <a:moveTo>
                  <a:pt x="0" y="0"/>
                </a:moveTo>
                <a:lnTo>
                  <a:pt x="0" y="113951"/>
                </a:lnTo>
                <a:lnTo>
                  <a:pt x="113946" y="113951"/>
                </a:lnTo>
                <a:lnTo>
                  <a:pt x="113946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009">
            <a:solidFill>
              <a:srgbClr val="000000"/>
            </a:solidFill>
            <a:prstDash val="solid"/>
          </a:ln>
        </p:spPr>
      </p:sp>
      <p:sp>
        <p:nvSpPr>
          <p:cNvPr id="265" name="path-264">
            <a:extLst xmlns:a="http://schemas.openxmlformats.org/drawingml/2006/main">
              <a:ext uri="{FF2B5EF4-FFF2-40B4-BE49-F238E27FC236}">
                <a16:creationId xmlns:a16="http://schemas.microsoft.com/office/drawing/2014/main" id="{DB048AF2-A474-4673-B07D-3F8AF4742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7041" y="630223"/>
            <a:ext cx="114009" cy="114009"/>
          </a:xfrm>
          <a:custGeom xmlns:a="http://schemas.openxmlformats.org/drawingml/2006/main">
            <a:pathLst>
              <a:path w="114009" h="114009">
                <a:moveTo>
                  <a:pt x="0" y="0"/>
                </a:moveTo>
                <a:lnTo>
                  <a:pt x="114009" y="0"/>
                </a:lnTo>
                <a:lnTo>
                  <a:pt x="114009" y="114009"/>
                </a:lnTo>
                <a:lnTo>
                  <a:pt x="0" y="114009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6" name="path-265">
            <a:extLst xmlns:a="http://schemas.openxmlformats.org/drawingml/2006/main">
              <a:ext uri="{FF2B5EF4-FFF2-40B4-BE49-F238E27FC236}">
                <a16:creationId xmlns:a16="http://schemas.microsoft.com/office/drawing/2014/main" id="{17D1E715-B76F-47FD-B929-980A313E9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7065" y="630199"/>
            <a:ext cx="113951" cy="114036"/>
          </a:xfrm>
          <a:custGeom xmlns:a="http://schemas.openxmlformats.org/drawingml/2006/main">
            <a:pathLst>
              <a:path w="113951" h="114036">
                <a:moveTo>
                  <a:pt x="0" y="0"/>
                </a:moveTo>
                <a:lnTo>
                  <a:pt x="0" y="114036"/>
                </a:lnTo>
                <a:lnTo>
                  <a:pt x="113951" y="114036"/>
                </a:lnTo>
                <a:lnTo>
                  <a:pt x="113951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009">
            <a:solidFill>
              <a:srgbClr val="000000"/>
            </a:solidFill>
            <a:prstDash val="solid"/>
          </a:ln>
        </p:spPr>
      </p:sp>
      <p:sp>
        <p:nvSpPr>
          <p:cNvPr id="267" name="path-266">
            <a:extLst xmlns:a="http://schemas.openxmlformats.org/drawingml/2006/main">
              <a:ext uri="{FF2B5EF4-FFF2-40B4-BE49-F238E27FC236}">
                <a16:creationId xmlns:a16="http://schemas.microsoft.com/office/drawing/2014/main" id="{04E004AB-8F1D-443D-B4FC-93C85DFDA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1050" y="630223"/>
            <a:ext cx="114009" cy="114009"/>
          </a:xfrm>
          <a:custGeom xmlns:a="http://schemas.openxmlformats.org/drawingml/2006/main">
            <a:pathLst>
              <a:path w="114009" h="114009">
                <a:moveTo>
                  <a:pt x="0" y="0"/>
                </a:moveTo>
                <a:lnTo>
                  <a:pt x="114009" y="0"/>
                </a:lnTo>
                <a:lnTo>
                  <a:pt x="114009" y="114009"/>
                </a:lnTo>
                <a:lnTo>
                  <a:pt x="0" y="114009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8" name="path-267">
            <a:extLst xmlns:a="http://schemas.openxmlformats.org/drawingml/2006/main">
              <a:ext uri="{FF2B5EF4-FFF2-40B4-BE49-F238E27FC236}">
                <a16:creationId xmlns:a16="http://schemas.microsoft.com/office/drawing/2014/main" id="{61392108-9600-43AB-A138-C2C98B80E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1016" y="630199"/>
            <a:ext cx="114031" cy="114036"/>
          </a:xfrm>
          <a:custGeom xmlns:a="http://schemas.openxmlformats.org/drawingml/2006/main">
            <a:pathLst>
              <a:path w="114031" h="114036">
                <a:moveTo>
                  <a:pt x="0" y="0"/>
                </a:moveTo>
                <a:lnTo>
                  <a:pt x="0" y="114036"/>
                </a:lnTo>
                <a:lnTo>
                  <a:pt x="114031" y="114036"/>
                </a:lnTo>
                <a:lnTo>
                  <a:pt x="114031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009">
            <a:solidFill>
              <a:srgbClr val="000000"/>
            </a:solidFill>
            <a:prstDash val="solid"/>
          </a:ln>
        </p:spPr>
      </p:sp>
      <p:sp>
        <p:nvSpPr>
          <p:cNvPr id="269" name="path-268">
            <a:extLst xmlns:a="http://schemas.openxmlformats.org/drawingml/2006/main">
              <a:ext uri="{FF2B5EF4-FFF2-40B4-BE49-F238E27FC236}">
                <a16:creationId xmlns:a16="http://schemas.microsoft.com/office/drawing/2014/main" id="{B2E422B1-D34C-4018-A457-83E2FDB6C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5058" y="630223"/>
            <a:ext cx="114009" cy="114009"/>
          </a:xfrm>
          <a:custGeom xmlns:a="http://schemas.openxmlformats.org/drawingml/2006/main">
            <a:pathLst>
              <a:path w="114009" h="114009">
                <a:moveTo>
                  <a:pt x="0" y="0"/>
                </a:moveTo>
                <a:lnTo>
                  <a:pt x="114009" y="0"/>
                </a:lnTo>
                <a:lnTo>
                  <a:pt x="114009" y="114009"/>
                </a:lnTo>
                <a:lnTo>
                  <a:pt x="0" y="114009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0" name="path-269">
            <a:extLst xmlns:a="http://schemas.openxmlformats.org/drawingml/2006/main">
              <a:ext uri="{FF2B5EF4-FFF2-40B4-BE49-F238E27FC236}">
                <a16:creationId xmlns:a16="http://schemas.microsoft.com/office/drawing/2014/main" id="{6245FF52-6E58-4BEF-ACE6-A9AA6EFB6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5047" y="630199"/>
            <a:ext cx="114036" cy="114036"/>
          </a:xfrm>
          <a:custGeom xmlns:a="http://schemas.openxmlformats.org/drawingml/2006/main">
            <a:pathLst>
              <a:path w="114036" h="114036">
                <a:moveTo>
                  <a:pt x="0" y="0"/>
                </a:moveTo>
                <a:lnTo>
                  <a:pt x="0" y="114036"/>
                </a:lnTo>
                <a:lnTo>
                  <a:pt x="114036" y="114036"/>
                </a:lnTo>
                <a:lnTo>
                  <a:pt x="114036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009">
            <a:solidFill>
              <a:srgbClr val="000000"/>
            </a:solidFill>
            <a:prstDash val="solid"/>
          </a:ln>
        </p:spPr>
      </p:sp>
      <p:sp>
        <p:nvSpPr>
          <p:cNvPr id="271" name="path-270">
            <a:extLst xmlns:a="http://schemas.openxmlformats.org/drawingml/2006/main">
              <a:ext uri="{FF2B5EF4-FFF2-40B4-BE49-F238E27FC236}">
                <a16:creationId xmlns:a16="http://schemas.microsoft.com/office/drawing/2014/main" id="{3FD45F75-9F1B-4B04-8702-248D875A3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9068" y="630223"/>
            <a:ext cx="114009" cy="114009"/>
          </a:xfrm>
          <a:custGeom xmlns:a="http://schemas.openxmlformats.org/drawingml/2006/main">
            <a:pathLst>
              <a:path w="114009" h="114009">
                <a:moveTo>
                  <a:pt x="0" y="0"/>
                </a:moveTo>
                <a:lnTo>
                  <a:pt x="114009" y="0"/>
                </a:lnTo>
                <a:lnTo>
                  <a:pt x="114009" y="114009"/>
                </a:lnTo>
                <a:lnTo>
                  <a:pt x="0" y="114009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2" name="path-271">
            <a:extLst xmlns:a="http://schemas.openxmlformats.org/drawingml/2006/main">
              <a:ext uri="{FF2B5EF4-FFF2-40B4-BE49-F238E27FC236}">
                <a16:creationId xmlns:a16="http://schemas.microsoft.com/office/drawing/2014/main" id="{1810C674-46A7-4236-9176-35E358CAE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9083" y="630199"/>
            <a:ext cx="114036" cy="114036"/>
          </a:xfrm>
          <a:custGeom xmlns:a="http://schemas.openxmlformats.org/drawingml/2006/main">
            <a:pathLst>
              <a:path w="114036" h="114036">
                <a:moveTo>
                  <a:pt x="0" y="0"/>
                </a:moveTo>
                <a:lnTo>
                  <a:pt x="0" y="114036"/>
                </a:lnTo>
                <a:lnTo>
                  <a:pt x="114036" y="114036"/>
                </a:lnTo>
                <a:lnTo>
                  <a:pt x="114036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009">
            <a:solidFill>
              <a:srgbClr val="000000"/>
            </a:solidFill>
            <a:prstDash val="solid"/>
          </a:ln>
        </p:spPr>
      </p:sp>
      <p:sp>
        <p:nvSpPr>
          <p:cNvPr id="273" name="path-272">
            <a:extLst xmlns:a="http://schemas.openxmlformats.org/drawingml/2006/main">
              <a:ext uri="{FF2B5EF4-FFF2-40B4-BE49-F238E27FC236}">
                <a16:creationId xmlns:a16="http://schemas.microsoft.com/office/drawing/2014/main" id="{A35DEF6E-AD7E-47CE-9C80-9DD2CECAC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3076" y="630223"/>
            <a:ext cx="114009" cy="114009"/>
          </a:xfrm>
          <a:custGeom xmlns:a="http://schemas.openxmlformats.org/drawingml/2006/main">
            <a:pathLst>
              <a:path w="114009" h="114009">
                <a:moveTo>
                  <a:pt x="0" y="0"/>
                </a:moveTo>
                <a:lnTo>
                  <a:pt x="114009" y="0"/>
                </a:lnTo>
                <a:lnTo>
                  <a:pt x="114009" y="114009"/>
                </a:lnTo>
                <a:lnTo>
                  <a:pt x="0" y="114009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4" name="path-273">
            <a:extLst xmlns:a="http://schemas.openxmlformats.org/drawingml/2006/main">
              <a:ext uri="{FF2B5EF4-FFF2-40B4-BE49-F238E27FC236}">
                <a16:creationId xmlns:a16="http://schemas.microsoft.com/office/drawing/2014/main" id="{20925EAE-C6EC-439F-A42E-4F1D3F742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3120" y="630199"/>
            <a:ext cx="113946" cy="114036"/>
          </a:xfrm>
          <a:custGeom xmlns:a="http://schemas.openxmlformats.org/drawingml/2006/main">
            <a:pathLst>
              <a:path w="113946" h="114036">
                <a:moveTo>
                  <a:pt x="0" y="0"/>
                </a:moveTo>
                <a:lnTo>
                  <a:pt x="0" y="114036"/>
                </a:lnTo>
                <a:lnTo>
                  <a:pt x="113946" y="114036"/>
                </a:lnTo>
                <a:lnTo>
                  <a:pt x="113946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009">
            <a:solidFill>
              <a:srgbClr val="000000"/>
            </a:solidFill>
            <a:prstDash val="solid"/>
          </a:ln>
        </p:spPr>
      </p:sp>
      <p:sp>
        <p:nvSpPr>
          <p:cNvPr id="275" name="path-274">
            <a:extLst xmlns:a="http://schemas.openxmlformats.org/drawingml/2006/main">
              <a:ext uri="{FF2B5EF4-FFF2-40B4-BE49-F238E27FC236}">
                <a16:creationId xmlns:a16="http://schemas.microsoft.com/office/drawing/2014/main" id="{B345F7AA-4CD4-45F6-BBC7-16A162724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7065" y="744232"/>
            <a:ext cx="570001" cy="191"/>
          </a:xfrm>
          <a:custGeom xmlns:a="http://schemas.openxmlformats.org/drawingml/2006/main">
            <a:pathLst>
              <a:path w="570001" h="191">
                <a:moveTo>
                  <a:pt x="0" y="0"/>
                </a:moveTo>
                <a:lnTo>
                  <a:pt x="0" y="4"/>
                </a:lnTo>
                <a:lnTo>
                  <a:pt x="570001" y="4"/>
                </a:lnTo>
                <a:lnTo>
                  <a:pt x="570001" y="0"/>
                </a:lnTo>
              </a:path>
            </a:pathLst>
          </a:custGeom>
          <a:noFill xmlns:a="http://schemas.openxmlformats.org/drawingml/2006/main"/>
          <a:ln xmlns:a="http://schemas.openxmlformats.org/drawingml/2006/main" w="24736">
            <a:solidFill>
              <a:srgbClr val="000000"/>
            </a:solidFill>
            <a:prstDash val="solid"/>
          </a:ln>
        </p:spPr>
      </p:sp>
      <p:sp>
        <p:nvSpPr>
          <p:cNvPr id="276" name="path-275">
            <a:extLst xmlns:a="http://schemas.openxmlformats.org/drawingml/2006/main">
              <a:ext uri="{FF2B5EF4-FFF2-40B4-BE49-F238E27FC236}">
                <a16:creationId xmlns:a16="http://schemas.microsoft.com/office/drawing/2014/main" id="{542AD4C6-EC0A-4CC4-B470-7C25A6431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2435" y="236836"/>
            <a:ext cx="114009" cy="114010"/>
          </a:xfrm>
          <a:custGeom xmlns:a="http://schemas.openxmlformats.org/drawingml/2006/main">
            <a:pathLst>
              <a:path w="114009" h="114010">
                <a:moveTo>
                  <a:pt x="0" y="0"/>
                </a:moveTo>
                <a:lnTo>
                  <a:pt x="114009" y="0"/>
                </a:lnTo>
                <a:lnTo>
                  <a:pt x="114009" y="114010"/>
                </a:lnTo>
                <a:lnTo>
                  <a:pt x="0" y="114010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7" name="path-276">
            <a:extLst xmlns:a="http://schemas.openxmlformats.org/drawingml/2006/main">
              <a:ext uri="{FF2B5EF4-FFF2-40B4-BE49-F238E27FC236}">
                <a16:creationId xmlns:a16="http://schemas.microsoft.com/office/drawing/2014/main" id="{025F696F-8B03-48AC-A1A1-15C19B8ED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2451" y="236895"/>
            <a:ext cx="114031" cy="113946"/>
          </a:xfrm>
          <a:custGeom xmlns:a="http://schemas.openxmlformats.org/drawingml/2006/main">
            <a:pathLst>
              <a:path w="114031" h="113946">
                <a:moveTo>
                  <a:pt x="0" y="0"/>
                </a:moveTo>
                <a:lnTo>
                  <a:pt x="0" y="113946"/>
                </a:lnTo>
                <a:lnTo>
                  <a:pt x="114031" y="113946"/>
                </a:lnTo>
                <a:lnTo>
                  <a:pt x="114031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009">
            <a:solidFill>
              <a:srgbClr val="000000"/>
            </a:solidFill>
            <a:prstDash val="solid"/>
          </a:ln>
        </p:spPr>
      </p:sp>
      <p:sp>
        <p:nvSpPr>
          <p:cNvPr id="278" name="path-277">
            <a:extLst xmlns:a="http://schemas.openxmlformats.org/drawingml/2006/main">
              <a:ext uri="{FF2B5EF4-FFF2-40B4-BE49-F238E27FC236}">
                <a16:creationId xmlns:a16="http://schemas.microsoft.com/office/drawing/2014/main" id="{D9985ACD-56AE-4DFC-AD8F-2847EDA61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6444" y="236836"/>
            <a:ext cx="114009" cy="114010"/>
          </a:xfrm>
          <a:custGeom xmlns:a="http://schemas.openxmlformats.org/drawingml/2006/main">
            <a:pathLst>
              <a:path w="114009" h="114010">
                <a:moveTo>
                  <a:pt x="0" y="0"/>
                </a:moveTo>
                <a:lnTo>
                  <a:pt x="114009" y="0"/>
                </a:lnTo>
                <a:lnTo>
                  <a:pt x="114009" y="114010"/>
                </a:lnTo>
                <a:lnTo>
                  <a:pt x="0" y="114010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9" name="path-278">
            <a:extLst xmlns:a="http://schemas.openxmlformats.org/drawingml/2006/main">
              <a:ext uri="{FF2B5EF4-FFF2-40B4-BE49-F238E27FC236}">
                <a16:creationId xmlns:a16="http://schemas.microsoft.com/office/drawing/2014/main" id="{4B1DCCE9-2A05-43BA-8852-E0394C7E9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6481" y="236895"/>
            <a:ext cx="113951" cy="113946"/>
          </a:xfrm>
          <a:custGeom xmlns:a="http://schemas.openxmlformats.org/drawingml/2006/main">
            <a:pathLst>
              <a:path w="113951" h="113946">
                <a:moveTo>
                  <a:pt x="0" y="0"/>
                </a:moveTo>
                <a:lnTo>
                  <a:pt x="0" y="113946"/>
                </a:lnTo>
                <a:lnTo>
                  <a:pt x="113951" y="113946"/>
                </a:lnTo>
                <a:lnTo>
                  <a:pt x="113951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009">
            <a:solidFill>
              <a:srgbClr val="000000"/>
            </a:solidFill>
            <a:prstDash val="solid"/>
          </a:ln>
        </p:spPr>
      </p:sp>
      <p:sp>
        <p:nvSpPr>
          <p:cNvPr id="280" name="path-279">
            <a:extLst xmlns:a="http://schemas.openxmlformats.org/drawingml/2006/main">
              <a:ext uri="{FF2B5EF4-FFF2-40B4-BE49-F238E27FC236}">
                <a16:creationId xmlns:a16="http://schemas.microsoft.com/office/drawing/2014/main" id="{564D25F3-D684-4532-BFFF-037CF6063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0453" y="236836"/>
            <a:ext cx="114009" cy="114010"/>
          </a:xfrm>
          <a:custGeom xmlns:a="http://schemas.openxmlformats.org/drawingml/2006/main">
            <a:pathLst>
              <a:path w="114009" h="114010">
                <a:moveTo>
                  <a:pt x="0" y="0"/>
                </a:moveTo>
                <a:lnTo>
                  <a:pt x="114009" y="0"/>
                </a:lnTo>
                <a:lnTo>
                  <a:pt x="114009" y="114010"/>
                </a:lnTo>
                <a:lnTo>
                  <a:pt x="0" y="114010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1" name="path-280">
            <a:extLst xmlns:a="http://schemas.openxmlformats.org/drawingml/2006/main">
              <a:ext uri="{FF2B5EF4-FFF2-40B4-BE49-F238E27FC236}">
                <a16:creationId xmlns:a16="http://schemas.microsoft.com/office/drawing/2014/main" id="{8DC31D30-FC38-4FA9-B66D-80679040A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0433" y="236895"/>
            <a:ext cx="114036" cy="113946"/>
          </a:xfrm>
          <a:custGeom xmlns:a="http://schemas.openxmlformats.org/drawingml/2006/main">
            <a:pathLst>
              <a:path w="114036" h="113946">
                <a:moveTo>
                  <a:pt x="0" y="0"/>
                </a:moveTo>
                <a:lnTo>
                  <a:pt x="0" y="113946"/>
                </a:lnTo>
                <a:lnTo>
                  <a:pt x="114036" y="113946"/>
                </a:lnTo>
                <a:lnTo>
                  <a:pt x="114036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009">
            <a:solidFill>
              <a:srgbClr val="000000"/>
            </a:solidFill>
            <a:prstDash val="solid"/>
          </a:ln>
        </p:spPr>
      </p:sp>
      <p:sp>
        <p:nvSpPr>
          <p:cNvPr id="282" name="path-281">
            <a:extLst xmlns:a="http://schemas.openxmlformats.org/drawingml/2006/main">
              <a:ext uri="{FF2B5EF4-FFF2-40B4-BE49-F238E27FC236}">
                <a16:creationId xmlns:a16="http://schemas.microsoft.com/office/drawing/2014/main" id="{6EFF20FF-04DF-46B4-BB13-6B02DBDD3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2435" y="350869"/>
            <a:ext cx="114009" cy="114010"/>
          </a:xfrm>
          <a:custGeom xmlns:a="http://schemas.openxmlformats.org/drawingml/2006/main">
            <a:pathLst>
              <a:path w="114009" h="114010">
                <a:moveTo>
                  <a:pt x="0" y="0"/>
                </a:moveTo>
                <a:lnTo>
                  <a:pt x="114009" y="0"/>
                </a:lnTo>
                <a:lnTo>
                  <a:pt x="114009" y="114010"/>
                </a:lnTo>
                <a:lnTo>
                  <a:pt x="0" y="114010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3" name="path-282">
            <a:extLst xmlns:a="http://schemas.openxmlformats.org/drawingml/2006/main">
              <a:ext uri="{FF2B5EF4-FFF2-40B4-BE49-F238E27FC236}">
                <a16:creationId xmlns:a16="http://schemas.microsoft.com/office/drawing/2014/main" id="{71153ADF-5FA0-4937-B6C5-4BD71ADFB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2451" y="350841"/>
            <a:ext cx="114031" cy="114036"/>
          </a:xfrm>
          <a:custGeom xmlns:a="http://schemas.openxmlformats.org/drawingml/2006/main">
            <a:pathLst>
              <a:path w="114031" h="114036">
                <a:moveTo>
                  <a:pt x="0" y="0"/>
                </a:moveTo>
                <a:lnTo>
                  <a:pt x="0" y="114036"/>
                </a:lnTo>
                <a:lnTo>
                  <a:pt x="114031" y="114036"/>
                </a:lnTo>
                <a:lnTo>
                  <a:pt x="114031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009">
            <a:solidFill>
              <a:srgbClr val="000000"/>
            </a:solidFill>
            <a:prstDash val="solid"/>
          </a:ln>
        </p:spPr>
      </p:sp>
      <p:sp>
        <p:nvSpPr>
          <p:cNvPr id="284" name="path-283">
            <a:extLst xmlns:a="http://schemas.openxmlformats.org/drawingml/2006/main">
              <a:ext uri="{FF2B5EF4-FFF2-40B4-BE49-F238E27FC236}">
                <a16:creationId xmlns:a16="http://schemas.microsoft.com/office/drawing/2014/main" id="{E7251EE6-965B-4994-92AA-AEF7A2CFD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6444" y="350869"/>
            <a:ext cx="114009" cy="114010"/>
          </a:xfrm>
          <a:custGeom xmlns:a="http://schemas.openxmlformats.org/drawingml/2006/main">
            <a:pathLst>
              <a:path w="114009" h="114010">
                <a:moveTo>
                  <a:pt x="0" y="0"/>
                </a:moveTo>
                <a:lnTo>
                  <a:pt x="114009" y="0"/>
                </a:lnTo>
                <a:lnTo>
                  <a:pt x="114009" y="114010"/>
                </a:lnTo>
                <a:lnTo>
                  <a:pt x="0" y="114010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5" name="path-284">
            <a:extLst xmlns:a="http://schemas.openxmlformats.org/drawingml/2006/main">
              <a:ext uri="{FF2B5EF4-FFF2-40B4-BE49-F238E27FC236}">
                <a16:creationId xmlns:a16="http://schemas.microsoft.com/office/drawing/2014/main" id="{F630697D-A046-44CF-A8EA-277F7DC09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6481" y="350841"/>
            <a:ext cx="113951" cy="114036"/>
          </a:xfrm>
          <a:custGeom xmlns:a="http://schemas.openxmlformats.org/drawingml/2006/main">
            <a:pathLst>
              <a:path w="113951" h="114036">
                <a:moveTo>
                  <a:pt x="0" y="0"/>
                </a:moveTo>
                <a:lnTo>
                  <a:pt x="0" y="114036"/>
                </a:lnTo>
                <a:lnTo>
                  <a:pt x="113951" y="114036"/>
                </a:lnTo>
                <a:lnTo>
                  <a:pt x="113951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009">
            <a:solidFill>
              <a:srgbClr val="000000"/>
            </a:solidFill>
            <a:prstDash val="solid"/>
          </a:ln>
        </p:spPr>
      </p:sp>
      <p:sp>
        <p:nvSpPr>
          <p:cNvPr id="286" name="path-285">
            <a:extLst xmlns:a="http://schemas.openxmlformats.org/drawingml/2006/main">
              <a:ext uri="{FF2B5EF4-FFF2-40B4-BE49-F238E27FC236}">
                <a16:creationId xmlns:a16="http://schemas.microsoft.com/office/drawing/2014/main" id="{A1FE3432-5035-4F95-B84C-BFD03DD5C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0453" y="350869"/>
            <a:ext cx="114009" cy="114010"/>
          </a:xfrm>
          <a:custGeom xmlns:a="http://schemas.openxmlformats.org/drawingml/2006/main">
            <a:pathLst>
              <a:path w="114009" h="114010">
                <a:moveTo>
                  <a:pt x="0" y="0"/>
                </a:moveTo>
                <a:lnTo>
                  <a:pt x="114009" y="0"/>
                </a:lnTo>
                <a:lnTo>
                  <a:pt x="114009" y="114010"/>
                </a:lnTo>
                <a:lnTo>
                  <a:pt x="0" y="114010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7" name="path-286">
            <a:extLst xmlns:a="http://schemas.openxmlformats.org/drawingml/2006/main">
              <a:ext uri="{FF2B5EF4-FFF2-40B4-BE49-F238E27FC236}">
                <a16:creationId xmlns:a16="http://schemas.microsoft.com/office/drawing/2014/main" id="{1A74EB75-15D9-4828-9D93-338212679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0433" y="350841"/>
            <a:ext cx="114036" cy="114036"/>
          </a:xfrm>
          <a:custGeom xmlns:a="http://schemas.openxmlformats.org/drawingml/2006/main">
            <a:pathLst>
              <a:path w="114036" h="114036">
                <a:moveTo>
                  <a:pt x="0" y="0"/>
                </a:moveTo>
                <a:lnTo>
                  <a:pt x="0" y="114036"/>
                </a:lnTo>
                <a:lnTo>
                  <a:pt x="114036" y="114036"/>
                </a:lnTo>
                <a:lnTo>
                  <a:pt x="114036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009">
            <a:solidFill>
              <a:srgbClr val="000000"/>
            </a:solidFill>
            <a:prstDash val="solid"/>
          </a:ln>
        </p:spPr>
      </p:sp>
      <p:sp>
        <p:nvSpPr>
          <p:cNvPr id="288" name="path-287">
            <a:extLst xmlns:a="http://schemas.openxmlformats.org/drawingml/2006/main">
              <a:ext uri="{FF2B5EF4-FFF2-40B4-BE49-F238E27FC236}">
                <a16:creationId xmlns:a16="http://schemas.microsoft.com/office/drawing/2014/main" id="{81C47902-B295-40AE-B6EF-C2BC46496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2435" y="464903"/>
            <a:ext cx="114009" cy="114009"/>
          </a:xfrm>
          <a:custGeom xmlns:a="http://schemas.openxmlformats.org/drawingml/2006/main">
            <a:pathLst>
              <a:path w="114009" h="114009">
                <a:moveTo>
                  <a:pt x="0" y="0"/>
                </a:moveTo>
                <a:lnTo>
                  <a:pt x="114009" y="0"/>
                </a:lnTo>
                <a:lnTo>
                  <a:pt x="114009" y="114009"/>
                </a:lnTo>
                <a:lnTo>
                  <a:pt x="0" y="114009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9" name="path-288">
            <a:extLst xmlns:a="http://schemas.openxmlformats.org/drawingml/2006/main">
              <a:ext uri="{FF2B5EF4-FFF2-40B4-BE49-F238E27FC236}">
                <a16:creationId xmlns:a16="http://schemas.microsoft.com/office/drawing/2014/main" id="{C03B92B0-0B2C-4711-ABFF-093C4AE9D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2451" y="464877"/>
            <a:ext cx="114031" cy="114036"/>
          </a:xfrm>
          <a:custGeom xmlns:a="http://schemas.openxmlformats.org/drawingml/2006/main">
            <a:pathLst>
              <a:path w="114031" h="114036">
                <a:moveTo>
                  <a:pt x="0" y="0"/>
                </a:moveTo>
                <a:lnTo>
                  <a:pt x="0" y="114036"/>
                </a:lnTo>
                <a:lnTo>
                  <a:pt x="114031" y="114036"/>
                </a:lnTo>
                <a:lnTo>
                  <a:pt x="114031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009">
            <a:solidFill>
              <a:srgbClr val="000000"/>
            </a:solidFill>
            <a:prstDash val="solid"/>
          </a:ln>
        </p:spPr>
      </p:sp>
      <p:sp>
        <p:nvSpPr>
          <p:cNvPr id="290" name="path-289">
            <a:extLst xmlns:a="http://schemas.openxmlformats.org/drawingml/2006/main">
              <a:ext uri="{FF2B5EF4-FFF2-40B4-BE49-F238E27FC236}">
                <a16:creationId xmlns:a16="http://schemas.microsoft.com/office/drawing/2014/main" id="{13E87784-2E1D-4A6C-86AF-B3BED5458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6444" y="464903"/>
            <a:ext cx="114009" cy="114009"/>
          </a:xfrm>
          <a:custGeom xmlns:a="http://schemas.openxmlformats.org/drawingml/2006/main">
            <a:pathLst>
              <a:path w="114009" h="114009">
                <a:moveTo>
                  <a:pt x="0" y="0"/>
                </a:moveTo>
                <a:lnTo>
                  <a:pt x="114009" y="0"/>
                </a:lnTo>
                <a:lnTo>
                  <a:pt x="114009" y="114009"/>
                </a:lnTo>
                <a:lnTo>
                  <a:pt x="0" y="114009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1" name="path-290">
            <a:extLst xmlns:a="http://schemas.openxmlformats.org/drawingml/2006/main">
              <a:ext uri="{FF2B5EF4-FFF2-40B4-BE49-F238E27FC236}">
                <a16:creationId xmlns:a16="http://schemas.microsoft.com/office/drawing/2014/main" id="{D520A27B-5209-4817-87A5-1E60C18E6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6481" y="464877"/>
            <a:ext cx="113951" cy="114036"/>
          </a:xfrm>
          <a:custGeom xmlns:a="http://schemas.openxmlformats.org/drawingml/2006/main">
            <a:pathLst>
              <a:path w="113951" h="114036">
                <a:moveTo>
                  <a:pt x="0" y="0"/>
                </a:moveTo>
                <a:lnTo>
                  <a:pt x="0" y="114036"/>
                </a:lnTo>
                <a:lnTo>
                  <a:pt x="113951" y="114036"/>
                </a:lnTo>
                <a:lnTo>
                  <a:pt x="113951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009">
            <a:solidFill>
              <a:srgbClr val="000000"/>
            </a:solidFill>
            <a:prstDash val="solid"/>
          </a:ln>
        </p:spPr>
      </p:sp>
      <p:sp>
        <p:nvSpPr>
          <p:cNvPr id="292" name="path-291">
            <a:extLst xmlns:a="http://schemas.openxmlformats.org/drawingml/2006/main">
              <a:ext uri="{FF2B5EF4-FFF2-40B4-BE49-F238E27FC236}">
                <a16:creationId xmlns:a16="http://schemas.microsoft.com/office/drawing/2014/main" id="{939B48E2-0956-46FC-9840-739AAAE97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0453" y="464903"/>
            <a:ext cx="114009" cy="114009"/>
          </a:xfrm>
          <a:custGeom xmlns:a="http://schemas.openxmlformats.org/drawingml/2006/main">
            <a:pathLst>
              <a:path w="114009" h="114009">
                <a:moveTo>
                  <a:pt x="0" y="0"/>
                </a:moveTo>
                <a:lnTo>
                  <a:pt x="114009" y="0"/>
                </a:lnTo>
                <a:lnTo>
                  <a:pt x="114009" y="114009"/>
                </a:lnTo>
                <a:lnTo>
                  <a:pt x="0" y="114009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3" name="path-292">
            <a:extLst xmlns:a="http://schemas.openxmlformats.org/drawingml/2006/main">
              <a:ext uri="{FF2B5EF4-FFF2-40B4-BE49-F238E27FC236}">
                <a16:creationId xmlns:a16="http://schemas.microsoft.com/office/drawing/2014/main" id="{01FC67D8-C439-4942-B8D1-967515C8A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0433" y="464877"/>
            <a:ext cx="114036" cy="114036"/>
          </a:xfrm>
          <a:custGeom xmlns:a="http://schemas.openxmlformats.org/drawingml/2006/main">
            <a:pathLst>
              <a:path w="114036" h="114036">
                <a:moveTo>
                  <a:pt x="0" y="0"/>
                </a:moveTo>
                <a:lnTo>
                  <a:pt x="0" y="114036"/>
                </a:lnTo>
                <a:lnTo>
                  <a:pt x="114036" y="114036"/>
                </a:lnTo>
                <a:lnTo>
                  <a:pt x="114036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009">
            <a:solidFill>
              <a:srgbClr val="000000"/>
            </a:solidFill>
            <a:prstDash val="solid"/>
          </a:ln>
        </p:spPr>
      </p:sp>
      <p:sp>
        <p:nvSpPr>
          <p:cNvPr id="294" name="path-293">
            <a:extLst xmlns:a="http://schemas.openxmlformats.org/drawingml/2006/main">
              <a:ext uri="{FF2B5EF4-FFF2-40B4-BE49-F238E27FC236}">
                <a16:creationId xmlns:a16="http://schemas.microsoft.com/office/drawing/2014/main" id="{8EE4A3E4-A148-4E69-B51D-2EC93A96D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4461" y="236836"/>
            <a:ext cx="114009" cy="114010"/>
          </a:xfrm>
          <a:custGeom xmlns:a="http://schemas.openxmlformats.org/drawingml/2006/main">
            <a:pathLst>
              <a:path w="114009" h="114010">
                <a:moveTo>
                  <a:pt x="0" y="0"/>
                </a:moveTo>
                <a:lnTo>
                  <a:pt x="114009" y="0"/>
                </a:lnTo>
                <a:lnTo>
                  <a:pt x="114009" y="114010"/>
                </a:lnTo>
                <a:lnTo>
                  <a:pt x="0" y="114010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5" name="path-294">
            <a:extLst xmlns:a="http://schemas.openxmlformats.org/drawingml/2006/main">
              <a:ext uri="{FF2B5EF4-FFF2-40B4-BE49-F238E27FC236}">
                <a16:creationId xmlns:a16="http://schemas.microsoft.com/office/drawing/2014/main" id="{95103193-9623-4D67-9E3B-E21AF45DE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4469" y="236895"/>
            <a:ext cx="114031" cy="113946"/>
          </a:xfrm>
          <a:custGeom xmlns:a="http://schemas.openxmlformats.org/drawingml/2006/main">
            <a:pathLst>
              <a:path w="114031" h="113946">
                <a:moveTo>
                  <a:pt x="0" y="0"/>
                </a:moveTo>
                <a:lnTo>
                  <a:pt x="0" y="113946"/>
                </a:lnTo>
                <a:lnTo>
                  <a:pt x="114031" y="113946"/>
                </a:lnTo>
                <a:lnTo>
                  <a:pt x="114031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009">
            <a:solidFill>
              <a:srgbClr val="000000"/>
            </a:solidFill>
            <a:prstDash val="solid"/>
          </a:ln>
        </p:spPr>
      </p:sp>
      <p:sp>
        <p:nvSpPr>
          <p:cNvPr id="296" name="path-295">
            <a:extLst xmlns:a="http://schemas.openxmlformats.org/drawingml/2006/main">
              <a:ext uri="{FF2B5EF4-FFF2-40B4-BE49-F238E27FC236}">
                <a16:creationId xmlns:a16="http://schemas.microsoft.com/office/drawing/2014/main" id="{65E5B1BB-979D-4340-B57C-8787259DE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4461" y="350869"/>
            <a:ext cx="114009" cy="114010"/>
          </a:xfrm>
          <a:custGeom xmlns:a="http://schemas.openxmlformats.org/drawingml/2006/main">
            <a:pathLst>
              <a:path w="114009" h="114010">
                <a:moveTo>
                  <a:pt x="0" y="0"/>
                </a:moveTo>
                <a:lnTo>
                  <a:pt x="114009" y="0"/>
                </a:lnTo>
                <a:lnTo>
                  <a:pt x="114009" y="114010"/>
                </a:lnTo>
                <a:lnTo>
                  <a:pt x="0" y="114010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7" name="path-296">
            <a:extLst xmlns:a="http://schemas.openxmlformats.org/drawingml/2006/main">
              <a:ext uri="{FF2B5EF4-FFF2-40B4-BE49-F238E27FC236}">
                <a16:creationId xmlns:a16="http://schemas.microsoft.com/office/drawing/2014/main" id="{92619F01-203D-4CBB-B9B6-198FF4414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4469" y="350841"/>
            <a:ext cx="114031" cy="114036"/>
          </a:xfrm>
          <a:custGeom xmlns:a="http://schemas.openxmlformats.org/drawingml/2006/main">
            <a:pathLst>
              <a:path w="114031" h="114036">
                <a:moveTo>
                  <a:pt x="0" y="0"/>
                </a:moveTo>
                <a:lnTo>
                  <a:pt x="0" y="114036"/>
                </a:lnTo>
                <a:lnTo>
                  <a:pt x="114031" y="114036"/>
                </a:lnTo>
                <a:lnTo>
                  <a:pt x="114031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009">
            <a:solidFill>
              <a:srgbClr val="000000"/>
            </a:solidFill>
            <a:prstDash val="solid"/>
          </a:ln>
        </p:spPr>
      </p:sp>
      <p:sp>
        <p:nvSpPr>
          <p:cNvPr id="298" name="path-297">
            <a:extLst xmlns:a="http://schemas.openxmlformats.org/drawingml/2006/main">
              <a:ext uri="{FF2B5EF4-FFF2-40B4-BE49-F238E27FC236}">
                <a16:creationId xmlns:a16="http://schemas.microsoft.com/office/drawing/2014/main" id="{48CF6166-733E-4D31-8C58-37C562CEC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4461" y="464903"/>
            <a:ext cx="114009" cy="114009"/>
          </a:xfrm>
          <a:custGeom xmlns:a="http://schemas.openxmlformats.org/drawingml/2006/main">
            <a:pathLst>
              <a:path w="114009" h="114009">
                <a:moveTo>
                  <a:pt x="0" y="0"/>
                </a:moveTo>
                <a:lnTo>
                  <a:pt x="114009" y="0"/>
                </a:lnTo>
                <a:lnTo>
                  <a:pt x="114009" y="114009"/>
                </a:lnTo>
                <a:lnTo>
                  <a:pt x="0" y="114009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9" name="path-298">
            <a:extLst xmlns:a="http://schemas.openxmlformats.org/drawingml/2006/main">
              <a:ext uri="{FF2B5EF4-FFF2-40B4-BE49-F238E27FC236}">
                <a16:creationId xmlns:a16="http://schemas.microsoft.com/office/drawing/2014/main" id="{8B6B2FB7-7B3D-43DA-A43B-90F85D575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4469" y="464877"/>
            <a:ext cx="114031" cy="114036"/>
          </a:xfrm>
          <a:custGeom xmlns:a="http://schemas.openxmlformats.org/drawingml/2006/main">
            <a:pathLst>
              <a:path w="114031" h="114036">
                <a:moveTo>
                  <a:pt x="0" y="0"/>
                </a:moveTo>
                <a:lnTo>
                  <a:pt x="0" y="114036"/>
                </a:lnTo>
                <a:lnTo>
                  <a:pt x="114031" y="114036"/>
                </a:lnTo>
                <a:lnTo>
                  <a:pt x="114031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009">
            <a:solidFill>
              <a:srgbClr val="000000"/>
            </a:solidFill>
            <a:prstDash val="solid"/>
          </a:ln>
        </p:spPr>
      </p:sp>
      <p:sp>
        <p:nvSpPr>
          <p:cNvPr id="300" name="path-299">
            <a:extLst xmlns:a="http://schemas.openxmlformats.org/drawingml/2006/main">
              <a:ext uri="{FF2B5EF4-FFF2-40B4-BE49-F238E27FC236}">
                <a16:creationId xmlns:a16="http://schemas.microsoft.com/office/drawing/2014/main" id="{40E0D44B-5772-4226-BE1D-D071F9241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2435" y="578855"/>
            <a:ext cx="114009" cy="114009"/>
          </a:xfrm>
          <a:custGeom xmlns:a="http://schemas.openxmlformats.org/drawingml/2006/main">
            <a:pathLst>
              <a:path w="114009" h="114009">
                <a:moveTo>
                  <a:pt x="0" y="0"/>
                </a:moveTo>
                <a:lnTo>
                  <a:pt x="114009" y="0"/>
                </a:lnTo>
                <a:lnTo>
                  <a:pt x="114009" y="114009"/>
                </a:lnTo>
                <a:lnTo>
                  <a:pt x="0" y="114009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1" name="path-300">
            <a:extLst xmlns:a="http://schemas.openxmlformats.org/drawingml/2006/main">
              <a:ext uri="{FF2B5EF4-FFF2-40B4-BE49-F238E27FC236}">
                <a16:creationId xmlns:a16="http://schemas.microsoft.com/office/drawing/2014/main" id="{96926C98-6873-4A67-B616-4ECDFD7AA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2451" y="578914"/>
            <a:ext cx="114031" cy="113946"/>
          </a:xfrm>
          <a:custGeom xmlns:a="http://schemas.openxmlformats.org/drawingml/2006/main">
            <a:pathLst>
              <a:path w="114031" h="113946">
                <a:moveTo>
                  <a:pt x="0" y="0"/>
                </a:moveTo>
                <a:lnTo>
                  <a:pt x="0" y="113946"/>
                </a:lnTo>
                <a:lnTo>
                  <a:pt x="114031" y="113946"/>
                </a:lnTo>
                <a:lnTo>
                  <a:pt x="114031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009">
            <a:solidFill>
              <a:srgbClr val="000000"/>
            </a:solidFill>
            <a:prstDash val="solid"/>
          </a:ln>
        </p:spPr>
      </p:sp>
      <p:sp>
        <p:nvSpPr>
          <p:cNvPr id="302" name="path-301">
            <a:extLst xmlns:a="http://schemas.openxmlformats.org/drawingml/2006/main">
              <a:ext uri="{FF2B5EF4-FFF2-40B4-BE49-F238E27FC236}">
                <a16:creationId xmlns:a16="http://schemas.microsoft.com/office/drawing/2014/main" id="{56B8065D-4091-4A2E-952C-C1A92A320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6444" y="578855"/>
            <a:ext cx="114009" cy="114009"/>
          </a:xfrm>
          <a:custGeom xmlns:a="http://schemas.openxmlformats.org/drawingml/2006/main">
            <a:pathLst>
              <a:path w="114009" h="114009">
                <a:moveTo>
                  <a:pt x="0" y="0"/>
                </a:moveTo>
                <a:lnTo>
                  <a:pt x="114009" y="0"/>
                </a:lnTo>
                <a:lnTo>
                  <a:pt x="114009" y="114009"/>
                </a:lnTo>
                <a:lnTo>
                  <a:pt x="0" y="114009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3" name="path-302">
            <a:extLst xmlns:a="http://schemas.openxmlformats.org/drawingml/2006/main">
              <a:ext uri="{FF2B5EF4-FFF2-40B4-BE49-F238E27FC236}">
                <a16:creationId xmlns:a16="http://schemas.microsoft.com/office/drawing/2014/main" id="{4A38A875-AC1B-46DE-9F2C-459A9E3A1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6481" y="578914"/>
            <a:ext cx="113951" cy="113946"/>
          </a:xfrm>
          <a:custGeom xmlns:a="http://schemas.openxmlformats.org/drawingml/2006/main">
            <a:pathLst>
              <a:path w="113951" h="113946">
                <a:moveTo>
                  <a:pt x="0" y="0"/>
                </a:moveTo>
                <a:lnTo>
                  <a:pt x="0" y="113946"/>
                </a:lnTo>
                <a:lnTo>
                  <a:pt x="113951" y="113946"/>
                </a:lnTo>
                <a:lnTo>
                  <a:pt x="113951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009">
            <a:solidFill>
              <a:srgbClr val="000000"/>
            </a:solidFill>
            <a:prstDash val="solid"/>
          </a:ln>
        </p:spPr>
      </p:sp>
      <p:sp>
        <p:nvSpPr>
          <p:cNvPr id="304" name="path-303">
            <a:extLst xmlns:a="http://schemas.openxmlformats.org/drawingml/2006/main">
              <a:ext uri="{FF2B5EF4-FFF2-40B4-BE49-F238E27FC236}">
                <a16:creationId xmlns:a16="http://schemas.microsoft.com/office/drawing/2014/main" id="{3F708063-E5DE-4AF2-937E-210387625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0453" y="578855"/>
            <a:ext cx="114009" cy="114009"/>
          </a:xfrm>
          <a:custGeom xmlns:a="http://schemas.openxmlformats.org/drawingml/2006/main">
            <a:pathLst>
              <a:path w="114009" h="114009">
                <a:moveTo>
                  <a:pt x="0" y="0"/>
                </a:moveTo>
                <a:lnTo>
                  <a:pt x="114009" y="0"/>
                </a:lnTo>
                <a:lnTo>
                  <a:pt x="114009" y="114009"/>
                </a:lnTo>
                <a:lnTo>
                  <a:pt x="0" y="114009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5" name="path-304">
            <a:extLst xmlns:a="http://schemas.openxmlformats.org/drawingml/2006/main">
              <a:ext uri="{FF2B5EF4-FFF2-40B4-BE49-F238E27FC236}">
                <a16:creationId xmlns:a16="http://schemas.microsoft.com/office/drawing/2014/main" id="{F064264A-2E59-44FB-9B7A-BFFCEAF93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0433" y="578914"/>
            <a:ext cx="114036" cy="113946"/>
          </a:xfrm>
          <a:custGeom xmlns:a="http://schemas.openxmlformats.org/drawingml/2006/main">
            <a:pathLst>
              <a:path w="114036" h="113946">
                <a:moveTo>
                  <a:pt x="0" y="0"/>
                </a:moveTo>
                <a:lnTo>
                  <a:pt x="0" y="113946"/>
                </a:lnTo>
                <a:lnTo>
                  <a:pt x="114036" y="113946"/>
                </a:lnTo>
                <a:lnTo>
                  <a:pt x="114036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009">
            <a:solidFill>
              <a:srgbClr val="000000"/>
            </a:solidFill>
            <a:prstDash val="solid"/>
          </a:ln>
        </p:spPr>
      </p:sp>
      <p:sp>
        <p:nvSpPr>
          <p:cNvPr id="306" name="path-305">
            <a:extLst xmlns:a="http://schemas.openxmlformats.org/drawingml/2006/main">
              <a:ext uri="{FF2B5EF4-FFF2-40B4-BE49-F238E27FC236}">
                <a16:creationId xmlns:a16="http://schemas.microsoft.com/office/drawing/2014/main" id="{97269AC9-F076-4E69-B7A3-52DC53019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4461" y="578855"/>
            <a:ext cx="114009" cy="114009"/>
          </a:xfrm>
          <a:custGeom xmlns:a="http://schemas.openxmlformats.org/drawingml/2006/main">
            <a:pathLst>
              <a:path w="114009" h="114009">
                <a:moveTo>
                  <a:pt x="0" y="0"/>
                </a:moveTo>
                <a:lnTo>
                  <a:pt x="114009" y="0"/>
                </a:lnTo>
                <a:lnTo>
                  <a:pt x="114009" y="114009"/>
                </a:lnTo>
                <a:lnTo>
                  <a:pt x="0" y="114009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7" name="path-306">
            <a:extLst xmlns:a="http://schemas.openxmlformats.org/drawingml/2006/main">
              <a:ext uri="{FF2B5EF4-FFF2-40B4-BE49-F238E27FC236}">
                <a16:creationId xmlns:a16="http://schemas.microsoft.com/office/drawing/2014/main" id="{9AA5F816-D1E2-45D8-94DB-9FE973EB9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4469" y="578914"/>
            <a:ext cx="114031" cy="113946"/>
          </a:xfrm>
          <a:custGeom xmlns:a="http://schemas.openxmlformats.org/drawingml/2006/main">
            <a:pathLst>
              <a:path w="114031" h="113946">
                <a:moveTo>
                  <a:pt x="0" y="0"/>
                </a:moveTo>
                <a:lnTo>
                  <a:pt x="0" y="113946"/>
                </a:lnTo>
                <a:lnTo>
                  <a:pt x="114031" y="113946"/>
                </a:lnTo>
                <a:lnTo>
                  <a:pt x="114031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009">
            <a:solidFill>
              <a:srgbClr val="000000"/>
            </a:solidFill>
            <a:prstDash val="solid"/>
          </a:ln>
        </p:spPr>
      </p:sp>
      <p:sp>
        <p:nvSpPr>
          <p:cNvPr id="308" name="path-307">
            <a:extLst xmlns:a="http://schemas.openxmlformats.org/drawingml/2006/main">
              <a:ext uri="{FF2B5EF4-FFF2-40B4-BE49-F238E27FC236}">
                <a16:creationId xmlns:a16="http://schemas.microsoft.com/office/drawing/2014/main" id="{393DB74A-F289-482A-8A4E-4C535979F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8470" y="236836"/>
            <a:ext cx="114009" cy="114010"/>
          </a:xfrm>
          <a:custGeom xmlns:a="http://schemas.openxmlformats.org/drawingml/2006/main">
            <a:pathLst>
              <a:path w="114009" h="114010">
                <a:moveTo>
                  <a:pt x="0" y="0"/>
                </a:moveTo>
                <a:lnTo>
                  <a:pt x="114009" y="0"/>
                </a:lnTo>
                <a:lnTo>
                  <a:pt x="114009" y="114010"/>
                </a:lnTo>
                <a:lnTo>
                  <a:pt x="0" y="114010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9" name="path-308">
            <a:extLst xmlns:a="http://schemas.openxmlformats.org/drawingml/2006/main">
              <a:ext uri="{FF2B5EF4-FFF2-40B4-BE49-F238E27FC236}">
                <a16:creationId xmlns:a16="http://schemas.microsoft.com/office/drawing/2014/main" id="{4FFAC77C-FF89-4CC0-8387-70F42CFDD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8500" y="236895"/>
            <a:ext cx="113951" cy="113946"/>
          </a:xfrm>
          <a:custGeom xmlns:a="http://schemas.openxmlformats.org/drawingml/2006/main">
            <a:pathLst>
              <a:path w="113951" h="113946">
                <a:moveTo>
                  <a:pt x="0" y="0"/>
                </a:moveTo>
                <a:lnTo>
                  <a:pt x="0" y="113946"/>
                </a:lnTo>
                <a:lnTo>
                  <a:pt x="113951" y="113946"/>
                </a:lnTo>
                <a:lnTo>
                  <a:pt x="113951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009">
            <a:solidFill>
              <a:srgbClr val="000000"/>
            </a:solidFill>
            <a:prstDash val="solid"/>
          </a:ln>
        </p:spPr>
      </p:sp>
      <p:sp>
        <p:nvSpPr>
          <p:cNvPr id="310" name="path-309">
            <a:extLst xmlns:a="http://schemas.openxmlformats.org/drawingml/2006/main">
              <a:ext uri="{FF2B5EF4-FFF2-40B4-BE49-F238E27FC236}">
                <a16:creationId xmlns:a16="http://schemas.microsoft.com/office/drawing/2014/main" id="{C3CE8251-8A68-40D0-BDAC-62049F0C9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8470" y="350869"/>
            <a:ext cx="114009" cy="114010"/>
          </a:xfrm>
          <a:custGeom xmlns:a="http://schemas.openxmlformats.org/drawingml/2006/main">
            <a:pathLst>
              <a:path w="114009" h="114010">
                <a:moveTo>
                  <a:pt x="0" y="0"/>
                </a:moveTo>
                <a:lnTo>
                  <a:pt x="114009" y="0"/>
                </a:lnTo>
                <a:lnTo>
                  <a:pt x="114009" y="114010"/>
                </a:lnTo>
                <a:lnTo>
                  <a:pt x="0" y="114010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1" name="path-310">
            <a:extLst xmlns:a="http://schemas.openxmlformats.org/drawingml/2006/main">
              <a:ext uri="{FF2B5EF4-FFF2-40B4-BE49-F238E27FC236}">
                <a16:creationId xmlns:a16="http://schemas.microsoft.com/office/drawing/2014/main" id="{D183DA25-224D-4AF1-8A63-1DCCDBC03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8500" y="350841"/>
            <a:ext cx="113951" cy="114036"/>
          </a:xfrm>
          <a:custGeom xmlns:a="http://schemas.openxmlformats.org/drawingml/2006/main">
            <a:pathLst>
              <a:path w="113951" h="114036">
                <a:moveTo>
                  <a:pt x="0" y="0"/>
                </a:moveTo>
                <a:lnTo>
                  <a:pt x="0" y="114036"/>
                </a:lnTo>
                <a:lnTo>
                  <a:pt x="113951" y="114036"/>
                </a:lnTo>
                <a:lnTo>
                  <a:pt x="113951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009">
            <a:solidFill>
              <a:srgbClr val="000000"/>
            </a:solidFill>
            <a:prstDash val="solid"/>
          </a:ln>
        </p:spPr>
      </p:sp>
      <p:sp>
        <p:nvSpPr>
          <p:cNvPr id="312" name="path-311">
            <a:extLst xmlns:a="http://schemas.openxmlformats.org/drawingml/2006/main">
              <a:ext uri="{FF2B5EF4-FFF2-40B4-BE49-F238E27FC236}">
                <a16:creationId xmlns:a16="http://schemas.microsoft.com/office/drawing/2014/main" id="{E8B06277-573B-472D-B92F-5D3FEEC6B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8470" y="464903"/>
            <a:ext cx="114009" cy="114009"/>
          </a:xfrm>
          <a:custGeom xmlns:a="http://schemas.openxmlformats.org/drawingml/2006/main">
            <a:pathLst>
              <a:path w="114009" h="114009">
                <a:moveTo>
                  <a:pt x="0" y="0"/>
                </a:moveTo>
                <a:lnTo>
                  <a:pt x="114009" y="0"/>
                </a:lnTo>
                <a:lnTo>
                  <a:pt x="114009" y="114009"/>
                </a:lnTo>
                <a:lnTo>
                  <a:pt x="0" y="114009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3" name="path-312">
            <a:extLst xmlns:a="http://schemas.openxmlformats.org/drawingml/2006/main">
              <a:ext uri="{FF2B5EF4-FFF2-40B4-BE49-F238E27FC236}">
                <a16:creationId xmlns:a16="http://schemas.microsoft.com/office/drawing/2014/main" id="{DBAC8A75-89A9-4FFC-AC0E-4535D5829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8500" y="464877"/>
            <a:ext cx="113951" cy="114036"/>
          </a:xfrm>
          <a:custGeom xmlns:a="http://schemas.openxmlformats.org/drawingml/2006/main">
            <a:pathLst>
              <a:path w="113951" h="114036">
                <a:moveTo>
                  <a:pt x="0" y="0"/>
                </a:moveTo>
                <a:lnTo>
                  <a:pt x="0" y="114036"/>
                </a:lnTo>
                <a:lnTo>
                  <a:pt x="113951" y="114036"/>
                </a:lnTo>
                <a:lnTo>
                  <a:pt x="113951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009">
            <a:solidFill>
              <a:srgbClr val="000000"/>
            </a:solidFill>
            <a:prstDash val="solid"/>
          </a:ln>
        </p:spPr>
      </p:sp>
      <p:sp>
        <p:nvSpPr>
          <p:cNvPr id="314" name="path-313">
            <a:extLst xmlns:a="http://schemas.openxmlformats.org/drawingml/2006/main">
              <a:ext uri="{FF2B5EF4-FFF2-40B4-BE49-F238E27FC236}">
                <a16:creationId xmlns:a16="http://schemas.microsoft.com/office/drawing/2014/main" id="{2CE4CF5C-1E39-4414-B7D0-FF5D2F5D6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8470" y="578855"/>
            <a:ext cx="114009" cy="114009"/>
          </a:xfrm>
          <a:custGeom xmlns:a="http://schemas.openxmlformats.org/drawingml/2006/main">
            <a:pathLst>
              <a:path w="114009" h="114009">
                <a:moveTo>
                  <a:pt x="0" y="0"/>
                </a:moveTo>
                <a:lnTo>
                  <a:pt x="114009" y="0"/>
                </a:lnTo>
                <a:lnTo>
                  <a:pt x="114009" y="114009"/>
                </a:lnTo>
                <a:lnTo>
                  <a:pt x="0" y="114009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5" name="path-314">
            <a:extLst xmlns:a="http://schemas.openxmlformats.org/drawingml/2006/main">
              <a:ext uri="{FF2B5EF4-FFF2-40B4-BE49-F238E27FC236}">
                <a16:creationId xmlns:a16="http://schemas.microsoft.com/office/drawing/2014/main" id="{E368EDA8-0232-44ED-BEF9-8C8F77A72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8500" y="578914"/>
            <a:ext cx="113951" cy="113946"/>
          </a:xfrm>
          <a:custGeom xmlns:a="http://schemas.openxmlformats.org/drawingml/2006/main">
            <a:pathLst>
              <a:path w="113951" h="113946">
                <a:moveTo>
                  <a:pt x="0" y="0"/>
                </a:moveTo>
                <a:lnTo>
                  <a:pt x="0" y="113946"/>
                </a:lnTo>
                <a:lnTo>
                  <a:pt x="113951" y="113946"/>
                </a:lnTo>
                <a:lnTo>
                  <a:pt x="113951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009">
            <a:solidFill>
              <a:srgbClr val="000000"/>
            </a:solidFill>
            <a:prstDash val="solid"/>
          </a:ln>
        </p:spPr>
      </p:sp>
      <p:sp>
        <p:nvSpPr>
          <p:cNvPr id="316" name="path-315">
            <a:extLst xmlns:a="http://schemas.openxmlformats.org/drawingml/2006/main">
              <a:ext uri="{FF2B5EF4-FFF2-40B4-BE49-F238E27FC236}">
                <a16:creationId xmlns:a16="http://schemas.microsoft.com/office/drawing/2014/main" id="{6DE0C125-F273-4E4A-B939-08CC96983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2435" y="692896"/>
            <a:ext cx="114009" cy="114009"/>
          </a:xfrm>
          <a:custGeom xmlns:a="http://schemas.openxmlformats.org/drawingml/2006/main">
            <a:pathLst>
              <a:path w="114009" h="114009">
                <a:moveTo>
                  <a:pt x="0" y="0"/>
                </a:moveTo>
                <a:lnTo>
                  <a:pt x="114009" y="0"/>
                </a:lnTo>
                <a:lnTo>
                  <a:pt x="114009" y="114009"/>
                </a:lnTo>
                <a:lnTo>
                  <a:pt x="0" y="114009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7" name="path-316">
            <a:extLst xmlns:a="http://schemas.openxmlformats.org/drawingml/2006/main">
              <a:ext uri="{FF2B5EF4-FFF2-40B4-BE49-F238E27FC236}">
                <a16:creationId xmlns:a16="http://schemas.microsoft.com/office/drawing/2014/main" id="{07C305FC-3CA5-4583-9DFE-6555D3BC2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2451" y="692859"/>
            <a:ext cx="114031" cy="114036"/>
          </a:xfrm>
          <a:custGeom xmlns:a="http://schemas.openxmlformats.org/drawingml/2006/main">
            <a:pathLst>
              <a:path w="114031" h="114036">
                <a:moveTo>
                  <a:pt x="0" y="0"/>
                </a:moveTo>
                <a:lnTo>
                  <a:pt x="0" y="114036"/>
                </a:lnTo>
                <a:lnTo>
                  <a:pt x="114031" y="114036"/>
                </a:lnTo>
                <a:lnTo>
                  <a:pt x="114031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009">
            <a:solidFill>
              <a:srgbClr val="000000"/>
            </a:solidFill>
            <a:prstDash val="solid"/>
          </a:ln>
        </p:spPr>
      </p:sp>
      <p:sp>
        <p:nvSpPr>
          <p:cNvPr id="318" name="path-317">
            <a:extLst xmlns:a="http://schemas.openxmlformats.org/drawingml/2006/main">
              <a:ext uri="{FF2B5EF4-FFF2-40B4-BE49-F238E27FC236}">
                <a16:creationId xmlns:a16="http://schemas.microsoft.com/office/drawing/2014/main" id="{7CB21D6D-F829-4219-8938-D5834E3B4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6444" y="692896"/>
            <a:ext cx="114009" cy="114009"/>
          </a:xfrm>
          <a:custGeom xmlns:a="http://schemas.openxmlformats.org/drawingml/2006/main">
            <a:pathLst>
              <a:path w="114009" h="114009">
                <a:moveTo>
                  <a:pt x="0" y="0"/>
                </a:moveTo>
                <a:lnTo>
                  <a:pt x="114009" y="0"/>
                </a:lnTo>
                <a:lnTo>
                  <a:pt x="114009" y="114009"/>
                </a:lnTo>
                <a:lnTo>
                  <a:pt x="0" y="114009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9" name="path-318">
            <a:extLst xmlns:a="http://schemas.openxmlformats.org/drawingml/2006/main">
              <a:ext uri="{FF2B5EF4-FFF2-40B4-BE49-F238E27FC236}">
                <a16:creationId xmlns:a16="http://schemas.microsoft.com/office/drawing/2014/main" id="{68C425F1-9796-4810-9EA0-E07A5ACBB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6481" y="692859"/>
            <a:ext cx="113951" cy="114036"/>
          </a:xfrm>
          <a:custGeom xmlns:a="http://schemas.openxmlformats.org/drawingml/2006/main">
            <a:pathLst>
              <a:path w="113951" h="114036">
                <a:moveTo>
                  <a:pt x="0" y="0"/>
                </a:moveTo>
                <a:lnTo>
                  <a:pt x="0" y="114036"/>
                </a:lnTo>
                <a:lnTo>
                  <a:pt x="113951" y="114036"/>
                </a:lnTo>
                <a:lnTo>
                  <a:pt x="113951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009">
            <a:solidFill>
              <a:srgbClr val="000000"/>
            </a:solidFill>
            <a:prstDash val="solid"/>
          </a:ln>
        </p:spPr>
      </p:sp>
      <p:sp>
        <p:nvSpPr>
          <p:cNvPr id="320" name="path-319">
            <a:extLst xmlns:a="http://schemas.openxmlformats.org/drawingml/2006/main">
              <a:ext uri="{FF2B5EF4-FFF2-40B4-BE49-F238E27FC236}">
                <a16:creationId xmlns:a16="http://schemas.microsoft.com/office/drawing/2014/main" id="{E20E5FF2-48E6-4468-8D3D-090272A30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0453" y="692896"/>
            <a:ext cx="114009" cy="114009"/>
          </a:xfrm>
          <a:custGeom xmlns:a="http://schemas.openxmlformats.org/drawingml/2006/main">
            <a:pathLst>
              <a:path w="114009" h="114009">
                <a:moveTo>
                  <a:pt x="0" y="0"/>
                </a:moveTo>
                <a:lnTo>
                  <a:pt x="114009" y="0"/>
                </a:lnTo>
                <a:lnTo>
                  <a:pt x="114009" y="114009"/>
                </a:lnTo>
                <a:lnTo>
                  <a:pt x="0" y="114009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1" name="path-320">
            <a:extLst xmlns:a="http://schemas.openxmlformats.org/drawingml/2006/main">
              <a:ext uri="{FF2B5EF4-FFF2-40B4-BE49-F238E27FC236}">
                <a16:creationId xmlns:a16="http://schemas.microsoft.com/office/drawing/2014/main" id="{CCA8DC15-B1EE-469C-B978-103F24E4A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0433" y="692859"/>
            <a:ext cx="114036" cy="114036"/>
          </a:xfrm>
          <a:custGeom xmlns:a="http://schemas.openxmlformats.org/drawingml/2006/main">
            <a:pathLst>
              <a:path w="114036" h="114036">
                <a:moveTo>
                  <a:pt x="0" y="0"/>
                </a:moveTo>
                <a:lnTo>
                  <a:pt x="0" y="114036"/>
                </a:lnTo>
                <a:lnTo>
                  <a:pt x="114036" y="114036"/>
                </a:lnTo>
                <a:lnTo>
                  <a:pt x="114036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009">
            <a:solidFill>
              <a:srgbClr val="000000"/>
            </a:solidFill>
            <a:prstDash val="solid"/>
          </a:ln>
        </p:spPr>
      </p:sp>
      <p:sp>
        <p:nvSpPr>
          <p:cNvPr id="322" name="path-321">
            <a:extLst xmlns:a="http://schemas.openxmlformats.org/drawingml/2006/main">
              <a:ext uri="{FF2B5EF4-FFF2-40B4-BE49-F238E27FC236}">
                <a16:creationId xmlns:a16="http://schemas.microsoft.com/office/drawing/2014/main" id="{B3E9F18B-4935-4EC2-9476-97AE69EFA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4461" y="692896"/>
            <a:ext cx="114009" cy="114009"/>
          </a:xfrm>
          <a:custGeom xmlns:a="http://schemas.openxmlformats.org/drawingml/2006/main">
            <a:pathLst>
              <a:path w="114009" h="114009">
                <a:moveTo>
                  <a:pt x="0" y="0"/>
                </a:moveTo>
                <a:lnTo>
                  <a:pt x="114009" y="0"/>
                </a:lnTo>
                <a:lnTo>
                  <a:pt x="114009" y="114009"/>
                </a:lnTo>
                <a:lnTo>
                  <a:pt x="0" y="114009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3" name="path-322">
            <a:extLst xmlns:a="http://schemas.openxmlformats.org/drawingml/2006/main">
              <a:ext uri="{FF2B5EF4-FFF2-40B4-BE49-F238E27FC236}">
                <a16:creationId xmlns:a16="http://schemas.microsoft.com/office/drawing/2014/main" id="{A5F2C87E-0BCB-4F50-A7F2-3E0F2565D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4469" y="692859"/>
            <a:ext cx="114031" cy="114036"/>
          </a:xfrm>
          <a:custGeom xmlns:a="http://schemas.openxmlformats.org/drawingml/2006/main">
            <a:pathLst>
              <a:path w="114031" h="114036">
                <a:moveTo>
                  <a:pt x="0" y="0"/>
                </a:moveTo>
                <a:lnTo>
                  <a:pt x="0" y="114036"/>
                </a:lnTo>
                <a:lnTo>
                  <a:pt x="114031" y="114036"/>
                </a:lnTo>
                <a:lnTo>
                  <a:pt x="114031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009">
            <a:solidFill>
              <a:srgbClr val="000000"/>
            </a:solidFill>
            <a:prstDash val="solid"/>
          </a:ln>
        </p:spPr>
      </p:sp>
      <p:sp>
        <p:nvSpPr>
          <p:cNvPr id="324" name="path-323">
            <a:extLst xmlns:a="http://schemas.openxmlformats.org/drawingml/2006/main">
              <a:ext uri="{FF2B5EF4-FFF2-40B4-BE49-F238E27FC236}">
                <a16:creationId xmlns:a16="http://schemas.microsoft.com/office/drawing/2014/main" id="{E262EBE2-EC2E-41A5-8A2B-85D09E854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8470" y="692896"/>
            <a:ext cx="114009" cy="114009"/>
          </a:xfrm>
          <a:custGeom xmlns:a="http://schemas.openxmlformats.org/drawingml/2006/main">
            <a:pathLst>
              <a:path w="114009" h="114009">
                <a:moveTo>
                  <a:pt x="0" y="0"/>
                </a:moveTo>
                <a:lnTo>
                  <a:pt x="114009" y="0"/>
                </a:lnTo>
                <a:lnTo>
                  <a:pt x="114009" y="114009"/>
                </a:lnTo>
                <a:lnTo>
                  <a:pt x="0" y="114009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5" name="path-324">
            <a:extLst xmlns:a="http://schemas.openxmlformats.org/drawingml/2006/main">
              <a:ext uri="{FF2B5EF4-FFF2-40B4-BE49-F238E27FC236}">
                <a16:creationId xmlns:a16="http://schemas.microsoft.com/office/drawing/2014/main" id="{E51E3FC5-A117-431A-8A69-DFB8F7BDD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8500" y="692859"/>
            <a:ext cx="113951" cy="114036"/>
          </a:xfrm>
          <a:custGeom xmlns:a="http://schemas.openxmlformats.org/drawingml/2006/main">
            <a:pathLst>
              <a:path w="113951" h="114036">
                <a:moveTo>
                  <a:pt x="0" y="0"/>
                </a:moveTo>
                <a:lnTo>
                  <a:pt x="0" y="114036"/>
                </a:lnTo>
                <a:lnTo>
                  <a:pt x="113951" y="114036"/>
                </a:lnTo>
                <a:lnTo>
                  <a:pt x="113951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009">
            <a:solidFill>
              <a:srgbClr val="000000"/>
            </a:solidFill>
            <a:prstDash val="solid"/>
          </a:ln>
        </p:spPr>
      </p:sp>
      <p:sp>
        <p:nvSpPr>
          <p:cNvPr id="326" name="path-325">
            <a:extLst xmlns:a="http://schemas.openxmlformats.org/drawingml/2006/main">
              <a:ext uri="{FF2B5EF4-FFF2-40B4-BE49-F238E27FC236}">
                <a16:creationId xmlns:a16="http://schemas.microsoft.com/office/drawing/2014/main" id="{17DD9AAF-9341-4D4C-9EFC-C951443B4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1858" y="385792"/>
            <a:ext cx="260553" cy="257764"/>
          </a:xfrm>
          <a:custGeom xmlns:a="http://schemas.openxmlformats.org/drawingml/2006/main">
            <a:pathLst>
              <a:path w="260553" h="257764">
                <a:moveTo>
                  <a:pt x="0" y="0"/>
                </a:moveTo>
                <a:lnTo>
                  <a:pt x="260553" y="0"/>
                </a:lnTo>
                <a:lnTo>
                  <a:pt x="260553" y="257764"/>
                </a:lnTo>
                <a:lnTo>
                  <a:pt x="0" y="257764"/>
                </a:lnTo>
                <a:close/>
              </a:path>
            </a:pathLst>
          </a:custGeom>
          <a:solidFill xmlns:a="http://schemas.openxmlformats.org/drawingml/2006/main">
            <a:srgbClr val="FFFFFF">
              <a:alpha val="8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7" name="path-327">
            <a:extLst xmlns:a="http://schemas.openxmlformats.org/drawingml/2006/main">
              <a:ext uri="{FF2B5EF4-FFF2-40B4-BE49-F238E27FC236}">
                <a16:creationId xmlns:a16="http://schemas.microsoft.com/office/drawing/2014/main" id="{EA229967-835D-4E61-BB4E-902591648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8999" y="460115"/>
            <a:ext cx="75723" cy="83124"/>
          </a:xfrm>
          <a:custGeom xmlns:a="http://schemas.openxmlformats.org/drawingml/2006/main">
            <a:pathLst>
              <a:path w="75723" h="83124">
                <a:moveTo>
                  <a:pt x="64516" y="10528"/>
                </a:moveTo>
                <a:cubicBezTo>
                  <a:pt x="58554" y="12878"/>
                  <a:pt x="56927" y="18299"/>
                  <a:pt x="56927" y="20831"/>
                </a:cubicBezTo>
                <a:cubicBezTo>
                  <a:pt x="56927" y="25527"/>
                  <a:pt x="60722" y="28237"/>
                  <a:pt x="64698" y="28237"/>
                </a:cubicBezTo>
                <a:cubicBezTo>
                  <a:pt x="69036" y="28237"/>
                  <a:pt x="75723" y="24625"/>
                  <a:pt x="75723" y="15950"/>
                </a:cubicBezTo>
                <a:cubicBezTo>
                  <a:pt x="75723" y="6326"/>
                  <a:pt x="66143" y="0"/>
                  <a:pt x="49879" y="0"/>
                </a:cubicBezTo>
                <a:cubicBezTo>
                  <a:pt x="44637" y="0"/>
                  <a:pt x="34516" y="364"/>
                  <a:pt x="26205" y="6690"/>
                </a:cubicBezTo>
                <a:cubicBezTo>
                  <a:pt x="18073" y="12878"/>
                  <a:pt x="15180" y="23359"/>
                  <a:pt x="15180" y="27876"/>
                </a:cubicBezTo>
                <a:cubicBezTo>
                  <a:pt x="15180" y="33298"/>
                  <a:pt x="17712" y="38355"/>
                  <a:pt x="21685" y="41606"/>
                </a:cubicBezTo>
                <a:cubicBezTo>
                  <a:pt x="26746" y="45583"/>
                  <a:pt x="29820" y="46123"/>
                  <a:pt x="42108" y="48472"/>
                </a:cubicBezTo>
                <a:cubicBezTo>
                  <a:pt x="47529" y="49374"/>
                  <a:pt x="58372" y="51362"/>
                  <a:pt x="58372" y="59494"/>
                </a:cubicBezTo>
                <a:cubicBezTo>
                  <a:pt x="58372" y="60217"/>
                  <a:pt x="58372" y="76619"/>
                  <a:pt x="31444" y="76619"/>
                </a:cubicBezTo>
                <a:cubicBezTo>
                  <a:pt x="22590" y="76619"/>
                  <a:pt x="15903" y="74832"/>
                  <a:pt x="11926" y="71964"/>
                </a:cubicBezTo>
                <a:cubicBezTo>
                  <a:pt x="18073" y="70158"/>
                  <a:pt x="21867" y="64916"/>
                  <a:pt x="21867" y="59494"/>
                </a:cubicBezTo>
                <a:cubicBezTo>
                  <a:pt x="21867" y="52989"/>
                  <a:pt x="16625" y="51180"/>
                  <a:pt x="13013" y="51180"/>
                </a:cubicBezTo>
                <a:cubicBezTo>
                  <a:pt x="6866" y="51180"/>
                  <a:pt x="0" y="56243"/>
                  <a:pt x="0" y="65277"/>
                </a:cubicBezTo>
                <a:cubicBezTo>
                  <a:pt x="0" y="76980"/>
                  <a:pt x="12652" y="83124"/>
                  <a:pt x="31083" y="83124"/>
                </a:cubicBezTo>
                <a:cubicBezTo>
                  <a:pt x="72290" y="83124"/>
                  <a:pt x="72290" y="52267"/>
                  <a:pt x="72290" y="52085"/>
                </a:cubicBezTo>
                <a:cubicBezTo>
                  <a:pt x="72290" y="45944"/>
                  <a:pt x="69215" y="41066"/>
                  <a:pt x="65059" y="37453"/>
                </a:cubicBezTo>
                <a:cubicBezTo>
                  <a:pt x="59456" y="32575"/>
                  <a:pt x="52589" y="31309"/>
                  <a:pt x="46264" y="30226"/>
                </a:cubicBezTo>
                <a:cubicBezTo>
                  <a:pt x="36325" y="28419"/>
                  <a:pt x="29277" y="27154"/>
                  <a:pt x="29277" y="20467"/>
                </a:cubicBezTo>
                <a:cubicBezTo>
                  <a:pt x="29277" y="20105"/>
                  <a:pt x="29277" y="6508"/>
                  <a:pt x="49518" y="6508"/>
                </a:cubicBezTo>
                <a:cubicBezTo>
                  <a:pt x="53133" y="6508"/>
                  <a:pt x="59638" y="6872"/>
                  <a:pt x="64516" y="1052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8" name="path-328">
            <a:extLst xmlns:a="http://schemas.openxmlformats.org/drawingml/2006/main">
              <a:ext uri="{FF2B5EF4-FFF2-40B4-BE49-F238E27FC236}">
                <a16:creationId xmlns:a16="http://schemas.microsoft.com/office/drawing/2014/main" id="{AC16625B-5D07-43CC-A330-A6BA66CD5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2682" y="484940"/>
            <a:ext cx="55915" cy="84006"/>
          </a:xfrm>
          <a:custGeom xmlns:a="http://schemas.openxmlformats.org/drawingml/2006/main">
            <a:pathLst>
              <a:path w="55915" h="84006">
                <a:moveTo>
                  <a:pt x="55915" y="60978"/>
                </a:moveTo>
                <a:lnTo>
                  <a:pt x="51614" y="60978"/>
                </a:lnTo>
                <a:cubicBezTo>
                  <a:pt x="51234" y="63763"/>
                  <a:pt x="49969" y="71230"/>
                  <a:pt x="48325" y="72496"/>
                </a:cubicBezTo>
                <a:cubicBezTo>
                  <a:pt x="47313" y="73254"/>
                  <a:pt x="37573" y="73254"/>
                  <a:pt x="35801" y="73254"/>
                </a:cubicBezTo>
                <a:lnTo>
                  <a:pt x="12524" y="73254"/>
                </a:lnTo>
                <a:cubicBezTo>
                  <a:pt x="25808" y="61484"/>
                  <a:pt x="30234" y="57941"/>
                  <a:pt x="37826" y="51992"/>
                </a:cubicBezTo>
                <a:cubicBezTo>
                  <a:pt x="47186" y="44526"/>
                  <a:pt x="55915" y="36679"/>
                  <a:pt x="55915" y="24658"/>
                </a:cubicBezTo>
                <a:cubicBezTo>
                  <a:pt x="55915" y="9358"/>
                  <a:pt x="42505" y="0"/>
                  <a:pt x="26314" y="0"/>
                </a:cubicBezTo>
                <a:cubicBezTo>
                  <a:pt x="10626" y="0"/>
                  <a:pt x="0" y="11001"/>
                  <a:pt x="0" y="22633"/>
                </a:cubicBezTo>
                <a:cubicBezTo>
                  <a:pt x="0" y="29086"/>
                  <a:pt x="5440" y="29717"/>
                  <a:pt x="6706" y="29717"/>
                </a:cubicBezTo>
                <a:cubicBezTo>
                  <a:pt x="9742" y="29717"/>
                  <a:pt x="13410" y="27566"/>
                  <a:pt x="13410" y="23013"/>
                </a:cubicBezTo>
                <a:cubicBezTo>
                  <a:pt x="13410" y="20735"/>
                  <a:pt x="12524" y="16307"/>
                  <a:pt x="5945" y="16307"/>
                </a:cubicBezTo>
                <a:cubicBezTo>
                  <a:pt x="9868" y="7335"/>
                  <a:pt x="18471" y="4555"/>
                  <a:pt x="24416" y="4555"/>
                </a:cubicBezTo>
                <a:cubicBezTo>
                  <a:pt x="37065" y="4555"/>
                  <a:pt x="43644" y="14412"/>
                  <a:pt x="43644" y="24658"/>
                </a:cubicBezTo>
                <a:cubicBezTo>
                  <a:pt x="43644" y="35666"/>
                  <a:pt x="35801" y="44399"/>
                  <a:pt x="31753" y="48954"/>
                </a:cubicBezTo>
                <a:lnTo>
                  <a:pt x="1266" y="79074"/>
                </a:lnTo>
                <a:cubicBezTo>
                  <a:pt x="0" y="80211"/>
                  <a:pt x="0" y="80464"/>
                  <a:pt x="0" y="84006"/>
                </a:cubicBezTo>
                <a:lnTo>
                  <a:pt x="52120" y="84006"/>
                </a:lnTo>
                <a:lnTo>
                  <a:pt x="55915" y="6097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9" name="path-329">
            <a:extLst xmlns:a="http://schemas.openxmlformats.org/drawingml/2006/main">
              <a:ext uri="{FF2B5EF4-FFF2-40B4-BE49-F238E27FC236}">
                <a16:creationId xmlns:a16="http://schemas.microsoft.com/office/drawing/2014/main" id="{48F63CF0-FB54-4D70-AA49-0D4E99938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3616" y="111506"/>
            <a:ext cx="114010" cy="114010"/>
          </a:xfrm>
          <a:custGeom xmlns:a="http://schemas.openxmlformats.org/drawingml/2006/main">
            <a:pathLst>
              <a:path w="114010" h="114010">
                <a:moveTo>
                  <a:pt x="0" y="0"/>
                </a:moveTo>
                <a:lnTo>
                  <a:pt x="114010" y="0"/>
                </a:lnTo>
                <a:lnTo>
                  <a:pt x="114010" y="114010"/>
                </a:lnTo>
                <a:lnTo>
                  <a:pt x="0" y="114010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0" name="path-330">
            <a:extLst xmlns:a="http://schemas.openxmlformats.org/drawingml/2006/main">
              <a:ext uri="{FF2B5EF4-FFF2-40B4-BE49-F238E27FC236}">
                <a16:creationId xmlns:a16="http://schemas.microsoft.com/office/drawing/2014/main" id="{06C2C561-41EA-4D70-9F6A-EF1C35A15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3582" y="111563"/>
            <a:ext cx="114036" cy="113951"/>
          </a:xfrm>
          <a:custGeom xmlns:a="http://schemas.openxmlformats.org/drawingml/2006/main">
            <a:pathLst>
              <a:path w="114036" h="113951">
                <a:moveTo>
                  <a:pt x="0" y="0"/>
                </a:moveTo>
                <a:lnTo>
                  <a:pt x="0" y="113951"/>
                </a:lnTo>
                <a:lnTo>
                  <a:pt x="114036" y="113951"/>
                </a:lnTo>
                <a:lnTo>
                  <a:pt x="114036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009">
            <a:solidFill>
              <a:srgbClr val="000000"/>
            </a:solidFill>
            <a:prstDash val="solid"/>
          </a:ln>
        </p:spPr>
      </p:sp>
      <p:sp>
        <p:nvSpPr>
          <p:cNvPr id="331" name="path-331">
            <a:extLst xmlns:a="http://schemas.openxmlformats.org/drawingml/2006/main">
              <a:ext uri="{FF2B5EF4-FFF2-40B4-BE49-F238E27FC236}">
                <a16:creationId xmlns:a16="http://schemas.microsoft.com/office/drawing/2014/main" id="{FE66952C-F5A1-4F23-BCAE-C5CF343B5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7633" y="111506"/>
            <a:ext cx="114010" cy="114010"/>
          </a:xfrm>
          <a:custGeom xmlns:a="http://schemas.openxmlformats.org/drawingml/2006/main">
            <a:pathLst>
              <a:path w="114010" h="114010">
                <a:moveTo>
                  <a:pt x="0" y="0"/>
                </a:moveTo>
                <a:lnTo>
                  <a:pt x="114010" y="0"/>
                </a:lnTo>
                <a:lnTo>
                  <a:pt x="114010" y="114010"/>
                </a:lnTo>
                <a:lnTo>
                  <a:pt x="0" y="114010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2" name="path-332">
            <a:extLst xmlns:a="http://schemas.openxmlformats.org/drawingml/2006/main">
              <a:ext uri="{FF2B5EF4-FFF2-40B4-BE49-F238E27FC236}">
                <a16:creationId xmlns:a16="http://schemas.microsoft.com/office/drawing/2014/main" id="{26DE9AB6-998D-41BF-B9BA-53FD771C0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7618" y="111563"/>
            <a:ext cx="114031" cy="113951"/>
          </a:xfrm>
          <a:custGeom xmlns:a="http://schemas.openxmlformats.org/drawingml/2006/main">
            <a:pathLst>
              <a:path w="114031" h="113951">
                <a:moveTo>
                  <a:pt x="0" y="0"/>
                </a:moveTo>
                <a:lnTo>
                  <a:pt x="0" y="113951"/>
                </a:lnTo>
                <a:lnTo>
                  <a:pt x="114031" y="113951"/>
                </a:lnTo>
                <a:lnTo>
                  <a:pt x="114031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009">
            <a:solidFill>
              <a:srgbClr val="000000"/>
            </a:solidFill>
            <a:prstDash val="solid"/>
          </a:ln>
        </p:spPr>
      </p:sp>
      <p:sp>
        <p:nvSpPr>
          <p:cNvPr id="333" name="path-333">
            <a:extLst xmlns:a="http://schemas.openxmlformats.org/drawingml/2006/main">
              <a:ext uri="{FF2B5EF4-FFF2-40B4-BE49-F238E27FC236}">
                <a16:creationId xmlns:a16="http://schemas.microsoft.com/office/drawing/2014/main" id="{A46BAA61-29B1-474B-AFD6-BD112F51A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1642" y="111506"/>
            <a:ext cx="114010" cy="114010"/>
          </a:xfrm>
          <a:custGeom xmlns:a="http://schemas.openxmlformats.org/drawingml/2006/main">
            <a:pathLst>
              <a:path w="114010" h="114010">
                <a:moveTo>
                  <a:pt x="0" y="0"/>
                </a:moveTo>
                <a:lnTo>
                  <a:pt x="114010" y="0"/>
                </a:lnTo>
                <a:lnTo>
                  <a:pt x="114010" y="114010"/>
                </a:lnTo>
                <a:lnTo>
                  <a:pt x="0" y="114010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4" name="path-334">
            <a:extLst xmlns:a="http://schemas.openxmlformats.org/drawingml/2006/main">
              <a:ext uri="{FF2B5EF4-FFF2-40B4-BE49-F238E27FC236}">
                <a16:creationId xmlns:a16="http://schemas.microsoft.com/office/drawing/2014/main" id="{59810ED6-CCEC-45DF-8A19-8DD49D534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1649" y="111563"/>
            <a:ext cx="114031" cy="113951"/>
          </a:xfrm>
          <a:custGeom xmlns:a="http://schemas.openxmlformats.org/drawingml/2006/main">
            <a:pathLst>
              <a:path w="114031" h="113951">
                <a:moveTo>
                  <a:pt x="0" y="0"/>
                </a:moveTo>
                <a:lnTo>
                  <a:pt x="0" y="113951"/>
                </a:lnTo>
                <a:lnTo>
                  <a:pt x="114031" y="113951"/>
                </a:lnTo>
                <a:lnTo>
                  <a:pt x="114031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009">
            <a:solidFill>
              <a:srgbClr val="000000"/>
            </a:solidFill>
            <a:prstDash val="solid"/>
          </a:ln>
        </p:spPr>
      </p:sp>
      <p:sp>
        <p:nvSpPr>
          <p:cNvPr id="335" name="path-335">
            <a:extLst xmlns:a="http://schemas.openxmlformats.org/drawingml/2006/main">
              <a:ext uri="{FF2B5EF4-FFF2-40B4-BE49-F238E27FC236}">
                <a16:creationId xmlns:a16="http://schemas.microsoft.com/office/drawing/2014/main" id="{B140EE17-2E48-4051-B785-116A48301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3616" y="225540"/>
            <a:ext cx="114010" cy="114009"/>
          </a:xfrm>
          <a:custGeom xmlns:a="http://schemas.openxmlformats.org/drawingml/2006/main">
            <a:pathLst>
              <a:path w="114010" h="114009">
                <a:moveTo>
                  <a:pt x="0" y="0"/>
                </a:moveTo>
                <a:lnTo>
                  <a:pt x="114010" y="0"/>
                </a:lnTo>
                <a:lnTo>
                  <a:pt x="114010" y="114009"/>
                </a:lnTo>
                <a:lnTo>
                  <a:pt x="0" y="114009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6" name="path-336">
            <a:extLst xmlns:a="http://schemas.openxmlformats.org/drawingml/2006/main">
              <a:ext uri="{FF2B5EF4-FFF2-40B4-BE49-F238E27FC236}">
                <a16:creationId xmlns:a16="http://schemas.microsoft.com/office/drawing/2014/main" id="{98F0F26D-F94C-4DEE-9B6A-7CA3038D3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3582" y="225515"/>
            <a:ext cx="114036" cy="114036"/>
          </a:xfrm>
          <a:custGeom xmlns:a="http://schemas.openxmlformats.org/drawingml/2006/main">
            <a:pathLst>
              <a:path w="114036" h="114036">
                <a:moveTo>
                  <a:pt x="0" y="0"/>
                </a:moveTo>
                <a:lnTo>
                  <a:pt x="0" y="114036"/>
                </a:lnTo>
                <a:lnTo>
                  <a:pt x="114036" y="114036"/>
                </a:lnTo>
                <a:lnTo>
                  <a:pt x="114036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009">
            <a:solidFill>
              <a:srgbClr val="000000"/>
            </a:solidFill>
            <a:prstDash val="solid"/>
          </a:ln>
        </p:spPr>
      </p:sp>
      <p:sp>
        <p:nvSpPr>
          <p:cNvPr id="337" name="path-337">
            <a:extLst xmlns:a="http://schemas.openxmlformats.org/drawingml/2006/main">
              <a:ext uri="{FF2B5EF4-FFF2-40B4-BE49-F238E27FC236}">
                <a16:creationId xmlns:a16="http://schemas.microsoft.com/office/drawing/2014/main" id="{4A3F5CBD-6243-4BA8-AECD-A71EF166D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7633" y="225540"/>
            <a:ext cx="114010" cy="114009"/>
          </a:xfrm>
          <a:custGeom xmlns:a="http://schemas.openxmlformats.org/drawingml/2006/main">
            <a:pathLst>
              <a:path w="114010" h="114009">
                <a:moveTo>
                  <a:pt x="0" y="0"/>
                </a:moveTo>
                <a:lnTo>
                  <a:pt x="114010" y="0"/>
                </a:lnTo>
                <a:lnTo>
                  <a:pt x="114010" y="114009"/>
                </a:lnTo>
                <a:lnTo>
                  <a:pt x="0" y="114009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8" name="path-338">
            <a:extLst xmlns:a="http://schemas.openxmlformats.org/drawingml/2006/main">
              <a:ext uri="{FF2B5EF4-FFF2-40B4-BE49-F238E27FC236}">
                <a16:creationId xmlns:a16="http://schemas.microsoft.com/office/drawing/2014/main" id="{97738E00-E310-4815-BF40-F5B86A361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7618" y="225515"/>
            <a:ext cx="114031" cy="114036"/>
          </a:xfrm>
          <a:custGeom xmlns:a="http://schemas.openxmlformats.org/drawingml/2006/main">
            <a:pathLst>
              <a:path w="114031" h="114036">
                <a:moveTo>
                  <a:pt x="0" y="0"/>
                </a:moveTo>
                <a:lnTo>
                  <a:pt x="0" y="114036"/>
                </a:lnTo>
                <a:lnTo>
                  <a:pt x="114031" y="114036"/>
                </a:lnTo>
                <a:lnTo>
                  <a:pt x="114031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009">
            <a:solidFill>
              <a:srgbClr val="000000"/>
            </a:solidFill>
            <a:prstDash val="solid"/>
          </a:ln>
        </p:spPr>
      </p:sp>
      <p:sp>
        <p:nvSpPr>
          <p:cNvPr id="339" name="path-339">
            <a:extLst xmlns:a="http://schemas.openxmlformats.org/drawingml/2006/main">
              <a:ext uri="{FF2B5EF4-FFF2-40B4-BE49-F238E27FC236}">
                <a16:creationId xmlns:a16="http://schemas.microsoft.com/office/drawing/2014/main" id="{C1509D88-7DEE-496E-A2EA-19F3D1F14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1642" y="225540"/>
            <a:ext cx="114010" cy="114009"/>
          </a:xfrm>
          <a:custGeom xmlns:a="http://schemas.openxmlformats.org/drawingml/2006/main">
            <a:pathLst>
              <a:path w="114010" h="114009">
                <a:moveTo>
                  <a:pt x="0" y="0"/>
                </a:moveTo>
                <a:lnTo>
                  <a:pt x="114010" y="0"/>
                </a:lnTo>
                <a:lnTo>
                  <a:pt x="114010" y="114009"/>
                </a:lnTo>
                <a:lnTo>
                  <a:pt x="0" y="114009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0" name="path-340">
            <a:extLst xmlns:a="http://schemas.openxmlformats.org/drawingml/2006/main">
              <a:ext uri="{FF2B5EF4-FFF2-40B4-BE49-F238E27FC236}">
                <a16:creationId xmlns:a16="http://schemas.microsoft.com/office/drawing/2014/main" id="{2A4F516E-EDA0-4962-A1BC-8068F083E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1649" y="225515"/>
            <a:ext cx="114031" cy="114036"/>
          </a:xfrm>
          <a:custGeom xmlns:a="http://schemas.openxmlformats.org/drawingml/2006/main">
            <a:pathLst>
              <a:path w="114031" h="114036">
                <a:moveTo>
                  <a:pt x="0" y="0"/>
                </a:moveTo>
                <a:lnTo>
                  <a:pt x="0" y="114036"/>
                </a:lnTo>
                <a:lnTo>
                  <a:pt x="114031" y="114036"/>
                </a:lnTo>
                <a:lnTo>
                  <a:pt x="114031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009">
            <a:solidFill>
              <a:srgbClr val="000000"/>
            </a:solidFill>
            <a:prstDash val="solid"/>
          </a:ln>
        </p:spPr>
      </p:sp>
      <p:sp>
        <p:nvSpPr>
          <p:cNvPr id="341" name="path-341">
            <a:extLst xmlns:a="http://schemas.openxmlformats.org/drawingml/2006/main">
              <a:ext uri="{FF2B5EF4-FFF2-40B4-BE49-F238E27FC236}">
                <a16:creationId xmlns:a16="http://schemas.microsoft.com/office/drawing/2014/main" id="{07FA4DCA-8811-41E6-A19D-DF333CBA9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3616" y="339573"/>
            <a:ext cx="114010" cy="114010"/>
          </a:xfrm>
          <a:custGeom xmlns:a="http://schemas.openxmlformats.org/drawingml/2006/main">
            <a:pathLst>
              <a:path w="114010" h="114010">
                <a:moveTo>
                  <a:pt x="0" y="0"/>
                </a:moveTo>
                <a:lnTo>
                  <a:pt x="114010" y="0"/>
                </a:lnTo>
                <a:lnTo>
                  <a:pt x="114010" y="114010"/>
                </a:lnTo>
                <a:lnTo>
                  <a:pt x="0" y="114010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2" name="path-342">
            <a:extLst xmlns:a="http://schemas.openxmlformats.org/drawingml/2006/main">
              <a:ext uri="{FF2B5EF4-FFF2-40B4-BE49-F238E27FC236}">
                <a16:creationId xmlns:a16="http://schemas.microsoft.com/office/drawing/2014/main" id="{DB10F04E-40E2-4CB8-BC44-4243FD5B7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3582" y="339551"/>
            <a:ext cx="114036" cy="114031"/>
          </a:xfrm>
          <a:custGeom xmlns:a="http://schemas.openxmlformats.org/drawingml/2006/main">
            <a:pathLst>
              <a:path w="114036" h="114031">
                <a:moveTo>
                  <a:pt x="0" y="0"/>
                </a:moveTo>
                <a:lnTo>
                  <a:pt x="0" y="114031"/>
                </a:lnTo>
                <a:lnTo>
                  <a:pt x="114036" y="114031"/>
                </a:lnTo>
                <a:lnTo>
                  <a:pt x="114036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009">
            <a:solidFill>
              <a:srgbClr val="000000"/>
            </a:solidFill>
            <a:prstDash val="solid"/>
          </a:ln>
        </p:spPr>
      </p:sp>
      <p:sp>
        <p:nvSpPr>
          <p:cNvPr id="343" name="path-343">
            <a:extLst xmlns:a="http://schemas.openxmlformats.org/drawingml/2006/main">
              <a:ext uri="{FF2B5EF4-FFF2-40B4-BE49-F238E27FC236}">
                <a16:creationId xmlns:a16="http://schemas.microsoft.com/office/drawing/2014/main" id="{6CCACEB8-BE90-4D04-B6B5-064F15DF9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7633" y="339573"/>
            <a:ext cx="114010" cy="114010"/>
          </a:xfrm>
          <a:custGeom xmlns:a="http://schemas.openxmlformats.org/drawingml/2006/main">
            <a:pathLst>
              <a:path w="114010" h="114010">
                <a:moveTo>
                  <a:pt x="0" y="0"/>
                </a:moveTo>
                <a:lnTo>
                  <a:pt x="114010" y="0"/>
                </a:lnTo>
                <a:lnTo>
                  <a:pt x="114010" y="114010"/>
                </a:lnTo>
                <a:lnTo>
                  <a:pt x="0" y="114010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4" name="path-344">
            <a:extLst xmlns:a="http://schemas.openxmlformats.org/drawingml/2006/main">
              <a:ext uri="{FF2B5EF4-FFF2-40B4-BE49-F238E27FC236}">
                <a16:creationId xmlns:a16="http://schemas.microsoft.com/office/drawing/2014/main" id="{B3CA5202-FDF4-4A81-87A8-1EE103DAF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7618" y="339551"/>
            <a:ext cx="114031" cy="114031"/>
          </a:xfrm>
          <a:custGeom xmlns:a="http://schemas.openxmlformats.org/drawingml/2006/main">
            <a:pathLst>
              <a:path w="114031" h="114031">
                <a:moveTo>
                  <a:pt x="0" y="0"/>
                </a:moveTo>
                <a:lnTo>
                  <a:pt x="0" y="114031"/>
                </a:lnTo>
                <a:lnTo>
                  <a:pt x="114031" y="114031"/>
                </a:lnTo>
                <a:lnTo>
                  <a:pt x="114031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009">
            <a:solidFill>
              <a:srgbClr val="000000"/>
            </a:solidFill>
            <a:prstDash val="solid"/>
          </a:ln>
        </p:spPr>
      </p:sp>
      <p:sp>
        <p:nvSpPr>
          <p:cNvPr id="345" name="path-345">
            <a:extLst xmlns:a="http://schemas.openxmlformats.org/drawingml/2006/main">
              <a:ext uri="{FF2B5EF4-FFF2-40B4-BE49-F238E27FC236}">
                <a16:creationId xmlns:a16="http://schemas.microsoft.com/office/drawing/2014/main" id="{44198BA9-5815-4A28-8CDC-E354622AD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1642" y="339573"/>
            <a:ext cx="114010" cy="114010"/>
          </a:xfrm>
          <a:custGeom xmlns:a="http://schemas.openxmlformats.org/drawingml/2006/main">
            <a:pathLst>
              <a:path w="114010" h="114010">
                <a:moveTo>
                  <a:pt x="0" y="0"/>
                </a:moveTo>
                <a:lnTo>
                  <a:pt x="114010" y="0"/>
                </a:lnTo>
                <a:lnTo>
                  <a:pt x="114010" y="114010"/>
                </a:lnTo>
                <a:lnTo>
                  <a:pt x="0" y="114010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6" name="path-346">
            <a:extLst xmlns:a="http://schemas.openxmlformats.org/drawingml/2006/main">
              <a:ext uri="{FF2B5EF4-FFF2-40B4-BE49-F238E27FC236}">
                <a16:creationId xmlns:a16="http://schemas.microsoft.com/office/drawing/2014/main" id="{527A52A8-D7E8-43D7-B442-B9E1BC2C9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1649" y="339551"/>
            <a:ext cx="114031" cy="114031"/>
          </a:xfrm>
          <a:custGeom xmlns:a="http://schemas.openxmlformats.org/drawingml/2006/main">
            <a:pathLst>
              <a:path w="114031" h="114031">
                <a:moveTo>
                  <a:pt x="0" y="0"/>
                </a:moveTo>
                <a:lnTo>
                  <a:pt x="0" y="114031"/>
                </a:lnTo>
                <a:lnTo>
                  <a:pt x="114031" y="114031"/>
                </a:lnTo>
                <a:lnTo>
                  <a:pt x="114031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009">
            <a:solidFill>
              <a:srgbClr val="000000"/>
            </a:solidFill>
            <a:prstDash val="solid"/>
          </a:ln>
        </p:spPr>
      </p:sp>
      <p:sp>
        <p:nvSpPr>
          <p:cNvPr id="347" name="path-347">
            <a:extLst xmlns:a="http://schemas.openxmlformats.org/drawingml/2006/main">
              <a:ext uri="{FF2B5EF4-FFF2-40B4-BE49-F238E27FC236}">
                <a16:creationId xmlns:a16="http://schemas.microsoft.com/office/drawing/2014/main" id="{5E32FD1C-1CCF-4D3C-B75F-2003D365B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5650" y="111506"/>
            <a:ext cx="114011" cy="114010"/>
          </a:xfrm>
          <a:custGeom xmlns:a="http://schemas.openxmlformats.org/drawingml/2006/main">
            <a:pathLst>
              <a:path w="114011" h="114010">
                <a:moveTo>
                  <a:pt x="0" y="0"/>
                </a:moveTo>
                <a:lnTo>
                  <a:pt x="114011" y="0"/>
                </a:lnTo>
                <a:lnTo>
                  <a:pt x="114011" y="114010"/>
                </a:lnTo>
                <a:lnTo>
                  <a:pt x="0" y="114010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8" name="path-348">
            <a:extLst xmlns:a="http://schemas.openxmlformats.org/drawingml/2006/main">
              <a:ext uri="{FF2B5EF4-FFF2-40B4-BE49-F238E27FC236}">
                <a16:creationId xmlns:a16="http://schemas.microsoft.com/office/drawing/2014/main" id="{7DDF1F2C-7FD8-4944-8080-123A2DCDD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5680" y="111563"/>
            <a:ext cx="113957" cy="113951"/>
          </a:xfrm>
          <a:custGeom xmlns:a="http://schemas.openxmlformats.org/drawingml/2006/main">
            <a:pathLst>
              <a:path w="113957" h="113951">
                <a:moveTo>
                  <a:pt x="0" y="0"/>
                </a:moveTo>
                <a:lnTo>
                  <a:pt x="0" y="113951"/>
                </a:lnTo>
                <a:lnTo>
                  <a:pt x="113957" y="113951"/>
                </a:lnTo>
                <a:lnTo>
                  <a:pt x="113957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009">
            <a:solidFill>
              <a:srgbClr val="000000"/>
            </a:solidFill>
            <a:prstDash val="solid"/>
          </a:ln>
        </p:spPr>
      </p:sp>
      <p:sp>
        <p:nvSpPr>
          <p:cNvPr id="349" name="path-349">
            <a:extLst xmlns:a="http://schemas.openxmlformats.org/drawingml/2006/main">
              <a:ext uri="{FF2B5EF4-FFF2-40B4-BE49-F238E27FC236}">
                <a16:creationId xmlns:a16="http://schemas.microsoft.com/office/drawing/2014/main" id="{83402BA3-1AF9-4620-A41E-0AE427EB5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5650" y="225540"/>
            <a:ext cx="114011" cy="114009"/>
          </a:xfrm>
          <a:custGeom xmlns:a="http://schemas.openxmlformats.org/drawingml/2006/main">
            <a:pathLst>
              <a:path w="114011" h="114009">
                <a:moveTo>
                  <a:pt x="0" y="0"/>
                </a:moveTo>
                <a:lnTo>
                  <a:pt x="114011" y="0"/>
                </a:lnTo>
                <a:lnTo>
                  <a:pt x="114011" y="114009"/>
                </a:lnTo>
                <a:lnTo>
                  <a:pt x="0" y="114009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0" name="path-350">
            <a:extLst xmlns:a="http://schemas.openxmlformats.org/drawingml/2006/main">
              <a:ext uri="{FF2B5EF4-FFF2-40B4-BE49-F238E27FC236}">
                <a16:creationId xmlns:a16="http://schemas.microsoft.com/office/drawing/2014/main" id="{186A286B-E520-42DD-BF2F-4B7A480C3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5680" y="225515"/>
            <a:ext cx="113957" cy="114036"/>
          </a:xfrm>
          <a:custGeom xmlns:a="http://schemas.openxmlformats.org/drawingml/2006/main">
            <a:pathLst>
              <a:path w="113957" h="114036">
                <a:moveTo>
                  <a:pt x="0" y="0"/>
                </a:moveTo>
                <a:lnTo>
                  <a:pt x="0" y="114036"/>
                </a:lnTo>
                <a:lnTo>
                  <a:pt x="113957" y="114036"/>
                </a:lnTo>
                <a:lnTo>
                  <a:pt x="113957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009">
            <a:solidFill>
              <a:srgbClr val="000000"/>
            </a:solidFill>
            <a:prstDash val="solid"/>
          </a:ln>
        </p:spPr>
      </p:sp>
      <p:sp>
        <p:nvSpPr>
          <p:cNvPr id="351" name="path-351">
            <a:extLst xmlns:a="http://schemas.openxmlformats.org/drawingml/2006/main">
              <a:ext uri="{FF2B5EF4-FFF2-40B4-BE49-F238E27FC236}">
                <a16:creationId xmlns:a16="http://schemas.microsoft.com/office/drawing/2014/main" id="{6452DCB6-1C96-4CE8-AB9B-BAB2C954A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5650" y="339573"/>
            <a:ext cx="114011" cy="114010"/>
          </a:xfrm>
          <a:custGeom xmlns:a="http://schemas.openxmlformats.org/drawingml/2006/main">
            <a:pathLst>
              <a:path w="114011" h="114010">
                <a:moveTo>
                  <a:pt x="0" y="0"/>
                </a:moveTo>
                <a:lnTo>
                  <a:pt x="114011" y="0"/>
                </a:lnTo>
                <a:lnTo>
                  <a:pt x="114011" y="114010"/>
                </a:lnTo>
                <a:lnTo>
                  <a:pt x="0" y="114010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2" name="path-352">
            <a:extLst xmlns:a="http://schemas.openxmlformats.org/drawingml/2006/main">
              <a:ext uri="{FF2B5EF4-FFF2-40B4-BE49-F238E27FC236}">
                <a16:creationId xmlns:a16="http://schemas.microsoft.com/office/drawing/2014/main" id="{0FB67E75-19EC-4130-B06F-00F8BFF85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5680" y="339551"/>
            <a:ext cx="113957" cy="114031"/>
          </a:xfrm>
          <a:custGeom xmlns:a="http://schemas.openxmlformats.org/drawingml/2006/main">
            <a:pathLst>
              <a:path w="113957" h="114031">
                <a:moveTo>
                  <a:pt x="0" y="0"/>
                </a:moveTo>
                <a:lnTo>
                  <a:pt x="0" y="114031"/>
                </a:lnTo>
                <a:lnTo>
                  <a:pt x="113957" y="114031"/>
                </a:lnTo>
                <a:lnTo>
                  <a:pt x="113957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009">
            <a:solidFill>
              <a:srgbClr val="000000"/>
            </a:solidFill>
            <a:prstDash val="solid"/>
          </a:ln>
        </p:spPr>
      </p:sp>
      <p:sp>
        <p:nvSpPr>
          <p:cNvPr id="353" name="path-353">
            <a:extLst xmlns:a="http://schemas.openxmlformats.org/drawingml/2006/main">
              <a:ext uri="{FF2B5EF4-FFF2-40B4-BE49-F238E27FC236}">
                <a16:creationId xmlns:a16="http://schemas.microsoft.com/office/drawing/2014/main" id="{DF62D973-2D68-4D86-9B70-0A9B6F7DB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3616" y="453524"/>
            <a:ext cx="114010" cy="114009"/>
          </a:xfrm>
          <a:custGeom xmlns:a="http://schemas.openxmlformats.org/drawingml/2006/main">
            <a:pathLst>
              <a:path w="114010" h="114009">
                <a:moveTo>
                  <a:pt x="0" y="0"/>
                </a:moveTo>
                <a:lnTo>
                  <a:pt x="114010" y="0"/>
                </a:lnTo>
                <a:lnTo>
                  <a:pt x="114010" y="114009"/>
                </a:lnTo>
                <a:lnTo>
                  <a:pt x="0" y="114009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4" name="path-354">
            <a:extLst xmlns:a="http://schemas.openxmlformats.org/drawingml/2006/main">
              <a:ext uri="{FF2B5EF4-FFF2-40B4-BE49-F238E27FC236}">
                <a16:creationId xmlns:a16="http://schemas.microsoft.com/office/drawing/2014/main" id="{668B82AA-071A-4687-830C-2E00BF362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3582" y="453582"/>
            <a:ext cx="114036" cy="113951"/>
          </a:xfrm>
          <a:custGeom xmlns:a="http://schemas.openxmlformats.org/drawingml/2006/main">
            <a:pathLst>
              <a:path w="114036" h="113951">
                <a:moveTo>
                  <a:pt x="0" y="0"/>
                </a:moveTo>
                <a:lnTo>
                  <a:pt x="0" y="113951"/>
                </a:lnTo>
                <a:lnTo>
                  <a:pt x="114036" y="113951"/>
                </a:lnTo>
                <a:lnTo>
                  <a:pt x="114036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009">
            <a:solidFill>
              <a:srgbClr val="000000"/>
            </a:solidFill>
            <a:prstDash val="solid"/>
          </a:ln>
        </p:spPr>
      </p:sp>
      <p:sp>
        <p:nvSpPr>
          <p:cNvPr id="355" name="path-355">
            <a:extLst xmlns:a="http://schemas.openxmlformats.org/drawingml/2006/main">
              <a:ext uri="{FF2B5EF4-FFF2-40B4-BE49-F238E27FC236}">
                <a16:creationId xmlns:a16="http://schemas.microsoft.com/office/drawing/2014/main" id="{C6970532-60FF-440F-9D68-3CC6439EE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7633" y="453524"/>
            <a:ext cx="114010" cy="114009"/>
          </a:xfrm>
          <a:custGeom xmlns:a="http://schemas.openxmlformats.org/drawingml/2006/main">
            <a:pathLst>
              <a:path w="114010" h="114009">
                <a:moveTo>
                  <a:pt x="0" y="0"/>
                </a:moveTo>
                <a:lnTo>
                  <a:pt x="114010" y="0"/>
                </a:lnTo>
                <a:lnTo>
                  <a:pt x="114010" y="114009"/>
                </a:lnTo>
                <a:lnTo>
                  <a:pt x="0" y="114009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6" name="path-356">
            <a:extLst xmlns:a="http://schemas.openxmlformats.org/drawingml/2006/main">
              <a:ext uri="{FF2B5EF4-FFF2-40B4-BE49-F238E27FC236}">
                <a16:creationId xmlns:a16="http://schemas.microsoft.com/office/drawing/2014/main" id="{BCACFFFE-6D10-458F-93E6-A53C069E1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7618" y="453582"/>
            <a:ext cx="114031" cy="113951"/>
          </a:xfrm>
          <a:custGeom xmlns:a="http://schemas.openxmlformats.org/drawingml/2006/main">
            <a:pathLst>
              <a:path w="114031" h="113951">
                <a:moveTo>
                  <a:pt x="0" y="0"/>
                </a:moveTo>
                <a:lnTo>
                  <a:pt x="0" y="113951"/>
                </a:lnTo>
                <a:lnTo>
                  <a:pt x="114031" y="113951"/>
                </a:lnTo>
                <a:lnTo>
                  <a:pt x="114031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009">
            <a:solidFill>
              <a:srgbClr val="000000"/>
            </a:solidFill>
            <a:prstDash val="solid"/>
          </a:ln>
        </p:spPr>
      </p:sp>
      <p:sp>
        <p:nvSpPr>
          <p:cNvPr id="357" name="path-357">
            <a:extLst xmlns:a="http://schemas.openxmlformats.org/drawingml/2006/main">
              <a:ext uri="{FF2B5EF4-FFF2-40B4-BE49-F238E27FC236}">
                <a16:creationId xmlns:a16="http://schemas.microsoft.com/office/drawing/2014/main" id="{EA6FABDD-BC13-412E-B451-E23DD5A01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1642" y="453524"/>
            <a:ext cx="114010" cy="114009"/>
          </a:xfrm>
          <a:custGeom xmlns:a="http://schemas.openxmlformats.org/drawingml/2006/main">
            <a:pathLst>
              <a:path w="114010" h="114009">
                <a:moveTo>
                  <a:pt x="0" y="0"/>
                </a:moveTo>
                <a:lnTo>
                  <a:pt x="114010" y="0"/>
                </a:lnTo>
                <a:lnTo>
                  <a:pt x="114010" y="114009"/>
                </a:lnTo>
                <a:lnTo>
                  <a:pt x="0" y="114009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8" name="path-358">
            <a:extLst xmlns:a="http://schemas.openxmlformats.org/drawingml/2006/main">
              <a:ext uri="{FF2B5EF4-FFF2-40B4-BE49-F238E27FC236}">
                <a16:creationId xmlns:a16="http://schemas.microsoft.com/office/drawing/2014/main" id="{9A121EB0-3AE2-47E6-BC24-E26C79951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1649" y="453582"/>
            <a:ext cx="114031" cy="113951"/>
          </a:xfrm>
          <a:custGeom xmlns:a="http://schemas.openxmlformats.org/drawingml/2006/main">
            <a:pathLst>
              <a:path w="114031" h="113951">
                <a:moveTo>
                  <a:pt x="0" y="0"/>
                </a:moveTo>
                <a:lnTo>
                  <a:pt x="0" y="113951"/>
                </a:lnTo>
                <a:lnTo>
                  <a:pt x="114031" y="113951"/>
                </a:lnTo>
                <a:lnTo>
                  <a:pt x="114031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009">
            <a:solidFill>
              <a:srgbClr val="000000"/>
            </a:solidFill>
            <a:prstDash val="solid"/>
          </a:ln>
        </p:spPr>
      </p:sp>
      <p:sp>
        <p:nvSpPr>
          <p:cNvPr id="359" name="path-359">
            <a:extLst xmlns:a="http://schemas.openxmlformats.org/drawingml/2006/main">
              <a:ext uri="{FF2B5EF4-FFF2-40B4-BE49-F238E27FC236}">
                <a16:creationId xmlns:a16="http://schemas.microsoft.com/office/drawing/2014/main" id="{4FA32365-8C9C-49BE-9907-ED3F86B01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5650" y="453524"/>
            <a:ext cx="114011" cy="114009"/>
          </a:xfrm>
          <a:custGeom xmlns:a="http://schemas.openxmlformats.org/drawingml/2006/main">
            <a:pathLst>
              <a:path w="114011" h="114009">
                <a:moveTo>
                  <a:pt x="0" y="0"/>
                </a:moveTo>
                <a:lnTo>
                  <a:pt x="114011" y="0"/>
                </a:lnTo>
                <a:lnTo>
                  <a:pt x="114011" y="114009"/>
                </a:lnTo>
                <a:lnTo>
                  <a:pt x="0" y="114009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0" name="path-360">
            <a:extLst xmlns:a="http://schemas.openxmlformats.org/drawingml/2006/main">
              <a:ext uri="{FF2B5EF4-FFF2-40B4-BE49-F238E27FC236}">
                <a16:creationId xmlns:a16="http://schemas.microsoft.com/office/drawing/2014/main" id="{7BFE2BE9-60DF-44A2-B9AF-A3278B73E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5680" y="453582"/>
            <a:ext cx="113957" cy="113951"/>
          </a:xfrm>
          <a:custGeom xmlns:a="http://schemas.openxmlformats.org/drawingml/2006/main">
            <a:pathLst>
              <a:path w="113957" h="113951">
                <a:moveTo>
                  <a:pt x="0" y="0"/>
                </a:moveTo>
                <a:lnTo>
                  <a:pt x="0" y="113951"/>
                </a:lnTo>
                <a:lnTo>
                  <a:pt x="113957" y="113951"/>
                </a:lnTo>
                <a:lnTo>
                  <a:pt x="113957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009">
            <a:solidFill>
              <a:srgbClr val="000000"/>
            </a:solidFill>
            <a:prstDash val="solid"/>
          </a:ln>
        </p:spPr>
      </p:sp>
      <p:sp>
        <p:nvSpPr>
          <p:cNvPr id="361" name="path-361">
            <a:extLst xmlns:a="http://schemas.openxmlformats.org/drawingml/2006/main">
              <a:ext uri="{FF2B5EF4-FFF2-40B4-BE49-F238E27FC236}">
                <a16:creationId xmlns:a16="http://schemas.microsoft.com/office/drawing/2014/main" id="{A0E6F5E3-85BC-4FAC-8F81-4DAA91FC5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9659" y="111506"/>
            <a:ext cx="114011" cy="114010"/>
          </a:xfrm>
          <a:custGeom xmlns:a="http://schemas.openxmlformats.org/drawingml/2006/main">
            <a:pathLst>
              <a:path w="114011" h="114010">
                <a:moveTo>
                  <a:pt x="0" y="0"/>
                </a:moveTo>
                <a:lnTo>
                  <a:pt x="114011" y="0"/>
                </a:lnTo>
                <a:lnTo>
                  <a:pt x="114011" y="114010"/>
                </a:lnTo>
                <a:lnTo>
                  <a:pt x="0" y="114010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2" name="path-362">
            <a:extLst xmlns:a="http://schemas.openxmlformats.org/drawingml/2006/main">
              <a:ext uri="{FF2B5EF4-FFF2-40B4-BE49-F238E27FC236}">
                <a16:creationId xmlns:a16="http://schemas.microsoft.com/office/drawing/2014/main" id="{8B7AAE11-2BA6-4D76-A6AE-3469E180E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9637" y="111563"/>
            <a:ext cx="114025" cy="113951"/>
          </a:xfrm>
          <a:custGeom xmlns:a="http://schemas.openxmlformats.org/drawingml/2006/main">
            <a:pathLst>
              <a:path w="114025" h="113951">
                <a:moveTo>
                  <a:pt x="0" y="0"/>
                </a:moveTo>
                <a:lnTo>
                  <a:pt x="0" y="113951"/>
                </a:lnTo>
                <a:lnTo>
                  <a:pt x="114025" y="113951"/>
                </a:lnTo>
                <a:lnTo>
                  <a:pt x="114025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009">
            <a:solidFill>
              <a:srgbClr val="000000"/>
            </a:solidFill>
            <a:prstDash val="solid"/>
          </a:ln>
        </p:spPr>
      </p:sp>
      <p:sp>
        <p:nvSpPr>
          <p:cNvPr id="363" name="path-363">
            <a:extLst xmlns:a="http://schemas.openxmlformats.org/drawingml/2006/main">
              <a:ext uri="{FF2B5EF4-FFF2-40B4-BE49-F238E27FC236}">
                <a16:creationId xmlns:a16="http://schemas.microsoft.com/office/drawing/2014/main" id="{FF4DA573-80C7-4E01-8A0D-F2289E067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9659" y="225540"/>
            <a:ext cx="114011" cy="114009"/>
          </a:xfrm>
          <a:custGeom xmlns:a="http://schemas.openxmlformats.org/drawingml/2006/main">
            <a:pathLst>
              <a:path w="114011" h="114009">
                <a:moveTo>
                  <a:pt x="0" y="0"/>
                </a:moveTo>
                <a:lnTo>
                  <a:pt x="114011" y="0"/>
                </a:lnTo>
                <a:lnTo>
                  <a:pt x="114011" y="114009"/>
                </a:lnTo>
                <a:lnTo>
                  <a:pt x="0" y="114009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4" name="path-364">
            <a:extLst xmlns:a="http://schemas.openxmlformats.org/drawingml/2006/main">
              <a:ext uri="{FF2B5EF4-FFF2-40B4-BE49-F238E27FC236}">
                <a16:creationId xmlns:a16="http://schemas.microsoft.com/office/drawing/2014/main" id="{E2BA72B0-B97B-40BF-9CD1-4F9C7AE26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9637" y="225515"/>
            <a:ext cx="114025" cy="114036"/>
          </a:xfrm>
          <a:custGeom xmlns:a="http://schemas.openxmlformats.org/drawingml/2006/main">
            <a:pathLst>
              <a:path w="114025" h="114036">
                <a:moveTo>
                  <a:pt x="0" y="0"/>
                </a:moveTo>
                <a:lnTo>
                  <a:pt x="0" y="114036"/>
                </a:lnTo>
                <a:lnTo>
                  <a:pt x="114025" y="114036"/>
                </a:lnTo>
                <a:lnTo>
                  <a:pt x="114025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009">
            <a:solidFill>
              <a:srgbClr val="000000"/>
            </a:solidFill>
            <a:prstDash val="solid"/>
          </a:ln>
        </p:spPr>
      </p:sp>
      <p:sp>
        <p:nvSpPr>
          <p:cNvPr id="365" name="path-365">
            <a:extLst xmlns:a="http://schemas.openxmlformats.org/drawingml/2006/main">
              <a:ext uri="{FF2B5EF4-FFF2-40B4-BE49-F238E27FC236}">
                <a16:creationId xmlns:a16="http://schemas.microsoft.com/office/drawing/2014/main" id="{0979151B-2ACA-4735-A6BB-AEB62D7DA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9659" y="339573"/>
            <a:ext cx="114011" cy="114010"/>
          </a:xfrm>
          <a:custGeom xmlns:a="http://schemas.openxmlformats.org/drawingml/2006/main">
            <a:pathLst>
              <a:path w="114011" h="114010">
                <a:moveTo>
                  <a:pt x="0" y="0"/>
                </a:moveTo>
                <a:lnTo>
                  <a:pt x="114011" y="0"/>
                </a:lnTo>
                <a:lnTo>
                  <a:pt x="114011" y="114010"/>
                </a:lnTo>
                <a:lnTo>
                  <a:pt x="0" y="114010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6" name="path-366">
            <a:extLst xmlns:a="http://schemas.openxmlformats.org/drawingml/2006/main">
              <a:ext uri="{FF2B5EF4-FFF2-40B4-BE49-F238E27FC236}">
                <a16:creationId xmlns:a16="http://schemas.microsoft.com/office/drawing/2014/main" id="{7CD80089-430E-40EF-8AA2-DF47E0C9E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9637" y="339551"/>
            <a:ext cx="114025" cy="114031"/>
          </a:xfrm>
          <a:custGeom xmlns:a="http://schemas.openxmlformats.org/drawingml/2006/main">
            <a:pathLst>
              <a:path w="114025" h="114031">
                <a:moveTo>
                  <a:pt x="0" y="0"/>
                </a:moveTo>
                <a:lnTo>
                  <a:pt x="0" y="114031"/>
                </a:lnTo>
                <a:lnTo>
                  <a:pt x="114025" y="114031"/>
                </a:lnTo>
                <a:lnTo>
                  <a:pt x="114025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009">
            <a:solidFill>
              <a:srgbClr val="000000"/>
            </a:solidFill>
            <a:prstDash val="solid"/>
          </a:ln>
        </p:spPr>
      </p:sp>
      <p:sp>
        <p:nvSpPr>
          <p:cNvPr id="367" name="path-367">
            <a:extLst xmlns:a="http://schemas.openxmlformats.org/drawingml/2006/main">
              <a:ext uri="{FF2B5EF4-FFF2-40B4-BE49-F238E27FC236}">
                <a16:creationId xmlns:a16="http://schemas.microsoft.com/office/drawing/2014/main" id="{D5475FA3-0F4D-47C9-A598-7DF20D91A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9659" y="453524"/>
            <a:ext cx="114011" cy="114009"/>
          </a:xfrm>
          <a:custGeom xmlns:a="http://schemas.openxmlformats.org/drawingml/2006/main">
            <a:pathLst>
              <a:path w="114011" h="114009">
                <a:moveTo>
                  <a:pt x="0" y="0"/>
                </a:moveTo>
                <a:lnTo>
                  <a:pt x="114011" y="0"/>
                </a:lnTo>
                <a:lnTo>
                  <a:pt x="114011" y="114009"/>
                </a:lnTo>
                <a:lnTo>
                  <a:pt x="0" y="114009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8" name="path-368">
            <a:extLst xmlns:a="http://schemas.openxmlformats.org/drawingml/2006/main">
              <a:ext uri="{FF2B5EF4-FFF2-40B4-BE49-F238E27FC236}">
                <a16:creationId xmlns:a16="http://schemas.microsoft.com/office/drawing/2014/main" id="{439CDC72-50F5-42C7-B6C5-62266C681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9637" y="453582"/>
            <a:ext cx="114025" cy="113951"/>
          </a:xfrm>
          <a:custGeom xmlns:a="http://schemas.openxmlformats.org/drawingml/2006/main">
            <a:pathLst>
              <a:path w="114025" h="113951">
                <a:moveTo>
                  <a:pt x="0" y="0"/>
                </a:moveTo>
                <a:lnTo>
                  <a:pt x="0" y="113951"/>
                </a:lnTo>
                <a:lnTo>
                  <a:pt x="114025" y="113951"/>
                </a:lnTo>
                <a:lnTo>
                  <a:pt x="114025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009">
            <a:solidFill>
              <a:srgbClr val="000000"/>
            </a:solidFill>
            <a:prstDash val="solid"/>
          </a:ln>
        </p:spPr>
      </p:sp>
      <p:sp>
        <p:nvSpPr>
          <p:cNvPr id="369" name="path-369">
            <a:extLst xmlns:a="http://schemas.openxmlformats.org/drawingml/2006/main">
              <a:ext uri="{FF2B5EF4-FFF2-40B4-BE49-F238E27FC236}">
                <a16:creationId xmlns:a16="http://schemas.microsoft.com/office/drawing/2014/main" id="{58D33013-F071-42CB-833D-EFF519E1F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3616" y="567558"/>
            <a:ext cx="114010" cy="114009"/>
          </a:xfrm>
          <a:custGeom xmlns:a="http://schemas.openxmlformats.org/drawingml/2006/main">
            <a:pathLst>
              <a:path w="114010" h="114009">
                <a:moveTo>
                  <a:pt x="0" y="0"/>
                </a:moveTo>
                <a:lnTo>
                  <a:pt x="114010" y="0"/>
                </a:lnTo>
                <a:lnTo>
                  <a:pt x="114010" y="114009"/>
                </a:lnTo>
                <a:lnTo>
                  <a:pt x="0" y="114009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0" name="path-370">
            <a:extLst xmlns:a="http://schemas.openxmlformats.org/drawingml/2006/main">
              <a:ext uri="{FF2B5EF4-FFF2-40B4-BE49-F238E27FC236}">
                <a16:creationId xmlns:a16="http://schemas.microsoft.com/office/drawing/2014/main" id="{86E7890B-CA55-4317-A27B-1DE70FA64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3582" y="567533"/>
            <a:ext cx="114036" cy="114036"/>
          </a:xfrm>
          <a:custGeom xmlns:a="http://schemas.openxmlformats.org/drawingml/2006/main">
            <a:pathLst>
              <a:path w="114036" h="114036">
                <a:moveTo>
                  <a:pt x="0" y="0"/>
                </a:moveTo>
                <a:lnTo>
                  <a:pt x="0" y="114036"/>
                </a:lnTo>
                <a:lnTo>
                  <a:pt x="114036" y="114036"/>
                </a:lnTo>
                <a:lnTo>
                  <a:pt x="114036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009">
            <a:solidFill>
              <a:srgbClr val="000000"/>
            </a:solidFill>
            <a:prstDash val="solid"/>
          </a:ln>
        </p:spPr>
      </p:sp>
      <p:sp>
        <p:nvSpPr>
          <p:cNvPr id="371" name="path-371">
            <a:extLst xmlns:a="http://schemas.openxmlformats.org/drawingml/2006/main">
              <a:ext uri="{FF2B5EF4-FFF2-40B4-BE49-F238E27FC236}">
                <a16:creationId xmlns:a16="http://schemas.microsoft.com/office/drawing/2014/main" id="{2CCD1401-A31F-46B9-A13F-240862598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7633" y="567558"/>
            <a:ext cx="114010" cy="114009"/>
          </a:xfrm>
          <a:custGeom xmlns:a="http://schemas.openxmlformats.org/drawingml/2006/main">
            <a:pathLst>
              <a:path w="114010" h="114009">
                <a:moveTo>
                  <a:pt x="0" y="0"/>
                </a:moveTo>
                <a:lnTo>
                  <a:pt x="114010" y="0"/>
                </a:lnTo>
                <a:lnTo>
                  <a:pt x="114010" y="114009"/>
                </a:lnTo>
                <a:lnTo>
                  <a:pt x="0" y="114009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2" name="path-372">
            <a:extLst xmlns:a="http://schemas.openxmlformats.org/drawingml/2006/main">
              <a:ext uri="{FF2B5EF4-FFF2-40B4-BE49-F238E27FC236}">
                <a16:creationId xmlns:a16="http://schemas.microsoft.com/office/drawing/2014/main" id="{FD62E7B2-0DBA-458C-BA16-228103523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7618" y="567533"/>
            <a:ext cx="114031" cy="114036"/>
          </a:xfrm>
          <a:custGeom xmlns:a="http://schemas.openxmlformats.org/drawingml/2006/main">
            <a:pathLst>
              <a:path w="114031" h="114036">
                <a:moveTo>
                  <a:pt x="0" y="0"/>
                </a:moveTo>
                <a:lnTo>
                  <a:pt x="0" y="114036"/>
                </a:lnTo>
                <a:lnTo>
                  <a:pt x="114031" y="114036"/>
                </a:lnTo>
                <a:lnTo>
                  <a:pt x="114031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009">
            <a:solidFill>
              <a:srgbClr val="000000"/>
            </a:solidFill>
            <a:prstDash val="solid"/>
          </a:ln>
        </p:spPr>
      </p:sp>
      <p:sp>
        <p:nvSpPr>
          <p:cNvPr id="373" name="path-373">
            <a:extLst xmlns:a="http://schemas.openxmlformats.org/drawingml/2006/main">
              <a:ext uri="{FF2B5EF4-FFF2-40B4-BE49-F238E27FC236}">
                <a16:creationId xmlns:a16="http://schemas.microsoft.com/office/drawing/2014/main" id="{214EDF73-85D0-46DB-8A26-0C8C467E0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1642" y="567558"/>
            <a:ext cx="114010" cy="114009"/>
          </a:xfrm>
          <a:custGeom xmlns:a="http://schemas.openxmlformats.org/drawingml/2006/main">
            <a:pathLst>
              <a:path w="114010" h="114009">
                <a:moveTo>
                  <a:pt x="0" y="0"/>
                </a:moveTo>
                <a:lnTo>
                  <a:pt x="114010" y="0"/>
                </a:lnTo>
                <a:lnTo>
                  <a:pt x="114010" y="114009"/>
                </a:lnTo>
                <a:lnTo>
                  <a:pt x="0" y="114009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4" name="path-374">
            <a:extLst xmlns:a="http://schemas.openxmlformats.org/drawingml/2006/main">
              <a:ext uri="{FF2B5EF4-FFF2-40B4-BE49-F238E27FC236}">
                <a16:creationId xmlns:a16="http://schemas.microsoft.com/office/drawing/2014/main" id="{2C08CE78-57DC-4A46-91FA-14720E1C5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1649" y="567533"/>
            <a:ext cx="114031" cy="114036"/>
          </a:xfrm>
          <a:custGeom xmlns:a="http://schemas.openxmlformats.org/drawingml/2006/main">
            <a:pathLst>
              <a:path w="114031" h="114036">
                <a:moveTo>
                  <a:pt x="0" y="0"/>
                </a:moveTo>
                <a:lnTo>
                  <a:pt x="0" y="114036"/>
                </a:lnTo>
                <a:lnTo>
                  <a:pt x="114031" y="114036"/>
                </a:lnTo>
                <a:lnTo>
                  <a:pt x="114031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009">
            <a:solidFill>
              <a:srgbClr val="000000"/>
            </a:solidFill>
            <a:prstDash val="solid"/>
          </a:ln>
        </p:spPr>
      </p:sp>
      <p:sp>
        <p:nvSpPr>
          <p:cNvPr id="375" name="path-375">
            <a:extLst xmlns:a="http://schemas.openxmlformats.org/drawingml/2006/main">
              <a:ext uri="{FF2B5EF4-FFF2-40B4-BE49-F238E27FC236}">
                <a16:creationId xmlns:a16="http://schemas.microsoft.com/office/drawing/2014/main" id="{F4058728-9061-49F9-AA7B-12A3301AF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5650" y="567558"/>
            <a:ext cx="114011" cy="114009"/>
          </a:xfrm>
          <a:custGeom xmlns:a="http://schemas.openxmlformats.org/drawingml/2006/main">
            <a:pathLst>
              <a:path w="114011" h="114009">
                <a:moveTo>
                  <a:pt x="0" y="0"/>
                </a:moveTo>
                <a:lnTo>
                  <a:pt x="114011" y="0"/>
                </a:lnTo>
                <a:lnTo>
                  <a:pt x="114011" y="114009"/>
                </a:lnTo>
                <a:lnTo>
                  <a:pt x="0" y="114009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6" name="path-376">
            <a:extLst xmlns:a="http://schemas.openxmlformats.org/drawingml/2006/main">
              <a:ext uri="{FF2B5EF4-FFF2-40B4-BE49-F238E27FC236}">
                <a16:creationId xmlns:a16="http://schemas.microsoft.com/office/drawing/2014/main" id="{484EF39F-2AAD-44FE-82B6-AE2511321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5680" y="567533"/>
            <a:ext cx="113957" cy="114036"/>
          </a:xfrm>
          <a:custGeom xmlns:a="http://schemas.openxmlformats.org/drawingml/2006/main">
            <a:pathLst>
              <a:path w="113957" h="114036">
                <a:moveTo>
                  <a:pt x="0" y="0"/>
                </a:moveTo>
                <a:lnTo>
                  <a:pt x="0" y="114036"/>
                </a:lnTo>
                <a:lnTo>
                  <a:pt x="113957" y="114036"/>
                </a:lnTo>
                <a:lnTo>
                  <a:pt x="113957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009">
            <a:solidFill>
              <a:srgbClr val="000000"/>
            </a:solidFill>
            <a:prstDash val="solid"/>
          </a:ln>
        </p:spPr>
      </p:sp>
      <p:sp>
        <p:nvSpPr>
          <p:cNvPr id="377" name="path-377">
            <a:extLst xmlns:a="http://schemas.openxmlformats.org/drawingml/2006/main">
              <a:ext uri="{FF2B5EF4-FFF2-40B4-BE49-F238E27FC236}">
                <a16:creationId xmlns:a16="http://schemas.microsoft.com/office/drawing/2014/main" id="{C27ABC32-5B65-4455-97DB-18EB3003E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9659" y="567558"/>
            <a:ext cx="114011" cy="114009"/>
          </a:xfrm>
          <a:custGeom xmlns:a="http://schemas.openxmlformats.org/drawingml/2006/main">
            <a:pathLst>
              <a:path w="114011" h="114009">
                <a:moveTo>
                  <a:pt x="0" y="0"/>
                </a:moveTo>
                <a:lnTo>
                  <a:pt x="114011" y="0"/>
                </a:lnTo>
                <a:lnTo>
                  <a:pt x="114011" y="114009"/>
                </a:lnTo>
                <a:lnTo>
                  <a:pt x="0" y="114009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8" name="path-378">
            <a:extLst xmlns:a="http://schemas.openxmlformats.org/drawingml/2006/main">
              <a:ext uri="{FF2B5EF4-FFF2-40B4-BE49-F238E27FC236}">
                <a16:creationId xmlns:a16="http://schemas.microsoft.com/office/drawing/2014/main" id="{100EEB36-CF09-4A58-9821-4DB9E8342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9637" y="567533"/>
            <a:ext cx="114025" cy="114036"/>
          </a:xfrm>
          <a:custGeom xmlns:a="http://schemas.openxmlformats.org/drawingml/2006/main">
            <a:pathLst>
              <a:path w="114025" h="114036">
                <a:moveTo>
                  <a:pt x="0" y="0"/>
                </a:moveTo>
                <a:lnTo>
                  <a:pt x="0" y="114036"/>
                </a:lnTo>
                <a:lnTo>
                  <a:pt x="114025" y="114036"/>
                </a:lnTo>
                <a:lnTo>
                  <a:pt x="114025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009">
            <a:solidFill>
              <a:srgbClr val="000000"/>
            </a:solidFill>
            <a:prstDash val="solid"/>
          </a:ln>
        </p:spPr>
      </p:sp>
      <p:sp>
        <p:nvSpPr>
          <p:cNvPr id="379" name="path-379">
            <a:extLst xmlns:a="http://schemas.openxmlformats.org/drawingml/2006/main">
              <a:ext uri="{FF2B5EF4-FFF2-40B4-BE49-F238E27FC236}">
                <a16:creationId xmlns:a16="http://schemas.microsoft.com/office/drawing/2014/main" id="{8DCE7EC1-93C7-484A-A436-E28F790CE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3582" y="111563"/>
            <a:ext cx="570080" cy="570006"/>
          </a:xfrm>
          <a:custGeom xmlns:a="http://schemas.openxmlformats.org/drawingml/2006/main">
            <a:pathLst>
              <a:path w="570080" h="570006">
                <a:moveTo>
                  <a:pt x="0" y="0"/>
                </a:moveTo>
                <a:lnTo>
                  <a:pt x="0" y="570006"/>
                </a:lnTo>
                <a:lnTo>
                  <a:pt x="570080" y="570006"/>
                </a:lnTo>
                <a:lnTo>
                  <a:pt x="570080" y="570004"/>
                </a:lnTo>
              </a:path>
            </a:pathLst>
          </a:custGeom>
          <a:noFill xmlns:a="http://schemas.openxmlformats.org/drawingml/2006/main"/>
          <a:ln xmlns:a="http://schemas.openxmlformats.org/drawingml/2006/main" w="24736">
            <a:solidFill>
              <a:srgbClr val="000000"/>
            </a:solidFill>
            <a:prstDash val="solid"/>
          </a:ln>
        </p:spPr>
      </p:sp>
      <p:sp>
        <p:nvSpPr>
          <p:cNvPr id="380" name="path-380">
            <a:extLst xmlns:a="http://schemas.openxmlformats.org/drawingml/2006/main">
              <a:ext uri="{FF2B5EF4-FFF2-40B4-BE49-F238E27FC236}">
                <a16:creationId xmlns:a16="http://schemas.microsoft.com/office/drawing/2014/main" id="{334A8804-29E4-46ED-81D9-F1B8254F1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3582" y="111563"/>
            <a:ext cx="191" cy="191"/>
          </a:xfrm>
          <a:custGeom xmlns:a="http://schemas.openxmlformats.org/drawingml/2006/main">
            <a:pathLst>
              <a:path w="191" h="191">
                <a:moveTo>
                  <a:pt x="34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4736">
            <a:solidFill>
              <a:srgbClr val="000000"/>
            </a:solidFill>
            <a:prstDash val="solid"/>
          </a:ln>
        </p:spPr>
      </p:sp>
      <p:sp>
        <p:nvSpPr>
          <p:cNvPr id="381" name="path-381">
            <a:extLst xmlns:a="http://schemas.openxmlformats.org/drawingml/2006/main">
              <a:ext uri="{FF2B5EF4-FFF2-40B4-BE49-F238E27FC236}">
                <a16:creationId xmlns:a16="http://schemas.microsoft.com/office/drawing/2014/main" id="{826A5774-9CCC-4AE3-99B9-C23DFC527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9010" y="174172"/>
            <a:ext cx="114011" cy="114009"/>
          </a:xfrm>
          <a:custGeom xmlns:a="http://schemas.openxmlformats.org/drawingml/2006/main">
            <a:pathLst>
              <a:path w="114011" h="114009">
                <a:moveTo>
                  <a:pt x="0" y="0"/>
                </a:moveTo>
                <a:lnTo>
                  <a:pt x="114011" y="0"/>
                </a:lnTo>
                <a:lnTo>
                  <a:pt x="114011" y="114009"/>
                </a:lnTo>
                <a:lnTo>
                  <a:pt x="0" y="114009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2" name="path-382">
            <a:extLst xmlns:a="http://schemas.openxmlformats.org/drawingml/2006/main">
              <a:ext uri="{FF2B5EF4-FFF2-40B4-BE49-F238E27FC236}">
                <a16:creationId xmlns:a16="http://schemas.microsoft.com/office/drawing/2014/main" id="{B1BD831E-B182-4201-B403-2D61E9506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9053" y="174229"/>
            <a:ext cx="113946" cy="113951"/>
          </a:xfrm>
          <a:custGeom xmlns:a="http://schemas.openxmlformats.org/drawingml/2006/main">
            <a:pathLst>
              <a:path w="113946" h="113951">
                <a:moveTo>
                  <a:pt x="0" y="0"/>
                </a:moveTo>
                <a:lnTo>
                  <a:pt x="0" y="113951"/>
                </a:lnTo>
                <a:lnTo>
                  <a:pt x="113946" y="113951"/>
                </a:lnTo>
                <a:lnTo>
                  <a:pt x="113946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009">
            <a:solidFill>
              <a:srgbClr val="000000"/>
            </a:solidFill>
            <a:prstDash val="solid"/>
          </a:ln>
        </p:spPr>
      </p:sp>
      <p:sp>
        <p:nvSpPr>
          <p:cNvPr id="383" name="path-383">
            <a:extLst xmlns:a="http://schemas.openxmlformats.org/drawingml/2006/main">
              <a:ext uri="{FF2B5EF4-FFF2-40B4-BE49-F238E27FC236}">
                <a16:creationId xmlns:a16="http://schemas.microsoft.com/office/drawing/2014/main" id="{F63CD9E8-5331-47B9-A123-5DF44A0DE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3019" y="174172"/>
            <a:ext cx="114011" cy="114009"/>
          </a:xfrm>
          <a:custGeom xmlns:a="http://schemas.openxmlformats.org/drawingml/2006/main">
            <a:pathLst>
              <a:path w="114011" h="114009">
                <a:moveTo>
                  <a:pt x="0" y="0"/>
                </a:moveTo>
                <a:lnTo>
                  <a:pt x="114011" y="0"/>
                </a:lnTo>
                <a:lnTo>
                  <a:pt x="114011" y="114009"/>
                </a:lnTo>
                <a:lnTo>
                  <a:pt x="0" y="114009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4" name="path-384">
            <a:extLst xmlns:a="http://schemas.openxmlformats.org/drawingml/2006/main">
              <a:ext uri="{FF2B5EF4-FFF2-40B4-BE49-F238E27FC236}">
                <a16:creationId xmlns:a16="http://schemas.microsoft.com/office/drawing/2014/main" id="{D99331D3-32F7-4A60-A704-1C20F3DBA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2998" y="174229"/>
            <a:ext cx="114036" cy="113951"/>
          </a:xfrm>
          <a:custGeom xmlns:a="http://schemas.openxmlformats.org/drawingml/2006/main">
            <a:pathLst>
              <a:path w="114036" h="113951">
                <a:moveTo>
                  <a:pt x="0" y="0"/>
                </a:moveTo>
                <a:lnTo>
                  <a:pt x="0" y="113951"/>
                </a:lnTo>
                <a:lnTo>
                  <a:pt x="114036" y="113951"/>
                </a:lnTo>
                <a:lnTo>
                  <a:pt x="114036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009">
            <a:solidFill>
              <a:srgbClr val="000000"/>
            </a:solidFill>
            <a:prstDash val="solid"/>
          </a:ln>
        </p:spPr>
      </p:sp>
      <p:sp>
        <p:nvSpPr>
          <p:cNvPr id="385" name="path-385">
            <a:extLst xmlns:a="http://schemas.openxmlformats.org/drawingml/2006/main">
              <a:ext uri="{FF2B5EF4-FFF2-40B4-BE49-F238E27FC236}">
                <a16:creationId xmlns:a16="http://schemas.microsoft.com/office/drawing/2014/main" id="{468A109E-A877-4BF6-8304-388F84356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7036" y="174172"/>
            <a:ext cx="114011" cy="114009"/>
          </a:xfrm>
          <a:custGeom xmlns:a="http://schemas.openxmlformats.org/drawingml/2006/main">
            <a:pathLst>
              <a:path w="114011" h="114009">
                <a:moveTo>
                  <a:pt x="0" y="0"/>
                </a:moveTo>
                <a:lnTo>
                  <a:pt x="114011" y="0"/>
                </a:lnTo>
                <a:lnTo>
                  <a:pt x="114011" y="114009"/>
                </a:lnTo>
                <a:lnTo>
                  <a:pt x="0" y="114009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6" name="path-386">
            <a:extLst xmlns:a="http://schemas.openxmlformats.org/drawingml/2006/main">
              <a:ext uri="{FF2B5EF4-FFF2-40B4-BE49-F238E27FC236}">
                <a16:creationId xmlns:a16="http://schemas.microsoft.com/office/drawing/2014/main" id="{0340D289-F25E-43D1-9049-3ED52395B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7035" y="174229"/>
            <a:ext cx="114031" cy="113951"/>
          </a:xfrm>
          <a:custGeom xmlns:a="http://schemas.openxmlformats.org/drawingml/2006/main">
            <a:pathLst>
              <a:path w="114031" h="113951">
                <a:moveTo>
                  <a:pt x="0" y="0"/>
                </a:moveTo>
                <a:lnTo>
                  <a:pt x="0" y="113951"/>
                </a:lnTo>
                <a:lnTo>
                  <a:pt x="114031" y="113951"/>
                </a:lnTo>
                <a:lnTo>
                  <a:pt x="114031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009">
            <a:solidFill>
              <a:srgbClr val="000000"/>
            </a:solidFill>
            <a:prstDash val="solid"/>
          </a:ln>
        </p:spPr>
      </p:sp>
      <p:sp>
        <p:nvSpPr>
          <p:cNvPr id="387" name="path-387">
            <a:extLst xmlns:a="http://schemas.openxmlformats.org/drawingml/2006/main">
              <a:ext uri="{FF2B5EF4-FFF2-40B4-BE49-F238E27FC236}">
                <a16:creationId xmlns:a16="http://schemas.microsoft.com/office/drawing/2014/main" id="{BC50EFE4-B087-4012-A9EC-4D1FAECE5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9010" y="288205"/>
            <a:ext cx="114011" cy="114010"/>
          </a:xfrm>
          <a:custGeom xmlns:a="http://schemas.openxmlformats.org/drawingml/2006/main">
            <a:pathLst>
              <a:path w="114011" h="114010">
                <a:moveTo>
                  <a:pt x="0" y="0"/>
                </a:moveTo>
                <a:lnTo>
                  <a:pt x="114011" y="0"/>
                </a:lnTo>
                <a:lnTo>
                  <a:pt x="114011" y="114010"/>
                </a:lnTo>
                <a:lnTo>
                  <a:pt x="0" y="114010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8" name="path-388">
            <a:extLst xmlns:a="http://schemas.openxmlformats.org/drawingml/2006/main">
              <a:ext uri="{FF2B5EF4-FFF2-40B4-BE49-F238E27FC236}">
                <a16:creationId xmlns:a16="http://schemas.microsoft.com/office/drawing/2014/main" id="{A01875FE-5E60-4191-ABA9-6C0DB7F45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9053" y="288180"/>
            <a:ext cx="113946" cy="114031"/>
          </a:xfrm>
          <a:custGeom xmlns:a="http://schemas.openxmlformats.org/drawingml/2006/main">
            <a:pathLst>
              <a:path w="113946" h="114031">
                <a:moveTo>
                  <a:pt x="0" y="0"/>
                </a:moveTo>
                <a:lnTo>
                  <a:pt x="0" y="114031"/>
                </a:lnTo>
                <a:lnTo>
                  <a:pt x="113946" y="114031"/>
                </a:lnTo>
                <a:lnTo>
                  <a:pt x="113946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009">
            <a:solidFill>
              <a:srgbClr val="000000"/>
            </a:solidFill>
            <a:prstDash val="solid"/>
          </a:ln>
        </p:spPr>
      </p:sp>
      <p:sp>
        <p:nvSpPr>
          <p:cNvPr id="389" name="path-389">
            <a:extLst xmlns:a="http://schemas.openxmlformats.org/drawingml/2006/main">
              <a:ext uri="{FF2B5EF4-FFF2-40B4-BE49-F238E27FC236}">
                <a16:creationId xmlns:a16="http://schemas.microsoft.com/office/drawing/2014/main" id="{4FF4B00E-3CC6-42B1-BAC6-B9D0B7288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3019" y="288205"/>
            <a:ext cx="114011" cy="114010"/>
          </a:xfrm>
          <a:custGeom xmlns:a="http://schemas.openxmlformats.org/drawingml/2006/main">
            <a:pathLst>
              <a:path w="114011" h="114010">
                <a:moveTo>
                  <a:pt x="0" y="0"/>
                </a:moveTo>
                <a:lnTo>
                  <a:pt x="114011" y="0"/>
                </a:lnTo>
                <a:lnTo>
                  <a:pt x="114011" y="114010"/>
                </a:lnTo>
                <a:lnTo>
                  <a:pt x="0" y="114010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0" name="path-390">
            <a:extLst xmlns:a="http://schemas.openxmlformats.org/drawingml/2006/main">
              <a:ext uri="{FF2B5EF4-FFF2-40B4-BE49-F238E27FC236}">
                <a16:creationId xmlns:a16="http://schemas.microsoft.com/office/drawing/2014/main" id="{2091DA9D-63BC-4E4B-A4ED-D60C77229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2998" y="288180"/>
            <a:ext cx="114036" cy="114031"/>
          </a:xfrm>
          <a:custGeom xmlns:a="http://schemas.openxmlformats.org/drawingml/2006/main">
            <a:pathLst>
              <a:path w="114036" h="114031">
                <a:moveTo>
                  <a:pt x="0" y="0"/>
                </a:moveTo>
                <a:lnTo>
                  <a:pt x="0" y="114031"/>
                </a:lnTo>
                <a:lnTo>
                  <a:pt x="114036" y="114031"/>
                </a:lnTo>
                <a:lnTo>
                  <a:pt x="114036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009">
            <a:solidFill>
              <a:srgbClr val="000000"/>
            </a:solidFill>
            <a:prstDash val="solid"/>
          </a:ln>
        </p:spPr>
      </p:sp>
      <p:sp>
        <p:nvSpPr>
          <p:cNvPr id="391" name="path-391">
            <a:extLst xmlns:a="http://schemas.openxmlformats.org/drawingml/2006/main">
              <a:ext uri="{FF2B5EF4-FFF2-40B4-BE49-F238E27FC236}">
                <a16:creationId xmlns:a16="http://schemas.microsoft.com/office/drawing/2014/main" id="{31E7CEB6-72FE-4815-9E84-16D8772C6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7036" y="288205"/>
            <a:ext cx="114011" cy="114010"/>
          </a:xfrm>
          <a:custGeom xmlns:a="http://schemas.openxmlformats.org/drawingml/2006/main">
            <a:pathLst>
              <a:path w="114011" h="114010">
                <a:moveTo>
                  <a:pt x="0" y="0"/>
                </a:moveTo>
                <a:lnTo>
                  <a:pt x="114011" y="0"/>
                </a:lnTo>
                <a:lnTo>
                  <a:pt x="114011" y="114010"/>
                </a:lnTo>
                <a:lnTo>
                  <a:pt x="0" y="114010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2" name="path-392">
            <a:extLst xmlns:a="http://schemas.openxmlformats.org/drawingml/2006/main">
              <a:ext uri="{FF2B5EF4-FFF2-40B4-BE49-F238E27FC236}">
                <a16:creationId xmlns:a16="http://schemas.microsoft.com/office/drawing/2014/main" id="{5C004108-28FE-42E8-826E-BA52618D6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7035" y="288180"/>
            <a:ext cx="114031" cy="114031"/>
          </a:xfrm>
          <a:custGeom xmlns:a="http://schemas.openxmlformats.org/drawingml/2006/main">
            <a:pathLst>
              <a:path w="114031" h="114031">
                <a:moveTo>
                  <a:pt x="0" y="0"/>
                </a:moveTo>
                <a:lnTo>
                  <a:pt x="0" y="114031"/>
                </a:lnTo>
                <a:lnTo>
                  <a:pt x="114031" y="114031"/>
                </a:lnTo>
                <a:lnTo>
                  <a:pt x="114031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009">
            <a:solidFill>
              <a:srgbClr val="000000"/>
            </a:solidFill>
            <a:prstDash val="solid"/>
          </a:ln>
        </p:spPr>
      </p:sp>
      <p:sp>
        <p:nvSpPr>
          <p:cNvPr id="393" name="path-393">
            <a:extLst xmlns:a="http://schemas.openxmlformats.org/drawingml/2006/main">
              <a:ext uri="{FF2B5EF4-FFF2-40B4-BE49-F238E27FC236}">
                <a16:creationId xmlns:a16="http://schemas.microsoft.com/office/drawing/2014/main" id="{0326CCF5-CE2F-4061-85BE-C87038A83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9010" y="402237"/>
            <a:ext cx="114011" cy="114010"/>
          </a:xfrm>
          <a:custGeom xmlns:a="http://schemas.openxmlformats.org/drawingml/2006/main">
            <a:pathLst>
              <a:path w="114011" h="114010">
                <a:moveTo>
                  <a:pt x="0" y="0"/>
                </a:moveTo>
                <a:lnTo>
                  <a:pt x="114011" y="0"/>
                </a:lnTo>
                <a:lnTo>
                  <a:pt x="114011" y="114010"/>
                </a:lnTo>
                <a:lnTo>
                  <a:pt x="0" y="114010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4" name="path-394">
            <a:extLst xmlns:a="http://schemas.openxmlformats.org/drawingml/2006/main">
              <a:ext uri="{FF2B5EF4-FFF2-40B4-BE49-F238E27FC236}">
                <a16:creationId xmlns:a16="http://schemas.microsoft.com/office/drawing/2014/main" id="{B583622E-9A53-4CA3-AD3F-280D172D9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9053" y="402211"/>
            <a:ext cx="113946" cy="114036"/>
          </a:xfrm>
          <a:custGeom xmlns:a="http://schemas.openxmlformats.org/drawingml/2006/main">
            <a:pathLst>
              <a:path w="113946" h="114036">
                <a:moveTo>
                  <a:pt x="0" y="0"/>
                </a:moveTo>
                <a:lnTo>
                  <a:pt x="0" y="114036"/>
                </a:lnTo>
                <a:lnTo>
                  <a:pt x="113946" y="114036"/>
                </a:lnTo>
                <a:lnTo>
                  <a:pt x="113946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009">
            <a:solidFill>
              <a:srgbClr val="000000"/>
            </a:solidFill>
            <a:prstDash val="solid"/>
          </a:ln>
        </p:spPr>
      </p:sp>
      <p:sp>
        <p:nvSpPr>
          <p:cNvPr id="395" name="path-395">
            <a:extLst xmlns:a="http://schemas.openxmlformats.org/drawingml/2006/main">
              <a:ext uri="{FF2B5EF4-FFF2-40B4-BE49-F238E27FC236}">
                <a16:creationId xmlns:a16="http://schemas.microsoft.com/office/drawing/2014/main" id="{67A5945A-18F3-42D9-AD07-A9F46BDBE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3019" y="402237"/>
            <a:ext cx="114011" cy="114010"/>
          </a:xfrm>
          <a:custGeom xmlns:a="http://schemas.openxmlformats.org/drawingml/2006/main">
            <a:pathLst>
              <a:path w="114011" h="114010">
                <a:moveTo>
                  <a:pt x="0" y="0"/>
                </a:moveTo>
                <a:lnTo>
                  <a:pt x="114011" y="0"/>
                </a:lnTo>
                <a:lnTo>
                  <a:pt x="114011" y="114010"/>
                </a:lnTo>
                <a:lnTo>
                  <a:pt x="0" y="114010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6" name="path-396">
            <a:extLst xmlns:a="http://schemas.openxmlformats.org/drawingml/2006/main">
              <a:ext uri="{FF2B5EF4-FFF2-40B4-BE49-F238E27FC236}">
                <a16:creationId xmlns:a16="http://schemas.microsoft.com/office/drawing/2014/main" id="{4BB169D4-EE7A-4CC9-A7BE-121FBF2F9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2998" y="402211"/>
            <a:ext cx="114036" cy="114036"/>
          </a:xfrm>
          <a:custGeom xmlns:a="http://schemas.openxmlformats.org/drawingml/2006/main">
            <a:pathLst>
              <a:path w="114036" h="114036">
                <a:moveTo>
                  <a:pt x="0" y="0"/>
                </a:moveTo>
                <a:lnTo>
                  <a:pt x="0" y="114036"/>
                </a:lnTo>
                <a:lnTo>
                  <a:pt x="114036" y="114036"/>
                </a:lnTo>
                <a:lnTo>
                  <a:pt x="114036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009">
            <a:solidFill>
              <a:srgbClr val="000000"/>
            </a:solidFill>
            <a:prstDash val="solid"/>
          </a:ln>
        </p:spPr>
      </p:sp>
      <p:sp>
        <p:nvSpPr>
          <p:cNvPr id="397" name="path-397">
            <a:extLst xmlns:a="http://schemas.openxmlformats.org/drawingml/2006/main">
              <a:ext uri="{FF2B5EF4-FFF2-40B4-BE49-F238E27FC236}">
                <a16:creationId xmlns:a16="http://schemas.microsoft.com/office/drawing/2014/main" id="{D21F7DFC-768A-4BA0-9DE0-EBE1C7350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7036" y="402237"/>
            <a:ext cx="114011" cy="114010"/>
          </a:xfrm>
          <a:custGeom xmlns:a="http://schemas.openxmlformats.org/drawingml/2006/main">
            <a:pathLst>
              <a:path w="114011" h="114010">
                <a:moveTo>
                  <a:pt x="0" y="0"/>
                </a:moveTo>
                <a:lnTo>
                  <a:pt x="114011" y="0"/>
                </a:lnTo>
                <a:lnTo>
                  <a:pt x="114011" y="114010"/>
                </a:lnTo>
                <a:lnTo>
                  <a:pt x="0" y="114010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8" name="path-398">
            <a:extLst xmlns:a="http://schemas.openxmlformats.org/drawingml/2006/main">
              <a:ext uri="{FF2B5EF4-FFF2-40B4-BE49-F238E27FC236}">
                <a16:creationId xmlns:a16="http://schemas.microsoft.com/office/drawing/2014/main" id="{0FB5F4FD-7B0F-4F74-AA83-9D149BD57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7035" y="402211"/>
            <a:ext cx="114031" cy="114036"/>
          </a:xfrm>
          <a:custGeom xmlns:a="http://schemas.openxmlformats.org/drawingml/2006/main">
            <a:pathLst>
              <a:path w="114031" h="114036">
                <a:moveTo>
                  <a:pt x="0" y="0"/>
                </a:moveTo>
                <a:lnTo>
                  <a:pt x="0" y="114036"/>
                </a:lnTo>
                <a:lnTo>
                  <a:pt x="114031" y="114036"/>
                </a:lnTo>
                <a:lnTo>
                  <a:pt x="114031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009">
            <a:solidFill>
              <a:srgbClr val="000000"/>
            </a:solidFill>
            <a:prstDash val="solid"/>
          </a:ln>
        </p:spPr>
      </p:sp>
      <p:sp>
        <p:nvSpPr>
          <p:cNvPr id="399" name="path-399">
            <a:extLst xmlns:a="http://schemas.openxmlformats.org/drawingml/2006/main">
              <a:ext uri="{FF2B5EF4-FFF2-40B4-BE49-F238E27FC236}">
                <a16:creationId xmlns:a16="http://schemas.microsoft.com/office/drawing/2014/main" id="{279ADE76-743D-43B4-8A50-AC58FB00B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1044" y="174172"/>
            <a:ext cx="114011" cy="114009"/>
          </a:xfrm>
          <a:custGeom xmlns:a="http://schemas.openxmlformats.org/drawingml/2006/main">
            <a:pathLst>
              <a:path w="114011" h="114009">
                <a:moveTo>
                  <a:pt x="0" y="0"/>
                </a:moveTo>
                <a:lnTo>
                  <a:pt x="114011" y="0"/>
                </a:lnTo>
                <a:lnTo>
                  <a:pt x="114011" y="114009"/>
                </a:lnTo>
                <a:lnTo>
                  <a:pt x="0" y="114009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0" name="path-400">
            <a:extLst xmlns:a="http://schemas.openxmlformats.org/drawingml/2006/main">
              <a:ext uri="{FF2B5EF4-FFF2-40B4-BE49-F238E27FC236}">
                <a16:creationId xmlns:a16="http://schemas.microsoft.com/office/drawing/2014/main" id="{88C991E6-A2BA-472B-9ADB-E6ED36C9D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1066" y="174229"/>
            <a:ext cx="113951" cy="113951"/>
          </a:xfrm>
          <a:custGeom xmlns:a="http://schemas.openxmlformats.org/drawingml/2006/main">
            <a:pathLst>
              <a:path w="113951" h="113951">
                <a:moveTo>
                  <a:pt x="0" y="0"/>
                </a:moveTo>
                <a:lnTo>
                  <a:pt x="0" y="113951"/>
                </a:lnTo>
                <a:lnTo>
                  <a:pt x="113951" y="113951"/>
                </a:lnTo>
                <a:lnTo>
                  <a:pt x="113951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009">
            <a:solidFill>
              <a:srgbClr val="000000"/>
            </a:solidFill>
            <a:prstDash val="solid"/>
          </a:ln>
        </p:spPr>
      </p:sp>
      <p:sp>
        <p:nvSpPr>
          <p:cNvPr id="401" name="path-401">
            <a:extLst xmlns:a="http://schemas.openxmlformats.org/drawingml/2006/main">
              <a:ext uri="{FF2B5EF4-FFF2-40B4-BE49-F238E27FC236}">
                <a16:creationId xmlns:a16="http://schemas.microsoft.com/office/drawing/2014/main" id="{7198D542-0ADD-4DCB-A2F1-E8F5506DD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1044" y="288205"/>
            <a:ext cx="114011" cy="114010"/>
          </a:xfrm>
          <a:custGeom xmlns:a="http://schemas.openxmlformats.org/drawingml/2006/main">
            <a:pathLst>
              <a:path w="114011" h="114010">
                <a:moveTo>
                  <a:pt x="0" y="0"/>
                </a:moveTo>
                <a:lnTo>
                  <a:pt x="114011" y="0"/>
                </a:lnTo>
                <a:lnTo>
                  <a:pt x="114011" y="114010"/>
                </a:lnTo>
                <a:lnTo>
                  <a:pt x="0" y="114010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2" name="path-402">
            <a:extLst xmlns:a="http://schemas.openxmlformats.org/drawingml/2006/main">
              <a:ext uri="{FF2B5EF4-FFF2-40B4-BE49-F238E27FC236}">
                <a16:creationId xmlns:a16="http://schemas.microsoft.com/office/drawing/2014/main" id="{0746E5B2-E357-4693-82ED-39C8C2EFE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1066" y="288180"/>
            <a:ext cx="113951" cy="114031"/>
          </a:xfrm>
          <a:custGeom xmlns:a="http://schemas.openxmlformats.org/drawingml/2006/main">
            <a:pathLst>
              <a:path w="113951" h="114031">
                <a:moveTo>
                  <a:pt x="0" y="0"/>
                </a:moveTo>
                <a:lnTo>
                  <a:pt x="0" y="114031"/>
                </a:lnTo>
                <a:lnTo>
                  <a:pt x="113951" y="114031"/>
                </a:lnTo>
                <a:lnTo>
                  <a:pt x="113951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009">
            <a:solidFill>
              <a:srgbClr val="000000"/>
            </a:solidFill>
            <a:prstDash val="solid"/>
          </a:ln>
        </p:spPr>
      </p:sp>
      <p:sp>
        <p:nvSpPr>
          <p:cNvPr id="403" name="path-403">
            <a:extLst xmlns:a="http://schemas.openxmlformats.org/drawingml/2006/main">
              <a:ext uri="{FF2B5EF4-FFF2-40B4-BE49-F238E27FC236}">
                <a16:creationId xmlns:a16="http://schemas.microsoft.com/office/drawing/2014/main" id="{4D6C284F-54C8-41E6-8D83-ED234D8E3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1044" y="402237"/>
            <a:ext cx="114011" cy="114010"/>
          </a:xfrm>
          <a:custGeom xmlns:a="http://schemas.openxmlformats.org/drawingml/2006/main">
            <a:pathLst>
              <a:path w="114011" h="114010">
                <a:moveTo>
                  <a:pt x="0" y="0"/>
                </a:moveTo>
                <a:lnTo>
                  <a:pt x="114011" y="0"/>
                </a:lnTo>
                <a:lnTo>
                  <a:pt x="114011" y="114010"/>
                </a:lnTo>
                <a:lnTo>
                  <a:pt x="0" y="114010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4" name="path-404">
            <a:extLst xmlns:a="http://schemas.openxmlformats.org/drawingml/2006/main">
              <a:ext uri="{FF2B5EF4-FFF2-40B4-BE49-F238E27FC236}">
                <a16:creationId xmlns:a16="http://schemas.microsoft.com/office/drawing/2014/main" id="{7EFF36C4-BAE1-413B-B57D-F6A332066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1066" y="402211"/>
            <a:ext cx="113951" cy="114036"/>
          </a:xfrm>
          <a:custGeom xmlns:a="http://schemas.openxmlformats.org/drawingml/2006/main">
            <a:pathLst>
              <a:path w="113951" h="114036">
                <a:moveTo>
                  <a:pt x="0" y="0"/>
                </a:moveTo>
                <a:lnTo>
                  <a:pt x="0" y="114036"/>
                </a:lnTo>
                <a:lnTo>
                  <a:pt x="113951" y="114036"/>
                </a:lnTo>
                <a:lnTo>
                  <a:pt x="113951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009">
            <a:solidFill>
              <a:srgbClr val="000000"/>
            </a:solidFill>
            <a:prstDash val="solid"/>
          </a:ln>
        </p:spPr>
      </p:sp>
      <p:sp>
        <p:nvSpPr>
          <p:cNvPr id="405" name="path-405">
            <a:extLst xmlns:a="http://schemas.openxmlformats.org/drawingml/2006/main">
              <a:ext uri="{FF2B5EF4-FFF2-40B4-BE49-F238E27FC236}">
                <a16:creationId xmlns:a16="http://schemas.microsoft.com/office/drawing/2014/main" id="{0CA3C37C-5C4B-477C-8E8A-D4043E65C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9010" y="516188"/>
            <a:ext cx="114011" cy="114010"/>
          </a:xfrm>
          <a:custGeom xmlns:a="http://schemas.openxmlformats.org/drawingml/2006/main">
            <a:pathLst>
              <a:path w="114011" h="114010">
                <a:moveTo>
                  <a:pt x="0" y="0"/>
                </a:moveTo>
                <a:lnTo>
                  <a:pt x="114011" y="0"/>
                </a:lnTo>
                <a:lnTo>
                  <a:pt x="114011" y="114010"/>
                </a:lnTo>
                <a:lnTo>
                  <a:pt x="0" y="114010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6" name="path-406">
            <a:extLst xmlns:a="http://schemas.openxmlformats.org/drawingml/2006/main">
              <a:ext uri="{FF2B5EF4-FFF2-40B4-BE49-F238E27FC236}">
                <a16:creationId xmlns:a16="http://schemas.microsoft.com/office/drawing/2014/main" id="{42A8F508-FECD-4CFE-A686-4B663C7C7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9053" y="516248"/>
            <a:ext cx="113946" cy="113951"/>
          </a:xfrm>
          <a:custGeom xmlns:a="http://schemas.openxmlformats.org/drawingml/2006/main">
            <a:pathLst>
              <a:path w="113946" h="113951">
                <a:moveTo>
                  <a:pt x="0" y="0"/>
                </a:moveTo>
                <a:lnTo>
                  <a:pt x="0" y="113951"/>
                </a:lnTo>
                <a:lnTo>
                  <a:pt x="113946" y="113951"/>
                </a:lnTo>
                <a:lnTo>
                  <a:pt x="113946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009">
            <a:solidFill>
              <a:srgbClr val="000000"/>
            </a:solidFill>
            <a:prstDash val="solid"/>
          </a:ln>
        </p:spPr>
      </p:sp>
      <p:sp>
        <p:nvSpPr>
          <p:cNvPr id="407" name="path-407">
            <a:extLst xmlns:a="http://schemas.openxmlformats.org/drawingml/2006/main">
              <a:ext uri="{FF2B5EF4-FFF2-40B4-BE49-F238E27FC236}">
                <a16:creationId xmlns:a16="http://schemas.microsoft.com/office/drawing/2014/main" id="{E5E368DD-78F6-4D00-9CC3-6BCEAA5FE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3019" y="516188"/>
            <a:ext cx="114011" cy="114010"/>
          </a:xfrm>
          <a:custGeom xmlns:a="http://schemas.openxmlformats.org/drawingml/2006/main">
            <a:pathLst>
              <a:path w="114011" h="114010">
                <a:moveTo>
                  <a:pt x="0" y="0"/>
                </a:moveTo>
                <a:lnTo>
                  <a:pt x="114011" y="0"/>
                </a:lnTo>
                <a:lnTo>
                  <a:pt x="114011" y="114010"/>
                </a:lnTo>
                <a:lnTo>
                  <a:pt x="0" y="114010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8" name="path-408">
            <a:extLst xmlns:a="http://schemas.openxmlformats.org/drawingml/2006/main">
              <a:ext uri="{FF2B5EF4-FFF2-40B4-BE49-F238E27FC236}">
                <a16:creationId xmlns:a16="http://schemas.microsoft.com/office/drawing/2014/main" id="{457D34A7-EAB1-41CE-8C98-A311225A1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2998" y="516248"/>
            <a:ext cx="114036" cy="113951"/>
          </a:xfrm>
          <a:custGeom xmlns:a="http://schemas.openxmlformats.org/drawingml/2006/main">
            <a:pathLst>
              <a:path w="114036" h="113951">
                <a:moveTo>
                  <a:pt x="0" y="0"/>
                </a:moveTo>
                <a:lnTo>
                  <a:pt x="0" y="113951"/>
                </a:lnTo>
                <a:lnTo>
                  <a:pt x="114036" y="113951"/>
                </a:lnTo>
                <a:lnTo>
                  <a:pt x="114036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009">
            <a:solidFill>
              <a:srgbClr val="000000"/>
            </a:solidFill>
            <a:prstDash val="solid"/>
          </a:ln>
        </p:spPr>
      </p:sp>
      <p:sp>
        <p:nvSpPr>
          <p:cNvPr id="409" name="path-409">
            <a:extLst xmlns:a="http://schemas.openxmlformats.org/drawingml/2006/main">
              <a:ext uri="{FF2B5EF4-FFF2-40B4-BE49-F238E27FC236}">
                <a16:creationId xmlns:a16="http://schemas.microsoft.com/office/drawing/2014/main" id="{658E6A55-F755-4CDC-8437-C914E829A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7036" y="516188"/>
            <a:ext cx="114011" cy="114010"/>
          </a:xfrm>
          <a:custGeom xmlns:a="http://schemas.openxmlformats.org/drawingml/2006/main">
            <a:pathLst>
              <a:path w="114011" h="114010">
                <a:moveTo>
                  <a:pt x="0" y="0"/>
                </a:moveTo>
                <a:lnTo>
                  <a:pt x="114011" y="0"/>
                </a:lnTo>
                <a:lnTo>
                  <a:pt x="114011" y="114010"/>
                </a:lnTo>
                <a:lnTo>
                  <a:pt x="0" y="114010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0" name="path-410">
            <a:extLst xmlns:a="http://schemas.openxmlformats.org/drawingml/2006/main">
              <a:ext uri="{FF2B5EF4-FFF2-40B4-BE49-F238E27FC236}">
                <a16:creationId xmlns:a16="http://schemas.microsoft.com/office/drawing/2014/main" id="{42D30B03-77A6-4F5C-8DD3-C3B9AE4F0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7035" y="516248"/>
            <a:ext cx="114031" cy="113951"/>
          </a:xfrm>
          <a:custGeom xmlns:a="http://schemas.openxmlformats.org/drawingml/2006/main">
            <a:pathLst>
              <a:path w="114031" h="113951">
                <a:moveTo>
                  <a:pt x="0" y="0"/>
                </a:moveTo>
                <a:lnTo>
                  <a:pt x="0" y="113951"/>
                </a:lnTo>
                <a:lnTo>
                  <a:pt x="114031" y="113951"/>
                </a:lnTo>
                <a:lnTo>
                  <a:pt x="114031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009">
            <a:solidFill>
              <a:srgbClr val="000000"/>
            </a:solidFill>
            <a:prstDash val="solid"/>
          </a:ln>
        </p:spPr>
      </p:sp>
      <p:sp>
        <p:nvSpPr>
          <p:cNvPr id="411" name="path-411">
            <a:extLst xmlns:a="http://schemas.openxmlformats.org/drawingml/2006/main">
              <a:ext uri="{FF2B5EF4-FFF2-40B4-BE49-F238E27FC236}">
                <a16:creationId xmlns:a16="http://schemas.microsoft.com/office/drawing/2014/main" id="{1DB70BE3-4462-455E-967B-E2A5E53A7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1044" y="516188"/>
            <a:ext cx="114011" cy="114010"/>
          </a:xfrm>
          <a:custGeom xmlns:a="http://schemas.openxmlformats.org/drawingml/2006/main">
            <a:pathLst>
              <a:path w="114011" h="114010">
                <a:moveTo>
                  <a:pt x="0" y="0"/>
                </a:moveTo>
                <a:lnTo>
                  <a:pt x="114011" y="0"/>
                </a:lnTo>
                <a:lnTo>
                  <a:pt x="114011" y="114010"/>
                </a:lnTo>
                <a:lnTo>
                  <a:pt x="0" y="114010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2" name="path-412">
            <a:extLst xmlns:a="http://schemas.openxmlformats.org/drawingml/2006/main">
              <a:ext uri="{FF2B5EF4-FFF2-40B4-BE49-F238E27FC236}">
                <a16:creationId xmlns:a16="http://schemas.microsoft.com/office/drawing/2014/main" id="{7B344E65-9FED-43E4-8E0B-681622A9F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1066" y="516248"/>
            <a:ext cx="113951" cy="113951"/>
          </a:xfrm>
          <a:custGeom xmlns:a="http://schemas.openxmlformats.org/drawingml/2006/main">
            <a:pathLst>
              <a:path w="113951" h="113951">
                <a:moveTo>
                  <a:pt x="0" y="0"/>
                </a:moveTo>
                <a:lnTo>
                  <a:pt x="0" y="113951"/>
                </a:lnTo>
                <a:lnTo>
                  <a:pt x="113951" y="113951"/>
                </a:lnTo>
                <a:lnTo>
                  <a:pt x="113951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009">
            <a:solidFill>
              <a:srgbClr val="000000"/>
            </a:solidFill>
            <a:prstDash val="solid"/>
          </a:ln>
        </p:spPr>
      </p:sp>
      <p:sp>
        <p:nvSpPr>
          <p:cNvPr id="413" name="path-413">
            <a:extLst xmlns:a="http://schemas.openxmlformats.org/drawingml/2006/main">
              <a:ext uri="{FF2B5EF4-FFF2-40B4-BE49-F238E27FC236}">
                <a16:creationId xmlns:a16="http://schemas.microsoft.com/office/drawing/2014/main" id="{6A2BCF3C-3BA3-405F-8B34-620245D1E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5053" y="174172"/>
            <a:ext cx="114011" cy="114009"/>
          </a:xfrm>
          <a:custGeom xmlns:a="http://schemas.openxmlformats.org/drawingml/2006/main">
            <a:pathLst>
              <a:path w="114011" h="114009">
                <a:moveTo>
                  <a:pt x="0" y="0"/>
                </a:moveTo>
                <a:lnTo>
                  <a:pt x="114011" y="0"/>
                </a:lnTo>
                <a:lnTo>
                  <a:pt x="114011" y="114009"/>
                </a:lnTo>
                <a:lnTo>
                  <a:pt x="0" y="114009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4" name="path-414">
            <a:extLst xmlns:a="http://schemas.openxmlformats.org/drawingml/2006/main">
              <a:ext uri="{FF2B5EF4-FFF2-40B4-BE49-F238E27FC236}">
                <a16:creationId xmlns:a16="http://schemas.microsoft.com/office/drawing/2014/main" id="{61E159F5-05F5-4CA1-8A58-D6F8C27F2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5017" y="174229"/>
            <a:ext cx="114036" cy="113951"/>
          </a:xfrm>
          <a:custGeom xmlns:a="http://schemas.openxmlformats.org/drawingml/2006/main">
            <a:pathLst>
              <a:path w="114036" h="113951">
                <a:moveTo>
                  <a:pt x="0" y="0"/>
                </a:moveTo>
                <a:lnTo>
                  <a:pt x="0" y="113951"/>
                </a:lnTo>
                <a:lnTo>
                  <a:pt x="114036" y="113951"/>
                </a:lnTo>
                <a:lnTo>
                  <a:pt x="114036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009">
            <a:solidFill>
              <a:srgbClr val="000000"/>
            </a:solidFill>
            <a:prstDash val="solid"/>
          </a:ln>
        </p:spPr>
      </p:sp>
      <p:sp>
        <p:nvSpPr>
          <p:cNvPr id="415" name="path-415">
            <a:extLst xmlns:a="http://schemas.openxmlformats.org/drawingml/2006/main">
              <a:ext uri="{FF2B5EF4-FFF2-40B4-BE49-F238E27FC236}">
                <a16:creationId xmlns:a16="http://schemas.microsoft.com/office/drawing/2014/main" id="{F3B02517-4E22-4679-9329-AF2F1FA36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5053" y="288205"/>
            <a:ext cx="114011" cy="114010"/>
          </a:xfrm>
          <a:custGeom xmlns:a="http://schemas.openxmlformats.org/drawingml/2006/main">
            <a:pathLst>
              <a:path w="114011" h="114010">
                <a:moveTo>
                  <a:pt x="0" y="0"/>
                </a:moveTo>
                <a:lnTo>
                  <a:pt x="114011" y="0"/>
                </a:lnTo>
                <a:lnTo>
                  <a:pt x="114011" y="114010"/>
                </a:lnTo>
                <a:lnTo>
                  <a:pt x="0" y="114010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6" name="path-416">
            <a:extLst xmlns:a="http://schemas.openxmlformats.org/drawingml/2006/main">
              <a:ext uri="{FF2B5EF4-FFF2-40B4-BE49-F238E27FC236}">
                <a16:creationId xmlns:a16="http://schemas.microsoft.com/office/drawing/2014/main" id="{2503FEAD-9D9B-4190-9080-ED9F82EBD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5017" y="288180"/>
            <a:ext cx="114036" cy="114031"/>
          </a:xfrm>
          <a:custGeom xmlns:a="http://schemas.openxmlformats.org/drawingml/2006/main">
            <a:pathLst>
              <a:path w="114036" h="114031">
                <a:moveTo>
                  <a:pt x="0" y="0"/>
                </a:moveTo>
                <a:lnTo>
                  <a:pt x="0" y="114031"/>
                </a:lnTo>
                <a:lnTo>
                  <a:pt x="114036" y="114031"/>
                </a:lnTo>
                <a:lnTo>
                  <a:pt x="114036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009">
            <a:solidFill>
              <a:srgbClr val="000000"/>
            </a:solidFill>
            <a:prstDash val="solid"/>
          </a:ln>
        </p:spPr>
      </p:sp>
      <p:sp>
        <p:nvSpPr>
          <p:cNvPr id="417" name="path-417">
            <a:extLst xmlns:a="http://schemas.openxmlformats.org/drawingml/2006/main">
              <a:ext uri="{FF2B5EF4-FFF2-40B4-BE49-F238E27FC236}">
                <a16:creationId xmlns:a16="http://schemas.microsoft.com/office/drawing/2014/main" id="{A8AB2D81-9050-4C01-9237-BF5AEBDB6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5053" y="402237"/>
            <a:ext cx="114011" cy="114010"/>
          </a:xfrm>
          <a:custGeom xmlns:a="http://schemas.openxmlformats.org/drawingml/2006/main">
            <a:pathLst>
              <a:path w="114011" h="114010">
                <a:moveTo>
                  <a:pt x="0" y="0"/>
                </a:moveTo>
                <a:lnTo>
                  <a:pt x="114011" y="0"/>
                </a:lnTo>
                <a:lnTo>
                  <a:pt x="114011" y="114010"/>
                </a:lnTo>
                <a:lnTo>
                  <a:pt x="0" y="114010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8" name="path-418">
            <a:extLst xmlns:a="http://schemas.openxmlformats.org/drawingml/2006/main">
              <a:ext uri="{FF2B5EF4-FFF2-40B4-BE49-F238E27FC236}">
                <a16:creationId xmlns:a16="http://schemas.microsoft.com/office/drawing/2014/main" id="{0D5902E9-89E3-4A70-9C79-8B8FAAD98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5017" y="402211"/>
            <a:ext cx="114036" cy="114036"/>
          </a:xfrm>
          <a:custGeom xmlns:a="http://schemas.openxmlformats.org/drawingml/2006/main">
            <a:pathLst>
              <a:path w="114036" h="114036">
                <a:moveTo>
                  <a:pt x="0" y="0"/>
                </a:moveTo>
                <a:lnTo>
                  <a:pt x="0" y="114036"/>
                </a:lnTo>
                <a:lnTo>
                  <a:pt x="114036" y="114036"/>
                </a:lnTo>
                <a:lnTo>
                  <a:pt x="114036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009">
            <a:solidFill>
              <a:srgbClr val="000000"/>
            </a:solidFill>
            <a:prstDash val="solid"/>
          </a:ln>
        </p:spPr>
      </p:sp>
      <p:sp>
        <p:nvSpPr>
          <p:cNvPr id="419" name="path-419">
            <a:extLst xmlns:a="http://schemas.openxmlformats.org/drawingml/2006/main">
              <a:ext uri="{FF2B5EF4-FFF2-40B4-BE49-F238E27FC236}">
                <a16:creationId xmlns:a16="http://schemas.microsoft.com/office/drawing/2014/main" id="{9410B2BD-C134-4169-9968-395387EAE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5053" y="516188"/>
            <a:ext cx="114011" cy="114010"/>
          </a:xfrm>
          <a:custGeom xmlns:a="http://schemas.openxmlformats.org/drawingml/2006/main">
            <a:pathLst>
              <a:path w="114011" h="114010">
                <a:moveTo>
                  <a:pt x="0" y="0"/>
                </a:moveTo>
                <a:lnTo>
                  <a:pt x="114011" y="0"/>
                </a:lnTo>
                <a:lnTo>
                  <a:pt x="114011" y="114010"/>
                </a:lnTo>
                <a:lnTo>
                  <a:pt x="0" y="114010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0" name="path-420">
            <a:extLst xmlns:a="http://schemas.openxmlformats.org/drawingml/2006/main">
              <a:ext uri="{FF2B5EF4-FFF2-40B4-BE49-F238E27FC236}">
                <a16:creationId xmlns:a16="http://schemas.microsoft.com/office/drawing/2014/main" id="{F8ED37A3-BC47-45EA-9603-681271C3A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5017" y="516248"/>
            <a:ext cx="114036" cy="113951"/>
          </a:xfrm>
          <a:custGeom xmlns:a="http://schemas.openxmlformats.org/drawingml/2006/main">
            <a:pathLst>
              <a:path w="114036" h="113951">
                <a:moveTo>
                  <a:pt x="0" y="0"/>
                </a:moveTo>
                <a:lnTo>
                  <a:pt x="0" y="113951"/>
                </a:lnTo>
                <a:lnTo>
                  <a:pt x="114036" y="113951"/>
                </a:lnTo>
                <a:lnTo>
                  <a:pt x="114036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009">
            <a:solidFill>
              <a:srgbClr val="000000"/>
            </a:solidFill>
            <a:prstDash val="solid"/>
          </a:ln>
        </p:spPr>
      </p:sp>
      <p:sp>
        <p:nvSpPr>
          <p:cNvPr id="421" name="path-421">
            <a:extLst xmlns:a="http://schemas.openxmlformats.org/drawingml/2006/main">
              <a:ext uri="{FF2B5EF4-FFF2-40B4-BE49-F238E27FC236}">
                <a16:creationId xmlns:a16="http://schemas.microsoft.com/office/drawing/2014/main" id="{E3C37D4D-320C-4FA7-A0DB-EE996DBED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9010" y="630223"/>
            <a:ext cx="114011" cy="114009"/>
          </a:xfrm>
          <a:custGeom xmlns:a="http://schemas.openxmlformats.org/drawingml/2006/main">
            <a:pathLst>
              <a:path w="114011" h="114009">
                <a:moveTo>
                  <a:pt x="0" y="0"/>
                </a:moveTo>
                <a:lnTo>
                  <a:pt x="114011" y="0"/>
                </a:lnTo>
                <a:lnTo>
                  <a:pt x="114011" y="114009"/>
                </a:lnTo>
                <a:lnTo>
                  <a:pt x="0" y="114009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2" name="path-422">
            <a:extLst xmlns:a="http://schemas.openxmlformats.org/drawingml/2006/main">
              <a:ext uri="{FF2B5EF4-FFF2-40B4-BE49-F238E27FC236}">
                <a16:creationId xmlns:a16="http://schemas.microsoft.com/office/drawing/2014/main" id="{4050BE12-AE8A-4E8D-AF3D-7CDDF0C95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9053" y="630199"/>
            <a:ext cx="113946" cy="114036"/>
          </a:xfrm>
          <a:custGeom xmlns:a="http://schemas.openxmlformats.org/drawingml/2006/main">
            <a:pathLst>
              <a:path w="113946" h="114036">
                <a:moveTo>
                  <a:pt x="0" y="0"/>
                </a:moveTo>
                <a:lnTo>
                  <a:pt x="0" y="114036"/>
                </a:lnTo>
                <a:lnTo>
                  <a:pt x="113946" y="114036"/>
                </a:lnTo>
                <a:lnTo>
                  <a:pt x="113946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009">
            <a:solidFill>
              <a:srgbClr val="000000"/>
            </a:solidFill>
            <a:prstDash val="solid"/>
          </a:ln>
        </p:spPr>
      </p:sp>
      <p:sp>
        <p:nvSpPr>
          <p:cNvPr id="423" name="path-423">
            <a:extLst xmlns:a="http://schemas.openxmlformats.org/drawingml/2006/main">
              <a:ext uri="{FF2B5EF4-FFF2-40B4-BE49-F238E27FC236}">
                <a16:creationId xmlns:a16="http://schemas.microsoft.com/office/drawing/2014/main" id="{29945FEE-D189-4DFE-A45A-CE5C845CE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3019" y="630223"/>
            <a:ext cx="114011" cy="114009"/>
          </a:xfrm>
          <a:custGeom xmlns:a="http://schemas.openxmlformats.org/drawingml/2006/main">
            <a:pathLst>
              <a:path w="114011" h="114009">
                <a:moveTo>
                  <a:pt x="0" y="0"/>
                </a:moveTo>
                <a:lnTo>
                  <a:pt x="114011" y="0"/>
                </a:lnTo>
                <a:lnTo>
                  <a:pt x="114011" y="114009"/>
                </a:lnTo>
                <a:lnTo>
                  <a:pt x="0" y="114009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4" name="path-424">
            <a:extLst xmlns:a="http://schemas.openxmlformats.org/drawingml/2006/main">
              <a:ext uri="{FF2B5EF4-FFF2-40B4-BE49-F238E27FC236}">
                <a16:creationId xmlns:a16="http://schemas.microsoft.com/office/drawing/2014/main" id="{212B971E-46FC-4AD4-80C1-0E3699422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2998" y="630199"/>
            <a:ext cx="114036" cy="114036"/>
          </a:xfrm>
          <a:custGeom xmlns:a="http://schemas.openxmlformats.org/drawingml/2006/main">
            <a:pathLst>
              <a:path w="114036" h="114036">
                <a:moveTo>
                  <a:pt x="0" y="0"/>
                </a:moveTo>
                <a:lnTo>
                  <a:pt x="0" y="114036"/>
                </a:lnTo>
                <a:lnTo>
                  <a:pt x="114036" y="114036"/>
                </a:lnTo>
                <a:lnTo>
                  <a:pt x="114036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009">
            <a:solidFill>
              <a:srgbClr val="000000"/>
            </a:solidFill>
            <a:prstDash val="solid"/>
          </a:ln>
        </p:spPr>
      </p:sp>
      <p:sp>
        <p:nvSpPr>
          <p:cNvPr id="425" name="path-425">
            <a:extLst xmlns:a="http://schemas.openxmlformats.org/drawingml/2006/main">
              <a:ext uri="{FF2B5EF4-FFF2-40B4-BE49-F238E27FC236}">
                <a16:creationId xmlns:a16="http://schemas.microsoft.com/office/drawing/2014/main" id="{11DAFDC1-C0B7-42AA-A936-F3955E54C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7036" y="630223"/>
            <a:ext cx="114011" cy="114009"/>
          </a:xfrm>
          <a:custGeom xmlns:a="http://schemas.openxmlformats.org/drawingml/2006/main">
            <a:pathLst>
              <a:path w="114011" h="114009">
                <a:moveTo>
                  <a:pt x="0" y="0"/>
                </a:moveTo>
                <a:lnTo>
                  <a:pt x="114011" y="0"/>
                </a:lnTo>
                <a:lnTo>
                  <a:pt x="114011" y="114009"/>
                </a:lnTo>
                <a:lnTo>
                  <a:pt x="0" y="114009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6" name="path-426">
            <a:extLst xmlns:a="http://schemas.openxmlformats.org/drawingml/2006/main">
              <a:ext uri="{FF2B5EF4-FFF2-40B4-BE49-F238E27FC236}">
                <a16:creationId xmlns:a16="http://schemas.microsoft.com/office/drawing/2014/main" id="{779840DB-02F7-4A66-9B85-2A91502B4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7035" y="630199"/>
            <a:ext cx="114031" cy="114036"/>
          </a:xfrm>
          <a:custGeom xmlns:a="http://schemas.openxmlformats.org/drawingml/2006/main">
            <a:pathLst>
              <a:path w="114031" h="114036">
                <a:moveTo>
                  <a:pt x="0" y="0"/>
                </a:moveTo>
                <a:lnTo>
                  <a:pt x="0" y="114036"/>
                </a:lnTo>
                <a:lnTo>
                  <a:pt x="114031" y="114036"/>
                </a:lnTo>
                <a:lnTo>
                  <a:pt x="114031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009">
            <a:solidFill>
              <a:srgbClr val="000000"/>
            </a:solidFill>
            <a:prstDash val="solid"/>
          </a:ln>
        </p:spPr>
      </p:sp>
      <p:sp>
        <p:nvSpPr>
          <p:cNvPr id="427" name="path-427">
            <a:extLst xmlns:a="http://schemas.openxmlformats.org/drawingml/2006/main">
              <a:ext uri="{FF2B5EF4-FFF2-40B4-BE49-F238E27FC236}">
                <a16:creationId xmlns:a16="http://schemas.microsoft.com/office/drawing/2014/main" id="{CA8BFE11-ECFB-407E-BF9E-974CDAEE7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1044" y="630223"/>
            <a:ext cx="114011" cy="114009"/>
          </a:xfrm>
          <a:custGeom xmlns:a="http://schemas.openxmlformats.org/drawingml/2006/main">
            <a:pathLst>
              <a:path w="114011" h="114009">
                <a:moveTo>
                  <a:pt x="0" y="0"/>
                </a:moveTo>
                <a:lnTo>
                  <a:pt x="114011" y="0"/>
                </a:lnTo>
                <a:lnTo>
                  <a:pt x="114011" y="114009"/>
                </a:lnTo>
                <a:lnTo>
                  <a:pt x="0" y="114009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8" name="path-428">
            <a:extLst xmlns:a="http://schemas.openxmlformats.org/drawingml/2006/main">
              <a:ext uri="{FF2B5EF4-FFF2-40B4-BE49-F238E27FC236}">
                <a16:creationId xmlns:a16="http://schemas.microsoft.com/office/drawing/2014/main" id="{1FE3F403-5FFC-46D0-8E51-9946A17CF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1066" y="630199"/>
            <a:ext cx="113951" cy="114036"/>
          </a:xfrm>
          <a:custGeom xmlns:a="http://schemas.openxmlformats.org/drawingml/2006/main">
            <a:pathLst>
              <a:path w="113951" h="114036">
                <a:moveTo>
                  <a:pt x="0" y="0"/>
                </a:moveTo>
                <a:lnTo>
                  <a:pt x="0" y="114036"/>
                </a:lnTo>
                <a:lnTo>
                  <a:pt x="113951" y="114036"/>
                </a:lnTo>
                <a:lnTo>
                  <a:pt x="113951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009">
            <a:solidFill>
              <a:srgbClr val="000000"/>
            </a:solidFill>
            <a:prstDash val="solid"/>
          </a:ln>
        </p:spPr>
      </p:sp>
      <p:sp>
        <p:nvSpPr>
          <p:cNvPr id="429" name="path-429">
            <a:extLst xmlns:a="http://schemas.openxmlformats.org/drawingml/2006/main">
              <a:ext uri="{FF2B5EF4-FFF2-40B4-BE49-F238E27FC236}">
                <a16:creationId xmlns:a16="http://schemas.microsoft.com/office/drawing/2014/main" id="{B161C94A-60FF-449F-B251-E5375AE32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5053" y="630223"/>
            <a:ext cx="114011" cy="114009"/>
          </a:xfrm>
          <a:custGeom xmlns:a="http://schemas.openxmlformats.org/drawingml/2006/main">
            <a:pathLst>
              <a:path w="114011" h="114009">
                <a:moveTo>
                  <a:pt x="0" y="0"/>
                </a:moveTo>
                <a:lnTo>
                  <a:pt x="114011" y="0"/>
                </a:lnTo>
                <a:lnTo>
                  <a:pt x="114011" y="114009"/>
                </a:lnTo>
                <a:lnTo>
                  <a:pt x="0" y="114009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0" name="path-430">
            <a:extLst xmlns:a="http://schemas.openxmlformats.org/drawingml/2006/main">
              <a:ext uri="{FF2B5EF4-FFF2-40B4-BE49-F238E27FC236}">
                <a16:creationId xmlns:a16="http://schemas.microsoft.com/office/drawing/2014/main" id="{7A8D37D2-9E42-470D-AC21-495875457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5017" y="630199"/>
            <a:ext cx="114036" cy="114036"/>
          </a:xfrm>
          <a:custGeom xmlns:a="http://schemas.openxmlformats.org/drawingml/2006/main">
            <a:pathLst>
              <a:path w="114036" h="114036">
                <a:moveTo>
                  <a:pt x="0" y="0"/>
                </a:moveTo>
                <a:lnTo>
                  <a:pt x="0" y="114036"/>
                </a:lnTo>
                <a:lnTo>
                  <a:pt x="114036" y="114036"/>
                </a:lnTo>
                <a:lnTo>
                  <a:pt x="114036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009">
            <a:solidFill>
              <a:srgbClr val="000000"/>
            </a:solidFill>
            <a:prstDash val="solid"/>
          </a:ln>
        </p:spPr>
      </p:sp>
      <p:sp>
        <p:nvSpPr>
          <p:cNvPr id="431" name="path-431">
            <a:extLst xmlns:a="http://schemas.openxmlformats.org/drawingml/2006/main">
              <a:ext uri="{FF2B5EF4-FFF2-40B4-BE49-F238E27FC236}">
                <a16:creationId xmlns:a16="http://schemas.microsoft.com/office/drawing/2014/main" id="{81C5D180-7404-423F-AD86-21FB01D45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9053" y="744232"/>
            <a:ext cx="570001" cy="191"/>
          </a:xfrm>
          <a:custGeom xmlns:a="http://schemas.openxmlformats.org/drawingml/2006/main">
            <a:pathLst>
              <a:path w="570001" h="191">
                <a:moveTo>
                  <a:pt x="0" y="0"/>
                </a:moveTo>
                <a:lnTo>
                  <a:pt x="0" y="4"/>
                </a:lnTo>
                <a:lnTo>
                  <a:pt x="570001" y="4"/>
                </a:lnTo>
                <a:lnTo>
                  <a:pt x="570001" y="0"/>
                </a:lnTo>
              </a:path>
            </a:pathLst>
          </a:custGeom>
          <a:noFill xmlns:a="http://schemas.openxmlformats.org/drawingml/2006/main"/>
          <a:ln xmlns:a="http://schemas.openxmlformats.org/drawingml/2006/main" w="24736">
            <a:solidFill>
              <a:srgbClr val="000000"/>
            </a:solidFill>
            <a:prstDash val="solid"/>
          </a:ln>
        </p:spPr>
      </p:sp>
      <p:sp>
        <p:nvSpPr>
          <p:cNvPr id="432" name="path-432">
            <a:extLst xmlns:a="http://schemas.openxmlformats.org/drawingml/2006/main">
              <a:ext uri="{FF2B5EF4-FFF2-40B4-BE49-F238E27FC236}">
                <a16:creationId xmlns:a16="http://schemas.microsoft.com/office/drawing/2014/main" id="{02938298-E429-4429-A369-64D61B9FD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4404" y="236836"/>
            <a:ext cx="114011" cy="114010"/>
          </a:xfrm>
          <a:custGeom xmlns:a="http://schemas.openxmlformats.org/drawingml/2006/main">
            <a:pathLst>
              <a:path w="114011" h="114010">
                <a:moveTo>
                  <a:pt x="0" y="0"/>
                </a:moveTo>
                <a:lnTo>
                  <a:pt x="114011" y="0"/>
                </a:lnTo>
                <a:lnTo>
                  <a:pt x="114011" y="114010"/>
                </a:lnTo>
                <a:lnTo>
                  <a:pt x="0" y="114010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3" name="path-433">
            <a:extLst xmlns:a="http://schemas.openxmlformats.org/drawingml/2006/main">
              <a:ext uri="{FF2B5EF4-FFF2-40B4-BE49-F238E27FC236}">
                <a16:creationId xmlns:a16="http://schemas.microsoft.com/office/drawing/2014/main" id="{88F58652-0E2B-4283-952B-511240A12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4433" y="236895"/>
            <a:ext cx="113951" cy="113946"/>
          </a:xfrm>
          <a:custGeom xmlns:a="http://schemas.openxmlformats.org/drawingml/2006/main">
            <a:pathLst>
              <a:path w="113951" h="113946">
                <a:moveTo>
                  <a:pt x="0" y="0"/>
                </a:moveTo>
                <a:lnTo>
                  <a:pt x="0" y="113946"/>
                </a:lnTo>
                <a:lnTo>
                  <a:pt x="113951" y="113946"/>
                </a:lnTo>
                <a:lnTo>
                  <a:pt x="113951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009">
            <a:solidFill>
              <a:srgbClr val="000000"/>
            </a:solidFill>
            <a:prstDash val="solid"/>
          </a:ln>
        </p:spPr>
      </p:sp>
      <p:sp>
        <p:nvSpPr>
          <p:cNvPr id="434" name="path-434">
            <a:extLst xmlns:a="http://schemas.openxmlformats.org/drawingml/2006/main">
              <a:ext uri="{FF2B5EF4-FFF2-40B4-BE49-F238E27FC236}">
                <a16:creationId xmlns:a16="http://schemas.microsoft.com/office/drawing/2014/main" id="{C925C33C-9655-459D-86EC-0ACF7E9FF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8413" y="236836"/>
            <a:ext cx="114010" cy="114010"/>
          </a:xfrm>
          <a:custGeom xmlns:a="http://schemas.openxmlformats.org/drawingml/2006/main">
            <a:pathLst>
              <a:path w="114010" h="114010">
                <a:moveTo>
                  <a:pt x="0" y="0"/>
                </a:moveTo>
                <a:lnTo>
                  <a:pt x="114010" y="0"/>
                </a:lnTo>
                <a:lnTo>
                  <a:pt x="114010" y="114010"/>
                </a:lnTo>
                <a:lnTo>
                  <a:pt x="0" y="114010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5" name="path-435">
            <a:extLst xmlns:a="http://schemas.openxmlformats.org/drawingml/2006/main">
              <a:ext uri="{FF2B5EF4-FFF2-40B4-BE49-F238E27FC236}">
                <a16:creationId xmlns:a16="http://schemas.microsoft.com/office/drawing/2014/main" id="{63E4A858-B578-444B-A634-D488A052B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8384" y="236895"/>
            <a:ext cx="114036" cy="113946"/>
          </a:xfrm>
          <a:custGeom xmlns:a="http://schemas.openxmlformats.org/drawingml/2006/main">
            <a:pathLst>
              <a:path w="114036" h="113946">
                <a:moveTo>
                  <a:pt x="0" y="0"/>
                </a:moveTo>
                <a:lnTo>
                  <a:pt x="0" y="113946"/>
                </a:lnTo>
                <a:lnTo>
                  <a:pt x="114036" y="113946"/>
                </a:lnTo>
                <a:lnTo>
                  <a:pt x="114036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009">
            <a:solidFill>
              <a:srgbClr val="000000"/>
            </a:solidFill>
            <a:prstDash val="solid"/>
          </a:ln>
        </p:spPr>
      </p:sp>
      <p:sp>
        <p:nvSpPr>
          <p:cNvPr id="436" name="path-436">
            <a:extLst xmlns:a="http://schemas.openxmlformats.org/drawingml/2006/main">
              <a:ext uri="{FF2B5EF4-FFF2-40B4-BE49-F238E27FC236}">
                <a16:creationId xmlns:a16="http://schemas.microsoft.com/office/drawing/2014/main" id="{6D522648-BEED-4D96-B1F7-05189AC57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421" y="236836"/>
            <a:ext cx="114011" cy="114010"/>
          </a:xfrm>
          <a:custGeom xmlns:a="http://schemas.openxmlformats.org/drawingml/2006/main">
            <a:pathLst>
              <a:path w="114011" h="114010">
                <a:moveTo>
                  <a:pt x="0" y="0"/>
                </a:moveTo>
                <a:lnTo>
                  <a:pt x="114011" y="0"/>
                </a:lnTo>
                <a:lnTo>
                  <a:pt x="114011" y="114010"/>
                </a:lnTo>
                <a:lnTo>
                  <a:pt x="0" y="114010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7" name="path-437">
            <a:extLst xmlns:a="http://schemas.openxmlformats.org/drawingml/2006/main">
              <a:ext uri="{FF2B5EF4-FFF2-40B4-BE49-F238E27FC236}">
                <a16:creationId xmlns:a16="http://schemas.microsoft.com/office/drawing/2014/main" id="{4AB46E29-352A-47AD-A83C-3BD697F05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421" y="236895"/>
            <a:ext cx="114031" cy="113946"/>
          </a:xfrm>
          <a:custGeom xmlns:a="http://schemas.openxmlformats.org/drawingml/2006/main">
            <a:pathLst>
              <a:path w="114031" h="113946">
                <a:moveTo>
                  <a:pt x="0" y="0"/>
                </a:moveTo>
                <a:lnTo>
                  <a:pt x="0" y="113946"/>
                </a:lnTo>
                <a:lnTo>
                  <a:pt x="114031" y="113946"/>
                </a:lnTo>
                <a:lnTo>
                  <a:pt x="114031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009">
            <a:solidFill>
              <a:srgbClr val="000000"/>
            </a:solidFill>
            <a:prstDash val="solid"/>
          </a:ln>
        </p:spPr>
      </p:sp>
      <p:sp>
        <p:nvSpPr>
          <p:cNvPr id="438" name="path-438">
            <a:extLst xmlns:a="http://schemas.openxmlformats.org/drawingml/2006/main">
              <a:ext uri="{FF2B5EF4-FFF2-40B4-BE49-F238E27FC236}">
                <a16:creationId xmlns:a16="http://schemas.microsoft.com/office/drawing/2014/main" id="{30DD8E50-E341-4FE6-93C1-39B98344F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4404" y="350869"/>
            <a:ext cx="114011" cy="114010"/>
          </a:xfrm>
          <a:custGeom xmlns:a="http://schemas.openxmlformats.org/drawingml/2006/main">
            <a:pathLst>
              <a:path w="114011" h="114010">
                <a:moveTo>
                  <a:pt x="0" y="0"/>
                </a:moveTo>
                <a:lnTo>
                  <a:pt x="114011" y="0"/>
                </a:lnTo>
                <a:lnTo>
                  <a:pt x="114011" y="114010"/>
                </a:lnTo>
                <a:lnTo>
                  <a:pt x="0" y="114010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9" name="path-439">
            <a:extLst xmlns:a="http://schemas.openxmlformats.org/drawingml/2006/main">
              <a:ext uri="{FF2B5EF4-FFF2-40B4-BE49-F238E27FC236}">
                <a16:creationId xmlns:a16="http://schemas.microsoft.com/office/drawing/2014/main" id="{AF969575-EF65-4AD0-88E6-2E08F0F9A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4433" y="350841"/>
            <a:ext cx="113951" cy="114036"/>
          </a:xfrm>
          <a:custGeom xmlns:a="http://schemas.openxmlformats.org/drawingml/2006/main">
            <a:pathLst>
              <a:path w="113951" h="114036">
                <a:moveTo>
                  <a:pt x="0" y="0"/>
                </a:moveTo>
                <a:lnTo>
                  <a:pt x="0" y="114036"/>
                </a:lnTo>
                <a:lnTo>
                  <a:pt x="113951" y="114036"/>
                </a:lnTo>
                <a:lnTo>
                  <a:pt x="113951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009">
            <a:solidFill>
              <a:srgbClr val="000000"/>
            </a:solidFill>
            <a:prstDash val="solid"/>
          </a:ln>
        </p:spPr>
      </p:sp>
      <p:sp>
        <p:nvSpPr>
          <p:cNvPr id="440" name="path-440">
            <a:extLst xmlns:a="http://schemas.openxmlformats.org/drawingml/2006/main">
              <a:ext uri="{FF2B5EF4-FFF2-40B4-BE49-F238E27FC236}">
                <a16:creationId xmlns:a16="http://schemas.microsoft.com/office/drawing/2014/main" id="{30965DC0-CEC7-47CD-B47E-B06F36D19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8413" y="350869"/>
            <a:ext cx="114010" cy="114010"/>
          </a:xfrm>
          <a:custGeom xmlns:a="http://schemas.openxmlformats.org/drawingml/2006/main">
            <a:pathLst>
              <a:path w="114010" h="114010">
                <a:moveTo>
                  <a:pt x="0" y="0"/>
                </a:moveTo>
                <a:lnTo>
                  <a:pt x="114010" y="0"/>
                </a:lnTo>
                <a:lnTo>
                  <a:pt x="114010" y="114010"/>
                </a:lnTo>
                <a:lnTo>
                  <a:pt x="0" y="114010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1" name="path-441">
            <a:extLst xmlns:a="http://schemas.openxmlformats.org/drawingml/2006/main">
              <a:ext uri="{FF2B5EF4-FFF2-40B4-BE49-F238E27FC236}">
                <a16:creationId xmlns:a16="http://schemas.microsoft.com/office/drawing/2014/main" id="{2A0C9F29-3FFE-4FEF-9719-FD19BEFB4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8384" y="350841"/>
            <a:ext cx="114036" cy="114036"/>
          </a:xfrm>
          <a:custGeom xmlns:a="http://schemas.openxmlformats.org/drawingml/2006/main">
            <a:pathLst>
              <a:path w="114036" h="114036">
                <a:moveTo>
                  <a:pt x="0" y="0"/>
                </a:moveTo>
                <a:lnTo>
                  <a:pt x="0" y="114036"/>
                </a:lnTo>
                <a:lnTo>
                  <a:pt x="114036" y="114036"/>
                </a:lnTo>
                <a:lnTo>
                  <a:pt x="114036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009">
            <a:solidFill>
              <a:srgbClr val="000000"/>
            </a:solidFill>
            <a:prstDash val="solid"/>
          </a:ln>
        </p:spPr>
      </p:sp>
      <p:sp>
        <p:nvSpPr>
          <p:cNvPr id="442" name="path-442">
            <a:extLst xmlns:a="http://schemas.openxmlformats.org/drawingml/2006/main">
              <a:ext uri="{FF2B5EF4-FFF2-40B4-BE49-F238E27FC236}">
                <a16:creationId xmlns:a16="http://schemas.microsoft.com/office/drawing/2014/main" id="{E680BF57-C90A-4691-8024-611F26781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421" y="350869"/>
            <a:ext cx="114011" cy="114010"/>
          </a:xfrm>
          <a:custGeom xmlns:a="http://schemas.openxmlformats.org/drawingml/2006/main">
            <a:pathLst>
              <a:path w="114011" h="114010">
                <a:moveTo>
                  <a:pt x="0" y="0"/>
                </a:moveTo>
                <a:lnTo>
                  <a:pt x="114011" y="0"/>
                </a:lnTo>
                <a:lnTo>
                  <a:pt x="114011" y="114010"/>
                </a:lnTo>
                <a:lnTo>
                  <a:pt x="0" y="114010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3" name="path-443">
            <a:extLst xmlns:a="http://schemas.openxmlformats.org/drawingml/2006/main">
              <a:ext uri="{FF2B5EF4-FFF2-40B4-BE49-F238E27FC236}">
                <a16:creationId xmlns:a16="http://schemas.microsoft.com/office/drawing/2014/main" id="{EFE3D130-3A78-4F94-816E-587787E9C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421" y="350841"/>
            <a:ext cx="114031" cy="114036"/>
          </a:xfrm>
          <a:custGeom xmlns:a="http://schemas.openxmlformats.org/drawingml/2006/main">
            <a:pathLst>
              <a:path w="114031" h="114036">
                <a:moveTo>
                  <a:pt x="0" y="0"/>
                </a:moveTo>
                <a:lnTo>
                  <a:pt x="0" y="114036"/>
                </a:lnTo>
                <a:lnTo>
                  <a:pt x="114031" y="114036"/>
                </a:lnTo>
                <a:lnTo>
                  <a:pt x="114031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009">
            <a:solidFill>
              <a:srgbClr val="000000"/>
            </a:solidFill>
            <a:prstDash val="solid"/>
          </a:ln>
        </p:spPr>
      </p:sp>
      <p:sp>
        <p:nvSpPr>
          <p:cNvPr id="444" name="path-444">
            <a:extLst xmlns:a="http://schemas.openxmlformats.org/drawingml/2006/main">
              <a:ext uri="{FF2B5EF4-FFF2-40B4-BE49-F238E27FC236}">
                <a16:creationId xmlns:a16="http://schemas.microsoft.com/office/drawing/2014/main" id="{DCD25F63-2274-47D1-B498-C1103718E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4404" y="464903"/>
            <a:ext cx="114011" cy="114009"/>
          </a:xfrm>
          <a:custGeom xmlns:a="http://schemas.openxmlformats.org/drawingml/2006/main">
            <a:pathLst>
              <a:path w="114011" h="114009">
                <a:moveTo>
                  <a:pt x="0" y="0"/>
                </a:moveTo>
                <a:lnTo>
                  <a:pt x="114011" y="0"/>
                </a:lnTo>
                <a:lnTo>
                  <a:pt x="114011" y="114009"/>
                </a:lnTo>
                <a:lnTo>
                  <a:pt x="0" y="114009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5" name="path-445">
            <a:extLst xmlns:a="http://schemas.openxmlformats.org/drawingml/2006/main">
              <a:ext uri="{FF2B5EF4-FFF2-40B4-BE49-F238E27FC236}">
                <a16:creationId xmlns:a16="http://schemas.microsoft.com/office/drawing/2014/main" id="{EF1A978C-EE42-4F49-B0D5-F2B99C59E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4433" y="464877"/>
            <a:ext cx="113951" cy="114036"/>
          </a:xfrm>
          <a:custGeom xmlns:a="http://schemas.openxmlformats.org/drawingml/2006/main">
            <a:pathLst>
              <a:path w="113951" h="114036">
                <a:moveTo>
                  <a:pt x="0" y="0"/>
                </a:moveTo>
                <a:lnTo>
                  <a:pt x="0" y="114036"/>
                </a:lnTo>
                <a:lnTo>
                  <a:pt x="113951" y="114036"/>
                </a:lnTo>
                <a:lnTo>
                  <a:pt x="113951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009">
            <a:solidFill>
              <a:srgbClr val="000000"/>
            </a:solidFill>
            <a:prstDash val="solid"/>
          </a:ln>
        </p:spPr>
      </p:sp>
      <p:sp>
        <p:nvSpPr>
          <p:cNvPr id="446" name="path-446">
            <a:extLst xmlns:a="http://schemas.openxmlformats.org/drawingml/2006/main">
              <a:ext uri="{FF2B5EF4-FFF2-40B4-BE49-F238E27FC236}">
                <a16:creationId xmlns:a16="http://schemas.microsoft.com/office/drawing/2014/main" id="{A8B5E817-665A-4636-ADC6-F2C583906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8413" y="464903"/>
            <a:ext cx="114010" cy="114009"/>
          </a:xfrm>
          <a:custGeom xmlns:a="http://schemas.openxmlformats.org/drawingml/2006/main">
            <a:pathLst>
              <a:path w="114010" h="114009">
                <a:moveTo>
                  <a:pt x="0" y="0"/>
                </a:moveTo>
                <a:lnTo>
                  <a:pt x="114010" y="0"/>
                </a:lnTo>
                <a:lnTo>
                  <a:pt x="114010" y="114009"/>
                </a:lnTo>
                <a:lnTo>
                  <a:pt x="0" y="114009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7" name="path-447">
            <a:extLst xmlns:a="http://schemas.openxmlformats.org/drawingml/2006/main">
              <a:ext uri="{FF2B5EF4-FFF2-40B4-BE49-F238E27FC236}">
                <a16:creationId xmlns:a16="http://schemas.microsoft.com/office/drawing/2014/main" id="{F3A82AAA-A8AA-4790-A749-6C0290F5A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8384" y="464877"/>
            <a:ext cx="114036" cy="114036"/>
          </a:xfrm>
          <a:custGeom xmlns:a="http://schemas.openxmlformats.org/drawingml/2006/main">
            <a:pathLst>
              <a:path w="114036" h="114036">
                <a:moveTo>
                  <a:pt x="0" y="0"/>
                </a:moveTo>
                <a:lnTo>
                  <a:pt x="0" y="114036"/>
                </a:lnTo>
                <a:lnTo>
                  <a:pt x="114036" y="114036"/>
                </a:lnTo>
                <a:lnTo>
                  <a:pt x="114036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009">
            <a:solidFill>
              <a:srgbClr val="000000"/>
            </a:solidFill>
            <a:prstDash val="solid"/>
          </a:ln>
        </p:spPr>
      </p:sp>
      <p:sp>
        <p:nvSpPr>
          <p:cNvPr id="448" name="path-448">
            <a:extLst xmlns:a="http://schemas.openxmlformats.org/drawingml/2006/main">
              <a:ext uri="{FF2B5EF4-FFF2-40B4-BE49-F238E27FC236}">
                <a16:creationId xmlns:a16="http://schemas.microsoft.com/office/drawing/2014/main" id="{854B9B43-F174-490D-A766-81CF42D8F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421" y="464903"/>
            <a:ext cx="114011" cy="114009"/>
          </a:xfrm>
          <a:custGeom xmlns:a="http://schemas.openxmlformats.org/drawingml/2006/main">
            <a:pathLst>
              <a:path w="114011" h="114009">
                <a:moveTo>
                  <a:pt x="0" y="0"/>
                </a:moveTo>
                <a:lnTo>
                  <a:pt x="114011" y="0"/>
                </a:lnTo>
                <a:lnTo>
                  <a:pt x="114011" y="114009"/>
                </a:lnTo>
                <a:lnTo>
                  <a:pt x="0" y="114009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9" name="path-449">
            <a:extLst xmlns:a="http://schemas.openxmlformats.org/drawingml/2006/main">
              <a:ext uri="{FF2B5EF4-FFF2-40B4-BE49-F238E27FC236}">
                <a16:creationId xmlns:a16="http://schemas.microsoft.com/office/drawing/2014/main" id="{6D481000-B4E0-4F2C-80F3-21C1B7ADC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421" y="464877"/>
            <a:ext cx="114031" cy="114036"/>
          </a:xfrm>
          <a:custGeom xmlns:a="http://schemas.openxmlformats.org/drawingml/2006/main">
            <a:pathLst>
              <a:path w="114031" h="114036">
                <a:moveTo>
                  <a:pt x="0" y="0"/>
                </a:moveTo>
                <a:lnTo>
                  <a:pt x="0" y="114036"/>
                </a:lnTo>
                <a:lnTo>
                  <a:pt x="114031" y="114036"/>
                </a:lnTo>
                <a:lnTo>
                  <a:pt x="114031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009">
            <a:solidFill>
              <a:srgbClr val="000000"/>
            </a:solidFill>
            <a:prstDash val="solid"/>
          </a:ln>
        </p:spPr>
      </p:sp>
      <p:sp>
        <p:nvSpPr>
          <p:cNvPr id="450" name="path-450">
            <a:extLst xmlns:a="http://schemas.openxmlformats.org/drawingml/2006/main">
              <a:ext uri="{FF2B5EF4-FFF2-40B4-BE49-F238E27FC236}">
                <a16:creationId xmlns:a16="http://schemas.microsoft.com/office/drawing/2014/main" id="{19F9E5E1-68E3-4B11-90FF-30796B971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439" y="236836"/>
            <a:ext cx="114010" cy="114010"/>
          </a:xfrm>
          <a:custGeom xmlns:a="http://schemas.openxmlformats.org/drawingml/2006/main">
            <a:pathLst>
              <a:path w="114010" h="114010">
                <a:moveTo>
                  <a:pt x="0" y="0"/>
                </a:moveTo>
                <a:lnTo>
                  <a:pt x="114010" y="0"/>
                </a:lnTo>
                <a:lnTo>
                  <a:pt x="114010" y="114010"/>
                </a:lnTo>
                <a:lnTo>
                  <a:pt x="0" y="114010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1" name="path-451">
            <a:extLst xmlns:a="http://schemas.openxmlformats.org/drawingml/2006/main">
              <a:ext uri="{FF2B5EF4-FFF2-40B4-BE49-F238E27FC236}">
                <a16:creationId xmlns:a16="http://schemas.microsoft.com/office/drawing/2014/main" id="{0648A55E-E013-480F-8F21-5E63E64C7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452" y="236895"/>
            <a:ext cx="114031" cy="113946"/>
          </a:xfrm>
          <a:custGeom xmlns:a="http://schemas.openxmlformats.org/drawingml/2006/main">
            <a:pathLst>
              <a:path w="114031" h="113946">
                <a:moveTo>
                  <a:pt x="0" y="0"/>
                </a:moveTo>
                <a:lnTo>
                  <a:pt x="0" y="113946"/>
                </a:lnTo>
                <a:lnTo>
                  <a:pt x="114031" y="113946"/>
                </a:lnTo>
                <a:lnTo>
                  <a:pt x="114031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009">
            <a:solidFill>
              <a:srgbClr val="000000"/>
            </a:solidFill>
            <a:prstDash val="solid"/>
          </a:ln>
        </p:spPr>
      </p:sp>
      <p:sp>
        <p:nvSpPr>
          <p:cNvPr id="452" name="path-452">
            <a:extLst xmlns:a="http://schemas.openxmlformats.org/drawingml/2006/main">
              <a:ext uri="{FF2B5EF4-FFF2-40B4-BE49-F238E27FC236}">
                <a16:creationId xmlns:a16="http://schemas.microsoft.com/office/drawing/2014/main" id="{B7EEFBB9-AEC3-4B70-A2F4-D2F5C7C29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439" y="350869"/>
            <a:ext cx="114010" cy="114010"/>
          </a:xfrm>
          <a:custGeom xmlns:a="http://schemas.openxmlformats.org/drawingml/2006/main">
            <a:pathLst>
              <a:path w="114010" h="114010">
                <a:moveTo>
                  <a:pt x="0" y="0"/>
                </a:moveTo>
                <a:lnTo>
                  <a:pt x="114010" y="0"/>
                </a:lnTo>
                <a:lnTo>
                  <a:pt x="114010" y="114010"/>
                </a:lnTo>
                <a:lnTo>
                  <a:pt x="0" y="114010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3" name="path-453">
            <a:extLst xmlns:a="http://schemas.openxmlformats.org/drawingml/2006/main">
              <a:ext uri="{FF2B5EF4-FFF2-40B4-BE49-F238E27FC236}">
                <a16:creationId xmlns:a16="http://schemas.microsoft.com/office/drawing/2014/main" id="{17AD923B-9B8E-46F3-953D-6B0746D08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452" y="350841"/>
            <a:ext cx="114031" cy="114036"/>
          </a:xfrm>
          <a:custGeom xmlns:a="http://schemas.openxmlformats.org/drawingml/2006/main">
            <a:pathLst>
              <a:path w="114031" h="114036">
                <a:moveTo>
                  <a:pt x="0" y="0"/>
                </a:moveTo>
                <a:lnTo>
                  <a:pt x="0" y="114036"/>
                </a:lnTo>
                <a:lnTo>
                  <a:pt x="114031" y="114036"/>
                </a:lnTo>
                <a:lnTo>
                  <a:pt x="114031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009">
            <a:solidFill>
              <a:srgbClr val="000000"/>
            </a:solidFill>
            <a:prstDash val="solid"/>
          </a:ln>
        </p:spPr>
      </p:sp>
      <p:sp>
        <p:nvSpPr>
          <p:cNvPr id="454" name="path-454">
            <a:extLst xmlns:a="http://schemas.openxmlformats.org/drawingml/2006/main">
              <a:ext uri="{FF2B5EF4-FFF2-40B4-BE49-F238E27FC236}">
                <a16:creationId xmlns:a16="http://schemas.microsoft.com/office/drawing/2014/main" id="{E1D8C795-850D-4ECE-947C-76EBA57AD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439" y="464903"/>
            <a:ext cx="114010" cy="114009"/>
          </a:xfrm>
          <a:custGeom xmlns:a="http://schemas.openxmlformats.org/drawingml/2006/main">
            <a:pathLst>
              <a:path w="114010" h="114009">
                <a:moveTo>
                  <a:pt x="0" y="0"/>
                </a:moveTo>
                <a:lnTo>
                  <a:pt x="114010" y="0"/>
                </a:lnTo>
                <a:lnTo>
                  <a:pt x="114010" y="114009"/>
                </a:lnTo>
                <a:lnTo>
                  <a:pt x="0" y="114009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5" name="path-455">
            <a:extLst xmlns:a="http://schemas.openxmlformats.org/drawingml/2006/main">
              <a:ext uri="{FF2B5EF4-FFF2-40B4-BE49-F238E27FC236}">
                <a16:creationId xmlns:a16="http://schemas.microsoft.com/office/drawing/2014/main" id="{5BEAA676-10F4-45E9-BFC9-D15935649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452" y="464877"/>
            <a:ext cx="114031" cy="114036"/>
          </a:xfrm>
          <a:custGeom xmlns:a="http://schemas.openxmlformats.org/drawingml/2006/main">
            <a:pathLst>
              <a:path w="114031" h="114036">
                <a:moveTo>
                  <a:pt x="0" y="0"/>
                </a:moveTo>
                <a:lnTo>
                  <a:pt x="0" y="114036"/>
                </a:lnTo>
                <a:lnTo>
                  <a:pt x="114031" y="114036"/>
                </a:lnTo>
                <a:lnTo>
                  <a:pt x="114031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009">
            <a:solidFill>
              <a:srgbClr val="000000"/>
            </a:solidFill>
            <a:prstDash val="solid"/>
          </a:ln>
        </p:spPr>
      </p:sp>
      <p:sp>
        <p:nvSpPr>
          <p:cNvPr id="456" name="path-456">
            <a:extLst xmlns:a="http://schemas.openxmlformats.org/drawingml/2006/main">
              <a:ext uri="{FF2B5EF4-FFF2-40B4-BE49-F238E27FC236}">
                <a16:creationId xmlns:a16="http://schemas.microsoft.com/office/drawing/2014/main" id="{4A7ECA05-9617-4099-A1E7-52C31D7E5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4404" y="578855"/>
            <a:ext cx="114011" cy="114009"/>
          </a:xfrm>
          <a:custGeom xmlns:a="http://schemas.openxmlformats.org/drawingml/2006/main">
            <a:pathLst>
              <a:path w="114011" h="114009">
                <a:moveTo>
                  <a:pt x="0" y="0"/>
                </a:moveTo>
                <a:lnTo>
                  <a:pt x="114011" y="0"/>
                </a:lnTo>
                <a:lnTo>
                  <a:pt x="114011" y="114009"/>
                </a:lnTo>
                <a:lnTo>
                  <a:pt x="0" y="114009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7" name="path-457">
            <a:extLst xmlns:a="http://schemas.openxmlformats.org/drawingml/2006/main">
              <a:ext uri="{FF2B5EF4-FFF2-40B4-BE49-F238E27FC236}">
                <a16:creationId xmlns:a16="http://schemas.microsoft.com/office/drawing/2014/main" id="{D7DFFB8A-26D7-4630-8004-D8A1A7263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4433" y="578914"/>
            <a:ext cx="113951" cy="113946"/>
          </a:xfrm>
          <a:custGeom xmlns:a="http://schemas.openxmlformats.org/drawingml/2006/main">
            <a:pathLst>
              <a:path w="113951" h="113946">
                <a:moveTo>
                  <a:pt x="0" y="0"/>
                </a:moveTo>
                <a:lnTo>
                  <a:pt x="0" y="113946"/>
                </a:lnTo>
                <a:lnTo>
                  <a:pt x="113951" y="113946"/>
                </a:lnTo>
                <a:lnTo>
                  <a:pt x="113951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009">
            <a:solidFill>
              <a:srgbClr val="000000"/>
            </a:solidFill>
            <a:prstDash val="solid"/>
          </a:ln>
        </p:spPr>
      </p:sp>
      <p:sp>
        <p:nvSpPr>
          <p:cNvPr id="458" name="path-458">
            <a:extLst xmlns:a="http://schemas.openxmlformats.org/drawingml/2006/main">
              <a:ext uri="{FF2B5EF4-FFF2-40B4-BE49-F238E27FC236}">
                <a16:creationId xmlns:a16="http://schemas.microsoft.com/office/drawing/2014/main" id="{4715EC93-E50D-4EEE-BEB4-728EFE4B0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8413" y="578855"/>
            <a:ext cx="114010" cy="114009"/>
          </a:xfrm>
          <a:custGeom xmlns:a="http://schemas.openxmlformats.org/drawingml/2006/main">
            <a:pathLst>
              <a:path w="114010" h="114009">
                <a:moveTo>
                  <a:pt x="0" y="0"/>
                </a:moveTo>
                <a:lnTo>
                  <a:pt x="114010" y="0"/>
                </a:lnTo>
                <a:lnTo>
                  <a:pt x="114010" y="114009"/>
                </a:lnTo>
                <a:lnTo>
                  <a:pt x="0" y="114009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9" name="path-459">
            <a:extLst xmlns:a="http://schemas.openxmlformats.org/drawingml/2006/main">
              <a:ext uri="{FF2B5EF4-FFF2-40B4-BE49-F238E27FC236}">
                <a16:creationId xmlns:a16="http://schemas.microsoft.com/office/drawing/2014/main" id="{B64FD3D1-F4F2-4CFE-85FA-3AF60BDFF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8384" y="578914"/>
            <a:ext cx="114036" cy="113946"/>
          </a:xfrm>
          <a:custGeom xmlns:a="http://schemas.openxmlformats.org/drawingml/2006/main">
            <a:pathLst>
              <a:path w="114036" h="113946">
                <a:moveTo>
                  <a:pt x="0" y="0"/>
                </a:moveTo>
                <a:lnTo>
                  <a:pt x="0" y="113946"/>
                </a:lnTo>
                <a:lnTo>
                  <a:pt x="114036" y="113946"/>
                </a:lnTo>
                <a:lnTo>
                  <a:pt x="114036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009">
            <a:solidFill>
              <a:srgbClr val="000000"/>
            </a:solidFill>
            <a:prstDash val="solid"/>
          </a:ln>
        </p:spPr>
      </p:sp>
      <p:sp>
        <p:nvSpPr>
          <p:cNvPr id="460" name="path-460">
            <a:extLst xmlns:a="http://schemas.openxmlformats.org/drawingml/2006/main">
              <a:ext uri="{FF2B5EF4-FFF2-40B4-BE49-F238E27FC236}">
                <a16:creationId xmlns:a16="http://schemas.microsoft.com/office/drawing/2014/main" id="{346AC548-96DC-4432-9D71-6D9543D9D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421" y="578855"/>
            <a:ext cx="114011" cy="114009"/>
          </a:xfrm>
          <a:custGeom xmlns:a="http://schemas.openxmlformats.org/drawingml/2006/main">
            <a:pathLst>
              <a:path w="114011" h="114009">
                <a:moveTo>
                  <a:pt x="0" y="0"/>
                </a:moveTo>
                <a:lnTo>
                  <a:pt x="114011" y="0"/>
                </a:lnTo>
                <a:lnTo>
                  <a:pt x="114011" y="114009"/>
                </a:lnTo>
                <a:lnTo>
                  <a:pt x="0" y="114009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1" name="path-461">
            <a:extLst xmlns:a="http://schemas.openxmlformats.org/drawingml/2006/main">
              <a:ext uri="{FF2B5EF4-FFF2-40B4-BE49-F238E27FC236}">
                <a16:creationId xmlns:a16="http://schemas.microsoft.com/office/drawing/2014/main" id="{5B6F2FB9-C1E3-4C0B-AEC9-A225CB285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421" y="578914"/>
            <a:ext cx="114031" cy="113946"/>
          </a:xfrm>
          <a:custGeom xmlns:a="http://schemas.openxmlformats.org/drawingml/2006/main">
            <a:pathLst>
              <a:path w="114031" h="113946">
                <a:moveTo>
                  <a:pt x="0" y="0"/>
                </a:moveTo>
                <a:lnTo>
                  <a:pt x="0" y="113946"/>
                </a:lnTo>
                <a:lnTo>
                  <a:pt x="114031" y="113946"/>
                </a:lnTo>
                <a:lnTo>
                  <a:pt x="114031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009">
            <a:solidFill>
              <a:srgbClr val="000000"/>
            </a:solidFill>
            <a:prstDash val="solid"/>
          </a:ln>
        </p:spPr>
      </p:sp>
      <p:sp>
        <p:nvSpPr>
          <p:cNvPr id="462" name="path-462">
            <a:extLst xmlns:a="http://schemas.openxmlformats.org/drawingml/2006/main">
              <a:ext uri="{FF2B5EF4-FFF2-40B4-BE49-F238E27FC236}">
                <a16:creationId xmlns:a16="http://schemas.microsoft.com/office/drawing/2014/main" id="{8A790EEA-3587-4C91-8AB9-E875FC231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439" y="578855"/>
            <a:ext cx="114010" cy="114009"/>
          </a:xfrm>
          <a:custGeom xmlns:a="http://schemas.openxmlformats.org/drawingml/2006/main">
            <a:pathLst>
              <a:path w="114010" h="114009">
                <a:moveTo>
                  <a:pt x="0" y="0"/>
                </a:moveTo>
                <a:lnTo>
                  <a:pt x="114010" y="0"/>
                </a:lnTo>
                <a:lnTo>
                  <a:pt x="114010" y="114009"/>
                </a:lnTo>
                <a:lnTo>
                  <a:pt x="0" y="114009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3" name="path-463">
            <a:extLst xmlns:a="http://schemas.openxmlformats.org/drawingml/2006/main">
              <a:ext uri="{FF2B5EF4-FFF2-40B4-BE49-F238E27FC236}">
                <a16:creationId xmlns:a16="http://schemas.microsoft.com/office/drawing/2014/main" id="{966C45DF-201B-41FA-B398-191290DB6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452" y="578914"/>
            <a:ext cx="114031" cy="113946"/>
          </a:xfrm>
          <a:custGeom xmlns:a="http://schemas.openxmlformats.org/drawingml/2006/main">
            <a:pathLst>
              <a:path w="114031" h="113946">
                <a:moveTo>
                  <a:pt x="0" y="0"/>
                </a:moveTo>
                <a:lnTo>
                  <a:pt x="0" y="113946"/>
                </a:lnTo>
                <a:lnTo>
                  <a:pt x="114031" y="113946"/>
                </a:lnTo>
                <a:lnTo>
                  <a:pt x="114031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009">
            <a:solidFill>
              <a:srgbClr val="000000"/>
            </a:solidFill>
            <a:prstDash val="solid"/>
          </a:ln>
        </p:spPr>
      </p:sp>
      <p:sp>
        <p:nvSpPr>
          <p:cNvPr id="464" name="path-464">
            <a:extLst xmlns:a="http://schemas.openxmlformats.org/drawingml/2006/main">
              <a:ext uri="{FF2B5EF4-FFF2-40B4-BE49-F238E27FC236}">
                <a16:creationId xmlns:a16="http://schemas.microsoft.com/office/drawing/2014/main" id="{03480CF6-A6AB-4E58-8362-7F0F9D761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447" y="236836"/>
            <a:ext cx="114011" cy="114010"/>
          </a:xfrm>
          <a:custGeom xmlns:a="http://schemas.openxmlformats.org/drawingml/2006/main">
            <a:pathLst>
              <a:path w="114011" h="114010">
                <a:moveTo>
                  <a:pt x="0" y="0"/>
                </a:moveTo>
                <a:lnTo>
                  <a:pt x="114011" y="0"/>
                </a:lnTo>
                <a:lnTo>
                  <a:pt x="114011" y="114010"/>
                </a:lnTo>
                <a:lnTo>
                  <a:pt x="0" y="114010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5" name="path-465">
            <a:extLst xmlns:a="http://schemas.openxmlformats.org/drawingml/2006/main">
              <a:ext uri="{FF2B5EF4-FFF2-40B4-BE49-F238E27FC236}">
                <a16:creationId xmlns:a16="http://schemas.microsoft.com/office/drawing/2014/main" id="{01B429C2-0D43-4D63-8FA4-863A13AC2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482" y="236895"/>
            <a:ext cx="113957" cy="113946"/>
          </a:xfrm>
          <a:custGeom xmlns:a="http://schemas.openxmlformats.org/drawingml/2006/main">
            <a:pathLst>
              <a:path w="113957" h="113946">
                <a:moveTo>
                  <a:pt x="0" y="0"/>
                </a:moveTo>
                <a:lnTo>
                  <a:pt x="0" y="113946"/>
                </a:lnTo>
                <a:lnTo>
                  <a:pt x="113957" y="113946"/>
                </a:lnTo>
                <a:lnTo>
                  <a:pt x="113957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009">
            <a:solidFill>
              <a:srgbClr val="000000"/>
            </a:solidFill>
            <a:prstDash val="solid"/>
          </a:ln>
        </p:spPr>
      </p:sp>
      <p:sp>
        <p:nvSpPr>
          <p:cNvPr id="466" name="path-466">
            <a:extLst xmlns:a="http://schemas.openxmlformats.org/drawingml/2006/main">
              <a:ext uri="{FF2B5EF4-FFF2-40B4-BE49-F238E27FC236}">
                <a16:creationId xmlns:a16="http://schemas.microsoft.com/office/drawing/2014/main" id="{12553649-D2F5-4F9D-A8BF-CD74558AC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447" y="350869"/>
            <a:ext cx="114011" cy="114010"/>
          </a:xfrm>
          <a:custGeom xmlns:a="http://schemas.openxmlformats.org/drawingml/2006/main">
            <a:pathLst>
              <a:path w="114011" h="114010">
                <a:moveTo>
                  <a:pt x="0" y="0"/>
                </a:moveTo>
                <a:lnTo>
                  <a:pt x="114011" y="0"/>
                </a:lnTo>
                <a:lnTo>
                  <a:pt x="114011" y="114010"/>
                </a:lnTo>
                <a:lnTo>
                  <a:pt x="0" y="114010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7" name="path-467">
            <a:extLst xmlns:a="http://schemas.openxmlformats.org/drawingml/2006/main">
              <a:ext uri="{FF2B5EF4-FFF2-40B4-BE49-F238E27FC236}">
                <a16:creationId xmlns:a16="http://schemas.microsoft.com/office/drawing/2014/main" id="{81681841-36E3-4954-968A-F9C1F8C9F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482" y="350841"/>
            <a:ext cx="113957" cy="114036"/>
          </a:xfrm>
          <a:custGeom xmlns:a="http://schemas.openxmlformats.org/drawingml/2006/main">
            <a:pathLst>
              <a:path w="113957" h="114036">
                <a:moveTo>
                  <a:pt x="0" y="0"/>
                </a:moveTo>
                <a:lnTo>
                  <a:pt x="0" y="114036"/>
                </a:lnTo>
                <a:lnTo>
                  <a:pt x="113957" y="114036"/>
                </a:lnTo>
                <a:lnTo>
                  <a:pt x="113957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009">
            <a:solidFill>
              <a:srgbClr val="000000"/>
            </a:solidFill>
            <a:prstDash val="solid"/>
          </a:ln>
        </p:spPr>
      </p:sp>
      <p:sp>
        <p:nvSpPr>
          <p:cNvPr id="468" name="path-468">
            <a:extLst xmlns:a="http://schemas.openxmlformats.org/drawingml/2006/main">
              <a:ext uri="{FF2B5EF4-FFF2-40B4-BE49-F238E27FC236}">
                <a16:creationId xmlns:a16="http://schemas.microsoft.com/office/drawing/2014/main" id="{831CC7FF-F1FD-4E19-B8B6-59823676D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447" y="464903"/>
            <a:ext cx="114011" cy="114009"/>
          </a:xfrm>
          <a:custGeom xmlns:a="http://schemas.openxmlformats.org/drawingml/2006/main">
            <a:pathLst>
              <a:path w="114011" h="114009">
                <a:moveTo>
                  <a:pt x="0" y="0"/>
                </a:moveTo>
                <a:lnTo>
                  <a:pt x="114011" y="0"/>
                </a:lnTo>
                <a:lnTo>
                  <a:pt x="114011" y="114009"/>
                </a:lnTo>
                <a:lnTo>
                  <a:pt x="0" y="114009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9" name="path-469">
            <a:extLst xmlns:a="http://schemas.openxmlformats.org/drawingml/2006/main">
              <a:ext uri="{FF2B5EF4-FFF2-40B4-BE49-F238E27FC236}">
                <a16:creationId xmlns:a16="http://schemas.microsoft.com/office/drawing/2014/main" id="{F0344192-7D13-48E6-B625-8235A0074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482" y="464877"/>
            <a:ext cx="113957" cy="114036"/>
          </a:xfrm>
          <a:custGeom xmlns:a="http://schemas.openxmlformats.org/drawingml/2006/main">
            <a:pathLst>
              <a:path w="113957" h="114036">
                <a:moveTo>
                  <a:pt x="0" y="0"/>
                </a:moveTo>
                <a:lnTo>
                  <a:pt x="0" y="114036"/>
                </a:lnTo>
                <a:lnTo>
                  <a:pt x="113957" y="114036"/>
                </a:lnTo>
                <a:lnTo>
                  <a:pt x="113957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009">
            <a:solidFill>
              <a:srgbClr val="000000"/>
            </a:solidFill>
            <a:prstDash val="solid"/>
          </a:ln>
        </p:spPr>
      </p:sp>
      <p:sp>
        <p:nvSpPr>
          <p:cNvPr id="470" name="path-470">
            <a:extLst xmlns:a="http://schemas.openxmlformats.org/drawingml/2006/main">
              <a:ext uri="{FF2B5EF4-FFF2-40B4-BE49-F238E27FC236}">
                <a16:creationId xmlns:a16="http://schemas.microsoft.com/office/drawing/2014/main" id="{D92F50FE-A316-4327-AD72-02E40554E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447" y="578855"/>
            <a:ext cx="114011" cy="114009"/>
          </a:xfrm>
          <a:custGeom xmlns:a="http://schemas.openxmlformats.org/drawingml/2006/main">
            <a:pathLst>
              <a:path w="114011" h="114009">
                <a:moveTo>
                  <a:pt x="0" y="0"/>
                </a:moveTo>
                <a:lnTo>
                  <a:pt x="114011" y="0"/>
                </a:lnTo>
                <a:lnTo>
                  <a:pt x="114011" y="114009"/>
                </a:lnTo>
                <a:lnTo>
                  <a:pt x="0" y="114009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1" name="path-471">
            <a:extLst xmlns:a="http://schemas.openxmlformats.org/drawingml/2006/main">
              <a:ext uri="{FF2B5EF4-FFF2-40B4-BE49-F238E27FC236}">
                <a16:creationId xmlns:a16="http://schemas.microsoft.com/office/drawing/2014/main" id="{4CAC8CA5-DDD1-4142-8311-3C6F53A6A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482" y="578914"/>
            <a:ext cx="113957" cy="113946"/>
          </a:xfrm>
          <a:custGeom xmlns:a="http://schemas.openxmlformats.org/drawingml/2006/main">
            <a:pathLst>
              <a:path w="113957" h="113946">
                <a:moveTo>
                  <a:pt x="0" y="0"/>
                </a:moveTo>
                <a:lnTo>
                  <a:pt x="0" y="113946"/>
                </a:lnTo>
                <a:lnTo>
                  <a:pt x="113957" y="113946"/>
                </a:lnTo>
                <a:lnTo>
                  <a:pt x="113957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009">
            <a:solidFill>
              <a:srgbClr val="000000"/>
            </a:solidFill>
            <a:prstDash val="solid"/>
          </a:ln>
        </p:spPr>
      </p:sp>
      <p:sp>
        <p:nvSpPr>
          <p:cNvPr id="472" name="path-472">
            <a:extLst xmlns:a="http://schemas.openxmlformats.org/drawingml/2006/main">
              <a:ext uri="{FF2B5EF4-FFF2-40B4-BE49-F238E27FC236}">
                <a16:creationId xmlns:a16="http://schemas.microsoft.com/office/drawing/2014/main" id="{E71CE9B4-1957-4F00-8310-F8BDA42DA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4404" y="692896"/>
            <a:ext cx="114011" cy="114009"/>
          </a:xfrm>
          <a:custGeom xmlns:a="http://schemas.openxmlformats.org/drawingml/2006/main">
            <a:pathLst>
              <a:path w="114011" h="114009">
                <a:moveTo>
                  <a:pt x="0" y="0"/>
                </a:moveTo>
                <a:lnTo>
                  <a:pt x="114011" y="0"/>
                </a:lnTo>
                <a:lnTo>
                  <a:pt x="114011" y="114009"/>
                </a:lnTo>
                <a:lnTo>
                  <a:pt x="0" y="114009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3" name="path-473">
            <a:extLst xmlns:a="http://schemas.openxmlformats.org/drawingml/2006/main">
              <a:ext uri="{FF2B5EF4-FFF2-40B4-BE49-F238E27FC236}">
                <a16:creationId xmlns:a16="http://schemas.microsoft.com/office/drawing/2014/main" id="{501E62AE-92CC-48E7-A151-8AADACC81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4433" y="692859"/>
            <a:ext cx="113951" cy="114036"/>
          </a:xfrm>
          <a:custGeom xmlns:a="http://schemas.openxmlformats.org/drawingml/2006/main">
            <a:pathLst>
              <a:path w="113951" h="114036">
                <a:moveTo>
                  <a:pt x="0" y="0"/>
                </a:moveTo>
                <a:lnTo>
                  <a:pt x="0" y="114036"/>
                </a:lnTo>
                <a:lnTo>
                  <a:pt x="113951" y="114036"/>
                </a:lnTo>
                <a:lnTo>
                  <a:pt x="113951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009">
            <a:solidFill>
              <a:srgbClr val="000000"/>
            </a:solidFill>
            <a:prstDash val="solid"/>
          </a:ln>
        </p:spPr>
      </p:sp>
      <p:sp>
        <p:nvSpPr>
          <p:cNvPr id="474" name="path-474">
            <a:extLst xmlns:a="http://schemas.openxmlformats.org/drawingml/2006/main">
              <a:ext uri="{FF2B5EF4-FFF2-40B4-BE49-F238E27FC236}">
                <a16:creationId xmlns:a16="http://schemas.microsoft.com/office/drawing/2014/main" id="{9521DE4A-6447-4239-B1DB-3249F4DBD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8413" y="692896"/>
            <a:ext cx="114010" cy="114009"/>
          </a:xfrm>
          <a:custGeom xmlns:a="http://schemas.openxmlformats.org/drawingml/2006/main">
            <a:pathLst>
              <a:path w="114010" h="114009">
                <a:moveTo>
                  <a:pt x="0" y="0"/>
                </a:moveTo>
                <a:lnTo>
                  <a:pt x="114010" y="0"/>
                </a:lnTo>
                <a:lnTo>
                  <a:pt x="114010" y="114009"/>
                </a:lnTo>
                <a:lnTo>
                  <a:pt x="0" y="114009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5" name="path-475">
            <a:extLst xmlns:a="http://schemas.openxmlformats.org/drawingml/2006/main">
              <a:ext uri="{FF2B5EF4-FFF2-40B4-BE49-F238E27FC236}">
                <a16:creationId xmlns:a16="http://schemas.microsoft.com/office/drawing/2014/main" id="{AFC201DF-3221-4278-86E3-F4BE208AE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8384" y="692859"/>
            <a:ext cx="114036" cy="114036"/>
          </a:xfrm>
          <a:custGeom xmlns:a="http://schemas.openxmlformats.org/drawingml/2006/main">
            <a:pathLst>
              <a:path w="114036" h="114036">
                <a:moveTo>
                  <a:pt x="0" y="0"/>
                </a:moveTo>
                <a:lnTo>
                  <a:pt x="0" y="114036"/>
                </a:lnTo>
                <a:lnTo>
                  <a:pt x="114036" y="114036"/>
                </a:lnTo>
                <a:lnTo>
                  <a:pt x="114036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009">
            <a:solidFill>
              <a:srgbClr val="000000"/>
            </a:solidFill>
            <a:prstDash val="solid"/>
          </a:ln>
        </p:spPr>
      </p:sp>
      <p:sp>
        <p:nvSpPr>
          <p:cNvPr id="476" name="path-476">
            <a:extLst xmlns:a="http://schemas.openxmlformats.org/drawingml/2006/main">
              <a:ext uri="{FF2B5EF4-FFF2-40B4-BE49-F238E27FC236}">
                <a16:creationId xmlns:a16="http://schemas.microsoft.com/office/drawing/2014/main" id="{B254730D-2D11-46EA-AE72-2E8FE2368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421" y="692896"/>
            <a:ext cx="114011" cy="114009"/>
          </a:xfrm>
          <a:custGeom xmlns:a="http://schemas.openxmlformats.org/drawingml/2006/main">
            <a:pathLst>
              <a:path w="114011" h="114009">
                <a:moveTo>
                  <a:pt x="0" y="0"/>
                </a:moveTo>
                <a:lnTo>
                  <a:pt x="114011" y="0"/>
                </a:lnTo>
                <a:lnTo>
                  <a:pt x="114011" y="114009"/>
                </a:lnTo>
                <a:lnTo>
                  <a:pt x="0" y="114009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7" name="path-477">
            <a:extLst xmlns:a="http://schemas.openxmlformats.org/drawingml/2006/main">
              <a:ext uri="{FF2B5EF4-FFF2-40B4-BE49-F238E27FC236}">
                <a16:creationId xmlns:a16="http://schemas.microsoft.com/office/drawing/2014/main" id="{52F67C13-2403-47B7-AA8E-A2DE5E633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421" y="692859"/>
            <a:ext cx="114031" cy="114036"/>
          </a:xfrm>
          <a:custGeom xmlns:a="http://schemas.openxmlformats.org/drawingml/2006/main">
            <a:pathLst>
              <a:path w="114031" h="114036">
                <a:moveTo>
                  <a:pt x="0" y="0"/>
                </a:moveTo>
                <a:lnTo>
                  <a:pt x="0" y="114036"/>
                </a:lnTo>
                <a:lnTo>
                  <a:pt x="114031" y="114036"/>
                </a:lnTo>
                <a:lnTo>
                  <a:pt x="114031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009">
            <a:solidFill>
              <a:srgbClr val="000000"/>
            </a:solidFill>
            <a:prstDash val="solid"/>
          </a:ln>
        </p:spPr>
      </p:sp>
      <p:sp>
        <p:nvSpPr>
          <p:cNvPr id="478" name="path-478">
            <a:extLst xmlns:a="http://schemas.openxmlformats.org/drawingml/2006/main">
              <a:ext uri="{FF2B5EF4-FFF2-40B4-BE49-F238E27FC236}">
                <a16:creationId xmlns:a16="http://schemas.microsoft.com/office/drawing/2014/main" id="{60C64916-F8F7-473A-AE00-32AB624AA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439" y="692896"/>
            <a:ext cx="114010" cy="114009"/>
          </a:xfrm>
          <a:custGeom xmlns:a="http://schemas.openxmlformats.org/drawingml/2006/main">
            <a:pathLst>
              <a:path w="114010" h="114009">
                <a:moveTo>
                  <a:pt x="0" y="0"/>
                </a:moveTo>
                <a:lnTo>
                  <a:pt x="114010" y="0"/>
                </a:lnTo>
                <a:lnTo>
                  <a:pt x="114010" y="114009"/>
                </a:lnTo>
                <a:lnTo>
                  <a:pt x="0" y="114009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9" name="path-479">
            <a:extLst xmlns:a="http://schemas.openxmlformats.org/drawingml/2006/main">
              <a:ext uri="{FF2B5EF4-FFF2-40B4-BE49-F238E27FC236}">
                <a16:creationId xmlns:a16="http://schemas.microsoft.com/office/drawing/2014/main" id="{E26E7F6A-0705-4163-8977-EA4CBA743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452" y="692859"/>
            <a:ext cx="114031" cy="114036"/>
          </a:xfrm>
          <a:custGeom xmlns:a="http://schemas.openxmlformats.org/drawingml/2006/main">
            <a:pathLst>
              <a:path w="114031" h="114036">
                <a:moveTo>
                  <a:pt x="0" y="0"/>
                </a:moveTo>
                <a:lnTo>
                  <a:pt x="0" y="114036"/>
                </a:lnTo>
                <a:lnTo>
                  <a:pt x="114031" y="114036"/>
                </a:lnTo>
                <a:lnTo>
                  <a:pt x="114031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009">
            <a:solidFill>
              <a:srgbClr val="000000"/>
            </a:solidFill>
            <a:prstDash val="solid"/>
          </a:ln>
        </p:spPr>
      </p:sp>
      <p:sp>
        <p:nvSpPr>
          <p:cNvPr id="480" name="path-480">
            <a:extLst xmlns:a="http://schemas.openxmlformats.org/drawingml/2006/main">
              <a:ext uri="{FF2B5EF4-FFF2-40B4-BE49-F238E27FC236}">
                <a16:creationId xmlns:a16="http://schemas.microsoft.com/office/drawing/2014/main" id="{26ED9E5E-EA92-4888-9662-879678CB5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447" y="692896"/>
            <a:ext cx="114011" cy="114009"/>
          </a:xfrm>
          <a:custGeom xmlns:a="http://schemas.openxmlformats.org/drawingml/2006/main">
            <a:pathLst>
              <a:path w="114011" h="114009">
                <a:moveTo>
                  <a:pt x="0" y="0"/>
                </a:moveTo>
                <a:lnTo>
                  <a:pt x="114011" y="0"/>
                </a:lnTo>
                <a:lnTo>
                  <a:pt x="114011" y="114009"/>
                </a:lnTo>
                <a:lnTo>
                  <a:pt x="0" y="114009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1" name="path-481">
            <a:extLst xmlns:a="http://schemas.openxmlformats.org/drawingml/2006/main">
              <a:ext uri="{FF2B5EF4-FFF2-40B4-BE49-F238E27FC236}">
                <a16:creationId xmlns:a16="http://schemas.microsoft.com/office/drawing/2014/main" id="{E855BF80-2F8D-4188-9932-6AE9CB4B0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482" y="692859"/>
            <a:ext cx="113957" cy="114036"/>
          </a:xfrm>
          <a:custGeom xmlns:a="http://schemas.openxmlformats.org/drawingml/2006/main">
            <a:pathLst>
              <a:path w="113957" h="114036">
                <a:moveTo>
                  <a:pt x="0" y="0"/>
                </a:moveTo>
                <a:lnTo>
                  <a:pt x="0" y="114036"/>
                </a:lnTo>
                <a:lnTo>
                  <a:pt x="113957" y="114036"/>
                </a:lnTo>
                <a:lnTo>
                  <a:pt x="113957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009">
            <a:solidFill>
              <a:srgbClr val="000000"/>
            </a:solidFill>
            <a:prstDash val="solid"/>
          </a:ln>
        </p:spPr>
      </p:sp>
      <p:sp>
        <p:nvSpPr>
          <p:cNvPr id="482" name="path-482">
            <a:extLst xmlns:a="http://schemas.openxmlformats.org/drawingml/2006/main">
              <a:ext uri="{FF2B5EF4-FFF2-40B4-BE49-F238E27FC236}">
                <a16:creationId xmlns:a16="http://schemas.microsoft.com/office/drawing/2014/main" id="{CF59F1FD-9EE1-4CFD-A4DC-183A94AD7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6234" y="387194"/>
            <a:ext cx="260554" cy="257764"/>
          </a:xfrm>
          <a:custGeom xmlns:a="http://schemas.openxmlformats.org/drawingml/2006/main">
            <a:pathLst>
              <a:path w="260554" h="257764">
                <a:moveTo>
                  <a:pt x="0" y="0"/>
                </a:moveTo>
                <a:lnTo>
                  <a:pt x="260554" y="0"/>
                </a:lnTo>
                <a:lnTo>
                  <a:pt x="260554" y="257764"/>
                </a:lnTo>
                <a:lnTo>
                  <a:pt x="0" y="257764"/>
                </a:lnTo>
                <a:close/>
              </a:path>
            </a:pathLst>
          </a:custGeom>
          <a:solidFill xmlns:a="http://schemas.openxmlformats.org/drawingml/2006/main">
            <a:srgbClr val="FFFFFF">
              <a:alpha val="8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3" name="path-484">
            <a:extLst xmlns:a="http://schemas.openxmlformats.org/drawingml/2006/main">
              <a:ext uri="{FF2B5EF4-FFF2-40B4-BE49-F238E27FC236}">
                <a16:creationId xmlns:a16="http://schemas.microsoft.com/office/drawing/2014/main" id="{7014BC55-7BAF-4B09-9281-BC188BC35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373" y="459110"/>
            <a:ext cx="75723" cy="83124"/>
          </a:xfrm>
          <a:custGeom xmlns:a="http://schemas.openxmlformats.org/drawingml/2006/main">
            <a:pathLst>
              <a:path w="75723" h="83124">
                <a:moveTo>
                  <a:pt x="64516" y="10528"/>
                </a:moveTo>
                <a:cubicBezTo>
                  <a:pt x="58554" y="12878"/>
                  <a:pt x="56927" y="18299"/>
                  <a:pt x="56927" y="20831"/>
                </a:cubicBezTo>
                <a:cubicBezTo>
                  <a:pt x="56927" y="25527"/>
                  <a:pt x="60722" y="28237"/>
                  <a:pt x="64698" y="28237"/>
                </a:cubicBezTo>
                <a:cubicBezTo>
                  <a:pt x="69036" y="28237"/>
                  <a:pt x="75723" y="24625"/>
                  <a:pt x="75723" y="15950"/>
                </a:cubicBezTo>
                <a:cubicBezTo>
                  <a:pt x="75723" y="6326"/>
                  <a:pt x="66143" y="0"/>
                  <a:pt x="49879" y="0"/>
                </a:cubicBezTo>
                <a:cubicBezTo>
                  <a:pt x="44637" y="0"/>
                  <a:pt x="34516" y="364"/>
                  <a:pt x="26205" y="6690"/>
                </a:cubicBezTo>
                <a:cubicBezTo>
                  <a:pt x="18073" y="12878"/>
                  <a:pt x="15180" y="23359"/>
                  <a:pt x="15180" y="27876"/>
                </a:cubicBezTo>
                <a:cubicBezTo>
                  <a:pt x="15180" y="33298"/>
                  <a:pt x="17712" y="38355"/>
                  <a:pt x="21685" y="41606"/>
                </a:cubicBezTo>
                <a:cubicBezTo>
                  <a:pt x="26746" y="45583"/>
                  <a:pt x="29820" y="46123"/>
                  <a:pt x="42108" y="48472"/>
                </a:cubicBezTo>
                <a:cubicBezTo>
                  <a:pt x="47529" y="49374"/>
                  <a:pt x="58372" y="51362"/>
                  <a:pt x="58372" y="59494"/>
                </a:cubicBezTo>
                <a:cubicBezTo>
                  <a:pt x="58372" y="60217"/>
                  <a:pt x="58372" y="76619"/>
                  <a:pt x="31444" y="76619"/>
                </a:cubicBezTo>
                <a:cubicBezTo>
                  <a:pt x="22590" y="76619"/>
                  <a:pt x="15903" y="74832"/>
                  <a:pt x="11926" y="71964"/>
                </a:cubicBezTo>
                <a:cubicBezTo>
                  <a:pt x="18073" y="70158"/>
                  <a:pt x="21867" y="64916"/>
                  <a:pt x="21867" y="59494"/>
                </a:cubicBezTo>
                <a:cubicBezTo>
                  <a:pt x="21867" y="52989"/>
                  <a:pt x="16625" y="51180"/>
                  <a:pt x="13013" y="51180"/>
                </a:cubicBezTo>
                <a:cubicBezTo>
                  <a:pt x="6866" y="51180"/>
                  <a:pt x="0" y="56243"/>
                  <a:pt x="0" y="65277"/>
                </a:cubicBezTo>
                <a:cubicBezTo>
                  <a:pt x="0" y="76980"/>
                  <a:pt x="12652" y="83124"/>
                  <a:pt x="31083" y="83124"/>
                </a:cubicBezTo>
                <a:cubicBezTo>
                  <a:pt x="72290" y="83124"/>
                  <a:pt x="72290" y="52267"/>
                  <a:pt x="72290" y="52085"/>
                </a:cubicBezTo>
                <a:cubicBezTo>
                  <a:pt x="72290" y="45944"/>
                  <a:pt x="69215" y="41066"/>
                  <a:pt x="65059" y="37453"/>
                </a:cubicBezTo>
                <a:cubicBezTo>
                  <a:pt x="59456" y="32575"/>
                  <a:pt x="52589" y="31309"/>
                  <a:pt x="46264" y="30226"/>
                </a:cubicBezTo>
                <a:cubicBezTo>
                  <a:pt x="36325" y="28419"/>
                  <a:pt x="29277" y="27154"/>
                  <a:pt x="29277" y="20467"/>
                </a:cubicBezTo>
                <a:cubicBezTo>
                  <a:pt x="29277" y="20105"/>
                  <a:pt x="29277" y="6508"/>
                  <a:pt x="49518" y="6508"/>
                </a:cubicBezTo>
                <a:cubicBezTo>
                  <a:pt x="53133" y="6508"/>
                  <a:pt x="59638" y="6872"/>
                  <a:pt x="64516" y="1052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4" name="path-485">
            <a:extLst xmlns:a="http://schemas.openxmlformats.org/drawingml/2006/main">
              <a:ext uri="{FF2B5EF4-FFF2-40B4-BE49-F238E27FC236}">
                <a16:creationId xmlns:a16="http://schemas.microsoft.com/office/drawing/2014/main" id="{7AE74845-4F06-4654-8479-6FD3E0589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5664" y="483935"/>
            <a:ext cx="58698" cy="86477"/>
          </a:xfrm>
          <a:custGeom xmlns:a="http://schemas.openxmlformats.org/drawingml/2006/main">
            <a:pathLst>
              <a:path w="58698" h="86477">
                <a:moveTo>
                  <a:pt x="58698" y="43619"/>
                </a:moveTo>
                <a:cubicBezTo>
                  <a:pt x="58698" y="29713"/>
                  <a:pt x="57054" y="19726"/>
                  <a:pt x="51236" y="10875"/>
                </a:cubicBezTo>
                <a:cubicBezTo>
                  <a:pt x="47313" y="5061"/>
                  <a:pt x="39471" y="0"/>
                  <a:pt x="29350" y="0"/>
                </a:cubicBezTo>
                <a:cubicBezTo>
                  <a:pt x="0" y="0"/>
                  <a:pt x="0" y="34517"/>
                  <a:pt x="0" y="43619"/>
                </a:cubicBezTo>
                <a:cubicBezTo>
                  <a:pt x="0" y="52722"/>
                  <a:pt x="0" y="86477"/>
                  <a:pt x="29350" y="86477"/>
                </a:cubicBezTo>
                <a:cubicBezTo>
                  <a:pt x="58698" y="86477"/>
                  <a:pt x="58698" y="52722"/>
                  <a:pt x="58698" y="43619"/>
                </a:cubicBezTo>
                <a:moveTo>
                  <a:pt x="29350" y="82935"/>
                </a:moveTo>
                <a:cubicBezTo>
                  <a:pt x="23530" y="82935"/>
                  <a:pt x="15813" y="79522"/>
                  <a:pt x="13284" y="69156"/>
                </a:cubicBezTo>
                <a:cubicBezTo>
                  <a:pt x="11512" y="61698"/>
                  <a:pt x="11512" y="51330"/>
                  <a:pt x="11512" y="41976"/>
                </a:cubicBezTo>
                <a:cubicBezTo>
                  <a:pt x="11512" y="32747"/>
                  <a:pt x="11512" y="23138"/>
                  <a:pt x="13410" y="16185"/>
                </a:cubicBezTo>
                <a:cubicBezTo>
                  <a:pt x="16066" y="6198"/>
                  <a:pt x="24163" y="3544"/>
                  <a:pt x="29350" y="3544"/>
                </a:cubicBezTo>
                <a:cubicBezTo>
                  <a:pt x="36181" y="3544"/>
                  <a:pt x="42760" y="7715"/>
                  <a:pt x="45036" y="15049"/>
                </a:cubicBezTo>
                <a:cubicBezTo>
                  <a:pt x="47060" y="21874"/>
                  <a:pt x="47186" y="30977"/>
                  <a:pt x="47186" y="41976"/>
                </a:cubicBezTo>
                <a:cubicBezTo>
                  <a:pt x="47186" y="51330"/>
                  <a:pt x="47186" y="60686"/>
                  <a:pt x="45541" y="68651"/>
                </a:cubicBezTo>
                <a:cubicBezTo>
                  <a:pt x="43013" y="80155"/>
                  <a:pt x="34409" y="82935"/>
                  <a:pt x="29350" y="8293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5" name="text-486 …">
            <a:extLst xmlns:a="http://schemas.openxmlformats.org/drawingml/2006/main">
              <a:ext uri="{FF2B5EF4-FFF2-40B4-BE49-F238E27FC236}">
                <a16:creationId xmlns:a16="http://schemas.microsoft.com/office/drawing/2014/main" id="{D15F8CF6-AEA9-4C52-9AE1-C13B3361D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82849" y="328112"/>
            <a:ext cx="233518" cy="277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59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59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59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…</a:t>
            </a:r>
          </a:p>
        </p:txBody>
      </p:sp>
      <p:sp>
        <p:nvSpPr>
          <p:cNvPr id="486" name="path-487">
            <a:extLst xmlns:a="http://schemas.openxmlformats.org/drawingml/2006/main">
              <a:ext uri="{FF2B5EF4-FFF2-40B4-BE49-F238E27FC236}">
                <a16:creationId xmlns:a16="http://schemas.microsoft.com/office/drawing/2014/main" id="{87A13372-C1A8-44D5-B4C7-9679E0669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0583" y="1925050"/>
            <a:ext cx="1538172" cy="191"/>
          </a:xfrm>
          <a:custGeom xmlns:a="http://schemas.openxmlformats.org/drawingml/2006/main">
            <a:pathLst>
              <a:path w="1538172" h="191">
                <a:moveTo>
                  <a:pt x="1538172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368">
            <a:solidFill>
              <a:srgbClr val="000000"/>
            </a:solidFill>
            <a:prstDash val="solid"/>
          </a:ln>
        </p:spPr>
      </p:sp>
      <p:sp>
        <p:nvSpPr>
          <p:cNvPr id="487" name="path-488">
            <a:extLst xmlns:a="http://schemas.openxmlformats.org/drawingml/2006/main">
              <a:ext uri="{FF2B5EF4-FFF2-40B4-BE49-F238E27FC236}">
                <a16:creationId xmlns:a16="http://schemas.microsoft.com/office/drawing/2014/main" id="{931BC87F-ED17-4F41-95B2-29B45A103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5242" y="1897817"/>
            <a:ext cx="72559" cy="54419"/>
          </a:xfrm>
          <a:custGeom xmlns:a="http://schemas.openxmlformats.org/drawingml/2006/main">
            <a:pathLst>
              <a:path w="72559" h="54419">
                <a:moveTo>
                  <a:pt x="0" y="27210"/>
                </a:moveTo>
                <a:lnTo>
                  <a:pt x="72559" y="54419"/>
                </a:lnTo>
                <a:lnTo>
                  <a:pt x="45350" y="27210"/>
                </a:lnTo>
                <a:lnTo>
                  <a:pt x="72559" y="0"/>
                </a:lnTo>
                <a:lnTo>
                  <a:pt x="0" y="2721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8" name="path-489">
            <a:extLst xmlns:a="http://schemas.openxmlformats.org/drawingml/2006/main">
              <a:ext uri="{FF2B5EF4-FFF2-40B4-BE49-F238E27FC236}">
                <a16:creationId xmlns:a16="http://schemas.microsoft.com/office/drawing/2014/main" id="{49745287-B8FC-4CED-B26E-AF242EB39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5232" y="1897837"/>
            <a:ext cx="72558" cy="54426"/>
          </a:xfrm>
          <a:custGeom xmlns:a="http://schemas.openxmlformats.org/drawingml/2006/main">
            <a:pathLst>
              <a:path w="72558" h="54426">
                <a:moveTo>
                  <a:pt x="0" y="27213"/>
                </a:moveTo>
                <a:lnTo>
                  <a:pt x="72558" y="54426"/>
                </a:lnTo>
                <a:lnTo>
                  <a:pt x="45351" y="27213"/>
                </a:lnTo>
                <a:lnTo>
                  <a:pt x="72558" y="0"/>
                </a:lnTo>
                <a:lnTo>
                  <a:pt x="0" y="27213"/>
                </a:lnTo>
              </a:path>
            </a:pathLst>
          </a:custGeom>
          <a:noFill xmlns:a="http://schemas.openxmlformats.org/drawingml/2006/main"/>
          <a:ln xmlns:a="http://schemas.openxmlformats.org/drawingml/2006/main" w="12368">
            <a:solidFill>
              <a:srgbClr val="000000"/>
            </a:solidFill>
            <a:prstDash val="solid"/>
          </a:ln>
        </p:spPr>
      </p:sp>
      <p:sp>
        <p:nvSpPr>
          <p:cNvPr id="489" name="path-490">
            <a:extLst xmlns:a="http://schemas.openxmlformats.org/drawingml/2006/main">
              <a:ext uri="{FF2B5EF4-FFF2-40B4-BE49-F238E27FC236}">
                <a16:creationId xmlns:a16="http://schemas.microsoft.com/office/drawing/2014/main" id="{AB439CF1-CE20-4E2E-99EB-82F05B851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5844" y="1661456"/>
            <a:ext cx="1135725" cy="535395"/>
          </a:xfrm>
          <a:custGeom xmlns:a="http://schemas.openxmlformats.org/drawingml/2006/main">
            <a:pathLst>
              <a:path w="1135725" h="535395">
                <a:moveTo>
                  <a:pt x="0" y="0"/>
                </a:moveTo>
                <a:lnTo>
                  <a:pt x="1135725" y="0"/>
                </a:lnTo>
                <a:lnTo>
                  <a:pt x="1135725" y="535395"/>
                </a:lnTo>
                <a:lnTo>
                  <a:pt x="0" y="535395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0" name="path-491">
            <a:extLst xmlns:a="http://schemas.openxmlformats.org/drawingml/2006/main">
              <a:ext uri="{FF2B5EF4-FFF2-40B4-BE49-F238E27FC236}">
                <a16:creationId xmlns:a16="http://schemas.microsoft.com/office/drawing/2014/main" id="{786AFD80-E04D-47AB-955A-8D7E14862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5842" y="1661445"/>
            <a:ext cx="1135714" cy="535377"/>
          </a:xfrm>
          <a:custGeom xmlns:a="http://schemas.openxmlformats.org/drawingml/2006/main">
            <a:pathLst>
              <a:path w="1135714" h="535377">
                <a:moveTo>
                  <a:pt x="0" y="0"/>
                </a:moveTo>
                <a:lnTo>
                  <a:pt x="0" y="535377"/>
                </a:lnTo>
                <a:lnTo>
                  <a:pt x="1135714" y="535377"/>
                </a:lnTo>
                <a:lnTo>
                  <a:pt x="1135714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6491">
            <a:solidFill>
              <a:srgbClr val="000000"/>
            </a:solidFill>
            <a:prstDash val="solid"/>
          </a:ln>
        </p:spPr>
      </p:sp>
      <p:sp>
        <p:nvSpPr>
          <p:cNvPr id="491" name="text-492 Guiding">
            <a:extLst xmlns:a="http://schemas.openxmlformats.org/drawingml/2006/main">
              <a:ext uri="{FF2B5EF4-FFF2-40B4-BE49-F238E27FC236}">
                <a16:creationId xmlns:a16="http://schemas.microsoft.com/office/drawing/2014/main" id="{4EB2CD09-B8AD-4C44-AFF2-20A22956E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72113" y="1670717"/>
            <a:ext cx="508124" cy="1963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04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04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04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Guiding</a:t>
            </a:r>
          </a:p>
        </p:txBody>
      </p:sp>
      <p:sp>
        <p:nvSpPr>
          <p:cNvPr id="492" name="text-493 the">
            <a:extLst xmlns:a="http://schemas.openxmlformats.org/drawingml/2006/main">
              <a:ext uri="{FF2B5EF4-FFF2-40B4-BE49-F238E27FC236}">
                <a16:creationId xmlns:a16="http://schemas.microsoft.com/office/drawing/2014/main" id="{43FD3061-551B-4377-946D-1BC5359A9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85189" y="1831919"/>
            <a:ext cx="220114" cy="1964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0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0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0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the</a:t>
            </a:r>
          </a:p>
        </p:txBody>
      </p:sp>
      <p:sp>
        <p:nvSpPr>
          <p:cNvPr id="493" name="text-493 Behaviors">
            <a:extLst xmlns:a="http://schemas.openxmlformats.org/drawingml/2006/main">
              <a:ext uri="{FF2B5EF4-FFF2-40B4-BE49-F238E27FC236}">
                <a16:creationId xmlns:a16="http://schemas.microsoft.com/office/drawing/2014/main" id="{F7E2B9E1-D0B3-43D5-96E7-6FEEFEABA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18998" y="1831906"/>
            <a:ext cx="648601" cy="1964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0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0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0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Behaviors</a:t>
            </a:r>
          </a:p>
        </p:txBody>
      </p:sp>
      <p:sp>
        <p:nvSpPr>
          <p:cNvPr id="494" name="text-494 through">
            <a:extLst xmlns:a="http://schemas.openxmlformats.org/drawingml/2006/main">
              <a:ext uri="{FF2B5EF4-FFF2-40B4-BE49-F238E27FC236}">
                <a16:creationId xmlns:a16="http://schemas.microsoft.com/office/drawing/2014/main" id="{12E0E950-7669-475D-AB2A-A4F9FAB65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07191" y="1993197"/>
            <a:ext cx="500682" cy="1964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0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0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0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through</a:t>
            </a:r>
          </a:p>
        </p:txBody>
      </p:sp>
      <p:sp>
        <p:nvSpPr>
          <p:cNvPr id="495" name="text-494 Training">
            <a:extLst xmlns:a="http://schemas.openxmlformats.org/drawingml/2006/main">
              <a:ext uri="{FF2B5EF4-FFF2-40B4-BE49-F238E27FC236}">
                <a16:creationId xmlns:a16="http://schemas.microsoft.com/office/drawing/2014/main" id="{45DA6B1F-A3B5-4F42-A900-622E18C17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19046" y="1993178"/>
            <a:ext cx="526496" cy="1964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0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0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0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Training</a:t>
            </a:r>
          </a:p>
        </p:txBody>
      </p:sp>
      <p:sp>
        <p:nvSpPr>
          <p:cNvPr id="496" name="path-495">
            <a:extLst xmlns:a="http://schemas.openxmlformats.org/drawingml/2006/main">
              <a:ext uri="{FF2B5EF4-FFF2-40B4-BE49-F238E27FC236}">
                <a16:creationId xmlns:a16="http://schemas.microsoft.com/office/drawing/2014/main" id="{9C2AACAE-48BC-43A3-89F8-96E94873A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8750" y="1425251"/>
            <a:ext cx="209570" cy="1309818"/>
          </a:xfrm>
          <a:custGeom xmlns:a="http://schemas.openxmlformats.org/drawingml/2006/main">
            <a:pathLst>
              <a:path w="209570" h="1309818">
                <a:moveTo>
                  <a:pt x="0" y="0"/>
                </a:moveTo>
                <a:lnTo>
                  <a:pt x="209570" y="0"/>
                </a:lnTo>
                <a:lnTo>
                  <a:pt x="209570" y="1309818"/>
                </a:lnTo>
                <a:lnTo>
                  <a:pt x="0" y="1309818"/>
                </a:lnTo>
                <a:close/>
              </a:path>
            </a:pathLst>
          </a:custGeom>
          <a:solidFill xmlns:a="http://schemas.openxmlformats.org/drawingml/2006/main">
            <a:srgbClr val="D4C7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7" name="path-496">
            <a:extLst xmlns:a="http://schemas.openxmlformats.org/drawingml/2006/main">
              <a:ext uri="{FF2B5EF4-FFF2-40B4-BE49-F238E27FC236}">
                <a16:creationId xmlns:a16="http://schemas.microsoft.com/office/drawing/2014/main" id="{07F61BC1-AA1B-47DE-B0A9-D91AAC2AD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8781" y="1425217"/>
            <a:ext cx="209515" cy="1309861"/>
          </a:xfrm>
          <a:custGeom xmlns:a="http://schemas.openxmlformats.org/drawingml/2006/main">
            <a:pathLst>
              <a:path w="209515" h="1309861">
                <a:moveTo>
                  <a:pt x="0" y="0"/>
                </a:moveTo>
                <a:lnTo>
                  <a:pt x="0" y="1309861"/>
                </a:lnTo>
                <a:lnTo>
                  <a:pt x="209515" y="1309861"/>
                </a:lnTo>
                <a:lnTo>
                  <a:pt x="209515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0613">
            <a:solidFill>
              <a:srgbClr val="531B93"/>
            </a:solidFill>
            <a:prstDash val="solid"/>
          </a:ln>
        </p:spPr>
      </p:sp>
      <p:sp>
        <p:nvSpPr>
          <p:cNvPr id="498" name="path-497">
            <a:extLst xmlns:a="http://schemas.openxmlformats.org/drawingml/2006/main">
              <a:ext uri="{FF2B5EF4-FFF2-40B4-BE49-F238E27FC236}">
                <a16:creationId xmlns:a16="http://schemas.microsoft.com/office/drawing/2014/main" id="{8DD3F627-134D-48A2-8C9C-6BF9D62F9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5960" y="1556228"/>
            <a:ext cx="209570" cy="1047854"/>
          </a:xfrm>
          <a:custGeom xmlns:a="http://schemas.openxmlformats.org/drawingml/2006/main">
            <a:pathLst>
              <a:path w="209570" h="1047854">
                <a:moveTo>
                  <a:pt x="0" y="0"/>
                </a:moveTo>
                <a:lnTo>
                  <a:pt x="209570" y="0"/>
                </a:lnTo>
                <a:lnTo>
                  <a:pt x="209570" y="1047854"/>
                </a:lnTo>
                <a:lnTo>
                  <a:pt x="0" y="1047854"/>
                </a:lnTo>
                <a:close/>
              </a:path>
            </a:pathLst>
          </a:custGeom>
          <a:solidFill xmlns:a="http://schemas.openxmlformats.org/drawingml/2006/main">
            <a:srgbClr val="D4C7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9" name="path-498">
            <a:extLst xmlns:a="http://schemas.openxmlformats.org/drawingml/2006/main">
              <a:ext uri="{FF2B5EF4-FFF2-40B4-BE49-F238E27FC236}">
                <a16:creationId xmlns:a16="http://schemas.microsoft.com/office/drawing/2014/main" id="{FAA4613D-1D99-467C-BACA-F718E05C0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5987" y="1556239"/>
            <a:ext cx="209520" cy="1047817"/>
          </a:xfrm>
          <a:custGeom xmlns:a="http://schemas.openxmlformats.org/drawingml/2006/main">
            <a:pathLst>
              <a:path w="209520" h="1047817">
                <a:moveTo>
                  <a:pt x="0" y="0"/>
                </a:moveTo>
                <a:lnTo>
                  <a:pt x="0" y="1047817"/>
                </a:lnTo>
                <a:lnTo>
                  <a:pt x="209520" y="1047817"/>
                </a:lnTo>
                <a:lnTo>
                  <a:pt x="20952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0613">
            <a:solidFill>
              <a:srgbClr val="531B93"/>
            </a:solidFill>
            <a:prstDash val="solid"/>
          </a:ln>
        </p:spPr>
      </p:sp>
      <p:sp>
        <p:nvSpPr>
          <p:cNvPr id="500" name="path-499">
            <a:extLst xmlns:a="http://schemas.openxmlformats.org/drawingml/2006/main">
              <a:ext uri="{FF2B5EF4-FFF2-40B4-BE49-F238E27FC236}">
                <a16:creationId xmlns:a16="http://schemas.microsoft.com/office/drawing/2014/main" id="{8341D231-D4F4-4FEA-83B5-48B5B1879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3161" y="1687216"/>
            <a:ext cx="209570" cy="785890"/>
          </a:xfrm>
          <a:custGeom xmlns:a="http://schemas.openxmlformats.org/drawingml/2006/main">
            <a:pathLst>
              <a:path w="209570" h="785890">
                <a:moveTo>
                  <a:pt x="0" y="0"/>
                </a:moveTo>
                <a:lnTo>
                  <a:pt x="209570" y="0"/>
                </a:lnTo>
                <a:lnTo>
                  <a:pt x="209570" y="785890"/>
                </a:lnTo>
                <a:lnTo>
                  <a:pt x="0" y="785890"/>
                </a:lnTo>
                <a:close/>
              </a:path>
            </a:pathLst>
          </a:custGeom>
          <a:solidFill xmlns:a="http://schemas.openxmlformats.org/drawingml/2006/main">
            <a:srgbClr val="D4C7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1" name="path-500">
            <a:extLst xmlns:a="http://schemas.openxmlformats.org/drawingml/2006/main">
              <a:ext uri="{FF2B5EF4-FFF2-40B4-BE49-F238E27FC236}">
                <a16:creationId xmlns:a16="http://schemas.microsoft.com/office/drawing/2014/main" id="{CB15239B-A4C7-47FA-B7F6-FA28C10CC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3199" y="1687255"/>
            <a:ext cx="209515" cy="785864"/>
          </a:xfrm>
          <a:custGeom xmlns:a="http://schemas.openxmlformats.org/drawingml/2006/main">
            <a:pathLst>
              <a:path w="209515" h="785864">
                <a:moveTo>
                  <a:pt x="0" y="0"/>
                </a:moveTo>
                <a:lnTo>
                  <a:pt x="0" y="785864"/>
                </a:lnTo>
                <a:lnTo>
                  <a:pt x="209515" y="785864"/>
                </a:lnTo>
                <a:lnTo>
                  <a:pt x="209515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0613">
            <a:solidFill>
              <a:srgbClr val="531B93"/>
            </a:solidFill>
            <a:prstDash val="solid"/>
          </a:ln>
        </p:spPr>
      </p:sp>
      <p:sp>
        <p:nvSpPr>
          <p:cNvPr id="502" name="path-501">
            <a:extLst xmlns:a="http://schemas.openxmlformats.org/drawingml/2006/main">
              <a:ext uri="{FF2B5EF4-FFF2-40B4-BE49-F238E27FC236}">
                <a16:creationId xmlns:a16="http://schemas.microsoft.com/office/drawing/2014/main" id="{801C6F2E-F2E1-45B3-B95C-C9FEDA538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0362" y="1818200"/>
            <a:ext cx="209570" cy="523927"/>
          </a:xfrm>
          <a:custGeom xmlns:a="http://schemas.openxmlformats.org/drawingml/2006/main">
            <a:pathLst>
              <a:path w="209570" h="523927">
                <a:moveTo>
                  <a:pt x="0" y="0"/>
                </a:moveTo>
                <a:lnTo>
                  <a:pt x="209570" y="0"/>
                </a:lnTo>
                <a:lnTo>
                  <a:pt x="209570" y="523927"/>
                </a:lnTo>
                <a:lnTo>
                  <a:pt x="0" y="523927"/>
                </a:lnTo>
                <a:close/>
              </a:path>
            </a:pathLst>
          </a:custGeom>
          <a:solidFill xmlns:a="http://schemas.openxmlformats.org/drawingml/2006/main">
            <a:srgbClr val="D4C7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3" name="path-502">
            <a:extLst xmlns:a="http://schemas.openxmlformats.org/drawingml/2006/main">
              <a:ext uri="{FF2B5EF4-FFF2-40B4-BE49-F238E27FC236}">
                <a16:creationId xmlns:a16="http://schemas.microsoft.com/office/drawing/2014/main" id="{F8A3D951-4049-4C2A-989C-83A7D611D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0326" y="1818192"/>
            <a:ext cx="209600" cy="523906"/>
          </a:xfrm>
          <a:custGeom xmlns:a="http://schemas.openxmlformats.org/drawingml/2006/main">
            <a:pathLst>
              <a:path w="209600" h="523906">
                <a:moveTo>
                  <a:pt x="0" y="0"/>
                </a:moveTo>
                <a:lnTo>
                  <a:pt x="0" y="523906"/>
                </a:lnTo>
                <a:lnTo>
                  <a:pt x="209600" y="523906"/>
                </a:lnTo>
                <a:lnTo>
                  <a:pt x="20960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0613">
            <a:solidFill>
              <a:srgbClr val="531B93"/>
            </a:solidFill>
            <a:prstDash val="solid"/>
          </a:ln>
        </p:spPr>
      </p:sp>
      <p:sp>
        <p:nvSpPr>
          <p:cNvPr id="504" name="path-503">
            <a:extLst xmlns:a="http://schemas.openxmlformats.org/drawingml/2006/main">
              <a:ext uri="{FF2B5EF4-FFF2-40B4-BE49-F238E27FC236}">
                <a16:creationId xmlns:a16="http://schemas.microsoft.com/office/drawing/2014/main" id="{21BB0ED4-0598-49EE-B5D5-014F84BEB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999" y="1295189"/>
            <a:ext cx="278944" cy="174056"/>
          </a:xfrm>
          <a:custGeom xmlns:a="http://schemas.openxmlformats.org/drawingml/2006/main">
            <a:pathLst>
              <a:path w="278944" h="174056">
                <a:moveTo>
                  <a:pt x="500" y="119721"/>
                </a:moveTo>
                <a:lnTo>
                  <a:pt x="500" y="48315"/>
                </a:lnTo>
                <a:lnTo>
                  <a:pt x="0" y="48315"/>
                </a:lnTo>
                <a:lnTo>
                  <a:pt x="0" y="0"/>
                </a:lnTo>
                <a:lnTo>
                  <a:pt x="278944" y="0"/>
                </a:lnTo>
                <a:lnTo>
                  <a:pt x="277706" y="134889"/>
                </a:lnTo>
                <a:lnTo>
                  <a:pt x="277706" y="174056"/>
                </a:lnTo>
              </a:path>
            </a:pathLst>
          </a:custGeom>
          <a:noFill xmlns:a="http://schemas.openxmlformats.org/drawingml/2006/main"/>
          <a:ln xmlns:a="http://schemas.openxmlformats.org/drawingml/2006/main" w="16491">
            <a:solidFill>
              <a:srgbClr val="531B93"/>
            </a:solidFill>
            <a:prstDash val="solid"/>
          </a:ln>
        </p:spPr>
      </p:sp>
      <p:sp>
        <p:nvSpPr>
          <p:cNvPr id="505" name="path-504">
            <a:extLst xmlns:a="http://schemas.openxmlformats.org/drawingml/2006/main">
              <a:ext uri="{FF2B5EF4-FFF2-40B4-BE49-F238E27FC236}">
                <a16:creationId xmlns:a16="http://schemas.microsoft.com/office/drawing/2014/main" id="{CB4D30ED-DC5D-4007-9354-55CD39053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1058" y="1439564"/>
            <a:ext cx="59367" cy="79156"/>
          </a:xfrm>
          <a:custGeom xmlns:a="http://schemas.openxmlformats.org/drawingml/2006/main">
            <a:pathLst>
              <a:path w="59367" h="79156">
                <a:moveTo>
                  <a:pt x="29684" y="79156"/>
                </a:moveTo>
                <a:lnTo>
                  <a:pt x="59367" y="0"/>
                </a:lnTo>
                <a:lnTo>
                  <a:pt x="29684" y="29683"/>
                </a:lnTo>
                <a:lnTo>
                  <a:pt x="0" y="0"/>
                </a:lnTo>
                <a:lnTo>
                  <a:pt x="29684" y="79156"/>
                </a:lnTo>
              </a:path>
            </a:pathLst>
          </a:custGeom>
          <a:solidFill xmlns:a="http://schemas.openxmlformats.org/drawingml/2006/main">
            <a:srgbClr val="531B9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6" name="path-505">
            <a:extLst xmlns:a="http://schemas.openxmlformats.org/drawingml/2006/main">
              <a:ext uri="{FF2B5EF4-FFF2-40B4-BE49-F238E27FC236}">
                <a16:creationId xmlns:a16="http://schemas.microsoft.com/office/drawing/2014/main" id="{25348545-1334-48D5-A5BD-3AC2186AC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1022" y="1439562"/>
            <a:ext cx="59366" cy="79157"/>
          </a:xfrm>
          <a:custGeom xmlns:a="http://schemas.openxmlformats.org/drawingml/2006/main">
            <a:pathLst>
              <a:path w="59366" h="79157">
                <a:moveTo>
                  <a:pt x="29683" y="79157"/>
                </a:moveTo>
                <a:lnTo>
                  <a:pt x="59366" y="0"/>
                </a:lnTo>
                <a:lnTo>
                  <a:pt x="29683" y="29683"/>
                </a:lnTo>
                <a:lnTo>
                  <a:pt x="0" y="0"/>
                </a:lnTo>
                <a:lnTo>
                  <a:pt x="29683" y="79157"/>
                </a:lnTo>
              </a:path>
            </a:pathLst>
          </a:custGeom>
          <a:noFill xmlns:a="http://schemas.openxmlformats.org/drawingml/2006/main"/>
          <a:ln xmlns:a="http://schemas.openxmlformats.org/drawingml/2006/main" w="16491">
            <a:solidFill>
              <a:srgbClr val="531B93"/>
            </a:solidFill>
            <a:prstDash val="solid"/>
          </a:ln>
        </p:spPr>
      </p:sp>
      <p:sp>
        <p:nvSpPr>
          <p:cNvPr id="507" name="path-506">
            <a:extLst xmlns:a="http://schemas.openxmlformats.org/drawingml/2006/main">
              <a:ext uri="{FF2B5EF4-FFF2-40B4-BE49-F238E27FC236}">
                <a16:creationId xmlns:a16="http://schemas.microsoft.com/office/drawing/2014/main" id="{4DFB0641-DEFF-4043-802A-13EDE6FD7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1119" y="1391655"/>
            <a:ext cx="279767" cy="208612"/>
          </a:xfrm>
          <a:custGeom xmlns:a="http://schemas.openxmlformats.org/drawingml/2006/main">
            <a:pathLst>
              <a:path w="279767" h="208612">
                <a:moveTo>
                  <a:pt x="0" y="0"/>
                </a:moveTo>
                <a:lnTo>
                  <a:pt x="90696" y="0"/>
                </a:lnTo>
                <a:lnTo>
                  <a:pt x="279767" y="659"/>
                </a:lnTo>
                <a:lnTo>
                  <a:pt x="276797" y="169445"/>
                </a:lnTo>
                <a:lnTo>
                  <a:pt x="276797" y="208612"/>
                </a:lnTo>
              </a:path>
            </a:pathLst>
          </a:custGeom>
          <a:noFill xmlns:a="http://schemas.openxmlformats.org/drawingml/2006/main"/>
          <a:ln xmlns:a="http://schemas.openxmlformats.org/drawingml/2006/main" w="16491">
            <a:solidFill>
              <a:srgbClr val="531B93"/>
            </a:solidFill>
            <a:prstDash val="solid"/>
          </a:ln>
        </p:spPr>
      </p:sp>
      <p:sp>
        <p:nvSpPr>
          <p:cNvPr id="508" name="path-507">
            <a:extLst xmlns:a="http://schemas.openxmlformats.org/drawingml/2006/main">
              <a:ext uri="{FF2B5EF4-FFF2-40B4-BE49-F238E27FC236}">
                <a16:creationId xmlns:a16="http://schemas.microsoft.com/office/drawing/2014/main" id="{AF5BB058-54A9-473D-A890-5812E848E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8259" y="1570542"/>
            <a:ext cx="59367" cy="79156"/>
          </a:xfrm>
          <a:custGeom xmlns:a="http://schemas.openxmlformats.org/drawingml/2006/main">
            <a:pathLst>
              <a:path w="59367" h="79156">
                <a:moveTo>
                  <a:pt x="29683" y="79156"/>
                </a:moveTo>
                <a:lnTo>
                  <a:pt x="59367" y="0"/>
                </a:lnTo>
                <a:lnTo>
                  <a:pt x="29683" y="29683"/>
                </a:lnTo>
                <a:lnTo>
                  <a:pt x="0" y="0"/>
                </a:lnTo>
                <a:lnTo>
                  <a:pt x="29683" y="79156"/>
                </a:lnTo>
              </a:path>
            </a:pathLst>
          </a:custGeom>
          <a:solidFill xmlns:a="http://schemas.openxmlformats.org/drawingml/2006/main">
            <a:srgbClr val="531B9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9" name="path-508">
            <a:extLst xmlns:a="http://schemas.openxmlformats.org/drawingml/2006/main">
              <a:ext uri="{FF2B5EF4-FFF2-40B4-BE49-F238E27FC236}">
                <a16:creationId xmlns:a16="http://schemas.microsoft.com/office/drawing/2014/main" id="{BE752118-B4AB-4181-B2A2-8B95EE616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8234" y="1570584"/>
            <a:ext cx="59366" cy="79157"/>
          </a:xfrm>
          <a:custGeom xmlns:a="http://schemas.openxmlformats.org/drawingml/2006/main">
            <a:pathLst>
              <a:path w="59366" h="79157">
                <a:moveTo>
                  <a:pt x="29683" y="79157"/>
                </a:moveTo>
                <a:lnTo>
                  <a:pt x="59366" y="0"/>
                </a:lnTo>
                <a:lnTo>
                  <a:pt x="29683" y="29683"/>
                </a:lnTo>
                <a:lnTo>
                  <a:pt x="0" y="0"/>
                </a:lnTo>
                <a:lnTo>
                  <a:pt x="29683" y="79157"/>
                </a:lnTo>
              </a:path>
            </a:pathLst>
          </a:custGeom>
          <a:noFill xmlns:a="http://schemas.openxmlformats.org/drawingml/2006/main"/>
          <a:ln xmlns:a="http://schemas.openxmlformats.org/drawingml/2006/main" w="16491">
            <a:solidFill>
              <a:srgbClr val="531B93"/>
            </a:solidFill>
            <a:prstDash val="solid"/>
          </a:ln>
        </p:spPr>
      </p:sp>
      <p:sp>
        <p:nvSpPr>
          <p:cNvPr id="510" name="path-509">
            <a:extLst xmlns:a="http://schemas.openxmlformats.org/drawingml/2006/main">
              <a:ext uri="{FF2B5EF4-FFF2-40B4-BE49-F238E27FC236}">
                <a16:creationId xmlns:a16="http://schemas.microsoft.com/office/drawing/2014/main" id="{F2380BA3-7A25-473D-8594-43D64D0EC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8740" y="1516658"/>
            <a:ext cx="276388" cy="214546"/>
          </a:xfrm>
          <a:custGeom xmlns:a="http://schemas.openxmlformats.org/drawingml/2006/main">
            <a:pathLst>
              <a:path w="276388" h="214546">
                <a:moveTo>
                  <a:pt x="0" y="329"/>
                </a:moveTo>
                <a:lnTo>
                  <a:pt x="90702" y="329"/>
                </a:lnTo>
                <a:lnTo>
                  <a:pt x="174391" y="0"/>
                </a:lnTo>
                <a:lnTo>
                  <a:pt x="276388" y="0"/>
                </a:lnTo>
                <a:lnTo>
                  <a:pt x="276388" y="214546"/>
                </a:lnTo>
              </a:path>
            </a:pathLst>
          </a:custGeom>
          <a:noFill xmlns:a="http://schemas.openxmlformats.org/drawingml/2006/main"/>
          <a:ln xmlns:a="http://schemas.openxmlformats.org/drawingml/2006/main" w="16491">
            <a:solidFill>
              <a:srgbClr val="531B93"/>
            </a:solidFill>
            <a:prstDash val="solid"/>
          </a:ln>
        </p:spPr>
      </p:sp>
      <p:sp>
        <p:nvSpPr>
          <p:cNvPr id="511" name="path-510">
            <a:extLst xmlns:a="http://schemas.openxmlformats.org/drawingml/2006/main">
              <a:ext uri="{FF2B5EF4-FFF2-40B4-BE49-F238E27FC236}">
                <a16:creationId xmlns:a16="http://schemas.microsoft.com/office/drawing/2014/main" id="{C5518657-63D4-4A29-8986-6D427B333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5469" y="1701528"/>
            <a:ext cx="59367" cy="79156"/>
          </a:xfrm>
          <a:custGeom xmlns:a="http://schemas.openxmlformats.org/drawingml/2006/main">
            <a:pathLst>
              <a:path w="59367" h="79156">
                <a:moveTo>
                  <a:pt x="29683" y="79156"/>
                </a:moveTo>
                <a:lnTo>
                  <a:pt x="59367" y="0"/>
                </a:lnTo>
                <a:lnTo>
                  <a:pt x="29683" y="29683"/>
                </a:lnTo>
                <a:lnTo>
                  <a:pt x="0" y="0"/>
                </a:lnTo>
                <a:lnTo>
                  <a:pt x="29683" y="79156"/>
                </a:lnTo>
              </a:path>
            </a:pathLst>
          </a:custGeom>
          <a:solidFill xmlns:a="http://schemas.openxmlformats.org/drawingml/2006/main">
            <a:srgbClr val="531B9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2" name="path-511">
            <a:extLst xmlns:a="http://schemas.openxmlformats.org/drawingml/2006/main">
              <a:ext uri="{FF2B5EF4-FFF2-40B4-BE49-F238E27FC236}">
                <a16:creationId xmlns:a16="http://schemas.microsoft.com/office/drawing/2014/main" id="{AD84F42F-5CA3-438B-8578-0442E2B84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5445" y="1701515"/>
            <a:ext cx="59361" cy="79157"/>
          </a:xfrm>
          <a:custGeom xmlns:a="http://schemas.openxmlformats.org/drawingml/2006/main">
            <a:pathLst>
              <a:path w="59361" h="79157">
                <a:moveTo>
                  <a:pt x="29683" y="79157"/>
                </a:moveTo>
                <a:lnTo>
                  <a:pt x="59361" y="0"/>
                </a:lnTo>
                <a:lnTo>
                  <a:pt x="29683" y="29689"/>
                </a:lnTo>
                <a:lnTo>
                  <a:pt x="0" y="0"/>
                </a:lnTo>
                <a:lnTo>
                  <a:pt x="29683" y="79157"/>
                </a:lnTo>
              </a:path>
            </a:pathLst>
          </a:custGeom>
          <a:noFill xmlns:a="http://schemas.openxmlformats.org/drawingml/2006/main"/>
          <a:ln xmlns:a="http://schemas.openxmlformats.org/drawingml/2006/main" w="16491">
            <a:solidFill>
              <a:srgbClr val="531B93"/>
            </a:solidFill>
            <a:prstDash val="solid"/>
          </a:ln>
        </p:spPr>
      </p:sp>
      <p:sp>
        <p:nvSpPr>
          <p:cNvPr id="513" name="path-512">
            <a:extLst xmlns:a="http://schemas.openxmlformats.org/drawingml/2006/main">
              <a:ext uri="{FF2B5EF4-FFF2-40B4-BE49-F238E27FC236}">
                <a16:creationId xmlns:a16="http://schemas.microsoft.com/office/drawing/2014/main" id="{D99C1376-1D55-459B-BF78-A8361C581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1999" y="1787085"/>
            <a:ext cx="934687" cy="456039"/>
          </a:xfrm>
          <a:custGeom xmlns:a="http://schemas.openxmlformats.org/drawingml/2006/main">
            <a:pathLst>
              <a:path w="934687" h="456039">
                <a:moveTo>
                  <a:pt x="0" y="0"/>
                </a:moveTo>
                <a:lnTo>
                  <a:pt x="934687" y="0"/>
                </a:lnTo>
                <a:lnTo>
                  <a:pt x="934687" y="456039"/>
                </a:lnTo>
                <a:lnTo>
                  <a:pt x="0" y="456039"/>
                </a:lnTo>
                <a:close/>
              </a:path>
            </a:pathLst>
          </a:custGeom>
          <a:solidFill xmlns:a="http://schemas.openxmlformats.org/drawingml/2006/main">
            <a:srgbClr val="FFFFFF">
              <a:alpha val="8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4" name="text-513 Perception">
            <a:extLst xmlns:a="http://schemas.openxmlformats.org/drawingml/2006/main">
              <a:ext uri="{FF2B5EF4-FFF2-40B4-BE49-F238E27FC236}">
                <a16:creationId xmlns:a16="http://schemas.microsoft.com/office/drawing/2014/main" id="{0BD248AC-0988-43AB-A4C0-D4DE67859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43192" y="1811834"/>
            <a:ext cx="881936" cy="2308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99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99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99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Perception</a:t>
            </a:r>
          </a:p>
        </p:txBody>
      </p:sp>
      <p:sp>
        <p:nvSpPr>
          <p:cNvPr id="515" name="text-514 Net">
            <a:extLst xmlns:a="http://schemas.openxmlformats.org/drawingml/2006/main">
              <a:ext uri="{FF2B5EF4-FFF2-40B4-BE49-F238E27FC236}">
                <a16:creationId xmlns:a16="http://schemas.microsoft.com/office/drawing/2014/main" id="{54DE9BEC-ADCB-4319-A675-35FADEFE2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36480" y="1998613"/>
            <a:ext cx="295412" cy="2308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98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98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98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Net</a:t>
            </a:r>
          </a:p>
        </p:txBody>
      </p:sp>
      <p:sp>
        <p:nvSpPr>
          <p:cNvPr id="516" name="path-515">
            <a:extLst xmlns:a="http://schemas.openxmlformats.org/drawingml/2006/main">
              <a:ext uri="{FF2B5EF4-FFF2-40B4-BE49-F238E27FC236}">
                <a16:creationId xmlns:a16="http://schemas.microsoft.com/office/drawing/2014/main" id="{C38E769C-F939-40CA-8608-E7CD7BA96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7248" y="1890660"/>
            <a:ext cx="248887" cy="248887"/>
          </a:xfrm>
          <a:custGeom xmlns:a="http://schemas.openxmlformats.org/drawingml/2006/main">
            <a:pathLst>
              <a:path w="248887" h="248887">
                <a:moveTo>
                  <a:pt x="204609" y="44278"/>
                </a:moveTo>
                <a:cubicBezTo>
                  <a:pt x="248887" y="88555"/>
                  <a:pt x="248887" y="160339"/>
                  <a:pt x="204609" y="204617"/>
                </a:cubicBezTo>
                <a:cubicBezTo>
                  <a:pt x="160339" y="248887"/>
                  <a:pt x="88556" y="248887"/>
                  <a:pt x="44278" y="204617"/>
                </a:cubicBezTo>
                <a:cubicBezTo>
                  <a:pt x="0" y="160339"/>
                  <a:pt x="0" y="88555"/>
                  <a:pt x="44278" y="44278"/>
                </a:cubicBezTo>
                <a:cubicBezTo>
                  <a:pt x="88556" y="0"/>
                  <a:pt x="160339" y="0"/>
                  <a:pt x="204609" y="44278"/>
                </a:cubicBezTo>
              </a:path>
            </a:pathLst>
          </a:custGeom>
          <a:solidFill xmlns:a="http://schemas.openxmlformats.org/drawingml/2006/main">
            <a:srgbClr val="FCE69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7" name="path-516">
            <a:extLst xmlns:a="http://schemas.openxmlformats.org/drawingml/2006/main">
              <a:ext uri="{FF2B5EF4-FFF2-40B4-BE49-F238E27FC236}">
                <a16:creationId xmlns:a16="http://schemas.microsoft.com/office/drawing/2014/main" id="{55356EB2-BEA0-4CEE-87D7-07DBC95E0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7251" y="1890665"/>
            <a:ext cx="248852" cy="248846"/>
          </a:xfrm>
          <a:custGeom xmlns:a="http://schemas.openxmlformats.org/drawingml/2006/main">
            <a:pathLst>
              <a:path w="248852" h="248846">
                <a:moveTo>
                  <a:pt x="204568" y="44278"/>
                </a:moveTo>
                <a:cubicBezTo>
                  <a:pt x="248852" y="88556"/>
                  <a:pt x="248852" y="160376"/>
                  <a:pt x="204568" y="204653"/>
                </a:cubicBezTo>
                <a:cubicBezTo>
                  <a:pt x="160376" y="248846"/>
                  <a:pt x="88561" y="248846"/>
                  <a:pt x="44283" y="204653"/>
                </a:cubicBezTo>
                <a:cubicBezTo>
                  <a:pt x="0" y="160376"/>
                  <a:pt x="0" y="88556"/>
                  <a:pt x="44283" y="44278"/>
                </a:cubicBezTo>
                <a:cubicBezTo>
                  <a:pt x="88561" y="0"/>
                  <a:pt x="160376" y="0"/>
                  <a:pt x="204568" y="44278"/>
                </a:cubicBezTo>
              </a:path>
            </a:pathLst>
          </a:custGeom>
          <a:noFill xmlns:a="http://schemas.openxmlformats.org/drawingml/2006/main"/>
          <a:ln xmlns:a="http://schemas.openxmlformats.org/drawingml/2006/main" w="20613">
            <a:solidFill>
              <a:srgbClr val="935206"/>
            </a:solidFill>
            <a:prstDash val="solid"/>
          </a:ln>
        </p:spPr>
      </p:sp>
      <p:sp>
        <p:nvSpPr>
          <p:cNvPr id="518" name="path-517">
            <a:extLst xmlns:a="http://schemas.openxmlformats.org/drawingml/2006/main">
              <a:ext uri="{FF2B5EF4-FFF2-40B4-BE49-F238E27FC236}">
                <a16:creationId xmlns:a16="http://schemas.microsoft.com/office/drawing/2014/main" id="{1EE32C53-FBC8-4C5A-BA17-9ADAA2F68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1615" y="1633250"/>
            <a:ext cx="218084" cy="61422"/>
          </a:xfrm>
          <a:custGeom xmlns:a="http://schemas.openxmlformats.org/drawingml/2006/main">
            <a:pathLst>
              <a:path w="218084" h="61422">
                <a:moveTo>
                  <a:pt x="0" y="61422"/>
                </a:moveTo>
                <a:lnTo>
                  <a:pt x="218084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368">
            <a:solidFill>
              <a:srgbClr val="935300"/>
            </a:solidFill>
            <a:prstDash val="solid"/>
          </a:ln>
        </p:spPr>
      </p:sp>
      <p:sp>
        <p:nvSpPr>
          <p:cNvPr id="519" name="path-518">
            <a:extLst xmlns:a="http://schemas.openxmlformats.org/drawingml/2006/main">
              <a:ext uri="{FF2B5EF4-FFF2-40B4-BE49-F238E27FC236}">
                <a16:creationId xmlns:a16="http://schemas.microsoft.com/office/drawing/2014/main" id="{9591CFB4-1D0A-4B4B-9513-9502837D1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4506" y="1619140"/>
            <a:ext cx="57915" cy="39290"/>
          </a:xfrm>
          <a:custGeom xmlns:a="http://schemas.openxmlformats.org/drawingml/2006/main">
            <a:pathLst>
              <a:path w="57915" h="39290">
                <a:moveTo>
                  <a:pt x="57915" y="4890"/>
                </a:moveTo>
                <a:lnTo>
                  <a:pt x="0" y="0"/>
                </a:lnTo>
                <a:lnTo>
                  <a:pt x="25174" y="14108"/>
                </a:lnTo>
                <a:lnTo>
                  <a:pt x="11066" y="39290"/>
                </a:lnTo>
                <a:lnTo>
                  <a:pt x="57915" y="4890"/>
                </a:lnTo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0" name="path-519">
            <a:extLst xmlns:a="http://schemas.openxmlformats.org/drawingml/2006/main">
              <a:ext uri="{FF2B5EF4-FFF2-40B4-BE49-F238E27FC236}">
                <a16:creationId xmlns:a16="http://schemas.microsoft.com/office/drawing/2014/main" id="{0943F368-2769-46AB-9833-E08F8809C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4468" y="1619149"/>
            <a:ext cx="57969" cy="39246"/>
          </a:xfrm>
          <a:custGeom xmlns:a="http://schemas.openxmlformats.org/drawingml/2006/main">
            <a:pathLst>
              <a:path w="57969" h="39246">
                <a:moveTo>
                  <a:pt x="57969" y="4861"/>
                </a:moveTo>
                <a:lnTo>
                  <a:pt x="0" y="0"/>
                </a:lnTo>
                <a:lnTo>
                  <a:pt x="25231" y="14101"/>
                </a:lnTo>
                <a:lnTo>
                  <a:pt x="11136" y="39246"/>
                </a:lnTo>
                <a:lnTo>
                  <a:pt x="57969" y="4861"/>
                </a:lnTo>
              </a:path>
            </a:pathLst>
          </a:custGeom>
          <a:noFill xmlns:a="http://schemas.openxmlformats.org/drawingml/2006/main"/>
          <a:ln xmlns:a="http://schemas.openxmlformats.org/drawingml/2006/main" w="12368">
            <a:solidFill>
              <a:srgbClr val="935300"/>
            </a:solidFill>
            <a:prstDash val="solid"/>
          </a:ln>
        </p:spPr>
      </p:sp>
      <p:sp>
        <p:nvSpPr>
          <p:cNvPr id="521" name="path-520">
            <a:extLst xmlns:a="http://schemas.openxmlformats.org/drawingml/2006/main">
              <a:ext uri="{FF2B5EF4-FFF2-40B4-BE49-F238E27FC236}">
                <a16:creationId xmlns:a16="http://schemas.microsoft.com/office/drawing/2014/main" id="{A9F4A9D5-24FF-4D3F-96DB-93E9BF58A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1615" y="1761710"/>
            <a:ext cx="218084" cy="61348"/>
          </a:xfrm>
          <a:custGeom xmlns:a="http://schemas.openxmlformats.org/drawingml/2006/main">
            <a:pathLst>
              <a:path w="218084" h="61348">
                <a:moveTo>
                  <a:pt x="0" y="0"/>
                </a:moveTo>
                <a:lnTo>
                  <a:pt x="218084" y="61348"/>
                </a:lnTo>
              </a:path>
            </a:pathLst>
          </a:custGeom>
          <a:noFill xmlns:a="http://schemas.openxmlformats.org/drawingml/2006/main"/>
          <a:ln xmlns:a="http://schemas.openxmlformats.org/drawingml/2006/main" w="12368">
            <a:solidFill>
              <a:srgbClr val="935300"/>
            </a:solidFill>
            <a:prstDash val="solid"/>
          </a:ln>
        </p:spPr>
      </p:sp>
      <p:sp>
        <p:nvSpPr>
          <p:cNvPr id="522" name="path-521">
            <a:extLst xmlns:a="http://schemas.openxmlformats.org/drawingml/2006/main">
              <a:ext uri="{FF2B5EF4-FFF2-40B4-BE49-F238E27FC236}">
                <a16:creationId xmlns:a16="http://schemas.microsoft.com/office/drawing/2014/main" id="{ED3E0330-2A42-46CD-B4A9-6AA84C182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4506" y="1797908"/>
            <a:ext cx="57915" cy="39289"/>
          </a:xfrm>
          <a:custGeom xmlns:a="http://schemas.openxmlformats.org/drawingml/2006/main">
            <a:pathLst>
              <a:path w="57915" h="39289">
                <a:moveTo>
                  <a:pt x="57915" y="34392"/>
                </a:moveTo>
                <a:lnTo>
                  <a:pt x="11066" y="0"/>
                </a:lnTo>
                <a:lnTo>
                  <a:pt x="25174" y="25174"/>
                </a:lnTo>
                <a:lnTo>
                  <a:pt x="0" y="39289"/>
                </a:lnTo>
                <a:lnTo>
                  <a:pt x="57915" y="34392"/>
                </a:lnTo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3" name="path-522">
            <a:extLst xmlns:a="http://schemas.openxmlformats.org/drawingml/2006/main">
              <a:ext uri="{FF2B5EF4-FFF2-40B4-BE49-F238E27FC236}">
                <a16:creationId xmlns:a16="http://schemas.microsoft.com/office/drawing/2014/main" id="{4FDE841A-4FE4-4C34-BC91-4E9A43C98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4468" y="1797907"/>
            <a:ext cx="57969" cy="39332"/>
          </a:xfrm>
          <a:custGeom xmlns:a="http://schemas.openxmlformats.org/drawingml/2006/main">
            <a:pathLst>
              <a:path w="57969" h="39332">
                <a:moveTo>
                  <a:pt x="57969" y="34385"/>
                </a:moveTo>
                <a:lnTo>
                  <a:pt x="11136" y="0"/>
                </a:lnTo>
                <a:lnTo>
                  <a:pt x="25231" y="25152"/>
                </a:lnTo>
                <a:lnTo>
                  <a:pt x="0" y="39332"/>
                </a:lnTo>
                <a:lnTo>
                  <a:pt x="57969" y="34385"/>
                </a:lnTo>
              </a:path>
            </a:pathLst>
          </a:custGeom>
          <a:noFill xmlns:a="http://schemas.openxmlformats.org/drawingml/2006/main"/>
          <a:ln xmlns:a="http://schemas.openxmlformats.org/drawingml/2006/main" w="12368">
            <a:solidFill>
              <a:srgbClr val="935300"/>
            </a:solidFill>
            <a:prstDash val="solid"/>
          </a:ln>
        </p:spPr>
      </p:sp>
      <p:sp>
        <p:nvSpPr>
          <p:cNvPr id="524" name="path-523">
            <a:extLst xmlns:a="http://schemas.openxmlformats.org/drawingml/2006/main">
              <a:ext uri="{FF2B5EF4-FFF2-40B4-BE49-F238E27FC236}">
                <a16:creationId xmlns:a16="http://schemas.microsoft.com/office/drawing/2014/main" id="{9FC03C7B-F284-4239-AB06-F36D4C1C1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7042" y="1807964"/>
            <a:ext cx="278194" cy="234995"/>
          </a:xfrm>
          <a:custGeom xmlns:a="http://schemas.openxmlformats.org/drawingml/2006/main">
            <a:pathLst>
              <a:path w="278194" h="234995">
                <a:moveTo>
                  <a:pt x="0" y="0"/>
                </a:moveTo>
                <a:lnTo>
                  <a:pt x="278194" y="234995"/>
                </a:lnTo>
              </a:path>
            </a:pathLst>
          </a:custGeom>
          <a:noFill xmlns:a="http://schemas.openxmlformats.org/drawingml/2006/main"/>
          <a:ln xmlns:a="http://schemas.openxmlformats.org/drawingml/2006/main" w="12368">
            <a:solidFill>
              <a:srgbClr val="935300"/>
            </a:solidFill>
            <a:prstDash val="solid"/>
          </a:ln>
        </p:spPr>
      </p:sp>
      <p:sp>
        <p:nvSpPr>
          <p:cNvPr id="525" name="path-524">
            <a:extLst xmlns:a="http://schemas.openxmlformats.org/drawingml/2006/main">
              <a:ext uri="{FF2B5EF4-FFF2-40B4-BE49-F238E27FC236}">
                <a16:creationId xmlns:a16="http://schemas.microsoft.com/office/drawing/2014/main" id="{D0727366-7448-4F9B-AE8A-7EA5D04ED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6515" y="2014226"/>
            <a:ext cx="54750" cy="50701"/>
          </a:xfrm>
          <a:custGeom xmlns:a="http://schemas.openxmlformats.org/drawingml/2006/main">
            <a:pathLst>
              <a:path w="54750" h="50701">
                <a:moveTo>
                  <a:pt x="54750" y="50701"/>
                </a:moveTo>
                <a:lnTo>
                  <a:pt x="26344" y="0"/>
                </a:lnTo>
                <a:lnTo>
                  <a:pt x="28760" y="28760"/>
                </a:lnTo>
                <a:lnTo>
                  <a:pt x="0" y="31175"/>
                </a:lnTo>
                <a:lnTo>
                  <a:pt x="54750" y="50701"/>
                </a:lnTo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6" name="path-525">
            <a:extLst xmlns:a="http://schemas.openxmlformats.org/drawingml/2006/main">
              <a:ext uri="{FF2B5EF4-FFF2-40B4-BE49-F238E27FC236}">
                <a16:creationId xmlns:a16="http://schemas.microsoft.com/office/drawing/2014/main" id="{6210445A-CCF7-4E32-8D85-7FE9B20E1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6547" y="2014265"/>
            <a:ext cx="54750" cy="50627"/>
          </a:xfrm>
          <a:custGeom xmlns:a="http://schemas.openxmlformats.org/drawingml/2006/main">
            <a:pathLst>
              <a:path w="54750" h="50627">
                <a:moveTo>
                  <a:pt x="54750" y="50627"/>
                </a:moveTo>
                <a:lnTo>
                  <a:pt x="26299" y="0"/>
                </a:lnTo>
                <a:lnTo>
                  <a:pt x="28689" y="28695"/>
                </a:lnTo>
                <a:lnTo>
                  <a:pt x="0" y="31165"/>
                </a:lnTo>
                <a:lnTo>
                  <a:pt x="54750" y="50627"/>
                </a:lnTo>
              </a:path>
            </a:pathLst>
          </a:custGeom>
          <a:noFill xmlns:a="http://schemas.openxmlformats.org/drawingml/2006/main"/>
          <a:ln xmlns:a="http://schemas.openxmlformats.org/drawingml/2006/main" w="12368">
            <a:solidFill>
              <a:srgbClr val="935300"/>
            </a:solidFill>
            <a:prstDash val="solid"/>
          </a:ln>
        </p:spPr>
      </p:sp>
      <p:sp>
        <p:nvSpPr>
          <p:cNvPr id="527" name="path-526">
            <a:extLst xmlns:a="http://schemas.openxmlformats.org/drawingml/2006/main">
              <a:ext uri="{FF2B5EF4-FFF2-40B4-BE49-F238E27FC236}">
                <a16:creationId xmlns:a16="http://schemas.microsoft.com/office/drawing/2014/main" id="{01E742F5-5587-45CB-85A1-F9B08DC3C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4202" y="1828993"/>
            <a:ext cx="334182" cy="470479"/>
          </a:xfrm>
          <a:custGeom xmlns:a="http://schemas.openxmlformats.org/drawingml/2006/main">
            <a:pathLst>
              <a:path w="334182" h="470479">
                <a:moveTo>
                  <a:pt x="0" y="0"/>
                </a:moveTo>
                <a:lnTo>
                  <a:pt x="334182" y="470479"/>
                </a:lnTo>
              </a:path>
            </a:pathLst>
          </a:custGeom>
          <a:noFill xmlns:a="http://schemas.openxmlformats.org/drawingml/2006/main"/>
          <a:ln xmlns:a="http://schemas.openxmlformats.org/drawingml/2006/main" w="12368">
            <a:solidFill>
              <a:srgbClr val="935300"/>
            </a:solidFill>
            <a:prstDash val="solid"/>
          </a:ln>
        </p:spPr>
      </p:sp>
      <p:sp>
        <p:nvSpPr>
          <p:cNvPr id="528" name="path-527">
            <a:extLst xmlns:a="http://schemas.openxmlformats.org/drawingml/2006/main">
              <a:ext uri="{FF2B5EF4-FFF2-40B4-BE49-F238E27FC236}">
                <a16:creationId xmlns:a16="http://schemas.microsoft.com/office/drawing/2014/main" id="{03017452-A760-483C-BEF3-6D727A8AA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9925" y="2271011"/>
            <a:ext cx="48154" cy="56184"/>
          </a:xfrm>
          <a:custGeom xmlns:a="http://schemas.openxmlformats.org/drawingml/2006/main">
            <a:pathLst>
              <a:path w="48154" h="56184">
                <a:moveTo>
                  <a:pt x="48154" y="56184"/>
                </a:moveTo>
                <a:lnTo>
                  <a:pt x="33279" y="0"/>
                </a:lnTo>
                <a:lnTo>
                  <a:pt x="28455" y="28455"/>
                </a:lnTo>
                <a:lnTo>
                  <a:pt x="0" y="23631"/>
                </a:lnTo>
                <a:lnTo>
                  <a:pt x="48154" y="56184"/>
                </a:lnTo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9" name="path-528">
            <a:extLst xmlns:a="http://schemas.openxmlformats.org/drawingml/2006/main">
              <a:ext uri="{FF2B5EF4-FFF2-40B4-BE49-F238E27FC236}">
                <a16:creationId xmlns:a16="http://schemas.microsoft.com/office/drawing/2014/main" id="{8C55FB71-F0F9-43EF-9A45-3ACC8633D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9939" y="2271027"/>
            <a:ext cx="48156" cy="56152"/>
          </a:xfrm>
          <a:custGeom xmlns:a="http://schemas.openxmlformats.org/drawingml/2006/main">
            <a:pathLst>
              <a:path w="48156" h="56152">
                <a:moveTo>
                  <a:pt x="48156" y="56152"/>
                </a:moveTo>
                <a:lnTo>
                  <a:pt x="33227" y="0"/>
                </a:lnTo>
                <a:lnTo>
                  <a:pt x="28445" y="28445"/>
                </a:lnTo>
                <a:lnTo>
                  <a:pt x="0" y="23584"/>
                </a:lnTo>
                <a:lnTo>
                  <a:pt x="48156" y="56152"/>
                </a:lnTo>
              </a:path>
            </a:pathLst>
          </a:custGeom>
          <a:noFill xmlns:a="http://schemas.openxmlformats.org/drawingml/2006/main"/>
          <a:ln xmlns:a="http://schemas.openxmlformats.org/drawingml/2006/main" w="12368">
            <a:solidFill>
              <a:srgbClr val="935300"/>
            </a:solidFill>
            <a:prstDash val="solid"/>
          </a:ln>
        </p:spPr>
      </p:sp>
      <p:sp>
        <p:nvSpPr>
          <p:cNvPr id="530" name="path-529">
            <a:extLst xmlns:a="http://schemas.openxmlformats.org/drawingml/2006/main">
              <a:ext uri="{FF2B5EF4-FFF2-40B4-BE49-F238E27FC236}">
                <a16:creationId xmlns:a16="http://schemas.microsoft.com/office/drawing/2014/main" id="{4637B500-AA69-4C26-916F-AC17113C7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4202" y="1730789"/>
            <a:ext cx="334182" cy="470400"/>
          </a:xfrm>
          <a:custGeom xmlns:a="http://schemas.openxmlformats.org/drawingml/2006/main">
            <a:pathLst>
              <a:path w="334182" h="470400">
                <a:moveTo>
                  <a:pt x="0" y="470400"/>
                </a:moveTo>
                <a:lnTo>
                  <a:pt x="334182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368">
            <a:solidFill>
              <a:srgbClr val="935300"/>
            </a:solidFill>
            <a:prstDash val="solid"/>
          </a:ln>
        </p:spPr>
      </p:sp>
      <p:sp>
        <p:nvSpPr>
          <p:cNvPr id="531" name="path-530">
            <a:extLst xmlns:a="http://schemas.openxmlformats.org/drawingml/2006/main">
              <a:ext uri="{FF2B5EF4-FFF2-40B4-BE49-F238E27FC236}">
                <a16:creationId xmlns:a16="http://schemas.microsoft.com/office/drawing/2014/main" id="{A22FB1E9-8283-4B37-95FC-B21184839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9925" y="1703020"/>
            <a:ext cx="48154" cy="56184"/>
          </a:xfrm>
          <a:custGeom xmlns:a="http://schemas.openxmlformats.org/drawingml/2006/main">
            <a:pathLst>
              <a:path w="48154" h="56184">
                <a:moveTo>
                  <a:pt x="48154" y="0"/>
                </a:moveTo>
                <a:lnTo>
                  <a:pt x="0" y="32552"/>
                </a:lnTo>
                <a:lnTo>
                  <a:pt x="28455" y="27729"/>
                </a:lnTo>
                <a:lnTo>
                  <a:pt x="33279" y="56184"/>
                </a:lnTo>
                <a:lnTo>
                  <a:pt x="48154" y="0"/>
                </a:lnTo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2" name="path-531">
            <a:extLst xmlns:a="http://schemas.openxmlformats.org/drawingml/2006/main">
              <a:ext uri="{FF2B5EF4-FFF2-40B4-BE49-F238E27FC236}">
                <a16:creationId xmlns:a16="http://schemas.microsoft.com/office/drawing/2014/main" id="{2493D888-9C3D-4C19-816C-5BE41C7DC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9939" y="1703003"/>
            <a:ext cx="48156" cy="56232"/>
          </a:xfrm>
          <a:custGeom xmlns:a="http://schemas.openxmlformats.org/drawingml/2006/main">
            <a:pathLst>
              <a:path w="48156" h="56232">
                <a:moveTo>
                  <a:pt x="48156" y="0"/>
                </a:moveTo>
                <a:lnTo>
                  <a:pt x="0" y="32574"/>
                </a:lnTo>
                <a:lnTo>
                  <a:pt x="28445" y="27786"/>
                </a:lnTo>
                <a:lnTo>
                  <a:pt x="33227" y="56232"/>
                </a:lnTo>
                <a:lnTo>
                  <a:pt x="4815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368">
            <a:solidFill>
              <a:srgbClr val="935300"/>
            </a:solidFill>
            <a:prstDash val="solid"/>
          </a:ln>
        </p:spPr>
      </p:sp>
      <p:sp>
        <p:nvSpPr>
          <p:cNvPr id="533" name="path-532">
            <a:extLst xmlns:a="http://schemas.openxmlformats.org/drawingml/2006/main">
              <a:ext uri="{FF2B5EF4-FFF2-40B4-BE49-F238E27FC236}">
                <a16:creationId xmlns:a16="http://schemas.microsoft.com/office/drawing/2014/main" id="{558A62BC-068E-44F3-8B28-6B08679C6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7042" y="1987222"/>
            <a:ext cx="278194" cy="234995"/>
          </a:xfrm>
          <a:custGeom xmlns:a="http://schemas.openxmlformats.org/drawingml/2006/main">
            <a:pathLst>
              <a:path w="278194" h="234995">
                <a:moveTo>
                  <a:pt x="0" y="234995"/>
                </a:moveTo>
                <a:lnTo>
                  <a:pt x="278194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368">
            <a:solidFill>
              <a:srgbClr val="935300"/>
            </a:solidFill>
            <a:prstDash val="solid"/>
          </a:ln>
        </p:spPr>
      </p:sp>
      <p:sp>
        <p:nvSpPr>
          <p:cNvPr id="534" name="path-533">
            <a:extLst xmlns:a="http://schemas.openxmlformats.org/drawingml/2006/main">
              <a:ext uri="{FF2B5EF4-FFF2-40B4-BE49-F238E27FC236}">
                <a16:creationId xmlns:a16="http://schemas.microsoft.com/office/drawing/2014/main" id="{8379EA99-6B30-4F9A-A098-F844C8F8E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6515" y="1965281"/>
            <a:ext cx="54750" cy="50709"/>
          </a:xfrm>
          <a:custGeom xmlns:a="http://schemas.openxmlformats.org/drawingml/2006/main">
            <a:pathLst>
              <a:path w="54750" h="50709">
                <a:moveTo>
                  <a:pt x="54750" y="0"/>
                </a:moveTo>
                <a:lnTo>
                  <a:pt x="0" y="19525"/>
                </a:lnTo>
                <a:lnTo>
                  <a:pt x="28760" y="21949"/>
                </a:lnTo>
                <a:lnTo>
                  <a:pt x="26344" y="50709"/>
                </a:lnTo>
                <a:lnTo>
                  <a:pt x="54750" y="0"/>
                </a:lnTo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5" name="path-534">
            <a:extLst xmlns:a="http://schemas.openxmlformats.org/drawingml/2006/main">
              <a:ext uri="{FF2B5EF4-FFF2-40B4-BE49-F238E27FC236}">
                <a16:creationId xmlns:a16="http://schemas.microsoft.com/office/drawing/2014/main" id="{1844C9C5-0A76-4065-836F-7E7A2CE49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6547" y="1965290"/>
            <a:ext cx="54750" cy="50706"/>
          </a:xfrm>
          <a:custGeom xmlns:a="http://schemas.openxmlformats.org/drawingml/2006/main">
            <a:pathLst>
              <a:path w="54750" h="50706">
                <a:moveTo>
                  <a:pt x="54750" y="0"/>
                </a:moveTo>
                <a:lnTo>
                  <a:pt x="0" y="19541"/>
                </a:lnTo>
                <a:lnTo>
                  <a:pt x="28689" y="21932"/>
                </a:lnTo>
                <a:lnTo>
                  <a:pt x="26299" y="50706"/>
                </a:lnTo>
                <a:lnTo>
                  <a:pt x="547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368">
            <a:solidFill>
              <a:srgbClr val="935300"/>
            </a:solidFill>
            <a:prstDash val="solid"/>
          </a:ln>
        </p:spPr>
      </p:sp>
      <p:sp>
        <p:nvSpPr>
          <p:cNvPr id="536" name="path-535">
            <a:extLst xmlns:a="http://schemas.openxmlformats.org/drawingml/2006/main">
              <a:ext uri="{FF2B5EF4-FFF2-40B4-BE49-F238E27FC236}">
                <a16:creationId xmlns:a16="http://schemas.microsoft.com/office/drawing/2014/main" id="{E5696217-1B15-484E-B587-5E6E577EA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1615" y="2335590"/>
            <a:ext cx="218084" cy="61343"/>
          </a:xfrm>
          <a:custGeom xmlns:a="http://schemas.openxmlformats.org/drawingml/2006/main">
            <a:pathLst>
              <a:path w="218084" h="61343">
                <a:moveTo>
                  <a:pt x="0" y="0"/>
                </a:moveTo>
                <a:lnTo>
                  <a:pt x="218084" y="61343"/>
                </a:lnTo>
              </a:path>
            </a:pathLst>
          </a:custGeom>
          <a:noFill xmlns:a="http://schemas.openxmlformats.org/drawingml/2006/main"/>
          <a:ln xmlns:a="http://schemas.openxmlformats.org/drawingml/2006/main" w="12368">
            <a:solidFill>
              <a:srgbClr val="935300"/>
            </a:solidFill>
            <a:prstDash val="solid"/>
          </a:ln>
        </p:spPr>
      </p:sp>
      <p:sp>
        <p:nvSpPr>
          <p:cNvPr id="537" name="path-536">
            <a:extLst xmlns:a="http://schemas.openxmlformats.org/drawingml/2006/main">
              <a:ext uri="{FF2B5EF4-FFF2-40B4-BE49-F238E27FC236}">
                <a16:creationId xmlns:a16="http://schemas.microsoft.com/office/drawing/2014/main" id="{F0D470EE-8132-4A5B-9AC0-EC7ABFF78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4506" y="2371786"/>
            <a:ext cx="57915" cy="39290"/>
          </a:xfrm>
          <a:custGeom xmlns:a="http://schemas.openxmlformats.org/drawingml/2006/main">
            <a:pathLst>
              <a:path w="57915" h="39290">
                <a:moveTo>
                  <a:pt x="57915" y="34392"/>
                </a:moveTo>
                <a:lnTo>
                  <a:pt x="11066" y="0"/>
                </a:lnTo>
                <a:lnTo>
                  <a:pt x="25174" y="25173"/>
                </a:lnTo>
                <a:lnTo>
                  <a:pt x="0" y="39290"/>
                </a:lnTo>
                <a:lnTo>
                  <a:pt x="57915" y="34392"/>
                </a:lnTo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8" name="path-537">
            <a:extLst xmlns:a="http://schemas.openxmlformats.org/drawingml/2006/main">
              <a:ext uri="{FF2B5EF4-FFF2-40B4-BE49-F238E27FC236}">
                <a16:creationId xmlns:a16="http://schemas.microsoft.com/office/drawing/2014/main" id="{F7E6A435-5779-4991-BF86-D8773EA53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4468" y="2371786"/>
            <a:ext cx="57969" cy="39326"/>
          </a:xfrm>
          <a:custGeom xmlns:a="http://schemas.openxmlformats.org/drawingml/2006/main">
            <a:pathLst>
              <a:path w="57969" h="39326">
                <a:moveTo>
                  <a:pt x="57969" y="34380"/>
                </a:moveTo>
                <a:lnTo>
                  <a:pt x="11136" y="0"/>
                </a:lnTo>
                <a:lnTo>
                  <a:pt x="25231" y="25146"/>
                </a:lnTo>
                <a:lnTo>
                  <a:pt x="0" y="39326"/>
                </a:lnTo>
                <a:lnTo>
                  <a:pt x="57969" y="34380"/>
                </a:lnTo>
              </a:path>
            </a:pathLst>
          </a:custGeom>
          <a:noFill xmlns:a="http://schemas.openxmlformats.org/drawingml/2006/main"/>
          <a:ln xmlns:a="http://schemas.openxmlformats.org/drawingml/2006/main" w="12368">
            <a:solidFill>
              <a:srgbClr val="935300"/>
            </a:solidFill>
            <a:prstDash val="solid"/>
          </a:ln>
        </p:spPr>
      </p:sp>
      <p:sp>
        <p:nvSpPr>
          <p:cNvPr id="539" name="path-538">
            <a:extLst xmlns:a="http://schemas.openxmlformats.org/drawingml/2006/main">
              <a:ext uri="{FF2B5EF4-FFF2-40B4-BE49-F238E27FC236}">
                <a16:creationId xmlns:a16="http://schemas.microsoft.com/office/drawing/2014/main" id="{F467D5B6-3916-4806-A4AE-011CC79B3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1615" y="2207129"/>
            <a:ext cx="218084" cy="61422"/>
          </a:xfrm>
          <a:custGeom xmlns:a="http://schemas.openxmlformats.org/drawingml/2006/main">
            <a:pathLst>
              <a:path w="218084" h="61422">
                <a:moveTo>
                  <a:pt x="0" y="61422"/>
                </a:moveTo>
                <a:lnTo>
                  <a:pt x="218084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368">
            <a:solidFill>
              <a:srgbClr val="935300"/>
            </a:solidFill>
            <a:prstDash val="solid"/>
          </a:ln>
        </p:spPr>
      </p:sp>
      <p:sp>
        <p:nvSpPr>
          <p:cNvPr id="540" name="path-539">
            <a:extLst xmlns:a="http://schemas.openxmlformats.org/drawingml/2006/main">
              <a:ext uri="{FF2B5EF4-FFF2-40B4-BE49-F238E27FC236}">
                <a16:creationId xmlns:a16="http://schemas.microsoft.com/office/drawing/2014/main" id="{449689AA-99A9-4F0B-A483-5D23AD68D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4506" y="2193018"/>
            <a:ext cx="57915" cy="39289"/>
          </a:xfrm>
          <a:custGeom xmlns:a="http://schemas.openxmlformats.org/drawingml/2006/main">
            <a:pathLst>
              <a:path w="57915" h="39289">
                <a:moveTo>
                  <a:pt x="57915" y="4889"/>
                </a:moveTo>
                <a:lnTo>
                  <a:pt x="0" y="0"/>
                </a:lnTo>
                <a:lnTo>
                  <a:pt x="25174" y="14108"/>
                </a:lnTo>
                <a:lnTo>
                  <a:pt x="11066" y="39289"/>
                </a:lnTo>
                <a:lnTo>
                  <a:pt x="57915" y="4889"/>
                </a:lnTo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1" name="path-540">
            <a:extLst xmlns:a="http://schemas.openxmlformats.org/drawingml/2006/main">
              <a:ext uri="{FF2B5EF4-FFF2-40B4-BE49-F238E27FC236}">
                <a16:creationId xmlns:a16="http://schemas.microsoft.com/office/drawing/2014/main" id="{5211C511-B5FB-4995-ACDA-F02D5A767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4468" y="2193028"/>
            <a:ext cx="57969" cy="39246"/>
          </a:xfrm>
          <a:custGeom xmlns:a="http://schemas.openxmlformats.org/drawingml/2006/main">
            <a:pathLst>
              <a:path w="57969" h="39246">
                <a:moveTo>
                  <a:pt x="57969" y="4861"/>
                </a:moveTo>
                <a:lnTo>
                  <a:pt x="0" y="0"/>
                </a:lnTo>
                <a:lnTo>
                  <a:pt x="25231" y="14101"/>
                </a:lnTo>
                <a:lnTo>
                  <a:pt x="11136" y="39246"/>
                </a:lnTo>
                <a:lnTo>
                  <a:pt x="57969" y="4861"/>
                </a:lnTo>
              </a:path>
            </a:pathLst>
          </a:custGeom>
          <a:noFill xmlns:a="http://schemas.openxmlformats.org/drawingml/2006/main"/>
          <a:ln xmlns:a="http://schemas.openxmlformats.org/drawingml/2006/main" w="12368">
            <a:solidFill>
              <a:srgbClr val="935300"/>
            </a:solidFill>
            <a:prstDash val="solid"/>
          </a:ln>
        </p:spPr>
      </p:sp>
      <p:sp>
        <p:nvSpPr>
          <p:cNvPr id="542" name="path-541">
            <a:extLst xmlns:a="http://schemas.openxmlformats.org/drawingml/2006/main">
              <a:ext uri="{FF2B5EF4-FFF2-40B4-BE49-F238E27FC236}">
                <a16:creationId xmlns:a16="http://schemas.microsoft.com/office/drawing/2014/main" id="{3DE72CFA-8B82-4C65-AD13-B910BF105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8120" y="1603721"/>
            <a:ext cx="248887" cy="248887"/>
          </a:xfrm>
          <a:custGeom xmlns:a="http://schemas.openxmlformats.org/drawingml/2006/main">
            <a:pathLst>
              <a:path w="248887" h="248887">
                <a:moveTo>
                  <a:pt x="204609" y="44278"/>
                </a:moveTo>
                <a:cubicBezTo>
                  <a:pt x="248887" y="88556"/>
                  <a:pt x="248887" y="160339"/>
                  <a:pt x="204609" y="204617"/>
                </a:cubicBezTo>
                <a:cubicBezTo>
                  <a:pt x="160339" y="248887"/>
                  <a:pt x="88555" y="248887"/>
                  <a:pt x="44278" y="204617"/>
                </a:cubicBezTo>
                <a:cubicBezTo>
                  <a:pt x="0" y="160339"/>
                  <a:pt x="0" y="88556"/>
                  <a:pt x="44278" y="44278"/>
                </a:cubicBezTo>
                <a:cubicBezTo>
                  <a:pt x="88555" y="0"/>
                  <a:pt x="160339" y="0"/>
                  <a:pt x="204609" y="44278"/>
                </a:cubicBezTo>
              </a:path>
            </a:pathLst>
          </a:custGeom>
          <a:solidFill xmlns:a="http://schemas.openxmlformats.org/drawingml/2006/main">
            <a:srgbClr val="FCE69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3" name="path-542">
            <a:extLst xmlns:a="http://schemas.openxmlformats.org/drawingml/2006/main">
              <a:ext uri="{FF2B5EF4-FFF2-40B4-BE49-F238E27FC236}">
                <a16:creationId xmlns:a16="http://schemas.microsoft.com/office/drawing/2014/main" id="{C7CCCDC2-9B16-4592-A376-1B7E9E113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8124" y="1603731"/>
            <a:ext cx="248846" cy="248846"/>
          </a:xfrm>
          <a:custGeom xmlns:a="http://schemas.openxmlformats.org/drawingml/2006/main">
            <a:pathLst>
              <a:path w="248846" h="248846">
                <a:moveTo>
                  <a:pt x="204568" y="44278"/>
                </a:moveTo>
                <a:cubicBezTo>
                  <a:pt x="248846" y="88556"/>
                  <a:pt x="248846" y="160370"/>
                  <a:pt x="204568" y="204648"/>
                </a:cubicBezTo>
                <a:cubicBezTo>
                  <a:pt x="160376" y="248846"/>
                  <a:pt x="88561" y="248846"/>
                  <a:pt x="44278" y="204648"/>
                </a:cubicBezTo>
                <a:cubicBezTo>
                  <a:pt x="0" y="160370"/>
                  <a:pt x="0" y="88556"/>
                  <a:pt x="44278" y="44278"/>
                </a:cubicBezTo>
                <a:cubicBezTo>
                  <a:pt x="88561" y="0"/>
                  <a:pt x="160376" y="0"/>
                  <a:pt x="204568" y="44278"/>
                </a:cubicBezTo>
              </a:path>
            </a:pathLst>
          </a:custGeom>
          <a:noFill xmlns:a="http://schemas.openxmlformats.org/drawingml/2006/main"/>
          <a:ln xmlns:a="http://schemas.openxmlformats.org/drawingml/2006/main" w="20613">
            <a:solidFill>
              <a:srgbClr val="935206"/>
            </a:solidFill>
            <a:prstDash val="solid"/>
          </a:ln>
        </p:spPr>
      </p:sp>
      <p:sp>
        <p:nvSpPr>
          <p:cNvPr id="544" name="path-543">
            <a:extLst xmlns:a="http://schemas.openxmlformats.org/drawingml/2006/main">
              <a:ext uri="{FF2B5EF4-FFF2-40B4-BE49-F238E27FC236}">
                <a16:creationId xmlns:a16="http://schemas.microsoft.com/office/drawing/2014/main" id="{221C99A6-ABCC-4F0E-9FEF-C6CBB3BC7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8120" y="1890660"/>
            <a:ext cx="248887" cy="248887"/>
          </a:xfrm>
          <a:custGeom xmlns:a="http://schemas.openxmlformats.org/drawingml/2006/main">
            <a:pathLst>
              <a:path w="248887" h="248887">
                <a:moveTo>
                  <a:pt x="204609" y="44278"/>
                </a:moveTo>
                <a:cubicBezTo>
                  <a:pt x="248887" y="88555"/>
                  <a:pt x="248887" y="160339"/>
                  <a:pt x="204609" y="204617"/>
                </a:cubicBezTo>
                <a:cubicBezTo>
                  <a:pt x="160339" y="248887"/>
                  <a:pt x="88555" y="248887"/>
                  <a:pt x="44278" y="204617"/>
                </a:cubicBezTo>
                <a:cubicBezTo>
                  <a:pt x="0" y="160339"/>
                  <a:pt x="0" y="88555"/>
                  <a:pt x="44278" y="44278"/>
                </a:cubicBezTo>
                <a:cubicBezTo>
                  <a:pt x="88555" y="0"/>
                  <a:pt x="160339" y="0"/>
                  <a:pt x="204609" y="44278"/>
                </a:cubicBezTo>
              </a:path>
            </a:pathLst>
          </a:custGeom>
          <a:solidFill xmlns:a="http://schemas.openxmlformats.org/drawingml/2006/main">
            <a:srgbClr val="FCE69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5" name="path-544">
            <a:extLst xmlns:a="http://schemas.openxmlformats.org/drawingml/2006/main">
              <a:ext uri="{FF2B5EF4-FFF2-40B4-BE49-F238E27FC236}">
                <a16:creationId xmlns:a16="http://schemas.microsoft.com/office/drawing/2014/main" id="{D292FFD6-E41A-4C05-B325-FA45CC902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8124" y="1890665"/>
            <a:ext cx="248846" cy="248846"/>
          </a:xfrm>
          <a:custGeom xmlns:a="http://schemas.openxmlformats.org/drawingml/2006/main">
            <a:pathLst>
              <a:path w="248846" h="248846">
                <a:moveTo>
                  <a:pt x="204568" y="44278"/>
                </a:moveTo>
                <a:cubicBezTo>
                  <a:pt x="248846" y="88556"/>
                  <a:pt x="248846" y="160376"/>
                  <a:pt x="204568" y="204653"/>
                </a:cubicBezTo>
                <a:cubicBezTo>
                  <a:pt x="160376" y="248846"/>
                  <a:pt x="88561" y="248846"/>
                  <a:pt x="44278" y="204653"/>
                </a:cubicBezTo>
                <a:cubicBezTo>
                  <a:pt x="0" y="160376"/>
                  <a:pt x="0" y="88556"/>
                  <a:pt x="44278" y="44278"/>
                </a:cubicBezTo>
                <a:cubicBezTo>
                  <a:pt x="88561" y="0"/>
                  <a:pt x="160376" y="0"/>
                  <a:pt x="204568" y="44278"/>
                </a:cubicBezTo>
              </a:path>
            </a:pathLst>
          </a:custGeom>
          <a:noFill xmlns:a="http://schemas.openxmlformats.org/drawingml/2006/main"/>
          <a:ln xmlns:a="http://schemas.openxmlformats.org/drawingml/2006/main" w="20613">
            <a:solidFill>
              <a:srgbClr val="935206"/>
            </a:solidFill>
            <a:prstDash val="solid"/>
          </a:ln>
        </p:spPr>
      </p:sp>
      <p:sp>
        <p:nvSpPr>
          <p:cNvPr id="546" name="path-545">
            <a:extLst xmlns:a="http://schemas.openxmlformats.org/drawingml/2006/main">
              <a:ext uri="{FF2B5EF4-FFF2-40B4-BE49-F238E27FC236}">
                <a16:creationId xmlns:a16="http://schemas.microsoft.com/office/drawing/2014/main" id="{32CB1737-F393-400E-BBE3-FEA80A56C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8120" y="2177599"/>
            <a:ext cx="248887" cy="248887"/>
          </a:xfrm>
          <a:custGeom xmlns:a="http://schemas.openxmlformats.org/drawingml/2006/main">
            <a:pathLst>
              <a:path w="248887" h="248887">
                <a:moveTo>
                  <a:pt x="204609" y="44277"/>
                </a:moveTo>
                <a:cubicBezTo>
                  <a:pt x="248887" y="88555"/>
                  <a:pt x="248887" y="160339"/>
                  <a:pt x="204609" y="204617"/>
                </a:cubicBezTo>
                <a:cubicBezTo>
                  <a:pt x="160339" y="248887"/>
                  <a:pt x="88555" y="248887"/>
                  <a:pt x="44278" y="204617"/>
                </a:cubicBezTo>
                <a:cubicBezTo>
                  <a:pt x="0" y="160339"/>
                  <a:pt x="0" y="88555"/>
                  <a:pt x="44278" y="44277"/>
                </a:cubicBezTo>
                <a:cubicBezTo>
                  <a:pt x="88555" y="0"/>
                  <a:pt x="160339" y="0"/>
                  <a:pt x="204609" y="44277"/>
                </a:cubicBezTo>
              </a:path>
            </a:pathLst>
          </a:custGeom>
          <a:solidFill xmlns:a="http://schemas.openxmlformats.org/drawingml/2006/main">
            <a:srgbClr val="FCE69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7" name="path-546">
            <a:extLst xmlns:a="http://schemas.openxmlformats.org/drawingml/2006/main">
              <a:ext uri="{FF2B5EF4-FFF2-40B4-BE49-F238E27FC236}">
                <a16:creationId xmlns:a16="http://schemas.microsoft.com/office/drawing/2014/main" id="{769F3081-0EA6-4882-8E7D-1233078B3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8124" y="2177605"/>
            <a:ext cx="248846" cy="248846"/>
          </a:xfrm>
          <a:custGeom xmlns:a="http://schemas.openxmlformats.org/drawingml/2006/main">
            <a:pathLst>
              <a:path w="248846" h="248846">
                <a:moveTo>
                  <a:pt x="204568" y="44283"/>
                </a:moveTo>
                <a:cubicBezTo>
                  <a:pt x="248846" y="88556"/>
                  <a:pt x="248846" y="160370"/>
                  <a:pt x="204568" y="204653"/>
                </a:cubicBezTo>
                <a:cubicBezTo>
                  <a:pt x="160376" y="248846"/>
                  <a:pt x="88561" y="248846"/>
                  <a:pt x="44278" y="204653"/>
                </a:cubicBezTo>
                <a:cubicBezTo>
                  <a:pt x="0" y="160370"/>
                  <a:pt x="0" y="88556"/>
                  <a:pt x="44278" y="44283"/>
                </a:cubicBezTo>
                <a:cubicBezTo>
                  <a:pt x="88561" y="0"/>
                  <a:pt x="160376" y="0"/>
                  <a:pt x="204568" y="44283"/>
                </a:cubicBezTo>
              </a:path>
            </a:pathLst>
          </a:custGeom>
          <a:noFill xmlns:a="http://schemas.openxmlformats.org/drawingml/2006/main"/>
          <a:ln xmlns:a="http://schemas.openxmlformats.org/drawingml/2006/main" w="20613">
            <a:solidFill>
              <a:srgbClr val="935206"/>
            </a:solidFill>
            <a:prstDash val="solid"/>
          </a:ln>
        </p:spPr>
      </p:sp>
      <p:sp>
        <p:nvSpPr>
          <p:cNvPr id="548" name="path-547">
            <a:extLst xmlns:a="http://schemas.openxmlformats.org/drawingml/2006/main">
              <a:ext uri="{FF2B5EF4-FFF2-40B4-BE49-F238E27FC236}">
                <a16:creationId xmlns:a16="http://schemas.microsoft.com/office/drawing/2014/main" id="{0CBF4B24-55CD-458F-9284-02020F206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7683" y="1460251"/>
            <a:ext cx="248887" cy="248887"/>
          </a:xfrm>
          <a:custGeom xmlns:a="http://schemas.openxmlformats.org/drawingml/2006/main">
            <a:pathLst>
              <a:path w="248887" h="248887">
                <a:moveTo>
                  <a:pt x="204609" y="44278"/>
                </a:moveTo>
                <a:cubicBezTo>
                  <a:pt x="248887" y="88556"/>
                  <a:pt x="248887" y="160340"/>
                  <a:pt x="204609" y="204618"/>
                </a:cubicBezTo>
                <a:cubicBezTo>
                  <a:pt x="160340" y="248887"/>
                  <a:pt x="88556" y="248887"/>
                  <a:pt x="44278" y="204618"/>
                </a:cubicBezTo>
                <a:cubicBezTo>
                  <a:pt x="0" y="160340"/>
                  <a:pt x="0" y="88556"/>
                  <a:pt x="44278" y="44278"/>
                </a:cubicBezTo>
                <a:cubicBezTo>
                  <a:pt x="88556" y="0"/>
                  <a:pt x="160340" y="0"/>
                  <a:pt x="204609" y="44278"/>
                </a:cubicBezTo>
              </a:path>
            </a:pathLst>
          </a:custGeom>
          <a:solidFill xmlns:a="http://schemas.openxmlformats.org/drawingml/2006/main">
            <a:srgbClr val="FCE69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9" name="path-548">
            <a:extLst xmlns:a="http://schemas.openxmlformats.org/drawingml/2006/main">
              <a:ext uri="{FF2B5EF4-FFF2-40B4-BE49-F238E27FC236}">
                <a16:creationId xmlns:a16="http://schemas.microsoft.com/office/drawing/2014/main" id="{009EB5FB-9BD1-4C9E-907F-97F07936B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7690" y="1460261"/>
            <a:ext cx="248846" cy="248840"/>
          </a:xfrm>
          <a:custGeom xmlns:a="http://schemas.openxmlformats.org/drawingml/2006/main">
            <a:pathLst>
              <a:path w="248846" h="248840">
                <a:moveTo>
                  <a:pt x="204568" y="44278"/>
                </a:moveTo>
                <a:cubicBezTo>
                  <a:pt x="248846" y="88550"/>
                  <a:pt x="248846" y="160370"/>
                  <a:pt x="204568" y="204648"/>
                </a:cubicBezTo>
                <a:cubicBezTo>
                  <a:pt x="160370" y="248840"/>
                  <a:pt x="88556" y="248840"/>
                  <a:pt x="44278" y="204648"/>
                </a:cubicBezTo>
                <a:cubicBezTo>
                  <a:pt x="0" y="160370"/>
                  <a:pt x="0" y="88550"/>
                  <a:pt x="44278" y="44278"/>
                </a:cubicBezTo>
                <a:cubicBezTo>
                  <a:pt x="88556" y="0"/>
                  <a:pt x="160370" y="0"/>
                  <a:pt x="204568" y="44278"/>
                </a:cubicBezTo>
              </a:path>
            </a:pathLst>
          </a:custGeom>
          <a:noFill xmlns:a="http://schemas.openxmlformats.org/drawingml/2006/main"/>
          <a:ln xmlns:a="http://schemas.openxmlformats.org/drawingml/2006/main" w="20613">
            <a:solidFill>
              <a:srgbClr val="935206"/>
            </a:solidFill>
            <a:prstDash val="solid"/>
          </a:ln>
        </p:spPr>
      </p:sp>
      <p:sp>
        <p:nvSpPr>
          <p:cNvPr id="550" name="path-549">
            <a:extLst xmlns:a="http://schemas.openxmlformats.org/drawingml/2006/main">
              <a:ext uri="{FF2B5EF4-FFF2-40B4-BE49-F238E27FC236}">
                <a16:creationId xmlns:a16="http://schemas.microsoft.com/office/drawing/2014/main" id="{B9CD9428-9251-4264-885D-BE10A9C4B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7683" y="1747191"/>
            <a:ext cx="248887" cy="248887"/>
          </a:xfrm>
          <a:custGeom xmlns:a="http://schemas.openxmlformats.org/drawingml/2006/main">
            <a:pathLst>
              <a:path w="248887" h="248887">
                <a:moveTo>
                  <a:pt x="204609" y="44278"/>
                </a:moveTo>
                <a:cubicBezTo>
                  <a:pt x="248887" y="88555"/>
                  <a:pt x="248887" y="160339"/>
                  <a:pt x="204609" y="204617"/>
                </a:cubicBezTo>
                <a:cubicBezTo>
                  <a:pt x="160340" y="248887"/>
                  <a:pt x="88556" y="248887"/>
                  <a:pt x="44278" y="204617"/>
                </a:cubicBezTo>
                <a:cubicBezTo>
                  <a:pt x="0" y="160339"/>
                  <a:pt x="0" y="88555"/>
                  <a:pt x="44278" y="44278"/>
                </a:cubicBezTo>
                <a:cubicBezTo>
                  <a:pt x="88556" y="0"/>
                  <a:pt x="160340" y="0"/>
                  <a:pt x="204609" y="44278"/>
                </a:cubicBezTo>
              </a:path>
            </a:pathLst>
          </a:custGeom>
          <a:solidFill xmlns:a="http://schemas.openxmlformats.org/drawingml/2006/main">
            <a:srgbClr val="FCE69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1" name="path-550">
            <a:extLst xmlns:a="http://schemas.openxmlformats.org/drawingml/2006/main">
              <a:ext uri="{FF2B5EF4-FFF2-40B4-BE49-F238E27FC236}">
                <a16:creationId xmlns:a16="http://schemas.microsoft.com/office/drawing/2014/main" id="{B2FC08BC-D881-4F9B-AFB6-EE529C3DF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7690" y="1747195"/>
            <a:ext cx="248846" cy="248846"/>
          </a:xfrm>
          <a:custGeom xmlns:a="http://schemas.openxmlformats.org/drawingml/2006/main">
            <a:pathLst>
              <a:path w="248846" h="248846">
                <a:moveTo>
                  <a:pt x="204568" y="44278"/>
                </a:moveTo>
                <a:cubicBezTo>
                  <a:pt x="248846" y="88561"/>
                  <a:pt x="248846" y="160376"/>
                  <a:pt x="204568" y="204653"/>
                </a:cubicBezTo>
                <a:cubicBezTo>
                  <a:pt x="160370" y="248846"/>
                  <a:pt x="88556" y="248846"/>
                  <a:pt x="44278" y="204653"/>
                </a:cubicBezTo>
                <a:cubicBezTo>
                  <a:pt x="0" y="160376"/>
                  <a:pt x="0" y="88561"/>
                  <a:pt x="44278" y="44278"/>
                </a:cubicBezTo>
                <a:cubicBezTo>
                  <a:pt x="88556" y="0"/>
                  <a:pt x="160370" y="0"/>
                  <a:pt x="204568" y="44278"/>
                </a:cubicBezTo>
              </a:path>
            </a:pathLst>
          </a:custGeom>
          <a:noFill xmlns:a="http://schemas.openxmlformats.org/drawingml/2006/main"/>
          <a:ln xmlns:a="http://schemas.openxmlformats.org/drawingml/2006/main" w="20613">
            <a:solidFill>
              <a:srgbClr val="935206"/>
            </a:solidFill>
            <a:prstDash val="solid"/>
          </a:ln>
        </p:spPr>
      </p:sp>
      <p:sp>
        <p:nvSpPr>
          <p:cNvPr id="552" name="path-551">
            <a:extLst xmlns:a="http://schemas.openxmlformats.org/drawingml/2006/main">
              <a:ext uri="{FF2B5EF4-FFF2-40B4-BE49-F238E27FC236}">
                <a16:creationId xmlns:a16="http://schemas.microsoft.com/office/drawing/2014/main" id="{FCBB9110-A7BD-42B2-B35A-91B5F86A7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7683" y="2034130"/>
            <a:ext cx="248887" cy="248887"/>
          </a:xfrm>
          <a:custGeom xmlns:a="http://schemas.openxmlformats.org/drawingml/2006/main">
            <a:pathLst>
              <a:path w="248887" h="248887">
                <a:moveTo>
                  <a:pt x="204609" y="44277"/>
                </a:moveTo>
                <a:cubicBezTo>
                  <a:pt x="248887" y="88555"/>
                  <a:pt x="248887" y="160339"/>
                  <a:pt x="204609" y="204617"/>
                </a:cubicBezTo>
                <a:cubicBezTo>
                  <a:pt x="160340" y="248887"/>
                  <a:pt x="88556" y="248887"/>
                  <a:pt x="44278" y="204617"/>
                </a:cubicBezTo>
                <a:cubicBezTo>
                  <a:pt x="0" y="160339"/>
                  <a:pt x="0" y="88555"/>
                  <a:pt x="44278" y="44277"/>
                </a:cubicBezTo>
                <a:cubicBezTo>
                  <a:pt x="88556" y="0"/>
                  <a:pt x="160340" y="0"/>
                  <a:pt x="204609" y="44277"/>
                </a:cubicBezTo>
              </a:path>
            </a:pathLst>
          </a:custGeom>
          <a:solidFill xmlns:a="http://schemas.openxmlformats.org/drawingml/2006/main">
            <a:srgbClr val="FCE69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3" name="path-552">
            <a:extLst xmlns:a="http://schemas.openxmlformats.org/drawingml/2006/main">
              <a:ext uri="{FF2B5EF4-FFF2-40B4-BE49-F238E27FC236}">
                <a16:creationId xmlns:a16="http://schemas.microsoft.com/office/drawing/2014/main" id="{22F4CD72-6EB9-4C43-8989-13CECEEB6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7690" y="2034141"/>
            <a:ext cx="248846" cy="248840"/>
          </a:xfrm>
          <a:custGeom xmlns:a="http://schemas.openxmlformats.org/drawingml/2006/main">
            <a:pathLst>
              <a:path w="248846" h="248840">
                <a:moveTo>
                  <a:pt x="204568" y="44272"/>
                </a:moveTo>
                <a:cubicBezTo>
                  <a:pt x="248846" y="88550"/>
                  <a:pt x="248846" y="160370"/>
                  <a:pt x="204568" y="204648"/>
                </a:cubicBezTo>
                <a:cubicBezTo>
                  <a:pt x="160370" y="248840"/>
                  <a:pt x="88556" y="248840"/>
                  <a:pt x="44278" y="204648"/>
                </a:cubicBezTo>
                <a:cubicBezTo>
                  <a:pt x="0" y="160370"/>
                  <a:pt x="0" y="88550"/>
                  <a:pt x="44278" y="44272"/>
                </a:cubicBezTo>
                <a:cubicBezTo>
                  <a:pt x="88556" y="0"/>
                  <a:pt x="160370" y="0"/>
                  <a:pt x="204568" y="44272"/>
                </a:cubicBezTo>
              </a:path>
            </a:pathLst>
          </a:custGeom>
          <a:noFill xmlns:a="http://schemas.openxmlformats.org/drawingml/2006/main"/>
          <a:ln xmlns:a="http://schemas.openxmlformats.org/drawingml/2006/main" w="20613">
            <a:solidFill>
              <a:srgbClr val="935206"/>
            </a:solidFill>
            <a:prstDash val="solid"/>
          </a:ln>
        </p:spPr>
      </p:sp>
      <p:sp>
        <p:nvSpPr>
          <p:cNvPr id="554" name="path-553">
            <a:extLst xmlns:a="http://schemas.openxmlformats.org/drawingml/2006/main">
              <a:ext uri="{FF2B5EF4-FFF2-40B4-BE49-F238E27FC236}">
                <a16:creationId xmlns:a16="http://schemas.microsoft.com/office/drawing/2014/main" id="{88E39D2E-7229-46C2-AAED-265CFB496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7683" y="2321068"/>
            <a:ext cx="248887" cy="248887"/>
          </a:xfrm>
          <a:custGeom xmlns:a="http://schemas.openxmlformats.org/drawingml/2006/main">
            <a:pathLst>
              <a:path w="248887" h="248887">
                <a:moveTo>
                  <a:pt x="204609" y="44278"/>
                </a:moveTo>
                <a:cubicBezTo>
                  <a:pt x="248887" y="88556"/>
                  <a:pt x="248887" y="160339"/>
                  <a:pt x="204609" y="204617"/>
                </a:cubicBezTo>
                <a:cubicBezTo>
                  <a:pt x="160340" y="248887"/>
                  <a:pt x="88556" y="248887"/>
                  <a:pt x="44278" y="204617"/>
                </a:cubicBezTo>
                <a:cubicBezTo>
                  <a:pt x="0" y="160339"/>
                  <a:pt x="0" y="88556"/>
                  <a:pt x="44278" y="44278"/>
                </a:cubicBezTo>
                <a:cubicBezTo>
                  <a:pt x="88556" y="0"/>
                  <a:pt x="160340" y="0"/>
                  <a:pt x="204609" y="44278"/>
                </a:cubicBezTo>
              </a:path>
            </a:pathLst>
          </a:custGeom>
          <a:solidFill xmlns:a="http://schemas.openxmlformats.org/drawingml/2006/main">
            <a:srgbClr val="FCE69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5" name="path-554">
            <a:extLst xmlns:a="http://schemas.openxmlformats.org/drawingml/2006/main">
              <a:ext uri="{FF2B5EF4-FFF2-40B4-BE49-F238E27FC236}">
                <a16:creationId xmlns:a16="http://schemas.microsoft.com/office/drawing/2014/main" id="{4DD36928-30A1-4E12-B49E-2057117E8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7690" y="2321074"/>
            <a:ext cx="248846" cy="248846"/>
          </a:xfrm>
          <a:custGeom xmlns:a="http://schemas.openxmlformats.org/drawingml/2006/main">
            <a:pathLst>
              <a:path w="248846" h="248846">
                <a:moveTo>
                  <a:pt x="204568" y="44278"/>
                </a:moveTo>
                <a:cubicBezTo>
                  <a:pt x="248846" y="88556"/>
                  <a:pt x="248846" y="160376"/>
                  <a:pt x="204568" y="204648"/>
                </a:cubicBezTo>
                <a:cubicBezTo>
                  <a:pt x="160370" y="248846"/>
                  <a:pt x="88556" y="248846"/>
                  <a:pt x="44278" y="204648"/>
                </a:cubicBezTo>
                <a:cubicBezTo>
                  <a:pt x="0" y="160376"/>
                  <a:pt x="0" y="88556"/>
                  <a:pt x="44278" y="44278"/>
                </a:cubicBezTo>
                <a:cubicBezTo>
                  <a:pt x="88556" y="0"/>
                  <a:pt x="160370" y="0"/>
                  <a:pt x="204568" y="44278"/>
                </a:cubicBezTo>
              </a:path>
            </a:pathLst>
          </a:custGeom>
          <a:noFill xmlns:a="http://schemas.openxmlformats.org/drawingml/2006/main"/>
          <a:ln xmlns:a="http://schemas.openxmlformats.org/drawingml/2006/main" w="20613">
            <a:solidFill>
              <a:srgbClr val="935206"/>
            </a:solidFill>
            <a:prstDash val="solid"/>
          </a:ln>
        </p:spPr>
      </p:sp>
      <p:sp>
        <p:nvSpPr>
          <p:cNvPr id="556" name="path-555">
            <a:extLst xmlns:a="http://schemas.openxmlformats.org/drawingml/2006/main">
              <a:ext uri="{FF2B5EF4-FFF2-40B4-BE49-F238E27FC236}">
                <a16:creationId xmlns:a16="http://schemas.microsoft.com/office/drawing/2014/main" id="{09CA908A-8515-401B-A631-F278F100A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7042" y="1700282"/>
            <a:ext cx="278194" cy="234990"/>
          </a:xfrm>
          <a:custGeom xmlns:a="http://schemas.openxmlformats.org/drawingml/2006/main">
            <a:pathLst>
              <a:path w="278194" h="234990">
                <a:moveTo>
                  <a:pt x="0" y="234990"/>
                </a:moveTo>
                <a:lnTo>
                  <a:pt x="278194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368">
            <a:solidFill>
              <a:srgbClr val="935300"/>
            </a:solidFill>
            <a:prstDash val="solid"/>
          </a:ln>
        </p:spPr>
      </p:sp>
      <p:sp>
        <p:nvSpPr>
          <p:cNvPr id="557" name="path-556">
            <a:extLst xmlns:a="http://schemas.openxmlformats.org/drawingml/2006/main">
              <a:ext uri="{FF2B5EF4-FFF2-40B4-BE49-F238E27FC236}">
                <a16:creationId xmlns:a16="http://schemas.microsoft.com/office/drawing/2014/main" id="{EDE79733-A51B-467C-934E-918A81E22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6515" y="1678342"/>
            <a:ext cx="54750" cy="50709"/>
          </a:xfrm>
          <a:custGeom xmlns:a="http://schemas.openxmlformats.org/drawingml/2006/main">
            <a:pathLst>
              <a:path w="54750" h="50709">
                <a:moveTo>
                  <a:pt x="54750" y="0"/>
                </a:moveTo>
                <a:lnTo>
                  <a:pt x="0" y="19525"/>
                </a:lnTo>
                <a:lnTo>
                  <a:pt x="28760" y="21949"/>
                </a:lnTo>
                <a:lnTo>
                  <a:pt x="26344" y="50709"/>
                </a:lnTo>
                <a:lnTo>
                  <a:pt x="54750" y="0"/>
                </a:lnTo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8" name="path-557">
            <a:extLst xmlns:a="http://schemas.openxmlformats.org/drawingml/2006/main">
              <a:ext uri="{FF2B5EF4-FFF2-40B4-BE49-F238E27FC236}">
                <a16:creationId xmlns:a16="http://schemas.microsoft.com/office/drawing/2014/main" id="{8032EE5F-63DE-4671-969A-FB01D085A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6547" y="1678345"/>
            <a:ext cx="54750" cy="50712"/>
          </a:xfrm>
          <a:custGeom xmlns:a="http://schemas.openxmlformats.org/drawingml/2006/main">
            <a:pathLst>
              <a:path w="54750" h="50712">
                <a:moveTo>
                  <a:pt x="54750" y="0"/>
                </a:moveTo>
                <a:lnTo>
                  <a:pt x="0" y="19547"/>
                </a:lnTo>
                <a:lnTo>
                  <a:pt x="28689" y="21937"/>
                </a:lnTo>
                <a:lnTo>
                  <a:pt x="26299" y="50712"/>
                </a:lnTo>
                <a:lnTo>
                  <a:pt x="547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368">
            <a:solidFill>
              <a:srgbClr val="935300"/>
            </a:solidFill>
            <a:prstDash val="solid"/>
          </a:ln>
        </p:spPr>
      </p:sp>
      <p:sp>
        <p:nvSpPr>
          <p:cNvPr id="559" name="path-558">
            <a:extLst xmlns:a="http://schemas.openxmlformats.org/drawingml/2006/main">
              <a:ext uri="{FF2B5EF4-FFF2-40B4-BE49-F238E27FC236}">
                <a16:creationId xmlns:a16="http://schemas.microsoft.com/office/drawing/2014/main" id="{673BC4B2-C1F5-48C1-98F4-8441C3D0D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1615" y="1920184"/>
            <a:ext cx="218084" cy="61434"/>
          </a:xfrm>
          <a:custGeom xmlns:a="http://schemas.openxmlformats.org/drawingml/2006/main">
            <a:pathLst>
              <a:path w="218084" h="61434">
                <a:moveTo>
                  <a:pt x="0" y="61434"/>
                </a:moveTo>
                <a:lnTo>
                  <a:pt x="218084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368">
            <a:solidFill>
              <a:srgbClr val="935300"/>
            </a:solidFill>
            <a:prstDash val="solid"/>
          </a:ln>
        </p:spPr>
      </p:sp>
      <p:sp>
        <p:nvSpPr>
          <p:cNvPr id="560" name="path-559">
            <a:extLst xmlns:a="http://schemas.openxmlformats.org/drawingml/2006/main">
              <a:ext uri="{FF2B5EF4-FFF2-40B4-BE49-F238E27FC236}">
                <a16:creationId xmlns:a16="http://schemas.microsoft.com/office/drawing/2014/main" id="{264B2873-303C-4503-A7F5-D49FE215D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4506" y="1906079"/>
            <a:ext cx="57915" cy="39290"/>
          </a:xfrm>
          <a:custGeom xmlns:a="http://schemas.openxmlformats.org/drawingml/2006/main">
            <a:pathLst>
              <a:path w="57915" h="39290">
                <a:moveTo>
                  <a:pt x="57915" y="4889"/>
                </a:moveTo>
                <a:lnTo>
                  <a:pt x="0" y="0"/>
                </a:lnTo>
                <a:lnTo>
                  <a:pt x="25174" y="14108"/>
                </a:lnTo>
                <a:lnTo>
                  <a:pt x="11066" y="39290"/>
                </a:lnTo>
                <a:lnTo>
                  <a:pt x="57915" y="4889"/>
                </a:lnTo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1" name="path-560">
            <a:extLst xmlns:a="http://schemas.openxmlformats.org/drawingml/2006/main">
              <a:ext uri="{FF2B5EF4-FFF2-40B4-BE49-F238E27FC236}">
                <a16:creationId xmlns:a16="http://schemas.microsoft.com/office/drawing/2014/main" id="{661F9CDF-9A01-47DF-96CE-DC5C4542F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4468" y="1906083"/>
            <a:ext cx="57969" cy="39252"/>
          </a:xfrm>
          <a:custGeom xmlns:a="http://schemas.openxmlformats.org/drawingml/2006/main">
            <a:pathLst>
              <a:path w="57969" h="39252">
                <a:moveTo>
                  <a:pt x="57969" y="4872"/>
                </a:moveTo>
                <a:lnTo>
                  <a:pt x="0" y="0"/>
                </a:lnTo>
                <a:lnTo>
                  <a:pt x="25231" y="14101"/>
                </a:lnTo>
                <a:lnTo>
                  <a:pt x="11136" y="39252"/>
                </a:lnTo>
                <a:lnTo>
                  <a:pt x="57969" y="4872"/>
                </a:lnTo>
              </a:path>
            </a:pathLst>
          </a:custGeom>
          <a:noFill xmlns:a="http://schemas.openxmlformats.org/drawingml/2006/main"/>
          <a:ln xmlns:a="http://schemas.openxmlformats.org/drawingml/2006/main" w="12368">
            <a:solidFill>
              <a:srgbClr val="935300"/>
            </a:solidFill>
            <a:prstDash val="solid"/>
          </a:ln>
        </p:spPr>
      </p:sp>
      <p:sp>
        <p:nvSpPr>
          <p:cNvPr id="562" name="path-561">
            <a:extLst xmlns:a="http://schemas.openxmlformats.org/drawingml/2006/main">
              <a:ext uri="{FF2B5EF4-FFF2-40B4-BE49-F238E27FC236}">
                <a16:creationId xmlns:a16="http://schemas.microsoft.com/office/drawing/2014/main" id="{43681E29-9917-405D-88C7-5F045345C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1615" y="2048650"/>
            <a:ext cx="218084" cy="61343"/>
          </a:xfrm>
          <a:custGeom xmlns:a="http://schemas.openxmlformats.org/drawingml/2006/main">
            <a:pathLst>
              <a:path w="218084" h="61343">
                <a:moveTo>
                  <a:pt x="0" y="0"/>
                </a:moveTo>
                <a:lnTo>
                  <a:pt x="218084" y="61343"/>
                </a:lnTo>
              </a:path>
            </a:pathLst>
          </a:custGeom>
          <a:noFill xmlns:a="http://schemas.openxmlformats.org/drawingml/2006/main"/>
          <a:ln xmlns:a="http://schemas.openxmlformats.org/drawingml/2006/main" w="12368">
            <a:solidFill>
              <a:srgbClr val="935300"/>
            </a:solidFill>
            <a:prstDash val="solid"/>
          </a:ln>
        </p:spPr>
      </p:sp>
      <p:sp>
        <p:nvSpPr>
          <p:cNvPr id="563" name="path-562">
            <a:extLst xmlns:a="http://schemas.openxmlformats.org/drawingml/2006/main">
              <a:ext uri="{FF2B5EF4-FFF2-40B4-BE49-F238E27FC236}">
                <a16:creationId xmlns:a16="http://schemas.microsoft.com/office/drawing/2014/main" id="{A70C846E-D1F1-4064-8A37-20C590CC9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4506" y="2084847"/>
            <a:ext cx="57915" cy="39289"/>
          </a:xfrm>
          <a:custGeom xmlns:a="http://schemas.openxmlformats.org/drawingml/2006/main">
            <a:pathLst>
              <a:path w="57915" h="39289">
                <a:moveTo>
                  <a:pt x="57915" y="34391"/>
                </a:moveTo>
                <a:lnTo>
                  <a:pt x="11066" y="0"/>
                </a:lnTo>
                <a:lnTo>
                  <a:pt x="25174" y="25173"/>
                </a:lnTo>
                <a:lnTo>
                  <a:pt x="0" y="39289"/>
                </a:lnTo>
                <a:lnTo>
                  <a:pt x="57915" y="34391"/>
                </a:lnTo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4" name="path-563">
            <a:extLst xmlns:a="http://schemas.openxmlformats.org/drawingml/2006/main">
              <a:ext uri="{FF2B5EF4-FFF2-40B4-BE49-F238E27FC236}">
                <a16:creationId xmlns:a16="http://schemas.microsoft.com/office/drawing/2014/main" id="{04A3F770-BC6E-45EE-A4A7-B823B7A53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4468" y="2084847"/>
            <a:ext cx="57969" cy="39332"/>
          </a:xfrm>
          <a:custGeom xmlns:a="http://schemas.openxmlformats.org/drawingml/2006/main">
            <a:pathLst>
              <a:path w="57969" h="39332">
                <a:moveTo>
                  <a:pt x="57969" y="34380"/>
                </a:moveTo>
                <a:lnTo>
                  <a:pt x="11136" y="0"/>
                </a:lnTo>
                <a:lnTo>
                  <a:pt x="25231" y="25146"/>
                </a:lnTo>
                <a:lnTo>
                  <a:pt x="0" y="39332"/>
                </a:lnTo>
                <a:lnTo>
                  <a:pt x="57969" y="34380"/>
                </a:lnTo>
              </a:path>
            </a:pathLst>
          </a:custGeom>
          <a:noFill xmlns:a="http://schemas.openxmlformats.org/drawingml/2006/main"/>
          <a:ln xmlns:a="http://schemas.openxmlformats.org/drawingml/2006/main" w="12368">
            <a:solidFill>
              <a:srgbClr val="935300"/>
            </a:solidFill>
            <a:prstDash val="solid"/>
          </a:ln>
        </p:spPr>
      </p:sp>
      <p:sp>
        <p:nvSpPr>
          <p:cNvPr id="565" name="path-564">
            <a:extLst xmlns:a="http://schemas.openxmlformats.org/drawingml/2006/main">
              <a:ext uri="{FF2B5EF4-FFF2-40B4-BE49-F238E27FC236}">
                <a16:creationId xmlns:a16="http://schemas.microsoft.com/office/drawing/2014/main" id="{766B45DE-9349-4DE1-A738-B19D391B7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7042" y="2094904"/>
            <a:ext cx="278194" cy="234995"/>
          </a:xfrm>
          <a:custGeom xmlns:a="http://schemas.openxmlformats.org/drawingml/2006/main">
            <a:pathLst>
              <a:path w="278194" h="234995">
                <a:moveTo>
                  <a:pt x="0" y="0"/>
                </a:moveTo>
                <a:lnTo>
                  <a:pt x="278194" y="234995"/>
                </a:lnTo>
              </a:path>
            </a:pathLst>
          </a:custGeom>
          <a:noFill xmlns:a="http://schemas.openxmlformats.org/drawingml/2006/main"/>
          <a:ln xmlns:a="http://schemas.openxmlformats.org/drawingml/2006/main" w="12368">
            <a:solidFill>
              <a:srgbClr val="935300"/>
            </a:solidFill>
            <a:prstDash val="solid"/>
          </a:ln>
        </p:spPr>
      </p:sp>
      <p:sp>
        <p:nvSpPr>
          <p:cNvPr id="566" name="path-565">
            <a:extLst xmlns:a="http://schemas.openxmlformats.org/drawingml/2006/main">
              <a:ext uri="{FF2B5EF4-FFF2-40B4-BE49-F238E27FC236}">
                <a16:creationId xmlns:a16="http://schemas.microsoft.com/office/drawing/2014/main" id="{331855FD-E069-406F-9D6F-DA206E3F6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6515" y="2301164"/>
            <a:ext cx="54750" cy="50701"/>
          </a:xfrm>
          <a:custGeom xmlns:a="http://schemas.openxmlformats.org/drawingml/2006/main">
            <a:pathLst>
              <a:path w="54750" h="50701">
                <a:moveTo>
                  <a:pt x="54750" y="50701"/>
                </a:moveTo>
                <a:lnTo>
                  <a:pt x="26344" y="0"/>
                </a:lnTo>
                <a:lnTo>
                  <a:pt x="28760" y="28760"/>
                </a:lnTo>
                <a:lnTo>
                  <a:pt x="0" y="31176"/>
                </a:lnTo>
                <a:lnTo>
                  <a:pt x="54750" y="50701"/>
                </a:lnTo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7" name="path-566">
            <a:extLst xmlns:a="http://schemas.openxmlformats.org/drawingml/2006/main">
              <a:ext uri="{FF2B5EF4-FFF2-40B4-BE49-F238E27FC236}">
                <a16:creationId xmlns:a16="http://schemas.microsoft.com/office/drawing/2014/main" id="{BC2D8CCF-E591-46A7-A64A-26F4E7DD4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6547" y="2301204"/>
            <a:ext cx="54750" cy="50627"/>
          </a:xfrm>
          <a:custGeom xmlns:a="http://schemas.openxmlformats.org/drawingml/2006/main">
            <a:pathLst>
              <a:path w="54750" h="50627">
                <a:moveTo>
                  <a:pt x="54750" y="50627"/>
                </a:moveTo>
                <a:lnTo>
                  <a:pt x="26299" y="0"/>
                </a:lnTo>
                <a:lnTo>
                  <a:pt x="28689" y="28695"/>
                </a:lnTo>
                <a:lnTo>
                  <a:pt x="0" y="31171"/>
                </a:lnTo>
                <a:lnTo>
                  <a:pt x="54750" y="50627"/>
                </a:lnTo>
              </a:path>
            </a:pathLst>
          </a:custGeom>
          <a:noFill xmlns:a="http://schemas.openxmlformats.org/drawingml/2006/main"/>
          <a:ln xmlns:a="http://schemas.openxmlformats.org/drawingml/2006/main" w="12368">
            <a:solidFill>
              <a:srgbClr val="935300"/>
            </a:solidFill>
            <a:prstDash val="solid"/>
          </a:ln>
        </p:spPr>
      </p:sp>
      <p:sp>
        <p:nvSpPr>
          <p:cNvPr id="568" name="path-567">
            <a:extLst xmlns:a="http://schemas.openxmlformats.org/drawingml/2006/main">
              <a:ext uri="{FF2B5EF4-FFF2-40B4-BE49-F238E27FC236}">
                <a16:creationId xmlns:a16="http://schemas.microsoft.com/office/drawing/2014/main" id="{716C2461-CD0E-479C-96CF-793F64D62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6603" y="1664500"/>
            <a:ext cx="278200" cy="234990"/>
          </a:xfrm>
          <a:custGeom xmlns:a="http://schemas.openxmlformats.org/drawingml/2006/main">
            <a:pathLst>
              <a:path w="278200" h="234990">
                <a:moveTo>
                  <a:pt x="0" y="0"/>
                </a:moveTo>
                <a:lnTo>
                  <a:pt x="278200" y="234990"/>
                </a:lnTo>
              </a:path>
            </a:pathLst>
          </a:custGeom>
          <a:noFill xmlns:a="http://schemas.openxmlformats.org/drawingml/2006/main"/>
          <a:ln xmlns:a="http://schemas.openxmlformats.org/drawingml/2006/main" w="12368">
            <a:solidFill>
              <a:srgbClr val="935300"/>
            </a:solidFill>
            <a:prstDash val="solid"/>
          </a:ln>
        </p:spPr>
      </p:sp>
      <p:sp>
        <p:nvSpPr>
          <p:cNvPr id="569" name="path-568">
            <a:extLst xmlns:a="http://schemas.openxmlformats.org/drawingml/2006/main">
              <a:ext uri="{FF2B5EF4-FFF2-40B4-BE49-F238E27FC236}">
                <a16:creationId xmlns:a16="http://schemas.microsoft.com/office/drawing/2014/main" id="{B953EC1F-2F93-4626-A9B5-F337E833F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6078" y="1870756"/>
            <a:ext cx="54750" cy="50701"/>
          </a:xfrm>
          <a:custGeom xmlns:a="http://schemas.openxmlformats.org/drawingml/2006/main">
            <a:pathLst>
              <a:path w="54750" h="50701">
                <a:moveTo>
                  <a:pt x="54750" y="50701"/>
                </a:moveTo>
                <a:lnTo>
                  <a:pt x="26344" y="0"/>
                </a:lnTo>
                <a:lnTo>
                  <a:pt x="28760" y="28760"/>
                </a:lnTo>
                <a:lnTo>
                  <a:pt x="0" y="31176"/>
                </a:lnTo>
                <a:lnTo>
                  <a:pt x="54750" y="50701"/>
                </a:lnTo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0" name="path-569">
            <a:extLst xmlns:a="http://schemas.openxmlformats.org/drawingml/2006/main">
              <a:ext uri="{FF2B5EF4-FFF2-40B4-BE49-F238E27FC236}">
                <a16:creationId xmlns:a16="http://schemas.microsoft.com/office/drawing/2014/main" id="{40D7FDBF-0563-44A1-B6B6-B44EFC5CA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6114" y="1870795"/>
            <a:ext cx="54744" cy="50627"/>
          </a:xfrm>
          <a:custGeom xmlns:a="http://schemas.openxmlformats.org/drawingml/2006/main">
            <a:pathLst>
              <a:path w="54744" h="50627">
                <a:moveTo>
                  <a:pt x="54744" y="50627"/>
                </a:moveTo>
                <a:lnTo>
                  <a:pt x="26299" y="0"/>
                </a:lnTo>
                <a:lnTo>
                  <a:pt x="28689" y="28695"/>
                </a:lnTo>
                <a:lnTo>
                  <a:pt x="0" y="31165"/>
                </a:lnTo>
                <a:lnTo>
                  <a:pt x="54744" y="50627"/>
                </a:lnTo>
              </a:path>
            </a:pathLst>
          </a:custGeom>
          <a:noFill xmlns:a="http://schemas.openxmlformats.org/drawingml/2006/main"/>
          <a:ln xmlns:a="http://schemas.openxmlformats.org/drawingml/2006/main" w="12368">
            <a:solidFill>
              <a:srgbClr val="935300"/>
            </a:solidFill>
            <a:prstDash val="solid"/>
          </a:ln>
        </p:spPr>
      </p:sp>
      <p:sp>
        <p:nvSpPr>
          <p:cNvPr id="571" name="path-570">
            <a:extLst xmlns:a="http://schemas.openxmlformats.org/drawingml/2006/main">
              <a:ext uri="{FF2B5EF4-FFF2-40B4-BE49-F238E27FC236}">
                <a16:creationId xmlns:a16="http://schemas.microsoft.com/office/drawing/2014/main" id="{F12ED799-A9F9-489E-9427-29B9FFD88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1176" y="1905180"/>
            <a:ext cx="218090" cy="61343"/>
          </a:xfrm>
          <a:custGeom xmlns:a="http://schemas.openxmlformats.org/drawingml/2006/main">
            <a:pathLst>
              <a:path w="218090" h="61343">
                <a:moveTo>
                  <a:pt x="0" y="0"/>
                </a:moveTo>
                <a:lnTo>
                  <a:pt x="218090" y="61343"/>
                </a:lnTo>
              </a:path>
            </a:pathLst>
          </a:custGeom>
          <a:noFill xmlns:a="http://schemas.openxmlformats.org/drawingml/2006/main"/>
          <a:ln xmlns:a="http://schemas.openxmlformats.org/drawingml/2006/main" w="12368">
            <a:solidFill>
              <a:srgbClr val="935300"/>
            </a:solidFill>
            <a:prstDash val="solid"/>
          </a:ln>
        </p:spPr>
      </p:sp>
      <p:sp>
        <p:nvSpPr>
          <p:cNvPr id="572" name="path-571">
            <a:extLst xmlns:a="http://schemas.openxmlformats.org/drawingml/2006/main">
              <a:ext uri="{FF2B5EF4-FFF2-40B4-BE49-F238E27FC236}">
                <a16:creationId xmlns:a16="http://schemas.microsoft.com/office/drawing/2014/main" id="{FB4486F3-45EB-4D21-A471-78EA7922E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70" y="1941378"/>
            <a:ext cx="57915" cy="39289"/>
          </a:xfrm>
          <a:custGeom xmlns:a="http://schemas.openxmlformats.org/drawingml/2006/main">
            <a:pathLst>
              <a:path w="57915" h="39289">
                <a:moveTo>
                  <a:pt x="57915" y="34391"/>
                </a:moveTo>
                <a:lnTo>
                  <a:pt x="11065" y="0"/>
                </a:lnTo>
                <a:lnTo>
                  <a:pt x="25173" y="25173"/>
                </a:lnTo>
                <a:lnTo>
                  <a:pt x="0" y="39289"/>
                </a:lnTo>
                <a:lnTo>
                  <a:pt x="57915" y="34391"/>
                </a:lnTo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3" name="path-572">
            <a:extLst xmlns:a="http://schemas.openxmlformats.org/drawingml/2006/main">
              <a:ext uri="{FF2B5EF4-FFF2-40B4-BE49-F238E27FC236}">
                <a16:creationId xmlns:a16="http://schemas.microsoft.com/office/drawing/2014/main" id="{C39C5458-FC8E-40AF-8B29-9DCAAEEB9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34" y="1941377"/>
            <a:ext cx="57964" cy="39332"/>
          </a:xfrm>
          <a:custGeom xmlns:a="http://schemas.openxmlformats.org/drawingml/2006/main">
            <a:pathLst>
              <a:path w="57964" h="39332">
                <a:moveTo>
                  <a:pt x="57964" y="34385"/>
                </a:moveTo>
                <a:lnTo>
                  <a:pt x="11136" y="0"/>
                </a:lnTo>
                <a:lnTo>
                  <a:pt x="25231" y="25146"/>
                </a:lnTo>
                <a:lnTo>
                  <a:pt x="0" y="39332"/>
                </a:lnTo>
                <a:lnTo>
                  <a:pt x="57964" y="34385"/>
                </a:lnTo>
              </a:path>
            </a:pathLst>
          </a:custGeom>
          <a:noFill xmlns:a="http://schemas.openxmlformats.org/drawingml/2006/main"/>
          <a:ln xmlns:a="http://schemas.openxmlformats.org/drawingml/2006/main" w="12368">
            <a:solidFill>
              <a:srgbClr val="935300"/>
            </a:solidFill>
            <a:prstDash val="solid"/>
          </a:ln>
        </p:spPr>
      </p:sp>
      <p:sp>
        <p:nvSpPr>
          <p:cNvPr id="574" name="path-573">
            <a:extLst xmlns:a="http://schemas.openxmlformats.org/drawingml/2006/main">
              <a:ext uri="{FF2B5EF4-FFF2-40B4-BE49-F238E27FC236}">
                <a16:creationId xmlns:a16="http://schemas.microsoft.com/office/drawing/2014/main" id="{D66D282D-9586-402A-8287-B924C84D8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1176" y="2063653"/>
            <a:ext cx="218090" cy="61428"/>
          </a:xfrm>
          <a:custGeom xmlns:a="http://schemas.openxmlformats.org/drawingml/2006/main">
            <a:pathLst>
              <a:path w="218090" h="61428">
                <a:moveTo>
                  <a:pt x="0" y="61428"/>
                </a:moveTo>
                <a:lnTo>
                  <a:pt x="21809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368">
            <a:solidFill>
              <a:srgbClr val="935300"/>
            </a:solidFill>
            <a:prstDash val="solid"/>
          </a:ln>
        </p:spPr>
      </p:sp>
      <p:sp>
        <p:nvSpPr>
          <p:cNvPr id="575" name="path-574">
            <a:extLst xmlns:a="http://schemas.openxmlformats.org/drawingml/2006/main">
              <a:ext uri="{FF2B5EF4-FFF2-40B4-BE49-F238E27FC236}">
                <a16:creationId xmlns:a16="http://schemas.microsoft.com/office/drawing/2014/main" id="{884C3345-4742-4E65-904E-4DD09856C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70" y="2049549"/>
            <a:ext cx="57915" cy="39289"/>
          </a:xfrm>
          <a:custGeom xmlns:a="http://schemas.openxmlformats.org/drawingml/2006/main">
            <a:pathLst>
              <a:path w="57915" h="39289">
                <a:moveTo>
                  <a:pt x="57915" y="4889"/>
                </a:moveTo>
                <a:lnTo>
                  <a:pt x="0" y="0"/>
                </a:lnTo>
                <a:lnTo>
                  <a:pt x="25173" y="14108"/>
                </a:lnTo>
                <a:lnTo>
                  <a:pt x="11065" y="39289"/>
                </a:lnTo>
                <a:lnTo>
                  <a:pt x="57915" y="4889"/>
                </a:lnTo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6" name="path-575">
            <a:extLst xmlns:a="http://schemas.openxmlformats.org/drawingml/2006/main">
              <a:ext uri="{FF2B5EF4-FFF2-40B4-BE49-F238E27FC236}">
                <a16:creationId xmlns:a16="http://schemas.microsoft.com/office/drawing/2014/main" id="{32746DC5-7EF5-483D-AE93-305511DA7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34" y="2049553"/>
            <a:ext cx="57964" cy="39252"/>
          </a:xfrm>
          <a:custGeom xmlns:a="http://schemas.openxmlformats.org/drawingml/2006/main">
            <a:pathLst>
              <a:path w="57964" h="39252">
                <a:moveTo>
                  <a:pt x="57964" y="4867"/>
                </a:moveTo>
                <a:lnTo>
                  <a:pt x="0" y="0"/>
                </a:lnTo>
                <a:lnTo>
                  <a:pt x="25231" y="14101"/>
                </a:lnTo>
                <a:lnTo>
                  <a:pt x="11136" y="39252"/>
                </a:lnTo>
                <a:lnTo>
                  <a:pt x="57964" y="4867"/>
                </a:lnTo>
              </a:path>
            </a:pathLst>
          </a:custGeom>
          <a:noFill xmlns:a="http://schemas.openxmlformats.org/drawingml/2006/main"/>
          <a:ln xmlns:a="http://schemas.openxmlformats.org/drawingml/2006/main" w="12368">
            <a:solidFill>
              <a:srgbClr val="935300"/>
            </a:solidFill>
            <a:prstDash val="solid"/>
          </a:ln>
        </p:spPr>
      </p:sp>
      <p:sp>
        <p:nvSpPr>
          <p:cNvPr id="577" name="path-576">
            <a:extLst xmlns:a="http://schemas.openxmlformats.org/drawingml/2006/main">
              <a:ext uri="{FF2B5EF4-FFF2-40B4-BE49-F238E27FC236}">
                <a16:creationId xmlns:a16="http://schemas.microsoft.com/office/drawing/2014/main" id="{6469C3E1-C832-46B6-9820-7C33F133C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6603" y="2130692"/>
            <a:ext cx="278200" cy="234990"/>
          </a:xfrm>
          <a:custGeom xmlns:a="http://schemas.openxmlformats.org/drawingml/2006/main">
            <a:pathLst>
              <a:path w="278200" h="234990">
                <a:moveTo>
                  <a:pt x="0" y="234990"/>
                </a:moveTo>
                <a:lnTo>
                  <a:pt x="2782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368">
            <a:solidFill>
              <a:srgbClr val="935300"/>
            </a:solidFill>
            <a:prstDash val="solid"/>
          </a:ln>
        </p:spPr>
      </p:sp>
      <p:sp>
        <p:nvSpPr>
          <p:cNvPr id="578" name="path-577">
            <a:extLst xmlns:a="http://schemas.openxmlformats.org/drawingml/2006/main">
              <a:ext uri="{FF2B5EF4-FFF2-40B4-BE49-F238E27FC236}">
                <a16:creationId xmlns:a16="http://schemas.microsoft.com/office/drawing/2014/main" id="{23CF3F68-BF5B-449F-9449-1BCF299E0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6078" y="2108750"/>
            <a:ext cx="54750" cy="50709"/>
          </a:xfrm>
          <a:custGeom xmlns:a="http://schemas.openxmlformats.org/drawingml/2006/main">
            <a:pathLst>
              <a:path w="54750" h="50709">
                <a:moveTo>
                  <a:pt x="54750" y="0"/>
                </a:moveTo>
                <a:lnTo>
                  <a:pt x="0" y="19525"/>
                </a:lnTo>
                <a:lnTo>
                  <a:pt x="28760" y="21949"/>
                </a:lnTo>
                <a:lnTo>
                  <a:pt x="26344" y="50709"/>
                </a:lnTo>
                <a:lnTo>
                  <a:pt x="54750" y="0"/>
                </a:lnTo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9" name="path-578">
            <a:extLst xmlns:a="http://schemas.openxmlformats.org/drawingml/2006/main">
              <a:ext uri="{FF2B5EF4-FFF2-40B4-BE49-F238E27FC236}">
                <a16:creationId xmlns:a16="http://schemas.microsoft.com/office/drawing/2014/main" id="{43253A8F-4157-47A2-94F9-FA78E880C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6114" y="2108755"/>
            <a:ext cx="54744" cy="50712"/>
          </a:xfrm>
          <a:custGeom xmlns:a="http://schemas.openxmlformats.org/drawingml/2006/main">
            <a:pathLst>
              <a:path w="54744" h="50712">
                <a:moveTo>
                  <a:pt x="54744" y="0"/>
                </a:moveTo>
                <a:lnTo>
                  <a:pt x="0" y="19547"/>
                </a:lnTo>
                <a:lnTo>
                  <a:pt x="28689" y="21937"/>
                </a:lnTo>
                <a:lnTo>
                  <a:pt x="26299" y="50712"/>
                </a:lnTo>
                <a:lnTo>
                  <a:pt x="54744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368">
            <a:solidFill>
              <a:srgbClr val="935300"/>
            </a:solidFill>
            <a:prstDash val="solid"/>
          </a:ln>
        </p:spPr>
      </p:sp>
      <p:sp>
        <p:nvSpPr>
          <p:cNvPr id="580" name="path-579">
            <a:extLst xmlns:a="http://schemas.openxmlformats.org/drawingml/2006/main">
              <a:ext uri="{FF2B5EF4-FFF2-40B4-BE49-F238E27FC236}">
                <a16:creationId xmlns:a16="http://schemas.microsoft.com/office/drawing/2014/main" id="{26BEBDF8-02BB-4713-9745-76D0809D4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8039" y="1896974"/>
            <a:ext cx="1048176" cy="236265"/>
          </a:xfrm>
          <a:custGeom xmlns:a="http://schemas.openxmlformats.org/drawingml/2006/main">
            <a:pathLst>
              <a:path w="1048176" h="236265">
                <a:moveTo>
                  <a:pt x="0" y="0"/>
                </a:moveTo>
                <a:lnTo>
                  <a:pt x="1048176" y="0"/>
                </a:lnTo>
                <a:lnTo>
                  <a:pt x="1048176" y="236265"/>
                </a:lnTo>
                <a:lnTo>
                  <a:pt x="0" y="236265"/>
                </a:lnTo>
                <a:close/>
              </a:path>
            </a:pathLst>
          </a:custGeom>
          <a:solidFill xmlns:a="http://schemas.openxmlformats.org/drawingml/2006/main">
            <a:srgbClr val="FFFFFF">
              <a:alpha val="8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1" name="text-580 Vision">
            <a:extLst xmlns:a="http://schemas.openxmlformats.org/drawingml/2006/main">
              <a:ext uri="{FF2B5EF4-FFF2-40B4-BE49-F238E27FC236}">
                <a16:creationId xmlns:a16="http://schemas.microsoft.com/office/drawing/2014/main" id="{FB933D18-DEA6-4A43-993D-6CDC6C8DF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22774" y="1905250"/>
            <a:ext cx="521489" cy="2308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99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99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99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Vision</a:t>
            </a:r>
          </a:p>
        </p:txBody>
      </p:sp>
      <p:sp>
        <p:nvSpPr>
          <p:cNvPr id="582" name="text-580 Agent">
            <a:extLst xmlns:a="http://schemas.openxmlformats.org/drawingml/2006/main">
              <a:ext uri="{FF2B5EF4-FFF2-40B4-BE49-F238E27FC236}">
                <a16:creationId xmlns:a16="http://schemas.microsoft.com/office/drawing/2014/main" id="{61472B8F-9387-4F39-9B6C-3C805003B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54318" y="1905291"/>
            <a:ext cx="496791" cy="23082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98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98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98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Agent</a:t>
            </a:r>
          </a:p>
        </p:txBody>
      </p:sp>
      <p:sp>
        <p:nvSpPr>
          <p:cNvPr id="583" name="text-581 Neural">
            <a:extLst xmlns:a="http://schemas.openxmlformats.org/drawingml/2006/main">
              <a:ext uri="{FF2B5EF4-FFF2-40B4-BE49-F238E27FC236}">
                <a16:creationId xmlns:a16="http://schemas.microsoft.com/office/drawing/2014/main" id="{0A485FAB-729B-4B87-9EA7-79388B53E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33696" y="1052176"/>
            <a:ext cx="542944" cy="2308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99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99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99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Neural</a:t>
            </a:r>
          </a:p>
        </p:txBody>
      </p:sp>
      <p:sp>
        <p:nvSpPr>
          <p:cNvPr id="584" name="text-581 Networks">
            <a:extLst xmlns:a="http://schemas.openxmlformats.org/drawingml/2006/main">
              <a:ext uri="{FF2B5EF4-FFF2-40B4-BE49-F238E27FC236}">
                <a16:creationId xmlns:a16="http://schemas.microsoft.com/office/drawing/2014/main" id="{2233AE46-20CB-415D-92C3-B08BC2853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92765" y="1052179"/>
            <a:ext cx="772028" cy="2308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99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99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99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Networks</a:t>
            </a:r>
          </a:p>
        </p:txBody>
      </p:sp>
      <p:sp>
        <p:nvSpPr>
          <p:cNvPr id="585" name="path-582">
            <a:extLst xmlns:a="http://schemas.openxmlformats.org/drawingml/2006/main">
              <a:ext uri="{FF2B5EF4-FFF2-40B4-BE49-F238E27FC236}">
                <a16:creationId xmlns:a16="http://schemas.microsoft.com/office/drawing/2014/main" id="{74BD95D3-0513-4FAA-BD92-30FFBB9C1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918" y="957623"/>
            <a:ext cx="2729964" cy="1940795"/>
          </a:xfrm>
          <a:custGeom xmlns:a="http://schemas.openxmlformats.org/drawingml/2006/main">
            <a:pathLst>
              <a:path w="2729964" h="1940795">
                <a:moveTo>
                  <a:pt x="0" y="0"/>
                </a:moveTo>
                <a:lnTo>
                  <a:pt x="0" y="1940795"/>
                </a:lnTo>
                <a:lnTo>
                  <a:pt x="2729964" y="1940795"/>
                </a:lnTo>
                <a:lnTo>
                  <a:pt x="2729964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245">
            <a:solidFill>
              <a:srgbClr val="000000"/>
            </a:solidFill>
            <a:prstDash val="dash"/>
          </a:ln>
        </p:spPr>
      </p:sp>
      <p:sp>
        <p:nvSpPr>
          <p:cNvPr id="586" name="path-583">
            <a:extLst xmlns:a="http://schemas.openxmlformats.org/drawingml/2006/main">
              <a:ext uri="{FF2B5EF4-FFF2-40B4-BE49-F238E27FC236}">
                <a16:creationId xmlns:a16="http://schemas.microsoft.com/office/drawing/2014/main" id="{9C6B3CE2-B9A5-4343-873F-3040C75B9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8680" y="1341947"/>
            <a:ext cx="552440" cy="206134"/>
          </a:xfrm>
          <a:custGeom xmlns:a="http://schemas.openxmlformats.org/drawingml/2006/main">
            <a:pathLst>
              <a:path w="552440" h="206134">
                <a:moveTo>
                  <a:pt x="0" y="0"/>
                </a:moveTo>
                <a:lnTo>
                  <a:pt x="552440" y="0"/>
                </a:lnTo>
                <a:lnTo>
                  <a:pt x="552440" y="206134"/>
                </a:lnTo>
                <a:lnTo>
                  <a:pt x="0" y="206134"/>
                </a:lnTo>
                <a:close/>
              </a:path>
            </a:pathLst>
          </a:custGeom>
          <a:solidFill xmlns:a="http://schemas.openxmlformats.org/drawingml/2006/main">
            <a:srgbClr val="D2D2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7" name="text-584 Task">
            <a:extLst xmlns:a="http://schemas.openxmlformats.org/drawingml/2006/main">
              <a:ext uri="{FF2B5EF4-FFF2-40B4-BE49-F238E27FC236}">
                <a16:creationId xmlns:a16="http://schemas.microsoft.com/office/drawing/2014/main" id="{3B15C124-A14C-4E59-9883-7F9A79AD7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84406" y="1356185"/>
            <a:ext cx="314788" cy="1848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4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4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4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Task</a:t>
            </a:r>
          </a:p>
        </p:txBody>
      </p:sp>
      <p:sp>
        <p:nvSpPr>
          <p:cNvPr id="588" name="text-584 1">
            <a:extLst xmlns:a="http://schemas.openxmlformats.org/drawingml/2006/main">
              <a:ext uri="{FF2B5EF4-FFF2-40B4-BE49-F238E27FC236}">
                <a16:creationId xmlns:a16="http://schemas.microsoft.com/office/drawing/2014/main" id="{6903F4E3-69CC-4BDD-9B72-8BA52658E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12114" y="1356236"/>
            <a:ext cx="97127" cy="1847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39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39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39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pic>
        <p:nvPicPr>
          <p:cNvPr id="589" name="">
            <a:extLst xmlns:a="http://schemas.openxmlformats.org/drawingml/2006/main">
              <a:ext uri="{FF2B5EF4-FFF2-40B4-BE49-F238E27FC236}">
                <a16:creationId xmlns:a16="http://schemas.microsoft.com/office/drawing/2014/main" id="{2F575E55-5265-448E-8B24-E6622F2293F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70f8913bc84152"/>
          <a:stretch xmlns:a="http://schemas.openxmlformats.org/drawingml/2006/main"/>
        </p:blipFill>
        <p:spPr>
          <a:xfrm xmlns:a="http://schemas.openxmlformats.org/drawingml/2006/main">
            <a:off x="983712" y="1190629"/>
            <a:ext cx="400050" cy="504825"/>
          </a:xfrm>
          <a:prstGeom xmlns:a="http://schemas.openxmlformats.org/drawingml/2006/main" prst="rect">
            <a:avLst/>
          </a:prstGeom>
        </p:spPr>
      </p:pic>
      <p:sp>
        <p:nvSpPr>
          <p:cNvPr id="590" name="path-586">
            <a:extLst xmlns:a="http://schemas.openxmlformats.org/drawingml/2006/main">
              <a:ext uri="{FF2B5EF4-FFF2-40B4-BE49-F238E27FC236}">
                <a16:creationId xmlns:a16="http://schemas.microsoft.com/office/drawing/2014/main" id="{A6EE8CD3-6B5C-41E8-B0CC-369A23619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0700" y="1445008"/>
            <a:ext cx="231117" cy="191"/>
          </a:xfrm>
          <a:custGeom xmlns:a="http://schemas.openxmlformats.org/drawingml/2006/main">
            <a:pathLst>
              <a:path w="231117" h="191">
                <a:moveTo>
                  <a:pt x="0" y="0"/>
                </a:moveTo>
                <a:lnTo>
                  <a:pt x="231117" y="0"/>
                </a:lnTo>
              </a:path>
            </a:pathLst>
          </a:custGeom>
          <a:noFill xmlns:a="http://schemas.openxmlformats.org/drawingml/2006/main"/>
          <a:ln xmlns:a="http://schemas.openxmlformats.org/drawingml/2006/main" w="8245">
            <a:solidFill>
              <a:srgbClr val="000000"/>
            </a:solidFill>
            <a:prstDash val="solid"/>
          </a:ln>
        </p:spPr>
      </p:sp>
      <p:sp>
        <p:nvSpPr>
          <p:cNvPr id="591" name="path-587">
            <a:extLst xmlns:a="http://schemas.openxmlformats.org/drawingml/2006/main">
              <a:ext uri="{FF2B5EF4-FFF2-40B4-BE49-F238E27FC236}">
                <a16:creationId xmlns:a16="http://schemas.microsoft.com/office/drawing/2014/main" id="{E4A067D7-911A-48DE-8E1F-21C15B6EB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7051" y="1420278"/>
            <a:ext cx="65963" cy="49472"/>
          </a:xfrm>
          <a:custGeom xmlns:a="http://schemas.openxmlformats.org/drawingml/2006/main">
            <a:pathLst>
              <a:path w="65963" h="49472">
                <a:moveTo>
                  <a:pt x="65963" y="24736"/>
                </a:moveTo>
                <a:lnTo>
                  <a:pt x="0" y="0"/>
                </a:lnTo>
                <a:lnTo>
                  <a:pt x="24736" y="24736"/>
                </a:lnTo>
                <a:lnTo>
                  <a:pt x="0" y="49472"/>
                </a:lnTo>
                <a:lnTo>
                  <a:pt x="65963" y="24736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2" name="path-588">
            <a:extLst xmlns:a="http://schemas.openxmlformats.org/drawingml/2006/main">
              <a:ext uri="{FF2B5EF4-FFF2-40B4-BE49-F238E27FC236}">
                <a16:creationId xmlns:a16="http://schemas.microsoft.com/office/drawing/2014/main" id="{B42CC707-B4CD-4DFF-BECF-DEFE3DCD3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7080" y="1420271"/>
            <a:ext cx="65965" cy="49468"/>
          </a:xfrm>
          <a:custGeom xmlns:a="http://schemas.openxmlformats.org/drawingml/2006/main">
            <a:pathLst>
              <a:path w="65965" h="49468">
                <a:moveTo>
                  <a:pt x="65965" y="24737"/>
                </a:moveTo>
                <a:lnTo>
                  <a:pt x="0" y="0"/>
                </a:lnTo>
                <a:lnTo>
                  <a:pt x="24737" y="24737"/>
                </a:lnTo>
                <a:lnTo>
                  <a:pt x="0" y="49468"/>
                </a:lnTo>
                <a:lnTo>
                  <a:pt x="65965" y="24737"/>
                </a:lnTo>
              </a:path>
            </a:pathLst>
          </a:custGeom>
          <a:noFill xmlns:a="http://schemas.openxmlformats.org/drawingml/2006/main"/>
          <a:ln xmlns:a="http://schemas.openxmlformats.org/drawingml/2006/main" w="8245">
            <a:solidFill>
              <a:srgbClr val="000000"/>
            </a:solidFill>
            <a:prstDash val="solid"/>
          </a:ln>
        </p:spPr>
      </p:sp>
      <p:sp>
        <p:nvSpPr>
          <p:cNvPr id="593" name="text-589 1.">
            <a:extLst xmlns:a="http://schemas.openxmlformats.org/drawingml/2006/main">
              <a:ext uri="{FF2B5EF4-FFF2-40B4-BE49-F238E27FC236}">
                <a16:creationId xmlns:a16="http://schemas.microsoft.com/office/drawing/2014/main" id="{3E35A6EB-2453-4D55-A8AF-43FB6BC5C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6594" y="998294"/>
            <a:ext cx="150509" cy="2078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69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69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69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1.</a:t>
            </a:r>
          </a:p>
        </p:txBody>
      </p:sp>
      <p:sp>
        <p:nvSpPr>
          <p:cNvPr id="594" name="text-590 Address">
            <a:extLst xmlns:a="http://schemas.openxmlformats.org/drawingml/2006/main">
              <a:ext uri="{FF2B5EF4-FFF2-40B4-BE49-F238E27FC236}">
                <a16:creationId xmlns:a16="http://schemas.microsoft.com/office/drawing/2014/main" id="{840B6908-0B46-4178-B4E4-89F70FC49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3403" y="998324"/>
            <a:ext cx="571193" cy="2078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6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6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69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Address</a:t>
            </a:r>
          </a:p>
        </p:txBody>
      </p:sp>
      <p:sp>
        <p:nvSpPr>
          <p:cNvPr id="595" name="text-590 a">
            <a:extLst xmlns:a="http://schemas.openxmlformats.org/drawingml/2006/main">
              <a:ext uri="{FF2B5EF4-FFF2-40B4-BE49-F238E27FC236}">
                <a16:creationId xmlns:a16="http://schemas.microsoft.com/office/drawing/2014/main" id="{AAD8241A-0A8D-439A-AC74-21291823C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89106" y="998256"/>
            <a:ext cx="109275" cy="2079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6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6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69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596" name="text-590 pre-defined">
            <a:extLst xmlns:a="http://schemas.openxmlformats.org/drawingml/2006/main">
              <a:ext uri="{FF2B5EF4-FFF2-40B4-BE49-F238E27FC236}">
                <a16:creationId xmlns:a16="http://schemas.microsoft.com/office/drawing/2014/main" id="{4AAD0B0E-A01A-4798-8623-5274198DF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12882" y="998315"/>
            <a:ext cx="777600" cy="2078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6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6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69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pre-defined</a:t>
            </a:r>
          </a:p>
        </p:txBody>
      </p:sp>
      <p:sp>
        <p:nvSpPr>
          <p:cNvPr id="597" name="path-591">
            <a:extLst xmlns:a="http://schemas.openxmlformats.org/drawingml/2006/main">
              <a:ext uri="{FF2B5EF4-FFF2-40B4-BE49-F238E27FC236}">
                <a16:creationId xmlns:a16="http://schemas.microsoft.com/office/drawing/2014/main" id="{7F646258-9ED2-4856-A41D-F93EB1FC3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4981" y="1171010"/>
            <a:ext cx="379453" cy="191"/>
          </a:xfrm>
          <a:custGeom xmlns:a="http://schemas.openxmlformats.org/drawingml/2006/main">
            <a:pathLst>
              <a:path w="379453" h="191">
                <a:moveTo>
                  <a:pt x="0" y="0"/>
                </a:moveTo>
                <a:lnTo>
                  <a:pt x="37945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6491">
            <a:solidFill>
              <a:srgbClr val="000000"/>
            </a:solidFill>
            <a:prstDash val="solid"/>
          </a:ln>
        </p:spPr>
      </p:sp>
      <p:sp>
        <p:nvSpPr>
          <p:cNvPr id="598" name="text-592 static">
            <a:extLst xmlns:a="http://schemas.openxmlformats.org/drawingml/2006/main">
              <a:ext uri="{FF2B5EF4-FFF2-40B4-BE49-F238E27FC236}">
                <a16:creationId xmlns:a16="http://schemas.microsoft.com/office/drawing/2014/main" id="{F35C2231-0007-4DA5-BCD2-1D74C8E73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04981" y="998301"/>
            <a:ext cx="414442" cy="2078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69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69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69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static</a:t>
            </a:r>
          </a:p>
        </p:txBody>
      </p:sp>
      <p:sp>
        <p:nvSpPr>
          <p:cNvPr id="599" name="text-593 task">
            <a:extLst xmlns:a="http://schemas.openxmlformats.org/drawingml/2006/main">
              <a:ext uri="{FF2B5EF4-FFF2-40B4-BE49-F238E27FC236}">
                <a16:creationId xmlns:a16="http://schemas.microsoft.com/office/drawing/2014/main" id="{A81D8B4F-A47E-4DB4-96F2-70F11FCEA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33914" y="998324"/>
            <a:ext cx="298910" cy="2078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6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6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69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task</a:t>
            </a:r>
          </a:p>
        </p:txBody>
      </p:sp>
      <p:sp>
        <p:nvSpPr>
          <p:cNvPr id="600" name="text-594 2.">
            <a:extLst xmlns:a="http://schemas.openxmlformats.org/drawingml/2006/main">
              <a:ext uri="{FF2B5EF4-FFF2-40B4-BE49-F238E27FC236}">
                <a16:creationId xmlns:a16="http://schemas.microsoft.com/office/drawing/2014/main" id="{EF294D63-F5DF-4E5C-B379-345C9FFF8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6594" y="1758597"/>
            <a:ext cx="150509" cy="2078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69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69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69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2.</a:t>
            </a:r>
          </a:p>
        </p:txBody>
      </p:sp>
      <p:sp>
        <p:nvSpPr>
          <p:cNvPr id="601" name="text-595 Adapt">
            <a:extLst xmlns:a="http://schemas.openxmlformats.org/drawingml/2006/main">
              <a:ext uri="{FF2B5EF4-FFF2-40B4-BE49-F238E27FC236}">
                <a16:creationId xmlns:a16="http://schemas.microsoft.com/office/drawing/2014/main" id="{A6D0A26D-765D-4C49-9148-E92E3A5D5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1666" y="1758621"/>
            <a:ext cx="414587" cy="2078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6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6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69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Adapt</a:t>
            </a:r>
          </a:p>
        </p:txBody>
      </p:sp>
      <p:sp>
        <p:nvSpPr>
          <p:cNvPr id="602" name="text-595 to">
            <a:extLst xmlns:a="http://schemas.openxmlformats.org/drawingml/2006/main">
              <a:ext uri="{FF2B5EF4-FFF2-40B4-BE49-F238E27FC236}">
                <a16:creationId xmlns:a16="http://schemas.microsoft.com/office/drawing/2014/main" id="{8D94DDC8-8584-4FB9-ACCA-1077013BB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0758" y="1758605"/>
            <a:ext cx="150501" cy="2078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6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6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69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to</a:t>
            </a:r>
          </a:p>
        </p:txBody>
      </p:sp>
      <p:sp>
        <p:nvSpPr>
          <p:cNvPr id="603" name="path-596">
            <a:extLst xmlns:a="http://schemas.openxmlformats.org/drawingml/2006/main">
              <a:ext uri="{FF2B5EF4-FFF2-40B4-BE49-F238E27FC236}">
                <a16:creationId xmlns:a16="http://schemas.microsoft.com/office/drawing/2014/main" id="{1DE3A60D-75B7-4089-99DD-333CFF513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5745" y="1929588"/>
            <a:ext cx="552765" cy="191"/>
          </a:xfrm>
          <a:custGeom xmlns:a="http://schemas.openxmlformats.org/drawingml/2006/main">
            <a:pathLst>
              <a:path w="552765" h="191">
                <a:moveTo>
                  <a:pt x="0" y="0"/>
                </a:moveTo>
                <a:lnTo>
                  <a:pt x="55276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6491">
            <a:solidFill>
              <a:srgbClr val="000000"/>
            </a:solidFill>
            <a:prstDash val="solid"/>
          </a:ln>
        </p:spPr>
      </p:sp>
      <p:sp>
        <p:nvSpPr>
          <p:cNvPr id="604" name="text-597 variable">
            <a:extLst xmlns:a="http://schemas.openxmlformats.org/drawingml/2006/main">
              <a:ext uri="{FF2B5EF4-FFF2-40B4-BE49-F238E27FC236}">
                <a16:creationId xmlns:a16="http://schemas.microsoft.com/office/drawing/2014/main" id="{0C821D01-B969-41FE-B61A-853EB3F8E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05745" y="1758576"/>
            <a:ext cx="587975" cy="2079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69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69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69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variable</a:t>
            </a:r>
          </a:p>
        </p:txBody>
      </p:sp>
      <p:sp>
        <p:nvSpPr>
          <p:cNvPr id="605" name="text-598 task">
            <a:extLst xmlns:a="http://schemas.openxmlformats.org/drawingml/2006/main">
              <a:ext uri="{FF2B5EF4-FFF2-40B4-BE49-F238E27FC236}">
                <a16:creationId xmlns:a16="http://schemas.microsoft.com/office/drawing/2014/main" id="{E3E16376-3630-4774-BED1-570DCE5D4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07990" y="1758624"/>
            <a:ext cx="298916" cy="2078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6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6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69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task</a:t>
            </a:r>
          </a:p>
        </p:txBody>
      </p:sp>
      <p:sp>
        <p:nvSpPr>
          <p:cNvPr id="606" name="text-598 demands">
            <a:extLst xmlns:a="http://schemas.openxmlformats.org/drawingml/2006/main">
              <a:ext uri="{FF2B5EF4-FFF2-40B4-BE49-F238E27FC236}">
                <a16:creationId xmlns:a16="http://schemas.microsoft.com/office/drawing/2014/main" id="{3D414F5A-AE33-4892-B8FF-6C68632BB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21415" y="1758610"/>
            <a:ext cx="637292" cy="2078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6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6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69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demands</a:t>
            </a:r>
          </a:p>
        </p:txBody>
      </p:sp>
      <p:sp>
        <p:nvSpPr>
          <p:cNvPr id="607" name="path-599">
            <a:extLst xmlns:a="http://schemas.openxmlformats.org/drawingml/2006/main">
              <a:ext uri="{FF2B5EF4-FFF2-40B4-BE49-F238E27FC236}">
                <a16:creationId xmlns:a16="http://schemas.microsoft.com/office/drawing/2014/main" id="{DBCFAC90-9A34-47E3-B550-114B496E5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5369" y="1967187"/>
            <a:ext cx="701516" cy="755272"/>
          </a:xfrm>
          <a:custGeom xmlns:a="http://schemas.openxmlformats.org/drawingml/2006/main">
            <a:pathLst>
              <a:path w="701516" h="755272">
                <a:moveTo>
                  <a:pt x="0" y="0"/>
                </a:moveTo>
                <a:lnTo>
                  <a:pt x="0" y="755272"/>
                </a:lnTo>
                <a:lnTo>
                  <a:pt x="701516" y="755272"/>
                </a:lnTo>
                <a:lnTo>
                  <a:pt x="701516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6184">
            <a:solidFill>
              <a:srgbClr val="000000"/>
            </a:solidFill>
            <a:prstDash val="dash"/>
          </a:ln>
        </p:spPr>
      </p:sp>
      <p:sp>
        <p:nvSpPr>
          <p:cNvPr id="608" name="path-600">
            <a:extLst xmlns:a="http://schemas.openxmlformats.org/drawingml/2006/main">
              <a:ext uri="{FF2B5EF4-FFF2-40B4-BE49-F238E27FC236}">
                <a16:creationId xmlns:a16="http://schemas.microsoft.com/office/drawing/2014/main" id="{D9755325-9422-43B0-92AA-F232BDEFA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977" y="2189579"/>
            <a:ext cx="271652" cy="310455"/>
          </a:xfrm>
          <a:custGeom xmlns:a="http://schemas.openxmlformats.org/drawingml/2006/main">
            <a:pathLst>
              <a:path w="271652" h="310455">
                <a:moveTo>
                  <a:pt x="271652" y="220424"/>
                </a:moveTo>
                <a:lnTo>
                  <a:pt x="271652" y="0"/>
                </a:lnTo>
                <a:lnTo>
                  <a:pt x="0" y="0"/>
                </a:lnTo>
                <a:lnTo>
                  <a:pt x="0" y="310455"/>
                </a:lnTo>
                <a:lnTo>
                  <a:pt x="133880" y="310455"/>
                </a:lnTo>
                <a:lnTo>
                  <a:pt x="133880" y="291053"/>
                </a:lnTo>
                <a:lnTo>
                  <a:pt x="19401" y="291053"/>
                </a:lnTo>
                <a:lnTo>
                  <a:pt x="19401" y="19402"/>
                </a:lnTo>
                <a:lnTo>
                  <a:pt x="252242" y="19402"/>
                </a:lnTo>
                <a:lnTo>
                  <a:pt x="252242" y="213440"/>
                </a:lnTo>
                <a:lnTo>
                  <a:pt x="174629" y="213440"/>
                </a:lnTo>
                <a:lnTo>
                  <a:pt x="174629" y="310455"/>
                </a:lnTo>
                <a:lnTo>
                  <a:pt x="192092" y="310455"/>
                </a:lnTo>
                <a:lnTo>
                  <a:pt x="271652" y="231093"/>
                </a:lnTo>
                <a:lnTo>
                  <a:pt x="271652" y="220424"/>
                </a:lnTo>
                <a:moveTo>
                  <a:pt x="192092" y="282907"/>
                </a:moveTo>
                <a:lnTo>
                  <a:pt x="192092" y="231093"/>
                </a:lnTo>
                <a:lnTo>
                  <a:pt x="244294" y="231093"/>
                </a:lnTo>
                <a:lnTo>
                  <a:pt x="192092" y="282907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9" name="path-601">
            <a:extLst xmlns:a="http://schemas.openxmlformats.org/drawingml/2006/main">
              <a:ext uri="{FF2B5EF4-FFF2-40B4-BE49-F238E27FC236}">
                <a16:creationId xmlns:a16="http://schemas.microsoft.com/office/drawing/2014/main" id="{25A0A57F-616B-4812-9089-F615C698D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189" y="2266221"/>
            <a:ext cx="155227" cy="138934"/>
          </a:xfrm>
          <a:custGeom xmlns:a="http://schemas.openxmlformats.org/drawingml/2006/main">
            <a:pathLst>
              <a:path w="155227" h="138934">
                <a:moveTo>
                  <a:pt x="0" y="0"/>
                </a:moveTo>
                <a:lnTo>
                  <a:pt x="0" y="19401"/>
                </a:lnTo>
                <a:lnTo>
                  <a:pt x="155227" y="19401"/>
                </a:lnTo>
                <a:lnTo>
                  <a:pt x="155227" y="0"/>
                </a:lnTo>
                <a:close/>
                <a:moveTo>
                  <a:pt x="0" y="58212"/>
                </a:moveTo>
                <a:lnTo>
                  <a:pt x="0" y="77613"/>
                </a:lnTo>
                <a:lnTo>
                  <a:pt x="155227" y="77613"/>
                </a:lnTo>
                <a:lnTo>
                  <a:pt x="155227" y="58212"/>
                </a:lnTo>
                <a:close/>
                <a:moveTo>
                  <a:pt x="0" y="119524"/>
                </a:moveTo>
                <a:lnTo>
                  <a:pt x="0" y="138934"/>
                </a:lnTo>
                <a:lnTo>
                  <a:pt x="97015" y="138934"/>
                </a:lnTo>
                <a:lnTo>
                  <a:pt x="97015" y="11952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610" name="">
            <a:extLst xmlns:a="http://schemas.openxmlformats.org/drawingml/2006/main">
              <a:ext uri="{FF2B5EF4-FFF2-40B4-BE49-F238E27FC236}">
                <a16:creationId xmlns:a16="http://schemas.microsoft.com/office/drawing/2014/main" id="{7FEFA0FF-81A8-4260-93E1-43D89546848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87706611d0476e"/>
          <a:stretch xmlns:a="http://schemas.openxmlformats.org/drawingml/2006/main"/>
        </p:blipFill>
        <p:spPr>
          <a:xfrm xmlns:a="http://schemas.openxmlformats.org/drawingml/2006/main">
            <a:off x="1698087" y="2095504"/>
            <a:ext cx="390525" cy="504825"/>
          </a:xfrm>
          <a:prstGeom xmlns:a="http://schemas.openxmlformats.org/drawingml/2006/main" prst="rect">
            <a:avLst/>
          </a:prstGeom>
        </p:spPr>
      </p:pic>
      <p:sp>
        <p:nvSpPr>
          <p:cNvPr id="611" name="path-603">
            <a:extLst xmlns:a="http://schemas.openxmlformats.org/drawingml/2006/main">
              <a:ext uri="{FF2B5EF4-FFF2-40B4-BE49-F238E27FC236}">
                <a16:creationId xmlns:a16="http://schemas.microsoft.com/office/drawing/2014/main" id="{8E25DC00-4F12-4BE2-901E-5BB4B1FEF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2903" y="2340701"/>
            <a:ext cx="179337" cy="191"/>
          </a:xfrm>
          <a:custGeom xmlns:a="http://schemas.openxmlformats.org/drawingml/2006/main">
            <a:pathLst>
              <a:path w="179337" h="191">
                <a:moveTo>
                  <a:pt x="0" y="0"/>
                </a:moveTo>
                <a:lnTo>
                  <a:pt x="179337" y="0"/>
                </a:lnTo>
              </a:path>
            </a:pathLst>
          </a:custGeom>
          <a:noFill xmlns:a="http://schemas.openxmlformats.org/drawingml/2006/main"/>
          <a:ln xmlns:a="http://schemas.openxmlformats.org/drawingml/2006/main" w="8245">
            <a:solidFill>
              <a:srgbClr val="000000"/>
            </a:solidFill>
            <a:prstDash val="solid"/>
          </a:ln>
        </p:spPr>
      </p:sp>
      <p:sp>
        <p:nvSpPr>
          <p:cNvPr id="612" name="path-604">
            <a:extLst xmlns:a="http://schemas.openxmlformats.org/drawingml/2006/main">
              <a:ext uri="{FF2B5EF4-FFF2-40B4-BE49-F238E27FC236}">
                <a16:creationId xmlns:a16="http://schemas.microsoft.com/office/drawing/2014/main" id="{6E78515D-49D5-4A5F-805D-99886D888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7490" y="2315948"/>
            <a:ext cx="65963" cy="49472"/>
          </a:xfrm>
          <a:custGeom xmlns:a="http://schemas.openxmlformats.org/drawingml/2006/main">
            <a:pathLst>
              <a:path w="65963" h="49472">
                <a:moveTo>
                  <a:pt x="65963" y="24736"/>
                </a:moveTo>
                <a:lnTo>
                  <a:pt x="0" y="0"/>
                </a:lnTo>
                <a:lnTo>
                  <a:pt x="24736" y="24736"/>
                </a:lnTo>
                <a:lnTo>
                  <a:pt x="0" y="49472"/>
                </a:lnTo>
                <a:lnTo>
                  <a:pt x="65963" y="24736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3" name="path-605">
            <a:extLst xmlns:a="http://schemas.openxmlformats.org/drawingml/2006/main">
              <a:ext uri="{FF2B5EF4-FFF2-40B4-BE49-F238E27FC236}">
                <a16:creationId xmlns:a16="http://schemas.microsoft.com/office/drawing/2014/main" id="{FC27757C-A645-4211-8702-01457CC73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7504" y="2315964"/>
            <a:ext cx="65965" cy="49474"/>
          </a:xfrm>
          <a:custGeom xmlns:a="http://schemas.openxmlformats.org/drawingml/2006/main">
            <a:pathLst>
              <a:path w="65965" h="49474">
                <a:moveTo>
                  <a:pt x="65965" y="24737"/>
                </a:moveTo>
                <a:lnTo>
                  <a:pt x="0" y="0"/>
                </a:lnTo>
                <a:lnTo>
                  <a:pt x="24737" y="24737"/>
                </a:lnTo>
                <a:lnTo>
                  <a:pt x="0" y="49474"/>
                </a:lnTo>
                <a:lnTo>
                  <a:pt x="65965" y="24737"/>
                </a:lnTo>
              </a:path>
            </a:pathLst>
          </a:custGeom>
          <a:noFill xmlns:a="http://schemas.openxmlformats.org/drawingml/2006/main"/>
          <a:ln xmlns:a="http://schemas.openxmlformats.org/drawingml/2006/main" w="8245">
            <a:solidFill>
              <a:srgbClr val="000000"/>
            </a:solidFill>
            <a:prstDash val="solid"/>
          </a:ln>
        </p:spPr>
      </p:sp>
      <p:sp>
        <p:nvSpPr>
          <p:cNvPr id="614" name="path-606">
            <a:extLst xmlns:a="http://schemas.openxmlformats.org/drawingml/2006/main">
              <a:ext uri="{FF2B5EF4-FFF2-40B4-BE49-F238E27FC236}">
                <a16:creationId xmlns:a16="http://schemas.microsoft.com/office/drawing/2014/main" id="{DA0233D0-DF68-428F-9A87-C274EC17C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256" y="2009121"/>
            <a:ext cx="552440" cy="206134"/>
          </a:xfrm>
          <a:custGeom xmlns:a="http://schemas.openxmlformats.org/drawingml/2006/main">
            <a:pathLst>
              <a:path w="552440" h="206134">
                <a:moveTo>
                  <a:pt x="0" y="0"/>
                </a:moveTo>
                <a:lnTo>
                  <a:pt x="552440" y="0"/>
                </a:lnTo>
                <a:lnTo>
                  <a:pt x="552440" y="206134"/>
                </a:lnTo>
                <a:lnTo>
                  <a:pt x="0" y="206134"/>
                </a:lnTo>
                <a:close/>
              </a:path>
            </a:pathLst>
          </a:custGeom>
          <a:solidFill xmlns:a="http://schemas.openxmlformats.org/drawingml/2006/main">
            <a:srgbClr val="D2D2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5" name="text-607 Task">
            <a:extLst xmlns:a="http://schemas.openxmlformats.org/drawingml/2006/main">
              <a:ext uri="{FF2B5EF4-FFF2-40B4-BE49-F238E27FC236}">
                <a16:creationId xmlns:a16="http://schemas.microsoft.com/office/drawing/2014/main" id="{958F8534-525D-4E5A-9487-4C22F7C05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85014" y="2023401"/>
            <a:ext cx="314788" cy="1848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4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4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4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Task</a:t>
            </a:r>
          </a:p>
        </p:txBody>
      </p:sp>
      <p:sp>
        <p:nvSpPr>
          <p:cNvPr id="616" name="text-607 1">
            <a:extLst xmlns:a="http://schemas.openxmlformats.org/drawingml/2006/main">
              <a:ext uri="{FF2B5EF4-FFF2-40B4-BE49-F238E27FC236}">
                <a16:creationId xmlns:a16="http://schemas.microsoft.com/office/drawing/2014/main" id="{BA1FAE6B-441E-468A-AEC4-638289A23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12721" y="2023452"/>
            <a:ext cx="97127" cy="1847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39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39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39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17" name="path-608">
            <a:extLst xmlns:a="http://schemas.openxmlformats.org/drawingml/2006/main">
              <a:ext uri="{FF2B5EF4-FFF2-40B4-BE49-F238E27FC236}">
                <a16:creationId xmlns:a16="http://schemas.microsoft.com/office/drawing/2014/main" id="{4C44E55A-9AB6-4F32-89F2-785CEC2C0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1228" y="2112219"/>
            <a:ext cx="231117" cy="232605"/>
          </a:xfrm>
          <a:custGeom xmlns:a="http://schemas.openxmlformats.org/drawingml/2006/main">
            <a:pathLst>
              <a:path w="231117" h="232605">
                <a:moveTo>
                  <a:pt x="0" y="232605"/>
                </a:moveTo>
                <a:lnTo>
                  <a:pt x="123844" y="232605"/>
                </a:lnTo>
                <a:lnTo>
                  <a:pt x="123844" y="0"/>
                </a:lnTo>
                <a:lnTo>
                  <a:pt x="231117" y="0"/>
                </a:lnTo>
              </a:path>
            </a:pathLst>
          </a:custGeom>
          <a:noFill xmlns:a="http://schemas.openxmlformats.org/drawingml/2006/main"/>
          <a:ln xmlns:a="http://schemas.openxmlformats.org/drawingml/2006/main" w="8245">
            <a:solidFill>
              <a:srgbClr val="000000"/>
            </a:solidFill>
            <a:prstDash val="solid"/>
          </a:ln>
        </p:spPr>
      </p:sp>
      <p:sp>
        <p:nvSpPr>
          <p:cNvPr id="618" name="path-609">
            <a:extLst xmlns:a="http://schemas.openxmlformats.org/drawingml/2006/main">
              <a:ext uri="{FF2B5EF4-FFF2-40B4-BE49-F238E27FC236}">
                <a16:creationId xmlns:a16="http://schemas.microsoft.com/office/drawing/2014/main" id="{DD3860EC-A9B3-47B0-81E1-EC369E04E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7627" y="2087453"/>
            <a:ext cx="65963" cy="49472"/>
          </a:xfrm>
          <a:custGeom xmlns:a="http://schemas.openxmlformats.org/drawingml/2006/main">
            <a:pathLst>
              <a:path w="65963" h="49472">
                <a:moveTo>
                  <a:pt x="65963" y="24736"/>
                </a:moveTo>
                <a:lnTo>
                  <a:pt x="0" y="0"/>
                </a:lnTo>
                <a:lnTo>
                  <a:pt x="24736" y="24736"/>
                </a:lnTo>
                <a:lnTo>
                  <a:pt x="0" y="49472"/>
                </a:lnTo>
                <a:lnTo>
                  <a:pt x="65963" y="24736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9" name="path-610">
            <a:extLst xmlns:a="http://schemas.openxmlformats.org/drawingml/2006/main">
              <a:ext uri="{FF2B5EF4-FFF2-40B4-BE49-F238E27FC236}">
                <a16:creationId xmlns:a16="http://schemas.microsoft.com/office/drawing/2014/main" id="{4298B3EB-07D6-48DD-B148-B7F97C7AA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7608" y="2087482"/>
            <a:ext cx="65965" cy="49474"/>
          </a:xfrm>
          <a:custGeom xmlns:a="http://schemas.openxmlformats.org/drawingml/2006/main">
            <a:pathLst>
              <a:path w="65965" h="49474">
                <a:moveTo>
                  <a:pt x="65965" y="24737"/>
                </a:moveTo>
                <a:lnTo>
                  <a:pt x="0" y="0"/>
                </a:lnTo>
                <a:lnTo>
                  <a:pt x="24737" y="24737"/>
                </a:lnTo>
                <a:lnTo>
                  <a:pt x="0" y="49474"/>
                </a:lnTo>
                <a:lnTo>
                  <a:pt x="65965" y="24737"/>
                </a:lnTo>
              </a:path>
            </a:pathLst>
          </a:custGeom>
          <a:noFill xmlns:a="http://schemas.openxmlformats.org/drawingml/2006/main"/>
          <a:ln xmlns:a="http://schemas.openxmlformats.org/drawingml/2006/main" w="8245">
            <a:solidFill>
              <a:srgbClr val="000000"/>
            </a:solidFill>
            <a:prstDash val="solid"/>
          </a:ln>
        </p:spPr>
      </p:sp>
      <p:sp>
        <p:nvSpPr>
          <p:cNvPr id="620" name="path-611">
            <a:extLst xmlns:a="http://schemas.openxmlformats.org/drawingml/2006/main">
              <a:ext uri="{FF2B5EF4-FFF2-40B4-BE49-F238E27FC236}">
                <a16:creationId xmlns:a16="http://schemas.microsoft.com/office/drawing/2014/main" id="{6A713470-FD4B-4532-BF53-ACE4FE395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256" y="2241739"/>
            <a:ext cx="552440" cy="206134"/>
          </a:xfrm>
          <a:custGeom xmlns:a="http://schemas.openxmlformats.org/drawingml/2006/main">
            <a:pathLst>
              <a:path w="552440" h="206134">
                <a:moveTo>
                  <a:pt x="0" y="0"/>
                </a:moveTo>
                <a:lnTo>
                  <a:pt x="552440" y="0"/>
                </a:lnTo>
                <a:lnTo>
                  <a:pt x="552440" y="206134"/>
                </a:lnTo>
                <a:lnTo>
                  <a:pt x="0" y="206134"/>
                </a:lnTo>
                <a:close/>
              </a:path>
            </a:pathLst>
          </a:custGeom>
          <a:solidFill xmlns:a="http://schemas.openxmlformats.org/drawingml/2006/main">
            <a:srgbClr val="D2D2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1" name="text-612 Task">
            <a:extLst xmlns:a="http://schemas.openxmlformats.org/drawingml/2006/main">
              <a:ext uri="{FF2B5EF4-FFF2-40B4-BE49-F238E27FC236}">
                <a16:creationId xmlns:a16="http://schemas.microsoft.com/office/drawing/2014/main" id="{79C3E0D1-A005-48A3-8524-47B2AC51B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85014" y="2256000"/>
            <a:ext cx="314788" cy="1848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4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4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4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Task</a:t>
            </a:r>
          </a:p>
        </p:txBody>
      </p:sp>
      <p:sp>
        <p:nvSpPr>
          <p:cNvPr id="622" name="text-612 2">
            <a:extLst xmlns:a="http://schemas.openxmlformats.org/drawingml/2006/main">
              <a:ext uri="{FF2B5EF4-FFF2-40B4-BE49-F238E27FC236}">
                <a16:creationId xmlns:a16="http://schemas.microsoft.com/office/drawing/2014/main" id="{FC4A5832-2C5D-4637-8662-273E40AD4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12721" y="2256051"/>
            <a:ext cx="97127" cy="1847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39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39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39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623" name="path-613">
            <a:extLst xmlns:a="http://schemas.openxmlformats.org/drawingml/2006/main">
              <a:ext uri="{FF2B5EF4-FFF2-40B4-BE49-F238E27FC236}">
                <a16:creationId xmlns:a16="http://schemas.microsoft.com/office/drawing/2014/main" id="{51D10BAF-DD91-430B-9791-145A90A68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256" y="2474358"/>
            <a:ext cx="552440" cy="206134"/>
          </a:xfrm>
          <a:custGeom xmlns:a="http://schemas.openxmlformats.org/drawingml/2006/main">
            <a:pathLst>
              <a:path w="552440" h="206134">
                <a:moveTo>
                  <a:pt x="0" y="0"/>
                </a:moveTo>
                <a:lnTo>
                  <a:pt x="552440" y="0"/>
                </a:lnTo>
                <a:lnTo>
                  <a:pt x="552440" y="206134"/>
                </a:lnTo>
                <a:lnTo>
                  <a:pt x="0" y="206134"/>
                </a:lnTo>
                <a:close/>
              </a:path>
            </a:pathLst>
          </a:custGeom>
          <a:solidFill xmlns:a="http://schemas.openxmlformats.org/drawingml/2006/main">
            <a:srgbClr val="D2D2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4" name="text-614 …">
            <a:extLst xmlns:a="http://schemas.openxmlformats.org/drawingml/2006/main">
              <a:ext uri="{FF2B5EF4-FFF2-40B4-BE49-F238E27FC236}">
                <a16:creationId xmlns:a16="http://schemas.microsoft.com/office/drawing/2014/main" id="{97328CE9-8D10-4A8B-B611-FBC566C64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11248" y="2476072"/>
            <a:ext cx="175135" cy="2078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69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69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69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…</a:t>
            </a:r>
          </a:p>
        </p:txBody>
      </p:sp>
      <p:sp>
        <p:nvSpPr>
          <p:cNvPr id="625" name="path-615">
            <a:extLst xmlns:a="http://schemas.openxmlformats.org/drawingml/2006/main">
              <a:ext uri="{FF2B5EF4-FFF2-40B4-BE49-F238E27FC236}">
                <a16:creationId xmlns:a16="http://schemas.microsoft.com/office/drawing/2014/main" id="{1AF4B7D0-4396-4007-8A6C-23E28B954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1228" y="2344823"/>
            <a:ext cx="231117" cy="232599"/>
          </a:xfrm>
          <a:custGeom xmlns:a="http://schemas.openxmlformats.org/drawingml/2006/main">
            <a:pathLst>
              <a:path w="231117" h="232599">
                <a:moveTo>
                  <a:pt x="0" y="0"/>
                </a:moveTo>
                <a:lnTo>
                  <a:pt x="123929" y="0"/>
                </a:lnTo>
                <a:lnTo>
                  <a:pt x="123929" y="232599"/>
                </a:lnTo>
                <a:lnTo>
                  <a:pt x="231117" y="232599"/>
                </a:lnTo>
              </a:path>
            </a:pathLst>
          </a:custGeom>
          <a:noFill xmlns:a="http://schemas.openxmlformats.org/drawingml/2006/main"/>
          <a:ln xmlns:a="http://schemas.openxmlformats.org/drawingml/2006/main" w="8245">
            <a:solidFill>
              <a:srgbClr val="000000"/>
            </a:solidFill>
            <a:prstDash val="solid"/>
          </a:ln>
        </p:spPr>
      </p:sp>
      <p:sp>
        <p:nvSpPr>
          <p:cNvPr id="626" name="path-616">
            <a:extLst xmlns:a="http://schemas.openxmlformats.org/drawingml/2006/main">
              <a:ext uri="{FF2B5EF4-FFF2-40B4-BE49-F238E27FC236}">
                <a16:creationId xmlns:a16="http://schemas.microsoft.com/office/drawing/2014/main" id="{06D774D3-FBEB-4A13-BC45-5D2A432C8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7627" y="2552689"/>
            <a:ext cx="65963" cy="49472"/>
          </a:xfrm>
          <a:custGeom xmlns:a="http://schemas.openxmlformats.org/drawingml/2006/main">
            <a:pathLst>
              <a:path w="65963" h="49472">
                <a:moveTo>
                  <a:pt x="65963" y="24736"/>
                </a:moveTo>
                <a:lnTo>
                  <a:pt x="0" y="0"/>
                </a:lnTo>
                <a:lnTo>
                  <a:pt x="24736" y="24736"/>
                </a:lnTo>
                <a:lnTo>
                  <a:pt x="0" y="49472"/>
                </a:lnTo>
                <a:lnTo>
                  <a:pt x="65963" y="24736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7" name="path-617">
            <a:extLst xmlns:a="http://schemas.openxmlformats.org/drawingml/2006/main">
              <a:ext uri="{FF2B5EF4-FFF2-40B4-BE49-F238E27FC236}">
                <a16:creationId xmlns:a16="http://schemas.microsoft.com/office/drawing/2014/main" id="{5C6B642B-AB46-4CA6-94B3-C2A2BB3AD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7608" y="2552685"/>
            <a:ext cx="65965" cy="49474"/>
          </a:xfrm>
          <a:custGeom xmlns:a="http://schemas.openxmlformats.org/drawingml/2006/main">
            <a:pathLst>
              <a:path w="65965" h="49474">
                <a:moveTo>
                  <a:pt x="65965" y="24737"/>
                </a:moveTo>
                <a:lnTo>
                  <a:pt x="0" y="0"/>
                </a:lnTo>
                <a:lnTo>
                  <a:pt x="24737" y="24737"/>
                </a:lnTo>
                <a:lnTo>
                  <a:pt x="0" y="49474"/>
                </a:lnTo>
                <a:lnTo>
                  <a:pt x="65965" y="24737"/>
                </a:lnTo>
              </a:path>
            </a:pathLst>
          </a:custGeom>
          <a:noFill xmlns:a="http://schemas.openxmlformats.org/drawingml/2006/main"/>
          <a:ln xmlns:a="http://schemas.openxmlformats.org/drawingml/2006/main" w="8245">
            <a:solidFill>
              <a:srgbClr val="000000"/>
            </a:solidFill>
            <a:prstDash val="solid"/>
          </a:ln>
        </p:spPr>
      </p:sp>
      <p:sp>
        <p:nvSpPr>
          <p:cNvPr id="628" name="path-618">
            <a:extLst xmlns:a="http://schemas.openxmlformats.org/drawingml/2006/main">
              <a:ext uri="{FF2B5EF4-FFF2-40B4-BE49-F238E27FC236}">
                <a16:creationId xmlns:a16="http://schemas.microsoft.com/office/drawing/2014/main" id="{81FE2E97-EF35-4D9A-B95C-A48AF8A94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1228" y="2344823"/>
            <a:ext cx="231117" cy="191"/>
          </a:xfrm>
          <a:custGeom xmlns:a="http://schemas.openxmlformats.org/drawingml/2006/main">
            <a:pathLst>
              <a:path w="231117" h="191">
                <a:moveTo>
                  <a:pt x="0" y="0"/>
                </a:moveTo>
                <a:lnTo>
                  <a:pt x="231117" y="0"/>
                </a:lnTo>
              </a:path>
            </a:pathLst>
          </a:custGeom>
          <a:noFill xmlns:a="http://schemas.openxmlformats.org/drawingml/2006/main"/>
          <a:ln xmlns:a="http://schemas.openxmlformats.org/drawingml/2006/main" w="8245">
            <a:solidFill>
              <a:srgbClr val="000000"/>
            </a:solidFill>
            <a:prstDash val="solid"/>
          </a:ln>
        </p:spPr>
      </p:sp>
      <p:sp>
        <p:nvSpPr>
          <p:cNvPr id="629" name="path-619">
            <a:extLst xmlns:a="http://schemas.openxmlformats.org/drawingml/2006/main">
              <a:ext uri="{FF2B5EF4-FFF2-40B4-BE49-F238E27FC236}">
                <a16:creationId xmlns:a16="http://schemas.microsoft.com/office/drawing/2014/main" id="{78C1B09B-AB94-448D-8A29-B85BD16E1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7627" y="2320071"/>
            <a:ext cx="65963" cy="49472"/>
          </a:xfrm>
          <a:custGeom xmlns:a="http://schemas.openxmlformats.org/drawingml/2006/main">
            <a:pathLst>
              <a:path w="65963" h="49472">
                <a:moveTo>
                  <a:pt x="65963" y="24736"/>
                </a:moveTo>
                <a:lnTo>
                  <a:pt x="0" y="0"/>
                </a:lnTo>
                <a:lnTo>
                  <a:pt x="24736" y="24736"/>
                </a:lnTo>
                <a:lnTo>
                  <a:pt x="0" y="49472"/>
                </a:lnTo>
                <a:lnTo>
                  <a:pt x="65963" y="24736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0" name="path-620">
            <a:extLst xmlns:a="http://schemas.openxmlformats.org/drawingml/2006/main">
              <a:ext uri="{FF2B5EF4-FFF2-40B4-BE49-F238E27FC236}">
                <a16:creationId xmlns:a16="http://schemas.microsoft.com/office/drawing/2014/main" id="{55165C51-67BE-4DA5-8D88-8976BC919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7608" y="2320086"/>
            <a:ext cx="65965" cy="49474"/>
          </a:xfrm>
          <a:custGeom xmlns:a="http://schemas.openxmlformats.org/drawingml/2006/main">
            <a:pathLst>
              <a:path w="65965" h="49474">
                <a:moveTo>
                  <a:pt x="65965" y="24737"/>
                </a:moveTo>
                <a:lnTo>
                  <a:pt x="0" y="0"/>
                </a:lnTo>
                <a:lnTo>
                  <a:pt x="24737" y="24737"/>
                </a:lnTo>
                <a:lnTo>
                  <a:pt x="0" y="49474"/>
                </a:lnTo>
                <a:lnTo>
                  <a:pt x="65965" y="24737"/>
                </a:lnTo>
              </a:path>
            </a:pathLst>
          </a:custGeom>
          <a:noFill xmlns:a="http://schemas.openxmlformats.org/drawingml/2006/main"/>
          <a:ln xmlns:a="http://schemas.openxmlformats.org/drawingml/2006/main" w="8245">
            <a:solidFill>
              <a:srgbClr val="000000"/>
            </a:solidFill>
            <a:prstDash val="solid"/>
          </a:ln>
        </p:spPr>
      </p:sp>
      <p:sp>
        <p:nvSpPr>
          <p:cNvPr id="631" name="path-621">
            <a:extLst xmlns:a="http://schemas.openxmlformats.org/drawingml/2006/main">
              <a:ext uri="{FF2B5EF4-FFF2-40B4-BE49-F238E27FC236}">
                <a16:creationId xmlns:a16="http://schemas.microsoft.com/office/drawing/2014/main" id="{6E7DCD7B-01C5-4FB4-B837-8994AA40F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0432" y="2577178"/>
            <a:ext cx="1395696" cy="245797"/>
          </a:xfrm>
          <a:custGeom xmlns:a="http://schemas.openxmlformats.org/drawingml/2006/main">
            <a:pathLst>
              <a:path w="1395696" h="245797">
                <a:moveTo>
                  <a:pt x="0" y="0"/>
                </a:moveTo>
                <a:lnTo>
                  <a:pt x="0" y="245797"/>
                </a:lnTo>
                <a:lnTo>
                  <a:pt x="1395696" y="245797"/>
                </a:lnTo>
                <a:lnTo>
                  <a:pt x="1395696" y="188980"/>
                </a:lnTo>
              </a:path>
            </a:pathLst>
          </a:custGeom>
          <a:noFill xmlns:a="http://schemas.openxmlformats.org/drawingml/2006/main"/>
          <a:ln xmlns:a="http://schemas.openxmlformats.org/drawingml/2006/main" w="6184">
            <a:solidFill>
              <a:srgbClr val="000000"/>
            </a:solidFill>
            <a:prstDash val="dash"/>
          </a:ln>
        </p:spPr>
      </p:sp>
      <p:sp>
        <p:nvSpPr>
          <p:cNvPr id="632" name="path-622">
            <a:extLst xmlns:a="http://schemas.openxmlformats.org/drawingml/2006/main">
              <a:ext uri="{FF2B5EF4-FFF2-40B4-BE49-F238E27FC236}">
                <a16:creationId xmlns:a16="http://schemas.microsoft.com/office/drawing/2014/main" id="{810DCF94-EE2A-4AA9-8062-60EF87F57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7569" y="2735225"/>
            <a:ext cx="37104" cy="49472"/>
          </a:xfrm>
          <a:custGeom xmlns:a="http://schemas.openxmlformats.org/drawingml/2006/main">
            <a:pathLst>
              <a:path w="37104" h="49472">
                <a:moveTo>
                  <a:pt x="18552" y="0"/>
                </a:moveTo>
                <a:lnTo>
                  <a:pt x="0" y="49472"/>
                </a:lnTo>
                <a:lnTo>
                  <a:pt x="18552" y="30920"/>
                </a:lnTo>
                <a:lnTo>
                  <a:pt x="37104" y="49472"/>
                </a:lnTo>
                <a:lnTo>
                  <a:pt x="18552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3" name="path-623">
            <a:extLst xmlns:a="http://schemas.openxmlformats.org/drawingml/2006/main">
              <a:ext uri="{FF2B5EF4-FFF2-40B4-BE49-F238E27FC236}">
                <a16:creationId xmlns:a16="http://schemas.microsoft.com/office/drawing/2014/main" id="{C3007306-90C8-4FB0-8D43-8BD3AA316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7575" y="2735242"/>
            <a:ext cx="37105" cy="49468"/>
          </a:xfrm>
          <a:custGeom xmlns:a="http://schemas.openxmlformats.org/drawingml/2006/main">
            <a:pathLst>
              <a:path w="37105" h="49468">
                <a:moveTo>
                  <a:pt x="18553" y="0"/>
                </a:moveTo>
                <a:lnTo>
                  <a:pt x="0" y="49468"/>
                </a:lnTo>
                <a:lnTo>
                  <a:pt x="18553" y="30916"/>
                </a:lnTo>
                <a:lnTo>
                  <a:pt x="37105" y="49468"/>
                </a:lnTo>
                <a:lnTo>
                  <a:pt x="18553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84">
            <a:solidFill>
              <a:srgbClr val="000000"/>
            </a:solidFill>
            <a:prstDash val="solid"/>
          </a:ln>
        </p:spPr>
      </p:sp>
      <p:sp>
        <p:nvSpPr>
          <p:cNvPr id="634" name="text-624 Prompt">
            <a:extLst xmlns:a="http://schemas.openxmlformats.org/drawingml/2006/main">
              <a:ext uri="{FF2B5EF4-FFF2-40B4-BE49-F238E27FC236}">
                <a16:creationId xmlns:a16="http://schemas.microsoft.com/office/drawing/2014/main" id="{FAFD74C8-9885-4DDF-BBDF-5C118FB11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0795" y="2111490"/>
            <a:ext cx="448986" cy="1847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3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3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39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Prompt</a:t>
            </a:r>
          </a:p>
        </p:txBody>
      </p:sp>
      <p:sp>
        <p:nvSpPr>
          <p:cNvPr id="635" name="text-625 Input">
            <a:extLst xmlns:a="http://schemas.openxmlformats.org/drawingml/2006/main">
              <a:ext uri="{FF2B5EF4-FFF2-40B4-BE49-F238E27FC236}">
                <a16:creationId xmlns:a16="http://schemas.microsoft.com/office/drawing/2014/main" id="{09CCFCD7-071E-4E40-9CD6-AE4704A5C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6669" y="2256102"/>
            <a:ext cx="317020" cy="1846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3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3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39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Input</a:t>
            </a:r>
          </a:p>
        </p:txBody>
      </p:sp>
      <p:sp>
        <p:nvSpPr>
          <p:cNvPr id="636" name="text-626 (">
            <a:extLst xmlns:a="http://schemas.openxmlformats.org/drawingml/2006/main">
              <a:ext uri="{FF2B5EF4-FFF2-40B4-BE49-F238E27FC236}">
                <a16:creationId xmlns:a16="http://schemas.microsoft.com/office/drawing/2014/main" id="{7D9FAA2F-F4A6-47C7-9A50-C800486CF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6442" y="2400494"/>
            <a:ext cx="67691" cy="1847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3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3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39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(</a:t>
            </a:r>
          </a:p>
        </p:txBody>
      </p:sp>
      <p:sp>
        <p:nvSpPr>
          <p:cNvPr id="637" name="text-627 e.g.">
            <a:extLst xmlns:a="http://schemas.openxmlformats.org/drawingml/2006/main">
              <a:ext uri="{FF2B5EF4-FFF2-40B4-BE49-F238E27FC236}">
                <a16:creationId xmlns:a16="http://schemas.microsoft.com/office/drawing/2014/main" id="{00239BB9-3887-48CE-A7E3-FAE36CF8C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0385" y="2400451"/>
            <a:ext cx="243880" cy="1848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40" b="0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40" b="0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40" b="0" i="1">
                <a:solidFill>
                  <a:srgbClr val="000000"/>
                </a:solidFill>
                <a:latin typeface="Arial"/>
                <a:ea typeface="Arial"/>
                <a:cs typeface="Arial"/>
              </a:rPr>
              <a:t>e.g.</a:t>
            </a:r>
          </a:p>
        </p:txBody>
      </p:sp>
      <p:sp>
        <p:nvSpPr>
          <p:cNvPr id="638" name="text-628 ,">
            <a:extLst xmlns:a="http://schemas.openxmlformats.org/drawingml/2006/main">
              <a:ext uri="{FF2B5EF4-FFF2-40B4-BE49-F238E27FC236}">
                <a16:creationId xmlns:a16="http://schemas.microsoft.com/office/drawing/2014/main" id="{7F483A91-4571-4035-9E8F-41C465BB9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0462" y="2400625"/>
            <a:ext cx="60388" cy="1846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3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3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38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,</a:t>
            </a:r>
          </a:p>
        </p:txBody>
      </p:sp>
      <p:sp>
        <p:nvSpPr>
          <p:cNvPr id="639" name="text-628 text)">
            <a:extLst xmlns:a="http://schemas.openxmlformats.org/drawingml/2006/main">
              <a:ext uri="{FF2B5EF4-FFF2-40B4-BE49-F238E27FC236}">
                <a16:creationId xmlns:a16="http://schemas.microsoft.com/office/drawing/2014/main" id="{7205DC61-114A-4614-9B27-B4A97D9FB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3758" y="2400479"/>
            <a:ext cx="280331" cy="18480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3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3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39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text)</a:t>
            </a:r>
          </a:p>
        </p:txBody>
      </p:sp>
      <p:sp>
        <p:nvSpPr>
          <p:cNvPr id="640" name="text-629 Specify">
            <a:extLst xmlns:a="http://schemas.openxmlformats.org/drawingml/2006/main">
              <a:ext uri="{FF2B5EF4-FFF2-40B4-BE49-F238E27FC236}">
                <a16:creationId xmlns:a16="http://schemas.microsoft.com/office/drawing/2014/main" id="{909E4A39-6EE8-463C-9D19-7BC54B4A0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70323" y="2635164"/>
            <a:ext cx="456397" cy="1847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3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3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39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Specify</a:t>
            </a:r>
          </a:p>
        </p:txBody>
      </p:sp>
      <p:sp>
        <p:nvSpPr>
          <p:cNvPr id="641" name="path-630">
            <a:extLst xmlns:a="http://schemas.openxmlformats.org/drawingml/2006/main">
              <a:ext uri="{FF2B5EF4-FFF2-40B4-BE49-F238E27FC236}">
                <a16:creationId xmlns:a16="http://schemas.microsoft.com/office/drawing/2014/main" id="{6AA84186-C09C-4089-9985-7150ED54B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2696" y="2903608"/>
            <a:ext cx="3945351" cy="191"/>
          </a:xfrm>
          <a:custGeom xmlns:a="http://schemas.openxmlformats.org/drawingml/2006/main">
            <a:pathLst>
              <a:path w="3945351" h="191">
                <a:moveTo>
                  <a:pt x="0" y="0"/>
                </a:moveTo>
                <a:lnTo>
                  <a:pt x="3945351" y="0"/>
                </a:lnTo>
              </a:path>
            </a:pathLst>
          </a:custGeom>
          <a:noFill xmlns:a="http://schemas.openxmlformats.org/drawingml/2006/main"/>
          <a:ln xmlns:a="http://schemas.openxmlformats.org/drawingml/2006/main" w="65963">
            <a:solidFill>
              <a:srgbClr val="EEEFF3"/>
            </a:solidFill>
            <a:prstDash val="solid"/>
          </a:ln>
        </p:spPr>
      </p:sp>
      <p:sp>
        <p:nvSpPr>
          <p:cNvPr id="642" name="path-631">
            <a:extLst xmlns:a="http://schemas.openxmlformats.org/drawingml/2006/main">
              <a:ext uri="{FF2B5EF4-FFF2-40B4-BE49-F238E27FC236}">
                <a16:creationId xmlns:a16="http://schemas.microsoft.com/office/drawing/2014/main" id="{46246E7A-9432-4DCD-A4F2-106EB8BF9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2696" y="239780"/>
            <a:ext cx="3945351" cy="191"/>
          </a:xfrm>
          <a:custGeom xmlns:a="http://schemas.openxmlformats.org/drawingml/2006/main">
            <a:pathLst>
              <a:path w="3945351" h="191">
                <a:moveTo>
                  <a:pt x="3945351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5963">
            <a:solidFill>
              <a:srgbClr val="EEEFF3"/>
            </a:solidFill>
            <a:prstDash val="solid"/>
          </a:ln>
        </p:spPr>
      </p:sp>
      <p:sp>
        <p:nvSpPr>
          <p:cNvPr id="643" name="path-632">
            <a:extLst xmlns:a="http://schemas.openxmlformats.org/drawingml/2006/main">
              <a:ext uri="{FF2B5EF4-FFF2-40B4-BE49-F238E27FC236}">
                <a16:creationId xmlns:a16="http://schemas.microsoft.com/office/drawing/2014/main" id="{23FF2BC1-6153-4382-92CC-04432D465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2696" y="46026"/>
            <a:ext cx="3945351" cy="456039"/>
          </a:xfrm>
          <a:custGeom xmlns:a="http://schemas.openxmlformats.org/drawingml/2006/main">
            <a:pathLst>
              <a:path w="3945351" h="456039">
                <a:moveTo>
                  <a:pt x="0" y="0"/>
                </a:moveTo>
                <a:lnTo>
                  <a:pt x="3945351" y="0"/>
                </a:lnTo>
                <a:lnTo>
                  <a:pt x="3945351" y="456039"/>
                </a:lnTo>
                <a:lnTo>
                  <a:pt x="0" y="456039"/>
                </a:lnTo>
                <a:close/>
              </a:path>
            </a:pathLst>
          </a:custGeom>
          <a:solidFill xmlns:a="http://schemas.openxmlformats.org/drawingml/2006/main">
            <a:srgbClr val="EEEF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4" name="text-633 Various">
            <a:extLst xmlns:a="http://schemas.openxmlformats.org/drawingml/2006/main">
              <a:ext uri="{FF2B5EF4-FFF2-40B4-BE49-F238E27FC236}">
                <a16:creationId xmlns:a16="http://schemas.microsoft.com/office/drawing/2014/main" id="{C9160F26-392B-4C24-8B58-3B98B1A8A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78091" y="101296"/>
            <a:ext cx="625323" cy="2308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98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98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98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Various</a:t>
            </a:r>
          </a:p>
        </p:txBody>
      </p:sp>
      <p:sp>
        <p:nvSpPr>
          <p:cNvPr id="645" name="text-633 Vision">
            <a:extLst xmlns:a="http://schemas.openxmlformats.org/drawingml/2006/main">
              <a:ext uri="{FF2B5EF4-FFF2-40B4-BE49-F238E27FC236}">
                <a16:creationId xmlns:a16="http://schemas.microsoft.com/office/drawing/2014/main" id="{794039CA-739E-49FF-A30C-29384CB8F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219491" y="101270"/>
            <a:ext cx="521417" cy="2308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98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98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98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Vision</a:t>
            </a:r>
          </a:p>
        </p:txBody>
      </p:sp>
      <p:sp>
        <p:nvSpPr>
          <p:cNvPr id="646" name="text-633 Tasks">
            <a:extLst xmlns:a="http://schemas.openxmlformats.org/drawingml/2006/main">
              <a:ext uri="{FF2B5EF4-FFF2-40B4-BE49-F238E27FC236}">
                <a16:creationId xmlns:a16="http://schemas.microsoft.com/office/drawing/2014/main" id="{E0ADF2C4-1E38-47E9-BF9A-801FE4CFC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57037" y="101287"/>
            <a:ext cx="484887" cy="23082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98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98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98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Tasks</a:t>
            </a:r>
          </a:p>
        </p:txBody>
      </p:sp>
      <p:sp>
        <p:nvSpPr>
          <p:cNvPr id="647" name="text-635 (without">
            <a:extLst xmlns:a="http://schemas.openxmlformats.org/drawingml/2006/main">
              <a:ext uri="{FF2B5EF4-FFF2-40B4-BE49-F238E27FC236}">
                <a16:creationId xmlns:a16="http://schemas.microsoft.com/office/drawing/2014/main" id="{A4A96682-17C0-43DF-A3B4-DE82D7779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46184" y="296508"/>
            <a:ext cx="485724" cy="1848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39" b="0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39" b="0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39" b="0" i="1">
                <a:solidFill>
                  <a:srgbClr val="000000"/>
                </a:solidFill>
                <a:latin typeface="Arial"/>
                <a:ea typeface="Arial"/>
                <a:cs typeface="Arial"/>
              </a:rPr>
              <a:t>(without</a:t>
            </a:r>
          </a:p>
        </p:txBody>
      </p:sp>
      <p:sp>
        <p:nvSpPr>
          <p:cNvPr id="648" name="text-635 relying">
            <a:extLst xmlns:a="http://schemas.openxmlformats.org/drawingml/2006/main">
              <a:ext uri="{FF2B5EF4-FFF2-40B4-BE49-F238E27FC236}">
                <a16:creationId xmlns:a16="http://schemas.microsoft.com/office/drawing/2014/main" id="{A9D94F07-4BE6-444A-82A2-8D2F181A4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44796" y="296515"/>
            <a:ext cx="412408" cy="18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39" b="0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39" b="0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39" b="0" i="1">
                <a:solidFill>
                  <a:srgbClr val="000000"/>
                </a:solidFill>
                <a:latin typeface="Arial"/>
                <a:ea typeface="Arial"/>
                <a:cs typeface="Arial"/>
              </a:rPr>
              <a:t>relying</a:t>
            </a:r>
          </a:p>
        </p:txBody>
      </p:sp>
      <p:sp>
        <p:nvSpPr>
          <p:cNvPr id="649" name="text-635 on">
            <a:extLst xmlns:a="http://schemas.openxmlformats.org/drawingml/2006/main">
              <a:ext uri="{FF2B5EF4-FFF2-40B4-BE49-F238E27FC236}">
                <a16:creationId xmlns:a16="http://schemas.microsoft.com/office/drawing/2014/main" id="{9BD99F2A-AACB-47EB-86AA-BF40DE779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70100" y="296529"/>
            <a:ext cx="170511" cy="18478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39" b="0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39" b="0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39" b="0" i="1">
                <a:solidFill>
                  <a:srgbClr val="000000"/>
                </a:solidFill>
                <a:latin typeface="Arial"/>
                <a:ea typeface="Arial"/>
                <a:cs typeface="Arial"/>
              </a:rPr>
              <a:t>on</a:t>
            </a:r>
          </a:p>
        </p:txBody>
      </p:sp>
      <p:sp>
        <p:nvSpPr>
          <p:cNvPr id="650" name="text-635 specialized">
            <a:extLst xmlns:a="http://schemas.openxmlformats.org/drawingml/2006/main">
              <a:ext uri="{FF2B5EF4-FFF2-40B4-BE49-F238E27FC236}">
                <a16:creationId xmlns:a16="http://schemas.microsoft.com/office/drawing/2014/main" id="{171559E7-3338-4214-AB51-A2033F230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53509" y="296518"/>
            <a:ext cx="676479" cy="1847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39" b="0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39" b="0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39" b="0" i="1">
                <a:solidFill>
                  <a:srgbClr val="000000"/>
                </a:solidFill>
                <a:latin typeface="Arial"/>
                <a:ea typeface="Arial"/>
                <a:cs typeface="Arial"/>
              </a:rPr>
              <a:t>specialized</a:t>
            </a:r>
          </a:p>
        </p:txBody>
      </p:sp>
      <p:sp>
        <p:nvSpPr>
          <p:cNvPr id="651" name="text-635 task">
            <a:extLst xmlns:a="http://schemas.openxmlformats.org/drawingml/2006/main">
              <a:ext uri="{FF2B5EF4-FFF2-40B4-BE49-F238E27FC236}">
                <a16:creationId xmlns:a16="http://schemas.microsoft.com/office/drawing/2014/main" id="{4F1CFA45-B8A0-4B5A-B0A5-C6AE705C5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42884" y="296526"/>
            <a:ext cx="265714" cy="1847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39" b="0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39" b="0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39" b="0" i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task</a:t>
            </a:r>
          </a:p>
        </p:txBody>
      </p:sp>
      <p:sp>
        <p:nvSpPr>
          <p:cNvPr id="652" name="text-635 structures)">
            <a:extLst xmlns:a="http://schemas.openxmlformats.org/drawingml/2006/main">
              <a:ext uri="{FF2B5EF4-FFF2-40B4-BE49-F238E27FC236}">
                <a16:creationId xmlns:a16="http://schemas.microsoft.com/office/drawing/2014/main" id="{BACAB50F-ECA6-4306-AFD8-0E62995C4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121487" y="296530"/>
            <a:ext cx="646879" cy="1847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39" b="0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39" b="0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39" b="0" i="1">
                <a:solidFill>
                  <a:srgbClr val="000000"/>
                </a:solidFill>
                <a:latin typeface="Arial"/>
                <a:ea typeface="Arial"/>
                <a:cs typeface="Arial"/>
              </a:rPr>
              <a:t>structures)</a:t>
            </a:r>
          </a:p>
        </p:txBody>
      </p:sp>
      <p:sp>
        <p:nvSpPr>
          <p:cNvPr id="653" name="text-636 …">
            <a:extLst xmlns:a="http://schemas.openxmlformats.org/drawingml/2006/main">
              <a:ext uri="{FF2B5EF4-FFF2-40B4-BE49-F238E27FC236}">
                <a16:creationId xmlns:a16="http://schemas.microsoft.com/office/drawing/2014/main" id="{C11EA9A7-C286-4DFB-BD19-2465BCD10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55189" y="2577863"/>
            <a:ext cx="233518" cy="277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59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59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59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…</a:t>
            </a:r>
          </a:p>
        </p:txBody>
      </p:sp>
      <p:sp>
        <p:nvSpPr>
          <p:cNvPr id="654" name="text-637 …">
            <a:extLst xmlns:a="http://schemas.openxmlformats.org/drawingml/2006/main">
              <a:ext uri="{FF2B5EF4-FFF2-40B4-BE49-F238E27FC236}">
                <a16:creationId xmlns:a16="http://schemas.microsoft.com/office/drawing/2014/main" id="{01AF226D-3A04-461A-ADEF-2D9904D9C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297172" y="2577863"/>
            <a:ext cx="233518" cy="277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59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59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59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…</a:t>
            </a:r>
          </a:p>
        </p:txBody>
      </p:sp>
      <p:sp>
        <p:nvSpPr>
          <p:cNvPr id="655" name="text-638 …">
            <a:extLst xmlns:a="http://schemas.openxmlformats.org/drawingml/2006/main">
              <a:ext uri="{FF2B5EF4-FFF2-40B4-BE49-F238E27FC236}">
                <a16:creationId xmlns:a16="http://schemas.microsoft.com/office/drawing/2014/main" id="{92E03D7B-1562-4FC7-89CE-883382890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37667" y="2577863"/>
            <a:ext cx="233518" cy="277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59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59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59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…</a:t>
            </a:r>
          </a:p>
        </p:txBody>
      </p:sp>
      <p:sp>
        <p:nvSpPr>
          <p:cNvPr id="656" name="text-639 Visual">
            <a:extLst xmlns:a="http://schemas.openxmlformats.org/drawingml/2006/main">
              <a:ext uri="{FF2B5EF4-FFF2-40B4-BE49-F238E27FC236}">
                <a16:creationId xmlns:a16="http://schemas.microsoft.com/office/drawing/2014/main" id="{13D4F4C8-9682-4C27-B9D6-4D51FDB1A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28627" y="1238805"/>
            <a:ext cx="410000" cy="1847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39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39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39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Visual</a:t>
            </a:r>
          </a:p>
        </p:txBody>
      </p:sp>
      <p:sp>
        <p:nvSpPr>
          <p:cNvPr id="657" name="text-639 Recognition">
            <a:extLst xmlns:a="http://schemas.openxmlformats.org/drawingml/2006/main">
              <a:ext uri="{FF2B5EF4-FFF2-40B4-BE49-F238E27FC236}">
                <a16:creationId xmlns:a16="http://schemas.microsoft.com/office/drawing/2014/main" id="{A75E8510-9553-4363-AFE9-BC9D37E8E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51512" y="1238810"/>
            <a:ext cx="785921" cy="18478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39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39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39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Recognition</a:t>
            </a:r>
          </a:p>
        </p:txBody>
      </p:sp>
      <p:sp>
        <p:nvSpPr>
          <p:cNvPr id="658" name="text-640 Medical">
            <a:extLst xmlns:a="http://schemas.openxmlformats.org/drawingml/2006/main">
              <a:ext uri="{FF2B5EF4-FFF2-40B4-BE49-F238E27FC236}">
                <a16:creationId xmlns:a16="http://schemas.microsoft.com/office/drawing/2014/main" id="{11C26069-1FE7-40BF-9A37-0A860799F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360248" y="2051800"/>
            <a:ext cx="507669" cy="1847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39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39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39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Medical</a:t>
            </a:r>
          </a:p>
        </p:txBody>
      </p:sp>
      <p:sp>
        <p:nvSpPr>
          <p:cNvPr id="659" name="text-640 Image">
            <a:extLst xmlns:a="http://schemas.openxmlformats.org/drawingml/2006/main">
              <a:ext uri="{FF2B5EF4-FFF2-40B4-BE49-F238E27FC236}">
                <a16:creationId xmlns:a16="http://schemas.microsoft.com/office/drawing/2014/main" id="{80BE4086-D037-47C9-A34E-C1CFB3A68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880808" y="2051798"/>
            <a:ext cx="405040" cy="1847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39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39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39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Image</a:t>
            </a:r>
          </a:p>
        </p:txBody>
      </p:sp>
      <p:sp>
        <p:nvSpPr>
          <p:cNvPr id="660" name="text-641 Analysis">
            <a:extLst xmlns:a="http://schemas.openxmlformats.org/drawingml/2006/main">
              <a:ext uri="{FF2B5EF4-FFF2-40B4-BE49-F238E27FC236}">
                <a16:creationId xmlns:a16="http://schemas.microsoft.com/office/drawing/2014/main" id="{B822F004-14CF-4AE4-BC1B-96919AEFB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539829" y="2196213"/>
            <a:ext cx="566589" cy="1848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4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4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4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Analysis</a:t>
            </a:r>
          </a:p>
        </p:txBody>
      </p:sp>
      <p:sp>
        <p:nvSpPr>
          <p:cNvPr id="661" name="text-642 Object">
            <a:extLst xmlns:a="http://schemas.openxmlformats.org/drawingml/2006/main">
              <a:ext uri="{FF2B5EF4-FFF2-40B4-BE49-F238E27FC236}">
                <a16:creationId xmlns:a16="http://schemas.microsoft.com/office/drawing/2014/main" id="{72D7D1E2-8E60-4048-A9C7-4E6EE0613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21841" y="1238810"/>
            <a:ext cx="434286" cy="18478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39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39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39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Object</a:t>
            </a:r>
          </a:p>
        </p:txBody>
      </p:sp>
      <p:sp>
        <p:nvSpPr>
          <p:cNvPr id="662" name="text-642 Localization">
            <a:extLst xmlns:a="http://schemas.openxmlformats.org/drawingml/2006/main">
              <a:ext uri="{FF2B5EF4-FFF2-40B4-BE49-F238E27FC236}">
                <a16:creationId xmlns:a16="http://schemas.microsoft.com/office/drawing/2014/main" id="{CE45FCE2-0E5E-4238-B845-BA3D5593F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69020" y="1238803"/>
            <a:ext cx="786059" cy="1847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39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39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39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Localization</a:t>
            </a:r>
          </a:p>
        </p:txBody>
      </p:sp>
      <p:pic>
        <p:nvPicPr>
          <p:cNvPr id="663" name="">
            <a:extLst xmlns:a="http://schemas.openxmlformats.org/drawingml/2006/main">
              <a:ext uri="{FF2B5EF4-FFF2-40B4-BE49-F238E27FC236}">
                <a16:creationId xmlns:a16="http://schemas.microsoft.com/office/drawing/2014/main" id="{68563FDF-D61A-467C-9F4F-4B7087AEFC1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960026c44714084"/>
          <a:stretch xmlns:a="http://schemas.openxmlformats.org/drawingml/2006/main"/>
        </p:blipFill>
        <p:spPr>
          <a:xfrm xmlns:a="http://schemas.openxmlformats.org/drawingml/2006/main">
            <a:off x="10480137" y="1400179"/>
            <a:ext cx="657225" cy="619125"/>
          </a:xfrm>
          <a:prstGeom xmlns:a="http://schemas.openxmlformats.org/drawingml/2006/main" prst="rect">
            <a:avLst/>
          </a:prstGeom>
        </p:spPr>
      </p:pic>
      <p:sp>
        <p:nvSpPr>
          <p:cNvPr id="664" name="path-644">
            <a:extLst xmlns:a="http://schemas.openxmlformats.org/drawingml/2006/main">
              <a:ext uri="{FF2B5EF4-FFF2-40B4-BE49-F238E27FC236}">
                <a16:creationId xmlns:a16="http://schemas.microsoft.com/office/drawing/2014/main" id="{B64B68D3-9F89-46E6-A965-B4D703B12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87800" y="1402457"/>
            <a:ext cx="646687" cy="615931"/>
          </a:xfrm>
          <a:custGeom xmlns:a="http://schemas.openxmlformats.org/drawingml/2006/main">
            <a:pathLst>
              <a:path w="646687" h="615931">
                <a:moveTo>
                  <a:pt x="0" y="0"/>
                </a:moveTo>
                <a:lnTo>
                  <a:pt x="0" y="615931"/>
                </a:lnTo>
                <a:lnTo>
                  <a:pt x="646687" y="615931"/>
                </a:lnTo>
                <a:lnTo>
                  <a:pt x="646687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6491">
            <a:solidFill>
              <a:srgbClr val="000000"/>
            </a:solidFill>
            <a:prstDash val="solid"/>
          </a:ln>
        </p:spPr>
      </p:sp>
      <p:pic>
        <p:nvPicPr>
          <p:cNvPr id="665" name="">
            <a:extLst xmlns:a="http://schemas.openxmlformats.org/drawingml/2006/main">
              <a:ext uri="{FF2B5EF4-FFF2-40B4-BE49-F238E27FC236}">
                <a16:creationId xmlns:a16="http://schemas.microsoft.com/office/drawing/2014/main" id="{81DCCDF2-22DF-42FE-A9A1-45DA1572106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54eac87996c4aec"/>
          <a:stretch xmlns:a="http://schemas.openxmlformats.org/drawingml/2006/main"/>
        </p:blipFill>
        <p:spPr>
          <a:xfrm xmlns:a="http://schemas.openxmlformats.org/drawingml/2006/main">
            <a:off x="10480137" y="742954"/>
            <a:ext cx="657225" cy="657225"/>
          </a:xfrm>
          <a:prstGeom xmlns:a="http://schemas.openxmlformats.org/drawingml/2006/main" prst="rect">
            <a:avLst/>
          </a:prstGeom>
        </p:spPr>
      </p:pic>
      <p:sp>
        <p:nvSpPr>
          <p:cNvPr id="666" name="path-646">
            <a:extLst xmlns:a="http://schemas.openxmlformats.org/drawingml/2006/main">
              <a:ext uri="{FF2B5EF4-FFF2-40B4-BE49-F238E27FC236}">
                <a16:creationId xmlns:a16="http://schemas.microsoft.com/office/drawing/2014/main" id="{091794BD-1837-4E4E-A962-FDF2FFCE8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87800" y="748767"/>
            <a:ext cx="646687" cy="644950"/>
          </a:xfrm>
          <a:custGeom xmlns:a="http://schemas.openxmlformats.org/drawingml/2006/main">
            <a:pathLst>
              <a:path w="646687" h="644950">
                <a:moveTo>
                  <a:pt x="0" y="0"/>
                </a:moveTo>
                <a:lnTo>
                  <a:pt x="0" y="644950"/>
                </a:lnTo>
                <a:lnTo>
                  <a:pt x="646687" y="644950"/>
                </a:lnTo>
                <a:lnTo>
                  <a:pt x="646687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6491">
            <a:solidFill>
              <a:srgbClr val="000000"/>
            </a:solidFill>
            <a:prstDash val="solid"/>
          </a:ln>
        </p:spPr>
      </p:sp>
      <p:pic>
        <p:nvPicPr>
          <p:cNvPr id="667" name="">
            <a:extLst xmlns:a="http://schemas.openxmlformats.org/drawingml/2006/main">
              <a:ext uri="{FF2B5EF4-FFF2-40B4-BE49-F238E27FC236}">
                <a16:creationId xmlns:a16="http://schemas.microsoft.com/office/drawing/2014/main" id="{1D62E12F-012B-4A60-8EA8-8C33AE3657C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37af3d2e62e4610"/>
          <a:stretch xmlns:a="http://schemas.openxmlformats.org/drawingml/2006/main"/>
        </p:blipFill>
        <p:spPr>
          <a:xfrm xmlns:a="http://schemas.openxmlformats.org/drawingml/2006/main">
            <a:off x="7546437" y="628654"/>
            <a:ext cx="581025" cy="581025"/>
          </a:xfrm>
          <a:prstGeom xmlns:a="http://schemas.openxmlformats.org/drawingml/2006/main" prst="rect">
            <a:avLst/>
          </a:prstGeom>
        </p:spPr>
      </p:pic>
      <p:sp>
        <p:nvSpPr>
          <p:cNvPr id="668" name="path-648">
            <a:extLst xmlns:a="http://schemas.openxmlformats.org/drawingml/2006/main">
              <a:ext uri="{FF2B5EF4-FFF2-40B4-BE49-F238E27FC236}">
                <a16:creationId xmlns:a16="http://schemas.microsoft.com/office/drawing/2014/main" id="{9DF3B051-40DF-437F-9788-0C3A1504F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5505" y="638115"/>
            <a:ext cx="562908" cy="566786"/>
          </a:xfrm>
          <a:custGeom xmlns:a="http://schemas.openxmlformats.org/drawingml/2006/main">
            <a:pathLst>
              <a:path w="562908" h="566786">
                <a:moveTo>
                  <a:pt x="0" y="0"/>
                </a:moveTo>
                <a:lnTo>
                  <a:pt x="0" y="566786"/>
                </a:lnTo>
                <a:lnTo>
                  <a:pt x="562908" y="566786"/>
                </a:lnTo>
                <a:lnTo>
                  <a:pt x="562908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6491">
            <a:solidFill>
              <a:srgbClr val="000000"/>
            </a:solidFill>
            <a:prstDash val="solid"/>
          </a:ln>
        </p:spPr>
      </p:sp>
      <p:sp>
        <p:nvSpPr>
          <p:cNvPr id="669" name="path-649">
            <a:extLst xmlns:a="http://schemas.openxmlformats.org/drawingml/2006/main">
              <a:ext uri="{FF2B5EF4-FFF2-40B4-BE49-F238E27FC236}">
                <a16:creationId xmlns:a16="http://schemas.microsoft.com/office/drawing/2014/main" id="{5773560A-A77B-4DA5-A0EE-3ED084B12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3963" y="795395"/>
            <a:ext cx="461741" cy="252217"/>
          </a:xfrm>
          <a:custGeom xmlns:a="http://schemas.openxmlformats.org/drawingml/2006/main">
            <a:pathLst>
              <a:path w="461741" h="252217">
                <a:moveTo>
                  <a:pt x="0" y="0"/>
                </a:moveTo>
                <a:lnTo>
                  <a:pt x="461741" y="0"/>
                </a:lnTo>
                <a:lnTo>
                  <a:pt x="461741" y="252217"/>
                </a:lnTo>
                <a:lnTo>
                  <a:pt x="0" y="252217"/>
                </a:lnTo>
                <a:close/>
              </a:path>
            </a:pathLst>
          </a:custGeom>
          <a:solidFill xmlns:a="http://schemas.openxmlformats.org/drawingml/2006/main">
            <a:srgbClr val="D2D2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0" name="text-650 “Cat”">
            <a:extLst xmlns:a="http://schemas.openxmlformats.org/drawingml/2006/main">
              <a:ext uri="{FF2B5EF4-FFF2-40B4-BE49-F238E27FC236}">
                <a16:creationId xmlns:a16="http://schemas.microsoft.com/office/drawing/2014/main" id="{290C37E2-AE6B-4CA1-87B4-5D41EA622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79941" y="820147"/>
            <a:ext cx="356530" cy="2078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69" b="0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69" b="0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69" b="0" i="1">
                <a:solidFill>
                  <a:srgbClr val="000000"/>
                </a:solidFill>
                <a:latin typeface="Arial"/>
                <a:ea typeface="Arial"/>
                <a:cs typeface="Arial"/>
              </a:rPr>
              <a:t>“Cat”</a:t>
            </a:r>
          </a:p>
        </p:txBody>
      </p:sp>
      <p:pic>
        <p:nvPicPr>
          <p:cNvPr id="671" name="">
            <a:extLst xmlns:a="http://schemas.openxmlformats.org/drawingml/2006/main">
              <a:ext uri="{FF2B5EF4-FFF2-40B4-BE49-F238E27FC236}">
                <a16:creationId xmlns:a16="http://schemas.microsoft.com/office/drawing/2014/main" id="{32336815-4B59-419D-8D99-A5F9AFC055B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4acf78b5aa64fbe"/>
          <a:stretch xmlns:a="http://schemas.openxmlformats.org/drawingml/2006/main"/>
        </p:blipFill>
        <p:spPr>
          <a:xfrm xmlns:a="http://schemas.openxmlformats.org/drawingml/2006/main">
            <a:off x="8860887" y="542929"/>
            <a:ext cx="1333500" cy="666750"/>
          </a:xfrm>
          <a:prstGeom xmlns:a="http://schemas.openxmlformats.org/drawingml/2006/main" prst="rect">
            <a:avLst/>
          </a:prstGeom>
        </p:spPr>
      </p:pic>
      <p:sp>
        <p:nvSpPr>
          <p:cNvPr id="672" name="path-652">
            <a:extLst xmlns:a="http://schemas.openxmlformats.org/drawingml/2006/main">
              <a:ext uri="{FF2B5EF4-FFF2-40B4-BE49-F238E27FC236}">
                <a16:creationId xmlns:a16="http://schemas.microsoft.com/office/drawing/2014/main" id="{14CFD34C-E6D3-49B8-9A68-6D2D89484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4372" y="544772"/>
            <a:ext cx="1324455" cy="660129"/>
          </a:xfrm>
          <a:custGeom xmlns:a="http://schemas.openxmlformats.org/drawingml/2006/main">
            <a:pathLst>
              <a:path w="1324455" h="660129">
                <a:moveTo>
                  <a:pt x="0" y="0"/>
                </a:moveTo>
                <a:lnTo>
                  <a:pt x="0" y="660129"/>
                </a:lnTo>
                <a:lnTo>
                  <a:pt x="1324455" y="660129"/>
                </a:lnTo>
                <a:lnTo>
                  <a:pt x="1324455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6491">
            <a:solidFill>
              <a:srgbClr val="000000"/>
            </a:solidFill>
            <a:prstDash val="solid"/>
          </a:ln>
        </p:spPr>
      </p:sp>
      <p:pic>
        <p:nvPicPr>
          <p:cNvPr id="673" name="">
            <a:extLst xmlns:a="http://schemas.openxmlformats.org/drawingml/2006/main">
              <a:ext uri="{FF2B5EF4-FFF2-40B4-BE49-F238E27FC236}">
                <a16:creationId xmlns:a16="http://schemas.microsoft.com/office/drawing/2014/main" id="{35706087-74E5-4E33-B488-BEE7272DC9E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c3d961a8f5f46a9"/>
          <a:stretch xmlns:a="http://schemas.openxmlformats.org/drawingml/2006/main"/>
        </p:blipFill>
        <p:spPr>
          <a:xfrm xmlns:a="http://schemas.openxmlformats.org/drawingml/2006/main">
            <a:off x="8241762" y="1504954"/>
            <a:ext cx="685800" cy="571500"/>
          </a:xfrm>
          <a:prstGeom xmlns:a="http://schemas.openxmlformats.org/drawingml/2006/main" prst="rect">
            <a:avLst/>
          </a:prstGeom>
        </p:spPr>
      </p:pic>
      <p:sp>
        <p:nvSpPr>
          <p:cNvPr id="674" name="path-654">
            <a:extLst xmlns:a="http://schemas.openxmlformats.org/drawingml/2006/main">
              <a:ext uri="{FF2B5EF4-FFF2-40B4-BE49-F238E27FC236}">
                <a16:creationId xmlns:a16="http://schemas.microsoft.com/office/drawing/2014/main" id="{CD5A32AB-80ED-404A-BB78-F84813B78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0837" y="1512291"/>
            <a:ext cx="670760" cy="563816"/>
          </a:xfrm>
          <a:custGeom xmlns:a="http://schemas.openxmlformats.org/drawingml/2006/main">
            <a:pathLst>
              <a:path w="670760" h="563816">
                <a:moveTo>
                  <a:pt x="0" y="0"/>
                </a:moveTo>
                <a:lnTo>
                  <a:pt x="0" y="563816"/>
                </a:lnTo>
                <a:lnTo>
                  <a:pt x="670760" y="563816"/>
                </a:lnTo>
                <a:lnTo>
                  <a:pt x="67076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6491">
            <a:solidFill>
              <a:srgbClr val="000000"/>
            </a:solidFill>
            <a:prstDash val="solid"/>
          </a:ln>
        </p:spPr>
      </p:sp>
      <p:pic>
        <p:nvPicPr>
          <p:cNvPr id="675" name="">
            <a:extLst xmlns:a="http://schemas.openxmlformats.org/drawingml/2006/main">
              <a:ext uri="{FF2B5EF4-FFF2-40B4-BE49-F238E27FC236}">
                <a16:creationId xmlns:a16="http://schemas.microsoft.com/office/drawing/2014/main" id="{41A67124-3443-4DAC-9D26-27371A50D2E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e5ab10dbdca47f9"/>
          <a:stretch xmlns:a="http://schemas.openxmlformats.org/drawingml/2006/main"/>
        </p:blipFill>
        <p:spPr>
          <a:xfrm xmlns:a="http://schemas.openxmlformats.org/drawingml/2006/main">
            <a:off x="8918037" y="1504954"/>
            <a:ext cx="676275" cy="571500"/>
          </a:xfrm>
          <a:prstGeom xmlns:a="http://schemas.openxmlformats.org/drawingml/2006/main" prst="rect">
            <a:avLst/>
          </a:prstGeom>
        </p:spPr>
      </p:pic>
      <p:sp>
        <p:nvSpPr>
          <p:cNvPr id="676" name="path-656">
            <a:extLst xmlns:a="http://schemas.openxmlformats.org/drawingml/2006/main">
              <a:ext uri="{FF2B5EF4-FFF2-40B4-BE49-F238E27FC236}">
                <a16:creationId xmlns:a16="http://schemas.microsoft.com/office/drawing/2014/main" id="{6586DDED-0DDE-4FBF-AF6A-6EA5BC8C4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1597" y="1512291"/>
            <a:ext cx="667461" cy="563816"/>
          </a:xfrm>
          <a:custGeom xmlns:a="http://schemas.openxmlformats.org/drawingml/2006/main">
            <a:pathLst>
              <a:path w="667461" h="563816">
                <a:moveTo>
                  <a:pt x="0" y="0"/>
                </a:moveTo>
                <a:lnTo>
                  <a:pt x="0" y="563816"/>
                </a:lnTo>
                <a:lnTo>
                  <a:pt x="667461" y="563816"/>
                </a:lnTo>
                <a:lnTo>
                  <a:pt x="667461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6491">
            <a:solidFill>
              <a:srgbClr val="000000"/>
            </a:solidFill>
            <a:prstDash val="solid"/>
          </a:ln>
        </p:spPr>
      </p:sp>
      <p:pic>
        <p:nvPicPr>
          <p:cNvPr id="677" name="">
            <a:extLst xmlns:a="http://schemas.openxmlformats.org/drawingml/2006/main">
              <a:ext uri="{FF2B5EF4-FFF2-40B4-BE49-F238E27FC236}">
                <a16:creationId xmlns:a16="http://schemas.microsoft.com/office/drawing/2014/main" id="{D8D45973-844D-4E37-95A0-77BB0E7F232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2091bb91c148ab"/>
          <a:stretch xmlns:a="http://schemas.openxmlformats.org/drawingml/2006/main"/>
        </p:blipFill>
        <p:spPr>
          <a:xfrm xmlns:a="http://schemas.openxmlformats.org/drawingml/2006/main">
            <a:off x="9584787" y="1504954"/>
            <a:ext cx="676275" cy="571500"/>
          </a:xfrm>
          <a:prstGeom xmlns:a="http://schemas.openxmlformats.org/drawingml/2006/main" prst="rect">
            <a:avLst/>
          </a:prstGeom>
        </p:spPr>
      </p:pic>
      <p:sp>
        <p:nvSpPr>
          <p:cNvPr id="678" name="path-658">
            <a:extLst xmlns:a="http://schemas.openxmlformats.org/drawingml/2006/main">
              <a:ext uri="{FF2B5EF4-FFF2-40B4-BE49-F238E27FC236}">
                <a16:creationId xmlns:a16="http://schemas.microsoft.com/office/drawing/2014/main" id="{85A2F45C-BE79-47F2-90CB-F78D145D6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9058" y="1512291"/>
            <a:ext cx="671918" cy="563816"/>
          </a:xfrm>
          <a:custGeom xmlns:a="http://schemas.openxmlformats.org/drawingml/2006/main">
            <a:pathLst>
              <a:path w="671918" h="563816">
                <a:moveTo>
                  <a:pt x="0" y="0"/>
                </a:moveTo>
                <a:lnTo>
                  <a:pt x="0" y="563816"/>
                </a:lnTo>
                <a:lnTo>
                  <a:pt x="671918" y="563816"/>
                </a:lnTo>
                <a:lnTo>
                  <a:pt x="671918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6491">
            <a:solidFill>
              <a:srgbClr val="000000"/>
            </a:solidFill>
            <a:prstDash val="solid"/>
          </a:ln>
        </p:spPr>
      </p:sp>
      <p:sp>
        <p:nvSpPr>
          <p:cNvPr id="679" name="path-659">
            <a:extLst xmlns:a="http://schemas.openxmlformats.org/drawingml/2006/main">
              <a:ext uri="{FF2B5EF4-FFF2-40B4-BE49-F238E27FC236}">
                <a16:creationId xmlns:a16="http://schemas.microsoft.com/office/drawing/2014/main" id="{C0608946-E78B-4BF4-8E2E-F9F4201FE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8735" y="1924952"/>
            <a:ext cx="432403" cy="450535"/>
          </a:xfrm>
          <a:custGeom xmlns:a="http://schemas.openxmlformats.org/drawingml/2006/main">
            <a:pathLst>
              <a:path w="432403" h="450535">
                <a:moveTo>
                  <a:pt x="51814" y="131909"/>
                </a:moveTo>
                <a:cubicBezTo>
                  <a:pt x="45770" y="127589"/>
                  <a:pt x="41450" y="121545"/>
                  <a:pt x="41450" y="113794"/>
                </a:cubicBezTo>
                <a:cubicBezTo>
                  <a:pt x="41450" y="106044"/>
                  <a:pt x="45770" y="99110"/>
                  <a:pt x="51814" y="95680"/>
                </a:cubicBezTo>
                <a:cubicBezTo>
                  <a:pt x="58287" y="92233"/>
                  <a:pt x="66062" y="92233"/>
                  <a:pt x="72534" y="95680"/>
                </a:cubicBezTo>
                <a:cubicBezTo>
                  <a:pt x="78570" y="99967"/>
                  <a:pt x="82858" y="106003"/>
                  <a:pt x="82858" y="113794"/>
                </a:cubicBezTo>
                <a:cubicBezTo>
                  <a:pt x="82858" y="121545"/>
                  <a:pt x="78570" y="128480"/>
                  <a:pt x="72534" y="131909"/>
                </a:cubicBezTo>
                <a:cubicBezTo>
                  <a:pt x="66062" y="135364"/>
                  <a:pt x="58287" y="135364"/>
                  <a:pt x="51814" y="131909"/>
                </a:cubicBezTo>
                <a:moveTo>
                  <a:pt x="236493" y="368362"/>
                </a:moveTo>
                <a:lnTo>
                  <a:pt x="306381" y="368362"/>
                </a:lnTo>
                <a:cubicBezTo>
                  <a:pt x="314132" y="368362"/>
                  <a:pt x="321067" y="370976"/>
                  <a:pt x="326244" y="375305"/>
                </a:cubicBezTo>
                <a:cubicBezTo>
                  <a:pt x="331406" y="380590"/>
                  <a:pt x="334202" y="387747"/>
                  <a:pt x="334003" y="395127"/>
                </a:cubicBezTo>
                <a:lnTo>
                  <a:pt x="334003" y="422749"/>
                </a:lnTo>
                <a:cubicBezTo>
                  <a:pt x="334202" y="430128"/>
                  <a:pt x="331406" y="437285"/>
                  <a:pt x="326244" y="442570"/>
                </a:cubicBezTo>
                <a:cubicBezTo>
                  <a:pt x="320951" y="447740"/>
                  <a:pt x="313777" y="450535"/>
                  <a:pt x="306381" y="450329"/>
                </a:cubicBezTo>
                <a:lnTo>
                  <a:pt x="55236" y="450329"/>
                </a:lnTo>
                <a:cubicBezTo>
                  <a:pt x="47897" y="450412"/>
                  <a:pt x="40831" y="447535"/>
                  <a:pt x="35636" y="442348"/>
                </a:cubicBezTo>
                <a:cubicBezTo>
                  <a:pt x="30450" y="437153"/>
                  <a:pt x="27572" y="430087"/>
                  <a:pt x="27663" y="422749"/>
                </a:cubicBezTo>
                <a:lnTo>
                  <a:pt x="27663" y="395127"/>
                </a:lnTo>
                <a:cubicBezTo>
                  <a:pt x="27663" y="387376"/>
                  <a:pt x="30228" y="380441"/>
                  <a:pt x="35414" y="375264"/>
                </a:cubicBezTo>
                <a:cubicBezTo>
                  <a:pt x="40699" y="370102"/>
                  <a:pt x="47856" y="367306"/>
                  <a:pt x="55236" y="367513"/>
                </a:cubicBezTo>
                <a:lnTo>
                  <a:pt x="125164" y="367513"/>
                </a:lnTo>
                <a:lnTo>
                  <a:pt x="13827" y="181967"/>
                </a:lnTo>
                <a:cubicBezTo>
                  <a:pt x="13827" y="181967"/>
                  <a:pt x="32800" y="198367"/>
                  <a:pt x="48342" y="202688"/>
                </a:cubicBezTo>
                <a:cubicBezTo>
                  <a:pt x="64743" y="206975"/>
                  <a:pt x="94970" y="207874"/>
                  <a:pt x="125164" y="175075"/>
                </a:cubicBezTo>
                <a:lnTo>
                  <a:pt x="236493" y="368362"/>
                </a:lnTo>
                <a:moveTo>
                  <a:pt x="409960" y="131052"/>
                </a:moveTo>
                <a:cubicBezTo>
                  <a:pt x="416168" y="126855"/>
                  <a:pt x="424587" y="128373"/>
                  <a:pt x="428932" y="134482"/>
                </a:cubicBezTo>
                <a:cubicBezTo>
                  <a:pt x="431505" y="137946"/>
                  <a:pt x="432403" y="141416"/>
                  <a:pt x="432403" y="145696"/>
                </a:cubicBezTo>
                <a:cubicBezTo>
                  <a:pt x="431538" y="149233"/>
                  <a:pt x="429386" y="152317"/>
                  <a:pt x="426360" y="154345"/>
                </a:cubicBezTo>
                <a:lnTo>
                  <a:pt x="346075" y="207874"/>
                </a:lnTo>
                <a:cubicBezTo>
                  <a:pt x="339858" y="212063"/>
                  <a:pt x="331431" y="210530"/>
                  <a:pt x="327102" y="204403"/>
                </a:cubicBezTo>
                <a:cubicBezTo>
                  <a:pt x="325338" y="201559"/>
                  <a:pt x="324431" y="198252"/>
                  <a:pt x="324497" y="194896"/>
                </a:cubicBezTo>
                <a:lnTo>
                  <a:pt x="292595" y="157775"/>
                </a:lnTo>
                <a:cubicBezTo>
                  <a:pt x="289454" y="160447"/>
                  <a:pt x="285496" y="161972"/>
                  <a:pt x="281373" y="162096"/>
                </a:cubicBezTo>
                <a:lnTo>
                  <a:pt x="255466" y="162096"/>
                </a:lnTo>
                <a:cubicBezTo>
                  <a:pt x="250544" y="162244"/>
                  <a:pt x="245762" y="160406"/>
                  <a:pt x="242199" y="157000"/>
                </a:cubicBezTo>
                <a:cubicBezTo>
                  <a:pt x="238637" y="153604"/>
                  <a:pt x="236584" y="148912"/>
                  <a:pt x="236493" y="143989"/>
                </a:cubicBezTo>
                <a:lnTo>
                  <a:pt x="236493" y="148310"/>
                </a:lnTo>
                <a:lnTo>
                  <a:pt x="145885" y="148310"/>
                </a:lnTo>
                <a:lnTo>
                  <a:pt x="145885" y="147452"/>
                </a:lnTo>
                <a:cubicBezTo>
                  <a:pt x="150173" y="138803"/>
                  <a:pt x="152778" y="126731"/>
                  <a:pt x="152778" y="113794"/>
                </a:cubicBezTo>
                <a:cubicBezTo>
                  <a:pt x="152778" y="100825"/>
                  <a:pt x="150173" y="88745"/>
                  <a:pt x="145844" y="80137"/>
                </a:cubicBezTo>
                <a:lnTo>
                  <a:pt x="145844" y="79279"/>
                </a:lnTo>
                <a:lnTo>
                  <a:pt x="235603" y="79279"/>
                </a:lnTo>
                <a:lnTo>
                  <a:pt x="235603" y="83567"/>
                </a:lnTo>
                <a:cubicBezTo>
                  <a:pt x="235603" y="74102"/>
                  <a:pt x="244244" y="65452"/>
                  <a:pt x="254609" y="65452"/>
                </a:cubicBezTo>
                <a:lnTo>
                  <a:pt x="279617" y="65452"/>
                </a:lnTo>
                <a:lnTo>
                  <a:pt x="321924" y="16293"/>
                </a:lnTo>
                <a:cubicBezTo>
                  <a:pt x="321067" y="13721"/>
                  <a:pt x="321924" y="10257"/>
                  <a:pt x="323639" y="7685"/>
                </a:cubicBezTo>
                <a:cubicBezTo>
                  <a:pt x="327968" y="1542"/>
                  <a:pt x="336427" y="0"/>
                  <a:pt x="342652" y="4214"/>
                </a:cubicBezTo>
                <a:lnTo>
                  <a:pt x="423754" y="58600"/>
                </a:lnTo>
                <a:cubicBezTo>
                  <a:pt x="427217" y="60315"/>
                  <a:pt x="428932" y="63778"/>
                  <a:pt x="429790" y="67208"/>
                </a:cubicBezTo>
                <a:cubicBezTo>
                  <a:pt x="429790" y="70671"/>
                  <a:pt x="428973" y="74143"/>
                  <a:pt x="427217" y="77573"/>
                </a:cubicBezTo>
                <a:cubicBezTo>
                  <a:pt x="422889" y="83716"/>
                  <a:pt x="414429" y="85258"/>
                  <a:pt x="408212" y="81035"/>
                </a:cubicBezTo>
                <a:lnTo>
                  <a:pt x="341754" y="36164"/>
                </a:lnTo>
                <a:lnTo>
                  <a:pt x="299488" y="86222"/>
                </a:lnTo>
                <a:lnTo>
                  <a:pt x="299488" y="124159"/>
                </a:lnTo>
                <a:lnTo>
                  <a:pt x="343502" y="175973"/>
                </a:lnTo>
                <a:lnTo>
                  <a:pt x="409960" y="131093"/>
                </a:lnTo>
                <a:lnTo>
                  <a:pt x="409960" y="131052"/>
                </a:lnTo>
                <a:moveTo>
                  <a:pt x="126022" y="112937"/>
                </a:moveTo>
                <a:cubicBezTo>
                  <a:pt x="126022" y="147452"/>
                  <a:pt x="97542" y="175075"/>
                  <a:pt x="63028" y="175075"/>
                </a:cubicBezTo>
                <a:cubicBezTo>
                  <a:pt x="46487" y="175527"/>
                  <a:pt x="30458" y="169269"/>
                  <a:pt x="18585" y="157734"/>
                </a:cubicBezTo>
                <a:cubicBezTo>
                  <a:pt x="6719" y="146191"/>
                  <a:pt x="16" y="130351"/>
                  <a:pt x="0" y="113794"/>
                </a:cubicBezTo>
                <a:cubicBezTo>
                  <a:pt x="0" y="96537"/>
                  <a:pt x="6893" y="80994"/>
                  <a:pt x="19830" y="68923"/>
                </a:cubicBezTo>
                <a:cubicBezTo>
                  <a:pt x="31464" y="57199"/>
                  <a:pt x="47337" y="50668"/>
                  <a:pt x="63844" y="50808"/>
                </a:cubicBezTo>
                <a:cubicBezTo>
                  <a:pt x="80244" y="50808"/>
                  <a:pt x="95786" y="57701"/>
                  <a:pt x="107866" y="68923"/>
                </a:cubicBezTo>
                <a:cubicBezTo>
                  <a:pt x="119088" y="80994"/>
                  <a:pt x="125980" y="96537"/>
                  <a:pt x="125980" y="112937"/>
                </a:cubicBezTo>
                <a:lnTo>
                  <a:pt x="126022" y="112937"/>
                </a:lnTo>
                <a:moveTo>
                  <a:pt x="92323" y="84507"/>
                </a:moveTo>
                <a:cubicBezTo>
                  <a:pt x="84548" y="76740"/>
                  <a:pt x="74019" y="72378"/>
                  <a:pt x="63028" y="72386"/>
                </a:cubicBezTo>
                <a:cubicBezTo>
                  <a:pt x="39735" y="72386"/>
                  <a:pt x="20721" y="90501"/>
                  <a:pt x="21578" y="113794"/>
                </a:cubicBezTo>
                <a:cubicBezTo>
                  <a:pt x="21504" y="124811"/>
                  <a:pt x="25849" y="135389"/>
                  <a:pt x="33641" y="143173"/>
                </a:cubicBezTo>
                <a:cubicBezTo>
                  <a:pt x="41433" y="150956"/>
                  <a:pt x="52020" y="155293"/>
                  <a:pt x="63028" y="155203"/>
                </a:cubicBezTo>
                <a:cubicBezTo>
                  <a:pt x="85759" y="154873"/>
                  <a:pt x="104106" y="136527"/>
                  <a:pt x="104436" y="113794"/>
                </a:cubicBezTo>
                <a:cubicBezTo>
                  <a:pt x="104436" y="102779"/>
                  <a:pt x="100074" y="92257"/>
                  <a:pt x="92323" y="84507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0" name="path-660">
            <a:extLst xmlns:a="http://schemas.openxmlformats.org/drawingml/2006/main">
              <a:ext uri="{FF2B5EF4-FFF2-40B4-BE49-F238E27FC236}">
                <a16:creationId xmlns:a16="http://schemas.microsoft.com/office/drawing/2014/main" id="{89D8E1D7-0338-4C67-A43D-C5A8F40B5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6599" y="1740932"/>
            <a:ext cx="136552" cy="121463"/>
          </a:xfrm>
          <a:custGeom xmlns:a="http://schemas.openxmlformats.org/drawingml/2006/main">
            <a:pathLst>
              <a:path w="136552" h="121463">
                <a:moveTo>
                  <a:pt x="114990" y="0"/>
                </a:moveTo>
                <a:lnTo>
                  <a:pt x="21562" y="0"/>
                </a:lnTo>
                <a:cubicBezTo>
                  <a:pt x="9351" y="0"/>
                  <a:pt x="0" y="9342"/>
                  <a:pt x="0" y="21562"/>
                </a:cubicBezTo>
                <a:lnTo>
                  <a:pt x="0" y="32347"/>
                </a:lnTo>
                <a:cubicBezTo>
                  <a:pt x="0" y="33064"/>
                  <a:pt x="726" y="34499"/>
                  <a:pt x="1443" y="35216"/>
                </a:cubicBezTo>
                <a:cubicBezTo>
                  <a:pt x="2161" y="35933"/>
                  <a:pt x="2878" y="35933"/>
                  <a:pt x="4312" y="35933"/>
                </a:cubicBezTo>
                <a:lnTo>
                  <a:pt x="7190" y="35933"/>
                </a:lnTo>
                <a:cubicBezTo>
                  <a:pt x="33781" y="35933"/>
                  <a:pt x="40971" y="51031"/>
                  <a:pt x="42406" y="55343"/>
                </a:cubicBezTo>
                <a:cubicBezTo>
                  <a:pt x="42406" y="56061"/>
                  <a:pt x="43124" y="56061"/>
                  <a:pt x="43124" y="56778"/>
                </a:cubicBezTo>
                <a:cubicBezTo>
                  <a:pt x="48154" y="61808"/>
                  <a:pt x="50314" y="68997"/>
                  <a:pt x="50314" y="79057"/>
                </a:cubicBezTo>
                <a:lnTo>
                  <a:pt x="50314" y="82652"/>
                </a:lnTo>
                <a:cubicBezTo>
                  <a:pt x="50314" y="84804"/>
                  <a:pt x="51748" y="86247"/>
                  <a:pt x="53908" y="86247"/>
                </a:cubicBezTo>
                <a:lnTo>
                  <a:pt x="56778" y="86247"/>
                </a:lnTo>
                <a:lnTo>
                  <a:pt x="53908" y="101336"/>
                </a:lnTo>
                <a:lnTo>
                  <a:pt x="53908" y="104214"/>
                </a:lnTo>
                <a:cubicBezTo>
                  <a:pt x="53908" y="107091"/>
                  <a:pt x="53191" y="111395"/>
                  <a:pt x="51748" y="116434"/>
                </a:cubicBezTo>
                <a:cubicBezTo>
                  <a:pt x="51031" y="117868"/>
                  <a:pt x="51748" y="120020"/>
                  <a:pt x="53191" y="120745"/>
                </a:cubicBezTo>
                <a:cubicBezTo>
                  <a:pt x="53908" y="120745"/>
                  <a:pt x="54626" y="121463"/>
                  <a:pt x="54626" y="121463"/>
                </a:cubicBezTo>
                <a:cubicBezTo>
                  <a:pt x="55344" y="121463"/>
                  <a:pt x="56778" y="120745"/>
                  <a:pt x="57495" y="120020"/>
                </a:cubicBezTo>
                <a:lnTo>
                  <a:pt x="87682" y="86964"/>
                </a:lnTo>
                <a:lnTo>
                  <a:pt x="114990" y="86964"/>
                </a:lnTo>
                <a:cubicBezTo>
                  <a:pt x="127210" y="86964"/>
                  <a:pt x="136552" y="77622"/>
                  <a:pt x="136552" y="65402"/>
                </a:cubicBezTo>
                <a:lnTo>
                  <a:pt x="136552" y="21562"/>
                </a:lnTo>
                <a:cubicBezTo>
                  <a:pt x="136552" y="9342"/>
                  <a:pt x="127210" y="0"/>
                  <a:pt x="114990" y="0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1" name="path-661">
            <a:extLst xmlns:a="http://schemas.openxmlformats.org/drawingml/2006/main">
              <a:ext uri="{FF2B5EF4-FFF2-40B4-BE49-F238E27FC236}">
                <a16:creationId xmlns:a16="http://schemas.microsoft.com/office/drawing/2014/main" id="{F55B961F-FDAC-4517-B52B-4CFE057BF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7551" y="1784056"/>
            <a:ext cx="172485" cy="172484"/>
          </a:xfrm>
          <a:custGeom xmlns:a="http://schemas.openxmlformats.org/drawingml/2006/main">
            <a:pathLst>
              <a:path w="172485" h="172484">
                <a:moveTo>
                  <a:pt x="168173" y="150923"/>
                </a:moveTo>
                <a:cubicBezTo>
                  <a:pt x="166012" y="142299"/>
                  <a:pt x="160265" y="135834"/>
                  <a:pt x="151640" y="132956"/>
                </a:cubicBezTo>
                <a:lnTo>
                  <a:pt x="120019" y="122180"/>
                </a:lnTo>
                <a:cubicBezTo>
                  <a:pt x="112112" y="119302"/>
                  <a:pt x="108517" y="106365"/>
                  <a:pt x="107800" y="102053"/>
                </a:cubicBezTo>
                <a:cubicBezTo>
                  <a:pt x="113547" y="97023"/>
                  <a:pt x="118577" y="89116"/>
                  <a:pt x="118577" y="82652"/>
                </a:cubicBezTo>
                <a:cubicBezTo>
                  <a:pt x="118577" y="79774"/>
                  <a:pt x="119302" y="79056"/>
                  <a:pt x="119302" y="79056"/>
                </a:cubicBezTo>
                <a:cubicBezTo>
                  <a:pt x="120737" y="79056"/>
                  <a:pt x="121454" y="77622"/>
                  <a:pt x="121454" y="76896"/>
                </a:cubicBezTo>
                <a:cubicBezTo>
                  <a:pt x="122171" y="76179"/>
                  <a:pt x="125049" y="66837"/>
                  <a:pt x="125049" y="61090"/>
                </a:cubicBezTo>
                <a:lnTo>
                  <a:pt x="125049" y="60372"/>
                </a:lnTo>
                <a:cubicBezTo>
                  <a:pt x="124331" y="58930"/>
                  <a:pt x="123615" y="56778"/>
                  <a:pt x="121454" y="55343"/>
                </a:cubicBezTo>
                <a:lnTo>
                  <a:pt x="121454" y="35933"/>
                </a:lnTo>
                <a:cubicBezTo>
                  <a:pt x="121454" y="24440"/>
                  <a:pt x="117859" y="19401"/>
                  <a:pt x="114264" y="16532"/>
                </a:cubicBezTo>
                <a:cubicBezTo>
                  <a:pt x="114264" y="11502"/>
                  <a:pt x="108517" y="0"/>
                  <a:pt x="86238" y="0"/>
                </a:cubicBezTo>
                <a:cubicBezTo>
                  <a:pt x="63959" y="0"/>
                  <a:pt x="50305" y="20844"/>
                  <a:pt x="50305" y="35933"/>
                </a:cubicBezTo>
                <a:lnTo>
                  <a:pt x="50305" y="55343"/>
                </a:lnTo>
                <a:cubicBezTo>
                  <a:pt x="48152" y="56778"/>
                  <a:pt x="47427" y="58930"/>
                  <a:pt x="46710" y="60372"/>
                </a:cubicBezTo>
                <a:lnTo>
                  <a:pt x="46710" y="61090"/>
                </a:lnTo>
                <a:cubicBezTo>
                  <a:pt x="46710" y="66837"/>
                  <a:pt x="50305" y="75462"/>
                  <a:pt x="50305" y="76896"/>
                </a:cubicBezTo>
                <a:cubicBezTo>
                  <a:pt x="51022" y="77622"/>
                  <a:pt x="51022" y="78339"/>
                  <a:pt x="52457" y="79056"/>
                </a:cubicBezTo>
                <a:cubicBezTo>
                  <a:pt x="53183" y="79056"/>
                  <a:pt x="53900" y="80491"/>
                  <a:pt x="53900" y="82652"/>
                </a:cubicBezTo>
                <a:cubicBezTo>
                  <a:pt x="53900" y="89116"/>
                  <a:pt x="58929" y="97023"/>
                  <a:pt x="64676" y="102053"/>
                </a:cubicBezTo>
                <a:cubicBezTo>
                  <a:pt x="63959" y="107082"/>
                  <a:pt x="60364" y="119302"/>
                  <a:pt x="53183" y="122180"/>
                </a:cubicBezTo>
                <a:lnTo>
                  <a:pt x="21561" y="132956"/>
                </a:lnTo>
                <a:cubicBezTo>
                  <a:pt x="13654" y="135834"/>
                  <a:pt x="7182" y="142299"/>
                  <a:pt x="5029" y="150923"/>
                </a:cubicBezTo>
                <a:lnTo>
                  <a:pt x="0" y="168172"/>
                </a:lnTo>
                <a:cubicBezTo>
                  <a:pt x="0" y="168890"/>
                  <a:pt x="0" y="170333"/>
                  <a:pt x="717" y="171050"/>
                </a:cubicBezTo>
                <a:cubicBezTo>
                  <a:pt x="1435" y="171767"/>
                  <a:pt x="2152" y="172484"/>
                  <a:pt x="3587" y="172484"/>
                </a:cubicBezTo>
                <a:lnTo>
                  <a:pt x="168890" y="172484"/>
                </a:lnTo>
                <a:cubicBezTo>
                  <a:pt x="170324" y="172484"/>
                  <a:pt x="171041" y="171767"/>
                  <a:pt x="171759" y="171050"/>
                </a:cubicBezTo>
                <a:cubicBezTo>
                  <a:pt x="172485" y="170333"/>
                  <a:pt x="172485" y="168890"/>
                  <a:pt x="172485" y="168172"/>
                </a:cubicBezTo>
                <a:lnTo>
                  <a:pt x="168173" y="150923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2" name="path-662">
            <a:extLst xmlns:a="http://schemas.openxmlformats.org/drawingml/2006/main">
              <a:ext uri="{FF2B5EF4-FFF2-40B4-BE49-F238E27FC236}">
                <a16:creationId xmlns:a16="http://schemas.microsoft.com/office/drawing/2014/main" id="{FFD5689B-1211-4A67-80A0-CB85C55FD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7551" y="1497026"/>
            <a:ext cx="215600" cy="195144"/>
          </a:xfrm>
          <a:custGeom xmlns:a="http://schemas.openxmlformats.org/drawingml/2006/main">
            <a:pathLst>
              <a:path w="215600" h="195144">
                <a:moveTo>
                  <a:pt x="69005" y="3117"/>
                </a:moveTo>
                <a:cubicBezTo>
                  <a:pt x="65715" y="1080"/>
                  <a:pt x="61906" y="0"/>
                  <a:pt x="58030" y="0"/>
                </a:cubicBezTo>
                <a:cubicBezTo>
                  <a:pt x="54691" y="0"/>
                  <a:pt x="51443" y="800"/>
                  <a:pt x="48565" y="2276"/>
                </a:cubicBezTo>
                <a:cubicBezTo>
                  <a:pt x="45679" y="3752"/>
                  <a:pt x="43131" y="5920"/>
                  <a:pt x="41169" y="8616"/>
                </a:cubicBezTo>
                <a:lnTo>
                  <a:pt x="16416" y="42926"/>
                </a:lnTo>
                <a:cubicBezTo>
                  <a:pt x="14520" y="45539"/>
                  <a:pt x="13513" y="48697"/>
                  <a:pt x="13513" y="51938"/>
                </a:cubicBezTo>
                <a:cubicBezTo>
                  <a:pt x="13513" y="54585"/>
                  <a:pt x="14181" y="57133"/>
                  <a:pt x="15427" y="59367"/>
                </a:cubicBezTo>
                <a:cubicBezTo>
                  <a:pt x="16672" y="61618"/>
                  <a:pt x="18461" y="63539"/>
                  <a:pt x="20712" y="64949"/>
                </a:cubicBezTo>
                <a:lnTo>
                  <a:pt x="153248" y="148161"/>
                </a:lnTo>
                <a:cubicBezTo>
                  <a:pt x="156572" y="150247"/>
                  <a:pt x="160430" y="151361"/>
                  <a:pt x="164363" y="151361"/>
                </a:cubicBezTo>
                <a:cubicBezTo>
                  <a:pt x="167752" y="151361"/>
                  <a:pt x="171033" y="150536"/>
                  <a:pt x="173986" y="149027"/>
                </a:cubicBezTo>
                <a:cubicBezTo>
                  <a:pt x="176912" y="147510"/>
                  <a:pt x="179476" y="145301"/>
                  <a:pt x="181439" y="142521"/>
                </a:cubicBezTo>
                <a:lnTo>
                  <a:pt x="215600" y="94105"/>
                </a:lnTo>
                <a:lnTo>
                  <a:pt x="69005" y="3117"/>
                </a:lnTo>
                <a:moveTo>
                  <a:pt x="170424" y="134754"/>
                </a:moveTo>
                <a:cubicBezTo>
                  <a:pt x="169038" y="136733"/>
                  <a:pt x="166787" y="137888"/>
                  <a:pt x="164363" y="137888"/>
                </a:cubicBezTo>
                <a:cubicBezTo>
                  <a:pt x="163670" y="137888"/>
                  <a:pt x="162978" y="137780"/>
                  <a:pt x="162301" y="137591"/>
                </a:cubicBezTo>
                <a:cubicBezTo>
                  <a:pt x="161626" y="137401"/>
                  <a:pt x="160999" y="137112"/>
                  <a:pt x="160405" y="136750"/>
                </a:cubicBezTo>
                <a:lnTo>
                  <a:pt x="27870" y="53537"/>
                </a:lnTo>
                <a:cubicBezTo>
                  <a:pt x="27324" y="53174"/>
                  <a:pt x="26987" y="52565"/>
                  <a:pt x="26987" y="51913"/>
                </a:cubicBezTo>
                <a:cubicBezTo>
                  <a:pt x="26987" y="51517"/>
                  <a:pt x="27110" y="51113"/>
                  <a:pt x="27341" y="50800"/>
                </a:cubicBezTo>
                <a:lnTo>
                  <a:pt x="52102" y="16483"/>
                </a:lnTo>
                <a:cubicBezTo>
                  <a:pt x="53463" y="14595"/>
                  <a:pt x="55681" y="13457"/>
                  <a:pt x="58030" y="13457"/>
                </a:cubicBezTo>
                <a:cubicBezTo>
                  <a:pt x="58707" y="13457"/>
                  <a:pt x="59399" y="13555"/>
                  <a:pt x="60034" y="13729"/>
                </a:cubicBezTo>
                <a:cubicBezTo>
                  <a:pt x="60685" y="13918"/>
                  <a:pt x="61296" y="14191"/>
                  <a:pt x="61889" y="14545"/>
                </a:cubicBezTo>
                <a:lnTo>
                  <a:pt x="196339" y="97997"/>
                </a:lnTo>
                <a:lnTo>
                  <a:pt x="170424" y="134754"/>
                </a:lnTo>
                <a:moveTo>
                  <a:pt x="158739" y="154725"/>
                </a:moveTo>
                <a:cubicBezTo>
                  <a:pt x="156406" y="154725"/>
                  <a:pt x="154114" y="154411"/>
                  <a:pt x="151879" y="153785"/>
                </a:cubicBezTo>
                <a:cubicBezTo>
                  <a:pt x="149653" y="153149"/>
                  <a:pt x="147526" y="152226"/>
                  <a:pt x="145522" y="151006"/>
                </a:cubicBezTo>
                <a:lnTo>
                  <a:pt x="16730" y="72485"/>
                </a:lnTo>
                <a:cubicBezTo>
                  <a:pt x="15319" y="71619"/>
                  <a:pt x="13513" y="72625"/>
                  <a:pt x="13513" y="74291"/>
                </a:cubicBezTo>
                <a:lnTo>
                  <a:pt x="13513" y="79049"/>
                </a:lnTo>
                <a:cubicBezTo>
                  <a:pt x="13513" y="82124"/>
                  <a:pt x="15113" y="84985"/>
                  <a:pt x="17719" y="86584"/>
                </a:cubicBezTo>
                <a:lnTo>
                  <a:pt x="56142" y="110224"/>
                </a:lnTo>
                <a:cubicBezTo>
                  <a:pt x="50774" y="113464"/>
                  <a:pt x="47196" y="119360"/>
                  <a:pt x="47196" y="126096"/>
                </a:cubicBezTo>
                <a:cubicBezTo>
                  <a:pt x="47196" y="130352"/>
                  <a:pt x="48623" y="134268"/>
                  <a:pt x="51047" y="137401"/>
                </a:cubicBezTo>
                <a:cubicBezTo>
                  <a:pt x="48582" y="139867"/>
                  <a:pt x="45234" y="141260"/>
                  <a:pt x="41738" y="141260"/>
                </a:cubicBezTo>
                <a:lnTo>
                  <a:pt x="13513" y="141260"/>
                </a:lnTo>
                <a:lnTo>
                  <a:pt x="13513" y="131407"/>
                </a:lnTo>
                <a:cubicBezTo>
                  <a:pt x="13513" y="125297"/>
                  <a:pt x="9408" y="119954"/>
                  <a:pt x="3488" y="118371"/>
                </a:cubicBezTo>
                <a:lnTo>
                  <a:pt x="41" y="117472"/>
                </a:lnTo>
                <a:lnTo>
                  <a:pt x="0" y="195144"/>
                </a:lnTo>
                <a:lnTo>
                  <a:pt x="6060" y="192134"/>
                </a:lnTo>
                <a:cubicBezTo>
                  <a:pt x="10628" y="189866"/>
                  <a:pt x="13531" y="185191"/>
                  <a:pt x="13531" y="180071"/>
                </a:cubicBezTo>
                <a:lnTo>
                  <a:pt x="13531" y="154725"/>
                </a:lnTo>
                <a:lnTo>
                  <a:pt x="42060" y="154725"/>
                </a:lnTo>
                <a:cubicBezTo>
                  <a:pt x="47509" y="154725"/>
                  <a:pt x="52754" y="152564"/>
                  <a:pt x="56621" y="148689"/>
                </a:cubicBezTo>
                <a:lnTo>
                  <a:pt x="57280" y="148038"/>
                </a:lnTo>
                <a:cubicBezTo>
                  <a:pt x="59506" y="145803"/>
                  <a:pt x="62541" y="144599"/>
                  <a:pt x="65698" y="144599"/>
                </a:cubicBezTo>
                <a:lnTo>
                  <a:pt x="65740" y="144599"/>
                </a:lnTo>
                <a:cubicBezTo>
                  <a:pt x="75511" y="144599"/>
                  <a:pt x="83509" y="137046"/>
                  <a:pt x="84226" y="127465"/>
                </a:cubicBezTo>
                <a:lnTo>
                  <a:pt x="141927" y="162978"/>
                </a:lnTo>
                <a:cubicBezTo>
                  <a:pt x="143857" y="164182"/>
                  <a:pt x="146116" y="164809"/>
                  <a:pt x="148383" y="164809"/>
                </a:cubicBezTo>
                <a:cubicBezTo>
                  <a:pt x="150453" y="164809"/>
                  <a:pt x="152449" y="164289"/>
                  <a:pt x="154221" y="163358"/>
                </a:cubicBezTo>
                <a:cubicBezTo>
                  <a:pt x="155985" y="162409"/>
                  <a:pt x="157519" y="161041"/>
                  <a:pt x="158657" y="159317"/>
                </a:cubicBezTo>
                <a:lnTo>
                  <a:pt x="160092" y="157190"/>
                </a:lnTo>
                <a:cubicBezTo>
                  <a:pt x="160768" y="156143"/>
                  <a:pt x="160009" y="154725"/>
                  <a:pt x="158739" y="154725"/>
                </a:cubicBezTo>
                <a:moveTo>
                  <a:pt x="65715" y="131151"/>
                </a:moveTo>
                <a:cubicBezTo>
                  <a:pt x="62937" y="131151"/>
                  <a:pt x="60669" y="128875"/>
                  <a:pt x="60669" y="126096"/>
                </a:cubicBezTo>
                <a:cubicBezTo>
                  <a:pt x="60669" y="123318"/>
                  <a:pt x="62937" y="121051"/>
                  <a:pt x="65715" y="121051"/>
                </a:cubicBezTo>
                <a:cubicBezTo>
                  <a:pt x="68494" y="121051"/>
                  <a:pt x="70770" y="123318"/>
                  <a:pt x="70770" y="126096"/>
                </a:cubicBezTo>
                <a:cubicBezTo>
                  <a:pt x="70770" y="128875"/>
                  <a:pt x="68494" y="131151"/>
                  <a:pt x="65715" y="131151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3" name="path-663">
            <a:extLst xmlns:a="http://schemas.openxmlformats.org/drawingml/2006/main">
              <a:ext uri="{FF2B5EF4-FFF2-40B4-BE49-F238E27FC236}">
                <a16:creationId xmlns:a16="http://schemas.microsoft.com/office/drawing/2014/main" id="{E56A1216-8A12-4D0F-85B3-F53BF644D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5209" y="1645283"/>
            <a:ext cx="355949" cy="194432"/>
          </a:xfrm>
          <a:custGeom xmlns:a="http://schemas.openxmlformats.org/drawingml/2006/main">
            <a:pathLst>
              <a:path w="355949" h="194432">
                <a:moveTo>
                  <a:pt x="0" y="0"/>
                </a:moveTo>
                <a:lnTo>
                  <a:pt x="0" y="194432"/>
                </a:lnTo>
                <a:lnTo>
                  <a:pt x="355949" y="194432"/>
                </a:lnTo>
                <a:lnTo>
                  <a:pt x="355949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245">
            <a:solidFill>
              <a:srgbClr val="000000"/>
            </a:solidFill>
            <a:prstDash val="solid"/>
          </a:ln>
        </p:spPr>
      </p:sp>
      <p:sp>
        <p:nvSpPr>
          <p:cNvPr id="684" name="text-664 MLLM">
            <a:extLst xmlns:a="http://schemas.openxmlformats.org/drawingml/2006/main">
              <a:ext uri="{FF2B5EF4-FFF2-40B4-BE49-F238E27FC236}">
                <a16:creationId xmlns:a16="http://schemas.microsoft.com/office/drawing/2014/main" id="{DF4EF7FF-8136-459C-A0B1-CCDDB917B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60333" y="1674764"/>
            <a:ext cx="303550" cy="1386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78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78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78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MLLM</a:t>
            </a:r>
          </a:p>
        </p:txBody>
      </p:sp>
      <p:sp>
        <p:nvSpPr>
          <p:cNvPr id="685" name="path-665">
            <a:extLst xmlns:a="http://schemas.openxmlformats.org/drawingml/2006/main">
              <a:ext uri="{FF2B5EF4-FFF2-40B4-BE49-F238E27FC236}">
                <a16:creationId xmlns:a16="http://schemas.microsoft.com/office/drawing/2014/main" id="{8D02AD76-19FE-48D8-9562-78182AF00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3190" y="1629127"/>
            <a:ext cx="51780" cy="21682"/>
          </a:xfrm>
          <a:custGeom xmlns:a="http://schemas.openxmlformats.org/drawingml/2006/main">
            <a:pathLst>
              <a:path w="51780" h="21682">
                <a:moveTo>
                  <a:pt x="0" y="0"/>
                </a:moveTo>
                <a:lnTo>
                  <a:pt x="51780" y="21682"/>
                </a:lnTo>
              </a:path>
            </a:pathLst>
          </a:custGeom>
          <a:noFill xmlns:a="http://schemas.openxmlformats.org/drawingml/2006/main"/>
          <a:ln xmlns:a="http://schemas.openxmlformats.org/drawingml/2006/main" w="6184">
            <a:solidFill>
              <a:srgbClr val="000000"/>
            </a:solidFill>
            <a:prstDash val="solid"/>
          </a:ln>
        </p:spPr>
      </p:sp>
      <p:sp>
        <p:nvSpPr>
          <p:cNvPr id="686" name="path-666">
            <a:extLst xmlns:a="http://schemas.openxmlformats.org/drawingml/2006/main">
              <a:ext uri="{FF2B5EF4-FFF2-40B4-BE49-F238E27FC236}">
                <a16:creationId xmlns:a16="http://schemas.microsoft.com/office/drawing/2014/main" id="{5D0164AE-31D1-48D3-BD6E-D1DC606AF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0641" y="1626544"/>
            <a:ext cx="52795" cy="36255"/>
          </a:xfrm>
          <a:custGeom xmlns:a="http://schemas.openxmlformats.org/drawingml/2006/main">
            <a:pathLst>
              <a:path w="52795" h="36255">
                <a:moveTo>
                  <a:pt x="52795" y="36255"/>
                </a:moveTo>
                <a:lnTo>
                  <a:pt x="14372" y="0"/>
                </a:lnTo>
                <a:lnTo>
                  <a:pt x="24290" y="24283"/>
                </a:lnTo>
                <a:lnTo>
                  <a:pt x="0" y="34202"/>
                </a:lnTo>
                <a:lnTo>
                  <a:pt x="52795" y="36255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7" name="path-667">
            <a:extLst xmlns:a="http://schemas.openxmlformats.org/drawingml/2006/main">
              <a:ext uri="{FF2B5EF4-FFF2-40B4-BE49-F238E27FC236}">
                <a16:creationId xmlns:a16="http://schemas.microsoft.com/office/drawing/2014/main" id="{8F268EF8-1998-43F7-B079-1B7B2BB1D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0647" y="1626566"/>
            <a:ext cx="52768" cy="36282"/>
          </a:xfrm>
          <a:custGeom xmlns:a="http://schemas.openxmlformats.org/drawingml/2006/main">
            <a:pathLst>
              <a:path w="52768" h="36282">
                <a:moveTo>
                  <a:pt x="52768" y="36282"/>
                </a:moveTo>
                <a:lnTo>
                  <a:pt x="14350" y="0"/>
                </a:lnTo>
                <a:lnTo>
                  <a:pt x="24322" y="24243"/>
                </a:lnTo>
                <a:lnTo>
                  <a:pt x="0" y="34221"/>
                </a:lnTo>
                <a:lnTo>
                  <a:pt x="52768" y="36282"/>
                </a:lnTo>
              </a:path>
            </a:pathLst>
          </a:custGeom>
          <a:noFill xmlns:a="http://schemas.openxmlformats.org/drawingml/2006/main"/>
          <a:ln xmlns:a="http://schemas.openxmlformats.org/drawingml/2006/main" w="6184">
            <a:solidFill>
              <a:srgbClr val="000000"/>
            </a:solidFill>
            <a:prstDash val="solid"/>
          </a:ln>
        </p:spPr>
      </p:sp>
      <p:sp>
        <p:nvSpPr>
          <p:cNvPr id="688" name="path-668">
            <a:extLst xmlns:a="http://schemas.openxmlformats.org/drawingml/2006/main">
              <a:ext uri="{FF2B5EF4-FFF2-40B4-BE49-F238E27FC236}">
                <a16:creationId xmlns:a16="http://schemas.microsoft.com/office/drawing/2014/main" id="{136FD167-4996-4A8F-BE13-C2C9180FB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3190" y="1844496"/>
            <a:ext cx="52444" cy="24652"/>
          </a:xfrm>
          <a:custGeom xmlns:a="http://schemas.openxmlformats.org/drawingml/2006/main">
            <a:pathLst>
              <a:path w="52444" h="24652">
                <a:moveTo>
                  <a:pt x="0" y="24652"/>
                </a:moveTo>
                <a:lnTo>
                  <a:pt x="52444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84">
            <a:solidFill>
              <a:srgbClr val="000000"/>
            </a:solidFill>
            <a:prstDash val="solid"/>
          </a:ln>
        </p:spPr>
      </p:sp>
      <p:sp>
        <p:nvSpPr>
          <p:cNvPr id="689" name="path-669">
            <a:extLst xmlns:a="http://schemas.openxmlformats.org/drawingml/2006/main">
              <a:ext uri="{FF2B5EF4-FFF2-40B4-BE49-F238E27FC236}">
                <a16:creationId xmlns:a16="http://schemas.microsoft.com/office/drawing/2014/main" id="{A2C3487A-08B4-43C0-86EB-64AF373CE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0979" y="1831400"/>
            <a:ext cx="52672" cy="37805"/>
          </a:xfrm>
          <a:custGeom xmlns:a="http://schemas.openxmlformats.org/drawingml/2006/main">
            <a:pathLst>
              <a:path w="52672" h="37805">
                <a:moveTo>
                  <a:pt x="52672" y="0"/>
                </a:moveTo>
                <a:lnTo>
                  <a:pt x="0" y="4206"/>
                </a:lnTo>
                <a:lnTo>
                  <a:pt x="24679" y="13127"/>
                </a:lnTo>
                <a:lnTo>
                  <a:pt x="15757" y="37805"/>
                </a:lnTo>
                <a:lnTo>
                  <a:pt x="52672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0" name="path-670">
            <a:extLst xmlns:a="http://schemas.openxmlformats.org/drawingml/2006/main">
              <a:ext uri="{FF2B5EF4-FFF2-40B4-BE49-F238E27FC236}">
                <a16:creationId xmlns:a16="http://schemas.microsoft.com/office/drawing/2014/main" id="{9861BB95-252D-44AE-A54F-C23049574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0976" y="1831384"/>
            <a:ext cx="52688" cy="37849"/>
          </a:xfrm>
          <a:custGeom xmlns:a="http://schemas.openxmlformats.org/drawingml/2006/main">
            <a:pathLst>
              <a:path w="52688" h="37849">
                <a:moveTo>
                  <a:pt x="52688" y="0"/>
                </a:moveTo>
                <a:lnTo>
                  <a:pt x="0" y="4208"/>
                </a:lnTo>
                <a:lnTo>
                  <a:pt x="24657" y="13112"/>
                </a:lnTo>
                <a:lnTo>
                  <a:pt x="15747" y="37849"/>
                </a:lnTo>
                <a:lnTo>
                  <a:pt x="52688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84">
            <a:solidFill>
              <a:srgbClr val="000000"/>
            </a:solidFill>
            <a:prstDash val="solid"/>
          </a:ln>
        </p:spPr>
      </p:sp>
      <p:sp>
        <p:nvSpPr>
          <p:cNvPr id="691" name="path-671">
            <a:extLst xmlns:a="http://schemas.openxmlformats.org/drawingml/2006/main">
              <a:ext uri="{FF2B5EF4-FFF2-40B4-BE49-F238E27FC236}">
                <a16:creationId xmlns:a16="http://schemas.microsoft.com/office/drawing/2014/main" id="{602B4252-DE34-429D-9451-6C1C5D49D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3144" y="1839715"/>
            <a:ext cx="191" cy="73132"/>
          </a:xfrm>
          <a:custGeom xmlns:a="http://schemas.openxmlformats.org/drawingml/2006/main">
            <a:pathLst>
              <a:path w="191" h="73132">
                <a:moveTo>
                  <a:pt x="0" y="0"/>
                </a:moveTo>
                <a:lnTo>
                  <a:pt x="0" y="73132"/>
                </a:lnTo>
              </a:path>
            </a:pathLst>
          </a:custGeom>
          <a:noFill xmlns:a="http://schemas.openxmlformats.org/drawingml/2006/main"/>
          <a:ln xmlns:a="http://schemas.openxmlformats.org/drawingml/2006/main" w="6184">
            <a:solidFill>
              <a:srgbClr val="000000"/>
            </a:solidFill>
            <a:prstDash val="solid"/>
          </a:ln>
        </p:spPr>
      </p:sp>
      <p:sp>
        <p:nvSpPr>
          <p:cNvPr id="692" name="path-672">
            <a:extLst xmlns:a="http://schemas.openxmlformats.org/drawingml/2006/main">
              <a:ext uri="{FF2B5EF4-FFF2-40B4-BE49-F238E27FC236}">
                <a16:creationId xmlns:a16="http://schemas.microsoft.com/office/drawing/2014/main" id="{B2AE84A8-4F76-42B8-A4B9-6F7CBA370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4626" y="1894288"/>
            <a:ext cx="37105" cy="49472"/>
          </a:xfrm>
          <a:custGeom xmlns:a="http://schemas.openxmlformats.org/drawingml/2006/main">
            <a:pathLst>
              <a:path w="37105" h="49472">
                <a:moveTo>
                  <a:pt x="18552" y="49472"/>
                </a:moveTo>
                <a:lnTo>
                  <a:pt x="37105" y="0"/>
                </a:lnTo>
                <a:lnTo>
                  <a:pt x="18552" y="18552"/>
                </a:lnTo>
                <a:lnTo>
                  <a:pt x="0" y="0"/>
                </a:lnTo>
                <a:lnTo>
                  <a:pt x="18552" y="49472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3" name="path-673">
            <a:extLst xmlns:a="http://schemas.openxmlformats.org/drawingml/2006/main">
              <a:ext uri="{FF2B5EF4-FFF2-40B4-BE49-F238E27FC236}">
                <a16:creationId xmlns:a16="http://schemas.microsoft.com/office/drawing/2014/main" id="{55CEB738-B75C-4C72-80F7-64419F16A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4591" y="1894300"/>
            <a:ext cx="37105" cy="49468"/>
          </a:xfrm>
          <a:custGeom xmlns:a="http://schemas.openxmlformats.org/drawingml/2006/main">
            <a:pathLst>
              <a:path w="37105" h="49468">
                <a:moveTo>
                  <a:pt x="18553" y="49468"/>
                </a:moveTo>
                <a:lnTo>
                  <a:pt x="37105" y="0"/>
                </a:lnTo>
                <a:lnTo>
                  <a:pt x="18553" y="18547"/>
                </a:lnTo>
                <a:lnTo>
                  <a:pt x="0" y="0"/>
                </a:lnTo>
                <a:lnTo>
                  <a:pt x="18553" y="49468"/>
                </a:lnTo>
              </a:path>
            </a:pathLst>
          </a:custGeom>
          <a:noFill xmlns:a="http://schemas.openxmlformats.org/drawingml/2006/main"/>
          <a:ln xmlns:a="http://schemas.openxmlformats.org/drawingml/2006/main" w="6184">
            <a:solidFill>
              <a:srgbClr val="000000"/>
            </a:solidFill>
            <a:prstDash val="solid"/>
          </a:ln>
        </p:spPr>
      </p:sp>
      <p:sp>
        <p:nvSpPr>
          <p:cNvPr id="694" name="text-674 “move">
            <a:extLst xmlns:a="http://schemas.openxmlformats.org/drawingml/2006/main">
              <a:ext uri="{FF2B5EF4-FFF2-40B4-BE49-F238E27FC236}">
                <a16:creationId xmlns:a16="http://schemas.microsoft.com/office/drawing/2014/main" id="{EA0A4116-270A-4F83-ACED-82F5A8C5B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85562" y="2084425"/>
            <a:ext cx="243932" cy="1154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64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64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649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“move</a:t>
            </a:r>
          </a:p>
        </p:txBody>
      </p:sp>
      <p:sp>
        <p:nvSpPr>
          <p:cNvPr id="695" name="text-674 the">
            <a:extLst xmlns:a="http://schemas.openxmlformats.org/drawingml/2006/main">
              <a:ext uri="{FF2B5EF4-FFF2-40B4-BE49-F238E27FC236}">
                <a16:creationId xmlns:a16="http://schemas.microsoft.com/office/drawing/2014/main" id="{F4247904-5369-4A1B-A63E-33E3CA534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37559" y="2084404"/>
            <a:ext cx="129468" cy="1154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64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64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649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the</a:t>
            </a:r>
          </a:p>
        </p:txBody>
      </p:sp>
      <p:sp>
        <p:nvSpPr>
          <p:cNvPr id="696" name="text-675 switch">
            <a:extLst xmlns:a="http://schemas.openxmlformats.org/drawingml/2006/main">
              <a:ext uri="{FF2B5EF4-FFF2-40B4-BE49-F238E27FC236}">
                <a16:creationId xmlns:a16="http://schemas.microsoft.com/office/drawing/2014/main" id="{49D74033-9C1B-4A4C-8D16-62B6E4FC5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68725" y="2177847"/>
            <a:ext cx="243932" cy="1154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64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64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649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switch</a:t>
            </a:r>
          </a:p>
        </p:txBody>
      </p:sp>
      <p:sp>
        <p:nvSpPr>
          <p:cNvPr id="697" name="text-675 to">
            <a:extLst xmlns:a="http://schemas.openxmlformats.org/drawingml/2006/main">
              <a:ext uri="{FF2B5EF4-FFF2-40B4-BE49-F238E27FC236}">
                <a16:creationId xmlns:a16="http://schemas.microsoft.com/office/drawing/2014/main" id="{3596532E-2D96-4139-8C8D-EB448A9C8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20723" y="2177865"/>
            <a:ext cx="83598" cy="1154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64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64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649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to</a:t>
            </a:r>
          </a:p>
        </p:txBody>
      </p:sp>
      <p:sp>
        <p:nvSpPr>
          <p:cNvPr id="698" name="text-675 turn">
            <a:extLst xmlns:a="http://schemas.openxmlformats.org/drawingml/2006/main">
              <a:ext uri="{FF2B5EF4-FFF2-40B4-BE49-F238E27FC236}">
                <a16:creationId xmlns:a16="http://schemas.microsoft.com/office/drawing/2014/main" id="{50163D19-A944-41A0-A325-10C8050B7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12391" y="2177872"/>
            <a:ext cx="156917" cy="1154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64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64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649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turn</a:t>
            </a:r>
          </a:p>
        </p:txBody>
      </p:sp>
      <p:sp>
        <p:nvSpPr>
          <p:cNvPr id="699" name="text-675 on">
            <a:extLst xmlns:a="http://schemas.openxmlformats.org/drawingml/2006/main">
              <a:ext uri="{FF2B5EF4-FFF2-40B4-BE49-F238E27FC236}">
                <a16:creationId xmlns:a16="http://schemas.microsoft.com/office/drawing/2014/main" id="{3F1A353C-CF67-42BD-A634-7DB676C7D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77378" y="2177858"/>
            <a:ext cx="106559" cy="1154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64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64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649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on</a:t>
            </a:r>
          </a:p>
        </p:txBody>
      </p:sp>
      <p:sp>
        <p:nvSpPr>
          <p:cNvPr id="700" name="text-676 the">
            <a:extLst xmlns:a="http://schemas.openxmlformats.org/drawingml/2006/main">
              <a:ext uri="{FF2B5EF4-FFF2-40B4-BE49-F238E27FC236}">
                <a16:creationId xmlns:a16="http://schemas.microsoft.com/office/drawing/2014/main" id="{928C23BE-57B7-49C1-B8AA-F52024923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21414" y="2271269"/>
            <a:ext cx="129436" cy="1154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64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64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649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the</a:t>
            </a:r>
          </a:p>
        </p:txBody>
      </p:sp>
      <p:sp>
        <p:nvSpPr>
          <p:cNvPr id="701" name="text-676 light">
            <a:extLst xmlns:a="http://schemas.openxmlformats.org/drawingml/2006/main">
              <a:ext uri="{FF2B5EF4-FFF2-40B4-BE49-F238E27FC236}">
                <a16:creationId xmlns:a16="http://schemas.microsoft.com/office/drawing/2014/main" id="{67026BA3-C09B-4221-8CCA-11D76314D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58881" y="2271340"/>
            <a:ext cx="165966" cy="1153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64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64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649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light</a:t>
            </a:r>
          </a:p>
        </p:txBody>
      </p:sp>
      <p:sp>
        <p:nvSpPr>
          <p:cNvPr id="702" name="text-676 bulb”">
            <a:extLst xmlns:a="http://schemas.openxmlformats.org/drawingml/2006/main">
              <a:ext uri="{FF2B5EF4-FFF2-40B4-BE49-F238E27FC236}">
                <a16:creationId xmlns:a16="http://schemas.microsoft.com/office/drawing/2014/main" id="{50FA73A9-E1FB-401A-B9D7-BDA089FBC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32920" y="2271332"/>
            <a:ext cx="198059" cy="1153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64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64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649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bulb”</a:t>
            </a:r>
          </a:p>
        </p:txBody>
      </p:sp>
      <p:sp>
        <p:nvSpPr>
          <p:cNvPr id="703" name="text-677 “push">
            <a:extLst xmlns:a="http://schemas.openxmlformats.org/drawingml/2006/main">
              <a:ext uri="{FF2B5EF4-FFF2-40B4-BE49-F238E27FC236}">
                <a16:creationId xmlns:a16="http://schemas.microsoft.com/office/drawing/2014/main" id="{64B6959A-CB3F-4E74-BC77-A0A315340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44273" y="2177834"/>
            <a:ext cx="221105" cy="1154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64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64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649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“push</a:t>
            </a:r>
          </a:p>
        </p:txBody>
      </p:sp>
      <p:sp>
        <p:nvSpPr>
          <p:cNvPr id="704" name="text-677 the">
            <a:extLst xmlns:a="http://schemas.openxmlformats.org/drawingml/2006/main">
              <a:ext uri="{FF2B5EF4-FFF2-40B4-BE49-F238E27FC236}">
                <a16:creationId xmlns:a16="http://schemas.microsoft.com/office/drawing/2014/main" id="{968CAE72-B183-4FB2-8B85-70C31DDF2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73442" y="2177826"/>
            <a:ext cx="129468" cy="1154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64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64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649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the</a:t>
            </a:r>
          </a:p>
        </p:txBody>
      </p:sp>
      <p:sp>
        <p:nvSpPr>
          <p:cNvPr id="705" name="text-677 button”">
            <a:extLst xmlns:a="http://schemas.openxmlformats.org/drawingml/2006/main">
              <a:ext uri="{FF2B5EF4-FFF2-40B4-BE49-F238E27FC236}">
                <a16:creationId xmlns:a16="http://schemas.microsoft.com/office/drawing/2014/main" id="{25DF3BB0-C30B-472B-AA21-7183941F9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10971" y="2177847"/>
            <a:ext cx="271554" cy="1154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64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64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649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button”</a:t>
            </a:r>
          </a:p>
        </p:txBody>
      </p:sp>
      <p:sp>
        <p:nvSpPr>
          <p:cNvPr id="706" name="text-678 “place">
            <a:extLst xmlns:a="http://schemas.openxmlformats.org/drawingml/2006/main">
              <a:ext uri="{FF2B5EF4-FFF2-40B4-BE49-F238E27FC236}">
                <a16:creationId xmlns:a16="http://schemas.microsoft.com/office/drawing/2014/main" id="{19B53DCD-173A-41D9-99B0-0726DFD7F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78931" y="2084434"/>
            <a:ext cx="239427" cy="1154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64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64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649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“place</a:t>
            </a:r>
          </a:p>
        </p:txBody>
      </p:sp>
      <p:sp>
        <p:nvSpPr>
          <p:cNvPr id="707" name="text-678 the">
            <a:extLst xmlns:a="http://schemas.openxmlformats.org/drawingml/2006/main">
              <a:ext uri="{FF2B5EF4-FFF2-40B4-BE49-F238E27FC236}">
                <a16:creationId xmlns:a16="http://schemas.microsoft.com/office/drawing/2014/main" id="{A70BE98C-53A5-456F-991B-E13F81C4E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26425" y="2084404"/>
            <a:ext cx="129468" cy="1154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64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64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649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the</a:t>
            </a:r>
          </a:p>
        </p:txBody>
      </p:sp>
      <p:sp>
        <p:nvSpPr>
          <p:cNvPr id="708" name="text-678 red">
            <a:extLst xmlns:a="http://schemas.openxmlformats.org/drawingml/2006/main">
              <a:ext uri="{FF2B5EF4-FFF2-40B4-BE49-F238E27FC236}">
                <a16:creationId xmlns:a16="http://schemas.microsoft.com/office/drawing/2014/main" id="{FFC0E7C6-92A2-4F45-99CD-921A96089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63955" y="2084417"/>
            <a:ext cx="134020" cy="1154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64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64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649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red</a:t>
            </a:r>
          </a:p>
        </p:txBody>
      </p:sp>
      <p:sp>
        <p:nvSpPr>
          <p:cNvPr id="709" name="text-679 block">
            <a:extLst xmlns:a="http://schemas.openxmlformats.org/drawingml/2006/main">
              <a:ext uri="{FF2B5EF4-FFF2-40B4-BE49-F238E27FC236}">
                <a16:creationId xmlns:a16="http://schemas.microsoft.com/office/drawing/2014/main" id="{121DB9CA-022C-4AF3-A675-6DFCCB4FC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22550" y="2177852"/>
            <a:ext cx="207341" cy="1154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64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64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649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block</a:t>
            </a:r>
          </a:p>
        </p:txBody>
      </p:sp>
      <p:sp>
        <p:nvSpPr>
          <p:cNvPr id="710" name="text-679 in">
            <a:extLst xmlns:a="http://schemas.openxmlformats.org/drawingml/2006/main">
              <a:ext uri="{FF2B5EF4-FFF2-40B4-BE49-F238E27FC236}">
                <a16:creationId xmlns:a16="http://schemas.microsoft.com/office/drawing/2014/main" id="{B079FBFB-D1C1-4778-A1A6-BFE6D05D9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37953" y="2177880"/>
            <a:ext cx="79013" cy="1153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64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64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649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in</a:t>
            </a:r>
          </a:p>
        </p:txBody>
      </p:sp>
      <p:sp>
        <p:nvSpPr>
          <p:cNvPr id="711" name="text-679 the">
            <a:extLst xmlns:a="http://schemas.openxmlformats.org/drawingml/2006/main">
              <a:ext uri="{FF2B5EF4-FFF2-40B4-BE49-F238E27FC236}">
                <a16:creationId xmlns:a16="http://schemas.microsoft.com/office/drawing/2014/main" id="{C0DC683C-FF4B-454B-A07F-DA5D5E150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25038" y="2177826"/>
            <a:ext cx="129468" cy="1154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64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64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649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the</a:t>
            </a:r>
          </a:p>
        </p:txBody>
      </p:sp>
      <p:sp>
        <p:nvSpPr>
          <p:cNvPr id="712" name="text-680 slider”">
            <a:extLst xmlns:a="http://schemas.openxmlformats.org/drawingml/2006/main">
              <a:ext uri="{FF2B5EF4-FFF2-40B4-BE49-F238E27FC236}">
                <a16:creationId xmlns:a16="http://schemas.microsoft.com/office/drawing/2014/main" id="{EAFAD734-F7E8-4E66-AA8B-295C066A8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18857" y="2271273"/>
            <a:ext cx="239349" cy="1154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64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64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649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slider”</a:t>
            </a:r>
          </a:p>
        </p:txBody>
      </p:sp>
      <p:sp>
        <p:nvSpPr>
          <p:cNvPr id="713" name="text-681 Vision-language">
            <a:extLst xmlns:a="http://schemas.openxmlformats.org/drawingml/2006/main">
              <a:ext uri="{FF2B5EF4-FFF2-40B4-BE49-F238E27FC236}">
                <a16:creationId xmlns:a16="http://schemas.microsoft.com/office/drawing/2014/main" id="{6A053ED7-7F8B-4A05-9080-ECFF0D794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15036" y="2432743"/>
            <a:ext cx="1040216" cy="1847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39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39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39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Vision-language</a:t>
            </a:r>
          </a:p>
        </p:txBody>
      </p:sp>
      <p:sp>
        <p:nvSpPr>
          <p:cNvPr id="714" name="text-681 Driven">
            <a:extLst xmlns:a="http://schemas.openxmlformats.org/drawingml/2006/main">
              <a:ext uri="{FF2B5EF4-FFF2-40B4-BE49-F238E27FC236}">
                <a16:creationId xmlns:a16="http://schemas.microsoft.com/office/drawing/2014/main" id="{23981D78-AFA5-40AE-8DC5-D1F0D9282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68151" y="2432740"/>
            <a:ext cx="434373" cy="1847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39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39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39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Driven</a:t>
            </a:r>
          </a:p>
        </p:txBody>
      </p:sp>
      <p:sp>
        <p:nvSpPr>
          <p:cNvPr id="715" name="text-681 Robot">
            <a:extLst xmlns:a="http://schemas.openxmlformats.org/drawingml/2006/main">
              <a:ext uri="{FF2B5EF4-FFF2-40B4-BE49-F238E27FC236}">
                <a16:creationId xmlns:a16="http://schemas.microsoft.com/office/drawing/2014/main" id="{DEED6315-D747-4FB2-97E3-E3E79B561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15410" y="2432753"/>
            <a:ext cx="404697" cy="184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39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39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39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Robot</a:t>
            </a:r>
          </a:p>
        </p:txBody>
      </p:sp>
      <p:sp>
        <p:nvSpPr>
          <p:cNvPr id="716" name="text-681 Execution">
            <a:extLst xmlns:a="http://schemas.openxmlformats.org/drawingml/2006/main">
              <a:ext uri="{FF2B5EF4-FFF2-40B4-BE49-F238E27FC236}">
                <a16:creationId xmlns:a16="http://schemas.microsoft.com/office/drawing/2014/main" id="{9A787C2F-46F3-48A5-BDC7-3DD1B6858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33002" y="2432740"/>
            <a:ext cx="654212" cy="1847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39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39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39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Execution</a:t>
            </a:r>
          </a:p>
        </p:txBody>
      </p:sp>
      <p:sp>
        <p:nvSpPr>
          <p:cNvPr id="717" name="path-682">
            <a:extLst xmlns:a="http://schemas.openxmlformats.org/drawingml/2006/main">
              <a:ext uri="{FF2B5EF4-FFF2-40B4-BE49-F238E27FC236}">
                <a16:creationId xmlns:a16="http://schemas.microsoft.com/office/drawing/2014/main" id="{F8EEE7F5-E971-4152-BDA5-F7B60AED2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8366" y="7321978"/>
            <a:ext cx="3049681" cy="191"/>
          </a:xfrm>
          <a:custGeom xmlns:a="http://schemas.openxmlformats.org/drawingml/2006/main">
            <a:pathLst>
              <a:path w="3049681" h="191">
                <a:moveTo>
                  <a:pt x="3049681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5963">
            <a:solidFill>
              <a:srgbClr val="EEEFF3"/>
            </a:solidFill>
            <a:prstDash val="solid"/>
          </a:ln>
        </p:spPr>
      </p:sp>
      <p:sp>
        <p:nvSpPr>
          <p:cNvPr id="718" name="path-683">
            <a:extLst xmlns:a="http://schemas.openxmlformats.org/drawingml/2006/main">
              <a:ext uri="{FF2B5EF4-FFF2-40B4-BE49-F238E27FC236}">
                <a16:creationId xmlns:a16="http://schemas.microsoft.com/office/drawing/2014/main" id="{39BE2D1E-3522-4AF7-85A7-7A72FCAEA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8366" y="7124049"/>
            <a:ext cx="3049986" cy="456039"/>
          </a:xfrm>
          <a:custGeom xmlns:a="http://schemas.openxmlformats.org/drawingml/2006/main">
            <a:pathLst>
              <a:path w="3049986" h="456039">
                <a:moveTo>
                  <a:pt x="0" y="0"/>
                </a:moveTo>
                <a:lnTo>
                  <a:pt x="3049986" y="0"/>
                </a:lnTo>
                <a:lnTo>
                  <a:pt x="3049986" y="456039"/>
                </a:lnTo>
                <a:lnTo>
                  <a:pt x="0" y="456039"/>
                </a:lnTo>
                <a:close/>
              </a:path>
            </a:pathLst>
          </a:custGeom>
          <a:solidFill xmlns:a="http://schemas.openxmlformats.org/drawingml/2006/main">
            <a:srgbClr val="EEEF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9" name="path-684">
            <a:extLst xmlns:a="http://schemas.openxmlformats.org/drawingml/2006/main">
              <a:ext uri="{FF2B5EF4-FFF2-40B4-BE49-F238E27FC236}">
                <a16:creationId xmlns:a16="http://schemas.microsoft.com/office/drawing/2014/main" id="{58781931-5A5C-4D91-9239-A64C2AB7E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8366" y="7124088"/>
            <a:ext cx="3049958" cy="455970"/>
          </a:xfrm>
          <a:custGeom xmlns:a="http://schemas.openxmlformats.org/drawingml/2006/main">
            <a:pathLst>
              <a:path w="3049958" h="455970">
                <a:moveTo>
                  <a:pt x="0" y="455970"/>
                </a:moveTo>
                <a:lnTo>
                  <a:pt x="3049958" y="455970"/>
                </a:lnTo>
                <a:lnTo>
                  <a:pt x="3049958" y="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2981">
            <a:solidFill>
              <a:srgbClr val="EEEFF3"/>
            </a:solidFill>
            <a:prstDash val="solid"/>
          </a:ln>
        </p:spPr>
      </p:sp>
      <p:sp>
        <p:nvSpPr>
          <p:cNvPr id="720" name="text-685 Challenge:">
            <a:extLst xmlns:a="http://schemas.openxmlformats.org/drawingml/2006/main">
              <a:ext uri="{FF2B5EF4-FFF2-40B4-BE49-F238E27FC236}">
                <a16:creationId xmlns:a16="http://schemas.microsoft.com/office/drawing/2014/main" id="{A7B46F5E-0841-4204-9003-F8F1303D1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02270" y="7148816"/>
            <a:ext cx="818207" cy="2308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9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9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99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Challenge:</a:t>
            </a:r>
          </a:p>
        </p:txBody>
      </p:sp>
      <p:sp>
        <p:nvSpPr>
          <p:cNvPr id="721" name="text-686 Behavior">
            <a:extLst xmlns:a="http://schemas.openxmlformats.org/drawingml/2006/main">
              <a:ext uri="{FF2B5EF4-FFF2-40B4-BE49-F238E27FC236}">
                <a16:creationId xmlns:a16="http://schemas.microsoft.com/office/drawing/2014/main" id="{93983144-AAC8-44FE-BFDC-ADA26804D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36585" y="7148887"/>
            <a:ext cx="735112" cy="2307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98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98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98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Behavior</a:t>
            </a:r>
          </a:p>
        </p:txBody>
      </p:sp>
      <p:sp>
        <p:nvSpPr>
          <p:cNvPr id="722" name="text-686 Learning">
            <a:extLst xmlns:a="http://schemas.openxmlformats.org/drawingml/2006/main">
              <a:ext uri="{FF2B5EF4-FFF2-40B4-BE49-F238E27FC236}">
                <a16:creationId xmlns:a16="http://schemas.microsoft.com/office/drawing/2014/main" id="{DC25E869-F99F-4A89-8423-EF4207C49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87775" y="7148856"/>
            <a:ext cx="725823" cy="23082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98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98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98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Learning</a:t>
            </a:r>
          </a:p>
        </p:txBody>
      </p:sp>
      <p:sp>
        <p:nvSpPr>
          <p:cNvPr id="723" name="text-687 for">
            <a:extLst xmlns:a="http://schemas.openxmlformats.org/drawingml/2006/main">
              <a:ext uri="{FF2B5EF4-FFF2-40B4-BE49-F238E27FC236}">
                <a16:creationId xmlns:a16="http://schemas.microsoft.com/office/drawing/2014/main" id="{96A02835-2BC2-4EED-8221-62CC9ED79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65738" y="7335592"/>
            <a:ext cx="222069" cy="2308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9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9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98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for</a:t>
            </a:r>
          </a:p>
        </p:txBody>
      </p:sp>
      <p:sp>
        <p:nvSpPr>
          <p:cNvPr id="724" name="path-689">
            <a:extLst xmlns:a="http://schemas.openxmlformats.org/drawingml/2006/main">
              <a:ext uri="{FF2B5EF4-FFF2-40B4-BE49-F238E27FC236}">
                <a16:creationId xmlns:a16="http://schemas.microsoft.com/office/drawing/2014/main" id="{0CF3916E-7BAC-4714-9903-D43CD9BFC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7848" y="7524070"/>
            <a:ext cx="297985" cy="191"/>
          </a:xfrm>
          <a:custGeom xmlns:a="http://schemas.openxmlformats.org/drawingml/2006/main">
            <a:pathLst>
              <a:path w="297985" h="191">
                <a:moveTo>
                  <a:pt x="0" y="0"/>
                </a:moveTo>
                <a:lnTo>
                  <a:pt x="29798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4736">
            <a:solidFill>
              <a:srgbClr val="000000"/>
            </a:solidFill>
            <a:prstDash val="solid"/>
          </a:ln>
        </p:spPr>
      </p:sp>
      <p:sp>
        <p:nvSpPr>
          <p:cNvPr id="725" name="path-690">
            <a:extLst xmlns:a="http://schemas.openxmlformats.org/drawingml/2006/main">
              <a:ext uri="{FF2B5EF4-FFF2-40B4-BE49-F238E27FC236}">
                <a16:creationId xmlns:a16="http://schemas.microsoft.com/office/drawing/2014/main" id="{240227C0-5A92-4687-A615-205700CF1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983" y="7524070"/>
            <a:ext cx="318105" cy="191"/>
          </a:xfrm>
          <a:custGeom xmlns:a="http://schemas.openxmlformats.org/drawingml/2006/main">
            <a:pathLst>
              <a:path w="318105" h="191">
                <a:moveTo>
                  <a:pt x="0" y="0"/>
                </a:moveTo>
                <a:lnTo>
                  <a:pt x="31810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4736">
            <a:solidFill>
              <a:srgbClr val="000000"/>
            </a:solidFill>
            <a:prstDash val="solid"/>
          </a:ln>
        </p:spPr>
      </p:sp>
      <p:sp>
        <p:nvSpPr>
          <p:cNvPr id="726" name="text-691 Adaptive">
            <a:extLst xmlns:a="http://schemas.openxmlformats.org/drawingml/2006/main">
              <a:ext uri="{FF2B5EF4-FFF2-40B4-BE49-F238E27FC236}">
                <a16:creationId xmlns:a16="http://schemas.microsoft.com/office/drawing/2014/main" id="{4465F430-6DF1-48CD-A786-B92EA5A33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97848" y="7335564"/>
            <a:ext cx="726121" cy="2308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99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99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99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Adaptive</a:t>
            </a:r>
          </a:p>
        </p:txBody>
      </p:sp>
      <p:sp>
        <p:nvSpPr>
          <p:cNvPr id="727" name="text-692 Visual">
            <a:extLst xmlns:a="http://schemas.openxmlformats.org/drawingml/2006/main">
              <a:ext uri="{FF2B5EF4-FFF2-40B4-BE49-F238E27FC236}">
                <a16:creationId xmlns:a16="http://schemas.microsoft.com/office/drawing/2014/main" id="{4199AF0C-71AC-4ACA-94B9-8D8E8803D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40150" y="7335583"/>
            <a:ext cx="512490" cy="2308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98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98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98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Visual</a:t>
            </a:r>
          </a:p>
        </p:txBody>
      </p:sp>
      <p:sp>
        <p:nvSpPr>
          <p:cNvPr id="728" name="text-692 Perception">
            <a:extLst xmlns:a="http://schemas.openxmlformats.org/drawingml/2006/main">
              <a:ext uri="{FF2B5EF4-FFF2-40B4-BE49-F238E27FC236}">
                <a16:creationId xmlns:a16="http://schemas.microsoft.com/office/drawing/2014/main" id="{0C67C0EB-0292-4176-83BF-F277FAE85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168763" y="7335568"/>
            <a:ext cx="881942" cy="2308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99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99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99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Perception</a:t>
            </a:r>
          </a:p>
        </p:txBody>
      </p:sp>
      <p:sp>
        <p:nvSpPr>
          <p:cNvPr id="729" name="path-693">
            <a:extLst xmlns:a="http://schemas.openxmlformats.org/drawingml/2006/main">
              <a:ext uri="{FF2B5EF4-FFF2-40B4-BE49-F238E27FC236}">
                <a16:creationId xmlns:a16="http://schemas.microsoft.com/office/drawing/2014/main" id="{BE19B799-6250-4E1B-AC0A-2841E43DE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7443" y="7961072"/>
            <a:ext cx="1182797" cy="191"/>
          </a:xfrm>
          <a:custGeom xmlns:a="http://schemas.openxmlformats.org/drawingml/2006/main">
            <a:pathLst>
              <a:path w="1182797" h="191">
                <a:moveTo>
                  <a:pt x="0" y="0"/>
                </a:moveTo>
                <a:lnTo>
                  <a:pt x="1182797" y="0"/>
                </a:lnTo>
              </a:path>
            </a:pathLst>
          </a:custGeom>
          <a:noFill xmlns:a="http://schemas.openxmlformats.org/drawingml/2006/main"/>
          <a:ln xmlns:a="http://schemas.openxmlformats.org/drawingml/2006/main" w="24736">
            <a:solidFill>
              <a:srgbClr val="000000"/>
            </a:solidFill>
            <a:prstDash val="solid"/>
          </a:ln>
        </p:spPr>
      </p:sp>
      <p:sp>
        <p:nvSpPr>
          <p:cNvPr id="730" name="text-694 Where">
            <a:extLst xmlns:a="http://schemas.openxmlformats.org/drawingml/2006/main">
              <a:ext uri="{FF2B5EF4-FFF2-40B4-BE49-F238E27FC236}">
                <a16:creationId xmlns:a16="http://schemas.microsoft.com/office/drawing/2014/main" id="{01C176B7-5DD7-46C7-A71B-DE941C2D8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37443" y="7770357"/>
            <a:ext cx="533663" cy="2308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99" b="1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99" b="1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99" b="1" i="1">
                <a:solidFill>
                  <a:srgbClr val="000000"/>
                </a:solidFill>
                <a:latin typeface="Arial"/>
                <a:ea typeface="Arial"/>
                <a:cs typeface="Arial"/>
              </a:rPr>
              <a:t>Where</a:t>
            </a:r>
          </a:p>
        </p:txBody>
      </p:sp>
      <p:sp>
        <p:nvSpPr>
          <p:cNvPr id="731" name="text-694 to">
            <a:extLst xmlns:a="http://schemas.openxmlformats.org/drawingml/2006/main">
              <a:ext uri="{FF2B5EF4-FFF2-40B4-BE49-F238E27FC236}">
                <a16:creationId xmlns:a16="http://schemas.microsoft.com/office/drawing/2014/main" id="{9EE5B058-BBE9-42DD-8B15-FB952C1D0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87244" y="7770353"/>
            <a:ext cx="185331" cy="2308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99" b="1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99" b="1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99" b="1" i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to</a:t>
            </a:r>
          </a:p>
        </p:txBody>
      </p:sp>
      <p:sp>
        <p:nvSpPr>
          <p:cNvPr id="732" name="text-694 look?">
            <a:extLst xmlns:a="http://schemas.openxmlformats.org/drawingml/2006/main">
              <a:ext uri="{FF2B5EF4-FFF2-40B4-BE49-F238E27FC236}">
                <a16:creationId xmlns:a16="http://schemas.microsoft.com/office/drawing/2014/main" id="{F4B69C6B-0DCA-4329-89F7-87A691D9B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88700" y="7770342"/>
            <a:ext cx="469411" cy="2308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99" b="1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99" b="1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99" b="1" i="1">
                <a:solidFill>
                  <a:srgbClr val="000000"/>
                </a:solidFill>
                <a:latin typeface="Arial"/>
                <a:ea typeface="Arial"/>
                <a:cs typeface="Arial"/>
              </a:rPr>
              <a:t>look?</a:t>
            </a:r>
          </a:p>
        </p:txBody>
      </p:sp>
      <p:sp>
        <p:nvSpPr>
          <p:cNvPr id="733" name="path-695">
            <a:extLst xmlns:a="http://schemas.openxmlformats.org/drawingml/2006/main">
              <a:ext uri="{FF2B5EF4-FFF2-40B4-BE49-F238E27FC236}">
                <a16:creationId xmlns:a16="http://schemas.microsoft.com/office/drawing/2014/main" id="{FB4665D5-1106-4660-B129-4AB66E6C5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7443" y="8381589"/>
            <a:ext cx="1420013" cy="191"/>
          </a:xfrm>
          <a:custGeom xmlns:a="http://schemas.openxmlformats.org/drawingml/2006/main">
            <a:pathLst>
              <a:path w="1420013" h="191">
                <a:moveTo>
                  <a:pt x="0" y="0"/>
                </a:moveTo>
                <a:lnTo>
                  <a:pt x="1420013" y="0"/>
                </a:lnTo>
              </a:path>
            </a:pathLst>
          </a:custGeom>
          <a:noFill xmlns:a="http://schemas.openxmlformats.org/drawingml/2006/main"/>
          <a:ln xmlns:a="http://schemas.openxmlformats.org/drawingml/2006/main" w="24736">
            <a:solidFill>
              <a:srgbClr val="000000"/>
            </a:solidFill>
            <a:prstDash val="solid"/>
          </a:ln>
        </p:spPr>
      </p:sp>
      <p:sp>
        <p:nvSpPr>
          <p:cNvPr id="734" name="text-696 When">
            <a:extLst xmlns:a="http://schemas.openxmlformats.org/drawingml/2006/main">
              <a:ext uri="{FF2B5EF4-FFF2-40B4-BE49-F238E27FC236}">
                <a16:creationId xmlns:a16="http://schemas.microsoft.com/office/drawing/2014/main" id="{AACBBEBE-2EF9-43D4-BDC9-58AB2B18D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37443" y="8194005"/>
            <a:ext cx="478504" cy="2308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98" b="1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98" b="1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98" b="1" i="1">
                <a:solidFill>
                  <a:srgbClr val="000000"/>
                </a:solidFill>
                <a:latin typeface="Arial"/>
                <a:ea typeface="Arial"/>
                <a:cs typeface="Arial"/>
              </a:rPr>
              <a:t>When</a:t>
            </a:r>
          </a:p>
        </p:txBody>
      </p:sp>
      <p:sp>
        <p:nvSpPr>
          <p:cNvPr id="735" name="text-696 to">
            <a:extLst xmlns:a="http://schemas.openxmlformats.org/drawingml/2006/main">
              <a:ext uri="{FF2B5EF4-FFF2-40B4-BE49-F238E27FC236}">
                <a16:creationId xmlns:a16="http://schemas.microsoft.com/office/drawing/2014/main" id="{C1E0E911-9251-450F-9F98-F5DC9B387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32074" y="8193999"/>
            <a:ext cx="185331" cy="2308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99" b="1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99" b="1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99" b="1" i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to</a:t>
            </a:r>
          </a:p>
        </p:txBody>
      </p:sp>
      <p:sp>
        <p:nvSpPr>
          <p:cNvPr id="736" name="text-696 conclude">
            <a:extLst xmlns:a="http://schemas.openxmlformats.org/drawingml/2006/main">
              <a:ext uri="{FF2B5EF4-FFF2-40B4-BE49-F238E27FC236}">
                <a16:creationId xmlns:a16="http://schemas.microsoft.com/office/drawing/2014/main" id="{1401BBCC-BBD2-4C36-8945-A131C404F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33530" y="8194011"/>
            <a:ext cx="753562" cy="2308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98" b="1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98" b="1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98" b="1" i="1">
                <a:solidFill>
                  <a:srgbClr val="000000"/>
                </a:solidFill>
                <a:latin typeface="Arial"/>
                <a:ea typeface="Arial"/>
                <a:cs typeface="Arial"/>
              </a:rPr>
              <a:t>conclude</a:t>
            </a:r>
          </a:p>
        </p:txBody>
      </p:sp>
      <p:sp>
        <p:nvSpPr>
          <p:cNvPr id="737" name="path-697">
            <a:extLst xmlns:a="http://schemas.openxmlformats.org/drawingml/2006/main">
              <a:ext uri="{FF2B5EF4-FFF2-40B4-BE49-F238E27FC236}">
                <a16:creationId xmlns:a16="http://schemas.microsoft.com/office/drawing/2014/main" id="{89E5C5E2-EF2D-4DF3-83D5-E0B7D2A90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7443" y="8571228"/>
            <a:ext cx="1027208" cy="191"/>
          </a:xfrm>
          <a:custGeom xmlns:a="http://schemas.openxmlformats.org/drawingml/2006/main">
            <a:pathLst>
              <a:path w="1027208" h="191">
                <a:moveTo>
                  <a:pt x="0" y="0"/>
                </a:moveTo>
                <a:lnTo>
                  <a:pt x="1027208" y="0"/>
                </a:lnTo>
              </a:path>
            </a:pathLst>
          </a:custGeom>
          <a:noFill xmlns:a="http://schemas.openxmlformats.org/drawingml/2006/main"/>
          <a:ln xmlns:a="http://schemas.openxmlformats.org/drawingml/2006/main" w="24736">
            <a:solidFill>
              <a:srgbClr val="000000"/>
            </a:solidFill>
            <a:prstDash val="solid"/>
          </a:ln>
        </p:spPr>
      </p:sp>
      <p:sp>
        <p:nvSpPr>
          <p:cNvPr id="738" name="text-698 observation?">
            <a:extLst xmlns:a="http://schemas.openxmlformats.org/drawingml/2006/main">
              <a:ext uri="{FF2B5EF4-FFF2-40B4-BE49-F238E27FC236}">
                <a16:creationId xmlns:a16="http://schemas.microsoft.com/office/drawing/2014/main" id="{18304C71-F158-4B36-8303-581416940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37443" y="8380834"/>
            <a:ext cx="1065123" cy="2308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99" b="1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99" b="1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99" b="1" i="1">
                <a:solidFill>
                  <a:srgbClr val="000000"/>
                </a:solidFill>
                <a:latin typeface="Arial"/>
                <a:ea typeface="Arial"/>
                <a:cs typeface="Arial"/>
              </a:rPr>
              <a:t>observation?</a:t>
            </a:r>
          </a:p>
        </p:txBody>
      </p:sp>
      <p:pic>
        <p:nvPicPr>
          <p:cNvPr id="739" name="">
            <a:extLst xmlns:a="http://schemas.openxmlformats.org/drawingml/2006/main">
              <a:ext uri="{FF2B5EF4-FFF2-40B4-BE49-F238E27FC236}">
                <a16:creationId xmlns:a16="http://schemas.microsoft.com/office/drawing/2014/main" id="{F007337C-2DE1-462D-99DD-D662D392098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790f7de1f5d4e69"/>
          <a:stretch xmlns:a="http://schemas.openxmlformats.org/drawingml/2006/main"/>
        </p:blipFill>
        <p:spPr>
          <a:xfrm xmlns:a="http://schemas.openxmlformats.org/drawingml/2006/main">
            <a:off x="8756112" y="7572379"/>
            <a:ext cx="628650" cy="590550"/>
          </a:xfrm>
          <a:prstGeom xmlns:a="http://schemas.openxmlformats.org/drawingml/2006/main" prst="rect">
            <a:avLst/>
          </a:prstGeom>
        </p:spPr>
      </p:pic>
      <p:sp>
        <p:nvSpPr>
          <p:cNvPr id="740" name="path-700">
            <a:extLst xmlns:a="http://schemas.openxmlformats.org/drawingml/2006/main">
              <a:ext uri="{FF2B5EF4-FFF2-40B4-BE49-F238E27FC236}">
                <a16:creationId xmlns:a16="http://schemas.microsoft.com/office/drawing/2014/main" id="{67BDDEB3-2C72-4669-8E65-58796C96C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2462" y="8259997"/>
            <a:ext cx="288670" cy="382030"/>
          </a:xfrm>
          <a:custGeom xmlns:a="http://schemas.openxmlformats.org/drawingml/2006/main">
            <a:pathLst>
              <a:path w="288670" h="382030">
                <a:moveTo>
                  <a:pt x="176945" y="152508"/>
                </a:moveTo>
                <a:cubicBezTo>
                  <a:pt x="176945" y="144848"/>
                  <a:pt x="183129" y="138644"/>
                  <a:pt x="190715" y="138644"/>
                </a:cubicBezTo>
                <a:cubicBezTo>
                  <a:pt x="198301" y="138644"/>
                  <a:pt x="204485" y="144848"/>
                  <a:pt x="204485" y="152508"/>
                </a:cubicBezTo>
                <a:cubicBezTo>
                  <a:pt x="204485" y="160163"/>
                  <a:pt x="198301" y="166373"/>
                  <a:pt x="190715" y="166373"/>
                </a:cubicBezTo>
                <a:cubicBezTo>
                  <a:pt x="183129" y="166370"/>
                  <a:pt x="176945" y="160160"/>
                  <a:pt x="176945" y="152508"/>
                </a:cubicBezTo>
                <a:moveTo>
                  <a:pt x="134152" y="34404"/>
                </a:moveTo>
                <a:lnTo>
                  <a:pt x="134069" y="34404"/>
                </a:lnTo>
                <a:lnTo>
                  <a:pt x="134069" y="53407"/>
                </a:lnTo>
                <a:lnTo>
                  <a:pt x="151549" y="53407"/>
                </a:lnTo>
                <a:lnTo>
                  <a:pt x="151549" y="34960"/>
                </a:lnTo>
                <a:cubicBezTo>
                  <a:pt x="157486" y="31916"/>
                  <a:pt x="161691" y="25724"/>
                  <a:pt x="161691" y="18486"/>
                </a:cubicBezTo>
                <a:cubicBezTo>
                  <a:pt x="161691" y="8274"/>
                  <a:pt x="153446" y="0"/>
                  <a:pt x="143387" y="0"/>
                </a:cubicBezTo>
                <a:cubicBezTo>
                  <a:pt x="133245" y="0"/>
                  <a:pt x="125000" y="8274"/>
                  <a:pt x="125000" y="18486"/>
                </a:cubicBezTo>
                <a:cubicBezTo>
                  <a:pt x="125000" y="25319"/>
                  <a:pt x="128710" y="31208"/>
                  <a:pt x="134152" y="34404"/>
                </a:cubicBezTo>
                <a:moveTo>
                  <a:pt x="95976" y="166370"/>
                </a:moveTo>
                <a:cubicBezTo>
                  <a:pt x="103562" y="166370"/>
                  <a:pt x="109746" y="160160"/>
                  <a:pt x="109746" y="152501"/>
                </a:cubicBezTo>
                <a:cubicBezTo>
                  <a:pt x="109746" y="144846"/>
                  <a:pt x="103562" y="138639"/>
                  <a:pt x="95976" y="138639"/>
                </a:cubicBezTo>
                <a:cubicBezTo>
                  <a:pt x="88390" y="138639"/>
                  <a:pt x="82288" y="144846"/>
                  <a:pt x="82288" y="152501"/>
                </a:cubicBezTo>
                <a:cubicBezTo>
                  <a:pt x="82288" y="160160"/>
                  <a:pt x="88390" y="166370"/>
                  <a:pt x="95976" y="166370"/>
                </a:cubicBezTo>
                <a:moveTo>
                  <a:pt x="143387" y="382030"/>
                </a:moveTo>
                <a:cubicBezTo>
                  <a:pt x="164000" y="382030"/>
                  <a:pt x="181646" y="368757"/>
                  <a:pt x="188324" y="350195"/>
                </a:cubicBezTo>
                <a:lnTo>
                  <a:pt x="98367" y="350195"/>
                </a:lnTo>
                <a:cubicBezTo>
                  <a:pt x="105045" y="368757"/>
                  <a:pt x="122691" y="382030"/>
                  <a:pt x="143387" y="382030"/>
                </a:cubicBezTo>
                <a:moveTo>
                  <a:pt x="0" y="325703"/>
                </a:moveTo>
                <a:cubicBezTo>
                  <a:pt x="0" y="318368"/>
                  <a:pt x="4288" y="312083"/>
                  <a:pt x="10389" y="309098"/>
                </a:cubicBezTo>
                <a:lnTo>
                  <a:pt x="10389" y="230495"/>
                </a:lnTo>
                <a:cubicBezTo>
                  <a:pt x="10389" y="214992"/>
                  <a:pt x="22344" y="202332"/>
                  <a:pt x="37516" y="201329"/>
                </a:cubicBezTo>
                <a:lnTo>
                  <a:pt x="37516" y="163292"/>
                </a:lnTo>
                <a:cubicBezTo>
                  <a:pt x="37516" y="163292"/>
                  <a:pt x="41227" y="93968"/>
                  <a:pt x="98367" y="72405"/>
                </a:cubicBezTo>
                <a:cubicBezTo>
                  <a:pt x="115353" y="66002"/>
                  <a:pt x="130854" y="63413"/>
                  <a:pt x="144294" y="62927"/>
                </a:cubicBezTo>
                <a:cubicBezTo>
                  <a:pt x="157734" y="63413"/>
                  <a:pt x="173318" y="66002"/>
                  <a:pt x="190221" y="72401"/>
                </a:cubicBezTo>
                <a:cubicBezTo>
                  <a:pt x="247443" y="93965"/>
                  <a:pt x="251153" y="163289"/>
                  <a:pt x="251153" y="163289"/>
                </a:cubicBezTo>
                <a:lnTo>
                  <a:pt x="251153" y="201321"/>
                </a:lnTo>
                <a:cubicBezTo>
                  <a:pt x="266243" y="202329"/>
                  <a:pt x="278198" y="214993"/>
                  <a:pt x="278198" y="230492"/>
                </a:cubicBezTo>
                <a:lnTo>
                  <a:pt x="278198" y="309100"/>
                </a:lnTo>
                <a:cubicBezTo>
                  <a:pt x="284383" y="312083"/>
                  <a:pt x="288670" y="318372"/>
                  <a:pt x="288670" y="325706"/>
                </a:cubicBezTo>
                <a:cubicBezTo>
                  <a:pt x="288670" y="335911"/>
                  <a:pt x="280425" y="344185"/>
                  <a:pt x="270283" y="344185"/>
                </a:cubicBezTo>
                <a:cubicBezTo>
                  <a:pt x="260224" y="344185"/>
                  <a:pt x="251979" y="335911"/>
                  <a:pt x="251979" y="325706"/>
                </a:cubicBezTo>
                <a:cubicBezTo>
                  <a:pt x="251979" y="318368"/>
                  <a:pt x="256265" y="312083"/>
                  <a:pt x="262368" y="309100"/>
                </a:cubicBezTo>
                <a:lnTo>
                  <a:pt x="262368" y="256554"/>
                </a:lnTo>
                <a:cubicBezTo>
                  <a:pt x="258987" y="258311"/>
                  <a:pt x="255194" y="259372"/>
                  <a:pt x="251153" y="259646"/>
                </a:cubicBezTo>
                <a:lnTo>
                  <a:pt x="251153" y="277909"/>
                </a:lnTo>
                <a:cubicBezTo>
                  <a:pt x="251236" y="279385"/>
                  <a:pt x="251401" y="280849"/>
                  <a:pt x="251401" y="282362"/>
                </a:cubicBezTo>
                <a:cubicBezTo>
                  <a:pt x="251401" y="283962"/>
                  <a:pt x="251236" y="285545"/>
                  <a:pt x="251153" y="287128"/>
                </a:cubicBezTo>
                <a:lnTo>
                  <a:pt x="251153" y="287552"/>
                </a:lnTo>
                <a:cubicBezTo>
                  <a:pt x="248681" y="317979"/>
                  <a:pt x="225099" y="342354"/>
                  <a:pt x="195168" y="345677"/>
                </a:cubicBezTo>
                <a:lnTo>
                  <a:pt x="195168" y="346092"/>
                </a:lnTo>
                <a:lnTo>
                  <a:pt x="144294" y="346092"/>
                </a:lnTo>
                <a:lnTo>
                  <a:pt x="93502" y="346092"/>
                </a:lnTo>
                <a:lnTo>
                  <a:pt x="93502" y="345677"/>
                </a:lnTo>
                <a:cubicBezTo>
                  <a:pt x="63571" y="342354"/>
                  <a:pt x="39990" y="317977"/>
                  <a:pt x="37516" y="287552"/>
                </a:cubicBezTo>
                <a:lnTo>
                  <a:pt x="37516" y="287128"/>
                </a:lnTo>
                <a:cubicBezTo>
                  <a:pt x="37434" y="285545"/>
                  <a:pt x="37269" y="283962"/>
                  <a:pt x="37269" y="282362"/>
                </a:cubicBezTo>
                <a:cubicBezTo>
                  <a:pt x="37269" y="280853"/>
                  <a:pt x="37434" y="279385"/>
                  <a:pt x="37516" y="277909"/>
                </a:cubicBezTo>
                <a:lnTo>
                  <a:pt x="37516" y="259649"/>
                </a:lnTo>
                <a:cubicBezTo>
                  <a:pt x="33477" y="259372"/>
                  <a:pt x="29683" y="258318"/>
                  <a:pt x="26221" y="256552"/>
                </a:cubicBezTo>
                <a:lnTo>
                  <a:pt x="26221" y="309107"/>
                </a:lnTo>
                <a:cubicBezTo>
                  <a:pt x="32405" y="312091"/>
                  <a:pt x="36692" y="318378"/>
                  <a:pt x="36692" y="325706"/>
                </a:cubicBezTo>
                <a:cubicBezTo>
                  <a:pt x="36692" y="335919"/>
                  <a:pt x="28447" y="344189"/>
                  <a:pt x="18304" y="344189"/>
                </a:cubicBezTo>
                <a:cubicBezTo>
                  <a:pt x="8245" y="344188"/>
                  <a:pt x="0" y="335918"/>
                  <a:pt x="0" y="325703"/>
                </a:cubicBezTo>
                <a:moveTo>
                  <a:pt x="174884" y="229027"/>
                </a:moveTo>
                <a:cubicBezTo>
                  <a:pt x="174884" y="224120"/>
                  <a:pt x="171009" y="220131"/>
                  <a:pt x="166062" y="220131"/>
                </a:cubicBezTo>
                <a:cubicBezTo>
                  <a:pt x="161197" y="220131"/>
                  <a:pt x="157240" y="224115"/>
                  <a:pt x="157240" y="229027"/>
                </a:cubicBezTo>
                <a:cubicBezTo>
                  <a:pt x="157240" y="233943"/>
                  <a:pt x="161197" y="237931"/>
                  <a:pt x="166062" y="237931"/>
                </a:cubicBezTo>
                <a:cubicBezTo>
                  <a:pt x="171009" y="237931"/>
                  <a:pt x="174884" y="233943"/>
                  <a:pt x="174884" y="229027"/>
                </a:cubicBezTo>
                <a:moveTo>
                  <a:pt x="196651" y="229027"/>
                </a:moveTo>
                <a:cubicBezTo>
                  <a:pt x="196651" y="224120"/>
                  <a:pt x="192694" y="220131"/>
                  <a:pt x="187829" y="220131"/>
                </a:cubicBezTo>
                <a:cubicBezTo>
                  <a:pt x="182965" y="220131"/>
                  <a:pt x="179006" y="224115"/>
                  <a:pt x="179006" y="229027"/>
                </a:cubicBezTo>
                <a:cubicBezTo>
                  <a:pt x="179006" y="233943"/>
                  <a:pt x="182965" y="237931"/>
                  <a:pt x="187829" y="237931"/>
                </a:cubicBezTo>
                <a:cubicBezTo>
                  <a:pt x="192694" y="237931"/>
                  <a:pt x="196651" y="233943"/>
                  <a:pt x="196651" y="229027"/>
                </a:cubicBezTo>
                <a:moveTo>
                  <a:pt x="218337" y="229027"/>
                </a:moveTo>
                <a:cubicBezTo>
                  <a:pt x="218337" y="224120"/>
                  <a:pt x="214462" y="220131"/>
                  <a:pt x="209515" y="220131"/>
                </a:cubicBezTo>
                <a:cubicBezTo>
                  <a:pt x="204651" y="220131"/>
                  <a:pt x="200692" y="224115"/>
                  <a:pt x="200692" y="229027"/>
                </a:cubicBezTo>
                <a:cubicBezTo>
                  <a:pt x="200692" y="233943"/>
                  <a:pt x="204651" y="237931"/>
                  <a:pt x="209515" y="237931"/>
                </a:cubicBezTo>
                <a:cubicBezTo>
                  <a:pt x="214462" y="237931"/>
                  <a:pt x="218337" y="233943"/>
                  <a:pt x="218337" y="229027"/>
                </a:cubicBezTo>
                <a:moveTo>
                  <a:pt x="70003" y="155074"/>
                </a:moveTo>
                <a:cubicBezTo>
                  <a:pt x="70003" y="178693"/>
                  <a:pt x="88390" y="180237"/>
                  <a:pt x="88390" y="180237"/>
                </a:cubicBezTo>
                <a:cubicBezTo>
                  <a:pt x="94739" y="182270"/>
                  <a:pt x="108262" y="181261"/>
                  <a:pt x="114363" y="180237"/>
                </a:cubicBezTo>
                <a:cubicBezTo>
                  <a:pt x="119970" y="179282"/>
                  <a:pt x="140584" y="177487"/>
                  <a:pt x="143799" y="177195"/>
                </a:cubicBezTo>
                <a:cubicBezTo>
                  <a:pt x="143964" y="177208"/>
                  <a:pt x="144129" y="177229"/>
                  <a:pt x="144294" y="177235"/>
                </a:cubicBezTo>
                <a:cubicBezTo>
                  <a:pt x="144459" y="177228"/>
                  <a:pt x="144706" y="177208"/>
                  <a:pt x="144789" y="177195"/>
                </a:cubicBezTo>
                <a:cubicBezTo>
                  <a:pt x="148086" y="177483"/>
                  <a:pt x="168699" y="179282"/>
                  <a:pt x="174307" y="180237"/>
                </a:cubicBezTo>
                <a:cubicBezTo>
                  <a:pt x="180408" y="181261"/>
                  <a:pt x="193849" y="182270"/>
                  <a:pt x="200280" y="180237"/>
                </a:cubicBezTo>
                <a:cubicBezTo>
                  <a:pt x="200280" y="180237"/>
                  <a:pt x="218584" y="178698"/>
                  <a:pt x="218584" y="155074"/>
                </a:cubicBezTo>
                <a:cubicBezTo>
                  <a:pt x="218584" y="155074"/>
                  <a:pt x="218584" y="128887"/>
                  <a:pt x="200280" y="112967"/>
                </a:cubicBezTo>
                <a:cubicBezTo>
                  <a:pt x="182470" y="97530"/>
                  <a:pt x="155755" y="94179"/>
                  <a:pt x="145283" y="93980"/>
                </a:cubicBezTo>
                <a:lnTo>
                  <a:pt x="145283" y="93963"/>
                </a:lnTo>
                <a:cubicBezTo>
                  <a:pt x="145118" y="93963"/>
                  <a:pt x="144953" y="93976"/>
                  <a:pt x="144789" y="93976"/>
                </a:cubicBezTo>
                <a:cubicBezTo>
                  <a:pt x="144624" y="93976"/>
                  <a:pt x="144459" y="93963"/>
                  <a:pt x="144294" y="93963"/>
                </a:cubicBezTo>
                <a:cubicBezTo>
                  <a:pt x="144129" y="93963"/>
                  <a:pt x="143964" y="93976"/>
                  <a:pt x="143799" y="93976"/>
                </a:cubicBezTo>
                <a:cubicBezTo>
                  <a:pt x="143634" y="93976"/>
                  <a:pt x="143469" y="93963"/>
                  <a:pt x="143304" y="93963"/>
                </a:cubicBezTo>
                <a:lnTo>
                  <a:pt x="143304" y="93980"/>
                </a:lnTo>
                <a:cubicBezTo>
                  <a:pt x="132833" y="94179"/>
                  <a:pt x="106117" y="97530"/>
                  <a:pt x="88390" y="112967"/>
                </a:cubicBezTo>
                <a:cubicBezTo>
                  <a:pt x="70003" y="128887"/>
                  <a:pt x="70003" y="155074"/>
                  <a:pt x="70003" y="155074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1" name="path-701">
            <a:extLst xmlns:a="http://schemas.openxmlformats.org/drawingml/2006/main">
              <a:ext uri="{FF2B5EF4-FFF2-40B4-BE49-F238E27FC236}">
                <a16:creationId xmlns:a16="http://schemas.microsoft.com/office/drawing/2014/main" id="{ED6B1F0C-A7E3-4F24-906A-8CCDC7A00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645" y="8545056"/>
            <a:ext cx="28612" cy="28668"/>
          </a:xfrm>
          <a:custGeom xmlns:a="http://schemas.openxmlformats.org/drawingml/2006/main">
            <a:pathLst>
              <a:path w="28612" h="28668">
                <a:moveTo>
                  <a:pt x="28612" y="14333"/>
                </a:moveTo>
                <a:cubicBezTo>
                  <a:pt x="28612" y="6430"/>
                  <a:pt x="22181" y="0"/>
                  <a:pt x="14265" y="0"/>
                </a:cubicBezTo>
                <a:cubicBezTo>
                  <a:pt x="6432" y="0"/>
                  <a:pt x="0" y="6430"/>
                  <a:pt x="0" y="14333"/>
                </a:cubicBezTo>
                <a:cubicBezTo>
                  <a:pt x="0" y="22235"/>
                  <a:pt x="6432" y="28668"/>
                  <a:pt x="14265" y="28668"/>
                </a:cubicBezTo>
                <a:cubicBezTo>
                  <a:pt x="22181" y="28668"/>
                  <a:pt x="28612" y="22235"/>
                  <a:pt x="28612" y="14333"/>
                </a:cubicBezTo>
              </a:path>
            </a:pathLst>
          </a:custGeom>
          <a:solidFill xmlns:a="http://schemas.openxmlformats.org/drawingml/2006/main">
            <a:srgbClr val="9311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2" name="path-702">
            <a:extLst xmlns:a="http://schemas.openxmlformats.org/drawingml/2006/main">
              <a:ext uri="{FF2B5EF4-FFF2-40B4-BE49-F238E27FC236}">
                <a16:creationId xmlns:a16="http://schemas.microsoft.com/office/drawing/2014/main" id="{3F621C95-3911-41F4-BA20-E36850493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641" y="8545094"/>
            <a:ext cx="28616" cy="28610"/>
          </a:xfrm>
          <a:custGeom xmlns:a="http://schemas.openxmlformats.org/drawingml/2006/main">
            <a:pathLst>
              <a:path w="28616" h="28610">
                <a:moveTo>
                  <a:pt x="28616" y="14265"/>
                </a:moveTo>
                <a:cubicBezTo>
                  <a:pt x="28616" y="6428"/>
                  <a:pt x="22181" y="0"/>
                  <a:pt x="14265" y="0"/>
                </a:cubicBezTo>
                <a:cubicBezTo>
                  <a:pt x="6434" y="0"/>
                  <a:pt x="0" y="6428"/>
                  <a:pt x="0" y="14265"/>
                </a:cubicBezTo>
                <a:cubicBezTo>
                  <a:pt x="0" y="22181"/>
                  <a:pt x="6434" y="28610"/>
                  <a:pt x="14265" y="28610"/>
                </a:cubicBezTo>
                <a:cubicBezTo>
                  <a:pt x="22181" y="28610"/>
                  <a:pt x="28616" y="22181"/>
                  <a:pt x="28616" y="14265"/>
                </a:cubicBezTo>
              </a:path>
            </a:pathLst>
          </a:custGeom>
          <a:noFill xmlns:a="http://schemas.openxmlformats.org/drawingml/2006/main"/>
          <a:ln xmlns:a="http://schemas.openxmlformats.org/drawingml/2006/main" w="6596">
            <a:solidFill>
              <a:srgbClr val="931100"/>
            </a:solidFill>
            <a:prstDash val="solid"/>
          </a:ln>
        </p:spPr>
      </p:sp>
      <p:sp>
        <p:nvSpPr>
          <p:cNvPr id="743" name="path-703">
            <a:extLst xmlns:a="http://schemas.openxmlformats.org/drawingml/2006/main">
              <a:ext uri="{FF2B5EF4-FFF2-40B4-BE49-F238E27FC236}">
                <a16:creationId xmlns:a16="http://schemas.microsoft.com/office/drawing/2014/main" id="{48E4EC77-4FBB-43F8-B1C3-50283B898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0234" y="8554653"/>
            <a:ext cx="28694" cy="28670"/>
          </a:xfrm>
          <a:custGeom xmlns:a="http://schemas.openxmlformats.org/drawingml/2006/main">
            <a:pathLst>
              <a:path w="28694" h="28670">
                <a:moveTo>
                  <a:pt x="14347" y="28670"/>
                </a:moveTo>
                <a:cubicBezTo>
                  <a:pt x="22263" y="28670"/>
                  <a:pt x="28694" y="22237"/>
                  <a:pt x="28694" y="14333"/>
                </a:cubicBezTo>
                <a:cubicBezTo>
                  <a:pt x="28694" y="6431"/>
                  <a:pt x="22263" y="0"/>
                  <a:pt x="14347" y="0"/>
                </a:cubicBezTo>
                <a:cubicBezTo>
                  <a:pt x="6432" y="0"/>
                  <a:pt x="0" y="6431"/>
                  <a:pt x="0" y="14333"/>
                </a:cubicBezTo>
                <a:cubicBezTo>
                  <a:pt x="0" y="22237"/>
                  <a:pt x="6432" y="28670"/>
                  <a:pt x="14347" y="28670"/>
                </a:cubicBezTo>
              </a:path>
            </a:pathLst>
          </a:custGeom>
          <a:solidFill xmlns:a="http://schemas.openxmlformats.org/drawingml/2006/main">
            <a:srgbClr val="9311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4" name="path-704">
            <a:extLst xmlns:a="http://schemas.openxmlformats.org/drawingml/2006/main">
              <a:ext uri="{FF2B5EF4-FFF2-40B4-BE49-F238E27FC236}">
                <a16:creationId xmlns:a16="http://schemas.microsoft.com/office/drawing/2014/main" id="{0EAFBBB0-A910-4C3C-8ADF-6743B696A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0231" y="8554657"/>
            <a:ext cx="28695" cy="28695"/>
          </a:xfrm>
          <a:custGeom xmlns:a="http://schemas.openxmlformats.org/drawingml/2006/main">
            <a:pathLst>
              <a:path w="28695" h="28695">
                <a:moveTo>
                  <a:pt x="14350" y="28695"/>
                </a:moveTo>
                <a:cubicBezTo>
                  <a:pt x="22267" y="28695"/>
                  <a:pt x="28695" y="22261"/>
                  <a:pt x="28695" y="14345"/>
                </a:cubicBezTo>
                <a:cubicBezTo>
                  <a:pt x="28695" y="6434"/>
                  <a:pt x="22267" y="0"/>
                  <a:pt x="14350" y="0"/>
                </a:cubicBezTo>
                <a:cubicBezTo>
                  <a:pt x="6428" y="0"/>
                  <a:pt x="0" y="6434"/>
                  <a:pt x="0" y="14345"/>
                </a:cubicBezTo>
                <a:cubicBezTo>
                  <a:pt x="0" y="22261"/>
                  <a:pt x="6428" y="28695"/>
                  <a:pt x="14350" y="28695"/>
                </a:cubicBezTo>
              </a:path>
            </a:pathLst>
          </a:custGeom>
          <a:noFill xmlns:a="http://schemas.openxmlformats.org/drawingml/2006/main"/>
          <a:ln xmlns:a="http://schemas.openxmlformats.org/drawingml/2006/main" w="6596">
            <a:solidFill>
              <a:srgbClr val="931100"/>
            </a:solidFill>
            <a:prstDash val="solid"/>
          </a:ln>
        </p:spPr>
      </p:sp>
      <p:sp>
        <p:nvSpPr>
          <p:cNvPr id="745" name="path-705">
            <a:extLst xmlns:a="http://schemas.openxmlformats.org/drawingml/2006/main">
              <a:ext uri="{FF2B5EF4-FFF2-40B4-BE49-F238E27FC236}">
                <a16:creationId xmlns:a16="http://schemas.microsoft.com/office/drawing/2014/main" id="{C2C63A16-7B87-45D6-A3A9-F93CE8AAD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3117" y="8624633"/>
            <a:ext cx="81960" cy="26928"/>
          </a:xfrm>
          <a:custGeom xmlns:a="http://schemas.openxmlformats.org/drawingml/2006/main">
            <a:pathLst>
              <a:path w="81960" h="26928">
                <a:moveTo>
                  <a:pt x="495" y="13575"/>
                </a:moveTo>
                <a:cubicBezTo>
                  <a:pt x="990" y="16152"/>
                  <a:pt x="3381" y="17881"/>
                  <a:pt x="6019" y="17411"/>
                </a:cubicBezTo>
                <a:cubicBezTo>
                  <a:pt x="6432" y="17340"/>
                  <a:pt x="49307" y="9995"/>
                  <a:pt x="73962" y="26154"/>
                </a:cubicBezTo>
                <a:cubicBezTo>
                  <a:pt x="74787" y="26678"/>
                  <a:pt x="75693" y="26928"/>
                  <a:pt x="76600" y="26928"/>
                </a:cubicBezTo>
                <a:cubicBezTo>
                  <a:pt x="78085" y="26928"/>
                  <a:pt x="79650" y="26177"/>
                  <a:pt x="80558" y="24787"/>
                </a:cubicBezTo>
                <a:cubicBezTo>
                  <a:pt x="81960" y="22602"/>
                  <a:pt x="81382" y="19662"/>
                  <a:pt x="79156" y="18228"/>
                </a:cubicBezTo>
                <a:cubicBezTo>
                  <a:pt x="51369" y="0"/>
                  <a:pt x="6267" y="7744"/>
                  <a:pt x="4288" y="8087"/>
                </a:cubicBezTo>
                <a:cubicBezTo>
                  <a:pt x="1732" y="8542"/>
                  <a:pt x="0" y="10998"/>
                  <a:pt x="495" y="13575"/>
                </a:cubicBezTo>
              </a:path>
            </a:pathLst>
          </a:custGeom>
          <a:solidFill xmlns:a="http://schemas.openxmlformats.org/drawingml/2006/main">
            <a:srgbClr val="9311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6" name="path-706">
            <a:extLst xmlns:a="http://schemas.openxmlformats.org/drawingml/2006/main">
              <a:ext uri="{FF2B5EF4-FFF2-40B4-BE49-F238E27FC236}">
                <a16:creationId xmlns:a16="http://schemas.microsoft.com/office/drawing/2014/main" id="{8BCE3F22-A984-436F-905D-8C590535A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3113" y="8624660"/>
            <a:ext cx="81957" cy="26884"/>
          </a:xfrm>
          <a:custGeom xmlns:a="http://schemas.openxmlformats.org/drawingml/2006/main">
            <a:pathLst>
              <a:path w="81957" h="26884">
                <a:moveTo>
                  <a:pt x="494" y="13521"/>
                </a:moveTo>
                <a:cubicBezTo>
                  <a:pt x="994" y="16162"/>
                  <a:pt x="3385" y="17894"/>
                  <a:pt x="6020" y="17394"/>
                </a:cubicBezTo>
                <a:cubicBezTo>
                  <a:pt x="6434" y="17315"/>
                  <a:pt x="49309" y="9978"/>
                  <a:pt x="73961" y="26140"/>
                </a:cubicBezTo>
                <a:cubicBezTo>
                  <a:pt x="74790" y="26634"/>
                  <a:pt x="75693" y="26884"/>
                  <a:pt x="76602" y="26884"/>
                </a:cubicBezTo>
                <a:cubicBezTo>
                  <a:pt x="78084" y="26884"/>
                  <a:pt x="79651" y="26140"/>
                  <a:pt x="80560" y="24737"/>
                </a:cubicBezTo>
                <a:cubicBezTo>
                  <a:pt x="81957" y="22596"/>
                  <a:pt x="81383" y="19626"/>
                  <a:pt x="79157" y="18223"/>
                </a:cubicBezTo>
                <a:cubicBezTo>
                  <a:pt x="51371" y="0"/>
                  <a:pt x="6269" y="7752"/>
                  <a:pt x="4288" y="8081"/>
                </a:cubicBezTo>
                <a:cubicBezTo>
                  <a:pt x="1732" y="8490"/>
                  <a:pt x="0" y="10966"/>
                  <a:pt x="494" y="13521"/>
                </a:cubicBezTo>
              </a:path>
            </a:pathLst>
          </a:custGeom>
          <a:noFill xmlns:a="http://schemas.openxmlformats.org/drawingml/2006/main"/>
          <a:ln xmlns:a="http://schemas.openxmlformats.org/drawingml/2006/main" w="6596">
            <a:solidFill>
              <a:srgbClr val="931100"/>
            </a:solidFill>
            <a:prstDash val="solid"/>
          </a:ln>
        </p:spPr>
      </p:sp>
      <p:sp>
        <p:nvSpPr>
          <p:cNvPr id="747" name="path-707">
            <a:extLst xmlns:a="http://schemas.openxmlformats.org/drawingml/2006/main">
              <a:ext uri="{FF2B5EF4-FFF2-40B4-BE49-F238E27FC236}">
                <a16:creationId xmlns:a16="http://schemas.microsoft.com/office/drawing/2014/main" id="{22F7A83E-678F-4DDA-98CE-29498BE6D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786" y="8505369"/>
            <a:ext cx="61345" cy="31679"/>
          </a:xfrm>
          <a:custGeom xmlns:a="http://schemas.openxmlformats.org/drawingml/2006/main">
            <a:pathLst>
              <a:path w="61345" h="31679">
                <a:moveTo>
                  <a:pt x="5194" y="31679"/>
                </a:moveTo>
                <a:cubicBezTo>
                  <a:pt x="6514" y="31679"/>
                  <a:pt x="7833" y="31161"/>
                  <a:pt x="8740" y="30142"/>
                </a:cubicBezTo>
                <a:cubicBezTo>
                  <a:pt x="9565" y="29232"/>
                  <a:pt x="29436" y="8112"/>
                  <a:pt x="53018" y="27105"/>
                </a:cubicBezTo>
                <a:cubicBezTo>
                  <a:pt x="55079" y="28746"/>
                  <a:pt x="58048" y="28421"/>
                  <a:pt x="59697" y="26381"/>
                </a:cubicBezTo>
                <a:cubicBezTo>
                  <a:pt x="61345" y="24342"/>
                  <a:pt x="61015" y="21362"/>
                  <a:pt x="58954" y="19725"/>
                </a:cubicBezTo>
                <a:cubicBezTo>
                  <a:pt x="34465" y="0"/>
                  <a:pt x="10802" y="13753"/>
                  <a:pt x="1732" y="23776"/>
                </a:cubicBezTo>
                <a:cubicBezTo>
                  <a:pt x="0" y="25712"/>
                  <a:pt x="82" y="28695"/>
                  <a:pt x="2061" y="30451"/>
                </a:cubicBezTo>
                <a:cubicBezTo>
                  <a:pt x="2969" y="31275"/>
                  <a:pt x="4122" y="31679"/>
                  <a:pt x="5194" y="31679"/>
                </a:cubicBezTo>
              </a:path>
            </a:pathLst>
          </a:custGeom>
          <a:solidFill xmlns:a="http://schemas.openxmlformats.org/drawingml/2006/main">
            <a:srgbClr val="9311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8" name="path-708">
            <a:extLst xmlns:a="http://schemas.openxmlformats.org/drawingml/2006/main">
              <a:ext uri="{FF2B5EF4-FFF2-40B4-BE49-F238E27FC236}">
                <a16:creationId xmlns:a16="http://schemas.microsoft.com/office/drawing/2014/main" id="{482DDF3A-53BA-4CFD-9316-71943685F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781" y="8505348"/>
            <a:ext cx="61348" cy="31665"/>
          </a:xfrm>
          <a:custGeom xmlns:a="http://schemas.openxmlformats.org/drawingml/2006/main">
            <a:pathLst>
              <a:path w="61348" h="31665">
                <a:moveTo>
                  <a:pt x="5202" y="31665"/>
                </a:moveTo>
                <a:cubicBezTo>
                  <a:pt x="6514" y="31665"/>
                  <a:pt x="7837" y="31171"/>
                  <a:pt x="8740" y="30177"/>
                </a:cubicBezTo>
                <a:cubicBezTo>
                  <a:pt x="9569" y="29274"/>
                  <a:pt x="29439" y="8166"/>
                  <a:pt x="53023" y="27128"/>
                </a:cubicBezTo>
                <a:cubicBezTo>
                  <a:pt x="55085" y="28780"/>
                  <a:pt x="58049" y="28451"/>
                  <a:pt x="59701" y="26389"/>
                </a:cubicBezTo>
                <a:cubicBezTo>
                  <a:pt x="61348" y="24328"/>
                  <a:pt x="61019" y="21358"/>
                  <a:pt x="58958" y="19791"/>
                </a:cubicBezTo>
                <a:cubicBezTo>
                  <a:pt x="34470" y="0"/>
                  <a:pt x="10801" y="13771"/>
                  <a:pt x="1732" y="23828"/>
                </a:cubicBezTo>
                <a:cubicBezTo>
                  <a:pt x="0" y="25725"/>
                  <a:pt x="85" y="28695"/>
                  <a:pt x="2061" y="30512"/>
                </a:cubicBezTo>
                <a:cubicBezTo>
                  <a:pt x="2976" y="31336"/>
                  <a:pt x="4123" y="31665"/>
                  <a:pt x="5202" y="31665"/>
                </a:cubicBezTo>
              </a:path>
            </a:pathLst>
          </a:custGeom>
          <a:noFill xmlns:a="http://schemas.openxmlformats.org/drawingml/2006/main"/>
          <a:ln xmlns:a="http://schemas.openxmlformats.org/drawingml/2006/main" w="6596">
            <a:solidFill>
              <a:srgbClr val="931100"/>
            </a:solidFill>
            <a:prstDash val="solid"/>
          </a:ln>
        </p:spPr>
      </p:sp>
      <p:sp>
        <p:nvSpPr>
          <p:cNvPr id="749" name="path-709">
            <a:extLst xmlns:a="http://schemas.openxmlformats.org/drawingml/2006/main">
              <a:ext uri="{FF2B5EF4-FFF2-40B4-BE49-F238E27FC236}">
                <a16:creationId xmlns:a16="http://schemas.microsoft.com/office/drawing/2014/main" id="{1738B866-91EE-4C3F-8509-8BE7FB7F9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0812" y="8525618"/>
            <a:ext cx="60604" cy="19444"/>
          </a:xfrm>
          <a:custGeom xmlns:a="http://schemas.openxmlformats.org/drawingml/2006/main">
            <a:pathLst>
              <a:path w="60604" h="19444">
                <a:moveTo>
                  <a:pt x="5359" y="18817"/>
                </a:moveTo>
                <a:cubicBezTo>
                  <a:pt x="5854" y="18817"/>
                  <a:pt x="6348" y="18733"/>
                  <a:pt x="6844" y="18557"/>
                </a:cubicBezTo>
                <a:cubicBezTo>
                  <a:pt x="7091" y="18477"/>
                  <a:pt x="32074" y="10077"/>
                  <a:pt x="53512" y="18490"/>
                </a:cubicBezTo>
                <a:cubicBezTo>
                  <a:pt x="55903" y="19444"/>
                  <a:pt x="58707" y="18246"/>
                  <a:pt x="59614" y="15810"/>
                </a:cubicBezTo>
                <a:cubicBezTo>
                  <a:pt x="60604" y="13375"/>
                  <a:pt x="59366" y="10625"/>
                  <a:pt x="56975" y="9671"/>
                </a:cubicBezTo>
                <a:cubicBezTo>
                  <a:pt x="32239" y="0"/>
                  <a:pt x="4947" y="9207"/>
                  <a:pt x="3793" y="9604"/>
                </a:cubicBezTo>
                <a:cubicBezTo>
                  <a:pt x="1319" y="10458"/>
                  <a:pt x="0" y="13151"/>
                  <a:pt x="825" y="15622"/>
                </a:cubicBezTo>
                <a:cubicBezTo>
                  <a:pt x="1567" y="17584"/>
                  <a:pt x="3380" y="18817"/>
                  <a:pt x="5359" y="18817"/>
                </a:cubicBezTo>
              </a:path>
            </a:pathLst>
          </a:custGeom>
          <a:solidFill xmlns:a="http://schemas.openxmlformats.org/drawingml/2006/main">
            <a:srgbClr val="9311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0" name="path-710">
            <a:extLst xmlns:a="http://schemas.openxmlformats.org/drawingml/2006/main">
              <a:ext uri="{FF2B5EF4-FFF2-40B4-BE49-F238E27FC236}">
                <a16:creationId xmlns:a16="http://schemas.microsoft.com/office/drawing/2014/main" id="{F52E93BD-D8C1-47A4-9C50-5B865BDAD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0810" y="8525633"/>
            <a:ext cx="60604" cy="19461"/>
          </a:xfrm>
          <a:custGeom xmlns:a="http://schemas.openxmlformats.org/drawingml/2006/main">
            <a:pathLst>
              <a:path w="60604" h="19461">
                <a:moveTo>
                  <a:pt x="5361" y="18803"/>
                </a:moveTo>
                <a:cubicBezTo>
                  <a:pt x="5849" y="18803"/>
                  <a:pt x="6349" y="18717"/>
                  <a:pt x="6843" y="18553"/>
                </a:cubicBezTo>
                <a:cubicBezTo>
                  <a:pt x="7093" y="18468"/>
                  <a:pt x="32074" y="10057"/>
                  <a:pt x="53512" y="18468"/>
                </a:cubicBezTo>
                <a:cubicBezTo>
                  <a:pt x="55902" y="19461"/>
                  <a:pt x="58708" y="18223"/>
                  <a:pt x="59611" y="15833"/>
                </a:cubicBezTo>
                <a:cubicBezTo>
                  <a:pt x="60604" y="13357"/>
                  <a:pt x="59366" y="10636"/>
                  <a:pt x="56976" y="9648"/>
                </a:cubicBezTo>
                <a:cubicBezTo>
                  <a:pt x="32324" y="0"/>
                  <a:pt x="4946" y="9234"/>
                  <a:pt x="3788" y="9563"/>
                </a:cubicBezTo>
                <a:cubicBezTo>
                  <a:pt x="1317" y="10472"/>
                  <a:pt x="0" y="13112"/>
                  <a:pt x="823" y="15583"/>
                </a:cubicBezTo>
                <a:cubicBezTo>
                  <a:pt x="1567" y="17565"/>
                  <a:pt x="3379" y="18803"/>
                  <a:pt x="5361" y="18803"/>
                </a:cubicBezTo>
              </a:path>
            </a:pathLst>
          </a:custGeom>
          <a:noFill xmlns:a="http://schemas.openxmlformats.org/drawingml/2006/main"/>
          <a:ln xmlns:a="http://schemas.openxmlformats.org/drawingml/2006/main" w="6596">
            <a:solidFill>
              <a:srgbClr val="931100"/>
            </a:solidFill>
            <a:prstDash val="solid"/>
          </a:ln>
        </p:spPr>
      </p:sp>
      <p:sp>
        <p:nvSpPr>
          <p:cNvPr id="751" name="path-711">
            <a:extLst xmlns:a="http://schemas.openxmlformats.org/drawingml/2006/main">
              <a:ext uri="{FF2B5EF4-FFF2-40B4-BE49-F238E27FC236}">
                <a16:creationId xmlns:a16="http://schemas.microsoft.com/office/drawing/2014/main" id="{270385EF-41F2-490A-8AB3-AEE8D9037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7388" y="8462447"/>
            <a:ext cx="279766" cy="288588"/>
          </a:xfrm>
          <a:custGeom xmlns:a="http://schemas.openxmlformats.org/drawingml/2006/main">
            <a:pathLst>
              <a:path w="279766" h="288588">
                <a:moveTo>
                  <a:pt x="36528" y="248671"/>
                </a:moveTo>
                <a:cubicBezTo>
                  <a:pt x="38507" y="265593"/>
                  <a:pt x="45020" y="288141"/>
                  <a:pt x="78662" y="288569"/>
                </a:cubicBezTo>
                <a:cubicBezTo>
                  <a:pt x="79650" y="288582"/>
                  <a:pt x="80558" y="288588"/>
                  <a:pt x="81464" y="288588"/>
                </a:cubicBezTo>
                <a:cubicBezTo>
                  <a:pt x="102902" y="288588"/>
                  <a:pt x="116920" y="285358"/>
                  <a:pt x="124094" y="278771"/>
                </a:cubicBezTo>
                <a:cubicBezTo>
                  <a:pt x="129453" y="279387"/>
                  <a:pt x="134812" y="279756"/>
                  <a:pt x="139924" y="279756"/>
                </a:cubicBezTo>
                <a:cubicBezTo>
                  <a:pt x="217019" y="279756"/>
                  <a:pt x="279766" y="217005"/>
                  <a:pt x="279766" y="139877"/>
                </a:cubicBezTo>
                <a:cubicBezTo>
                  <a:pt x="279766" y="62748"/>
                  <a:pt x="217019" y="0"/>
                  <a:pt x="139924" y="0"/>
                </a:cubicBezTo>
                <a:cubicBezTo>
                  <a:pt x="62830" y="0"/>
                  <a:pt x="0" y="62751"/>
                  <a:pt x="0" y="139879"/>
                </a:cubicBezTo>
                <a:cubicBezTo>
                  <a:pt x="0" y="175099"/>
                  <a:pt x="13193" y="208585"/>
                  <a:pt x="36939" y="234484"/>
                </a:cubicBezTo>
                <a:cubicBezTo>
                  <a:pt x="36198" y="239686"/>
                  <a:pt x="36032" y="244371"/>
                  <a:pt x="36528" y="248671"/>
                </a:cubicBezTo>
                <a:moveTo>
                  <a:pt x="78826" y="279094"/>
                </a:moveTo>
                <a:cubicBezTo>
                  <a:pt x="53184" y="278769"/>
                  <a:pt x="47907" y="263752"/>
                  <a:pt x="46010" y="247571"/>
                </a:cubicBezTo>
                <a:cubicBezTo>
                  <a:pt x="45515" y="243612"/>
                  <a:pt x="45762" y="238971"/>
                  <a:pt x="46669" y="233786"/>
                </a:cubicBezTo>
                <a:cubicBezTo>
                  <a:pt x="48483" y="223672"/>
                  <a:pt x="52523" y="213461"/>
                  <a:pt x="55245" y="206702"/>
                </a:cubicBezTo>
                <a:cubicBezTo>
                  <a:pt x="56069" y="204751"/>
                  <a:pt x="56729" y="203046"/>
                  <a:pt x="57223" y="201648"/>
                </a:cubicBezTo>
                <a:cubicBezTo>
                  <a:pt x="59202" y="196371"/>
                  <a:pt x="58131" y="190009"/>
                  <a:pt x="57306" y="184394"/>
                </a:cubicBezTo>
                <a:cubicBezTo>
                  <a:pt x="56893" y="182127"/>
                  <a:pt x="56399" y="178870"/>
                  <a:pt x="56481" y="177279"/>
                </a:cubicBezTo>
                <a:cubicBezTo>
                  <a:pt x="58213" y="176792"/>
                  <a:pt x="60109" y="176536"/>
                  <a:pt x="61264" y="177338"/>
                </a:cubicBezTo>
                <a:cubicBezTo>
                  <a:pt x="64562" y="179642"/>
                  <a:pt x="64809" y="189958"/>
                  <a:pt x="64974" y="196121"/>
                </a:cubicBezTo>
                <a:cubicBezTo>
                  <a:pt x="64974" y="199121"/>
                  <a:pt x="65057" y="201953"/>
                  <a:pt x="65387" y="204283"/>
                </a:cubicBezTo>
                <a:cubicBezTo>
                  <a:pt x="66293" y="211972"/>
                  <a:pt x="72560" y="220773"/>
                  <a:pt x="96966" y="219055"/>
                </a:cubicBezTo>
                <a:cubicBezTo>
                  <a:pt x="102737" y="218650"/>
                  <a:pt x="111891" y="215970"/>
                  <a:pt x="122526" y="212872"/>
                </a:cubicBezTo>
                <a:cubicBezTo>
                  <a:pt x="132586" y="209939"/>
                  <a:pt x="143964" y="206620"/>
                  <a:pt x="153942" y="204824"/>
                </a:cubicBezTo>
                <a:cubicBezTo>
                  <a:pt x="160043" y="203731"/>
                  <a:pt x="162434" y="204770"/>
                  <a:pt x="162681" y="205419"/>
                </a:cubicBezTo>
                <a:cubicBezTo>
                  <a:pt x="163094" y="206889"/>
                  <a:pt x="161198" y="210258"/>
                  <a:pt x="159054" y="211117"/>
                </a:cubicBezTo>
                <a:cubicBezTo>
                  <a:pt x="151798" y="214012"/>
                  <a:pt x="120053" y="226014"/>
                  <a:pt x="119723" y="226134"/>
                </a:cubicBezTo>
                <a:cubicBezTo>
                  <a:pt x="117497" y="226971"/>
                  <a:pt x="116260" y="229304"/>
                  <a:pt x="116755" y="231609"/>
                </a:cubicBezTo>
                <a:cubicBezTo>
                  <a:pt x="117332" y="233911"/>
                  <a:pt x="119393" y="235455"/>
                  <a:pt x="121785" y="235285"/>
                </a:cubicBezTo>
                <a:cubicBezTo>
                  <a:pt x="122032" y="235259"/>
                  <a:pt x="122197" y="235267"/>
                  <a:pt x="122280" y="235275"/>
                </a:cubicBezTo>
                <a:cubicBezTo>
                  <a:pt x="123022" y="236886"/>
                  <a:pt x="122197" y="242538"/>
                  <a:pt x="120465" y="247063"/>
                </a:cubicBezTo>
                <a:cubicBezTo>
                  <a:pt x="119805" y="248957"/>
                  <a:pt x="120383" y="251089"/>
                  <a:pt x="121949" y="252370"/>
                </a:cubicBezTo>
                <a:cubicBezTo>
                  <a:pt x="125412" y="255194"/>
                  <a:pt x="121785" y="259958"/>
                  <a:pt x="121043" y="260865"/>
                </a:cubicBezTo>
                <a:cubicBezTo>
                  <a:pt x="120136" y="261949"/>
                  <a:pt x="119723" y="263378"/>
                  <a:pt x="119971" y="264764"/>
                </a:cubicBezTo>
                <a:cubicBezTo>
                  <a:pt x="120465" y="267214"/>
                  <a:pt x="119971" y="269144"/>
                  <a:pt x="118651" y="270833"/>
                </a:cubicBezTo>
                <a:cubicBezTo>
                  <a:pt x="115930" y="274074"/>
                  <a:pt x="107355" y="279478"/>
                  <a:pt x="78826" y="279093"/>
                </a:cubicBezTo>
                <a:lnTo>
                  <a:pt x="78826" y="279094"/>
                </a:lnTo>
                <a:moveTo>
                  <a:pt x="139924" y="9467"/>
                </a:moveTo>
                <a:cubicBezTo>
                  <a:pt x="211824" y="9467"/>
                  <a:pt x="270366" y="67966"/>
                  <a:pt x="270366" y="139874"/>
                </a:cubicBezTo>
                <a:cubicBezTo>
                  <a:pt x="270366" y="211780"/>
                  <a:pt x="211824" y="270279"/>
                  <a:pt x="139924" y="270279"/>
                </a:cubicBezTo>
                <a:cubicBezTo>
                  <a:pt x="136461" y="270279"/>
                  <a:pt x="132916" y="270125"/>
                  <a:pt x="129288" y="269822"/>
                </a:cubicBezTo>
                <a:cubicBezTo>
                  <a:pt x="129371" y="269503"/>
                  <a:pt x="129371" y="269169"/>
                  <a:pt x="129453" y="268844"/>
                </a:cubicBezTo>
                <a:cubicBezTo>
                  <a:pt x="129453" y="268569"/>
                  <a:pt x="129535" y="268300"/>
                  <a:pt x="129535" y="268022"/>
                </a:cubicBezTo>
                <a:cubicBezTo>
                  <a:pt x="129617" y="267088"/>
                  <a:pt x="129617" y="266137"/>
                  <a:pt x="129535" y="265158"/>
                </a:cubicBezTo>
                <a:cubicBezTo>
                  <a:pt x="131102" y="262847"/>
                  <a:pt x="133246" y="258611"/>
                  <a:pt x="132833" y="253922"/>
                </a:cubicBezTo>
                <a:cubicBezTo>
                  <a:pt x="132586" y="251572"/>
                  <a:pt x="131761" y="249400"/>
                  <a:pt x="130360" y="247512"/>
                </a:cubicBezTo>
                <a:cubicBezTo>
                  <a:pt x="131514" y="243426"/>
                  <a:pt x="132916" y="236855"/>
                  <a:pt x="131102" y="231944"/>
                </a:cubicBezTo>
                <a:cubicBezTo>
                  <a:pt x="141078" y="228148"/>
                  <a:pt x="157487" y="221933"/>
                  <a:pt x="162516" y="219905"/>
                </a:cubicBezTo>
                <a:cubicBezTo>
                  <a:pt x="168536" y="217510"/>
                  <a:pt x="173731" y="209691"/>
                  <a:pt x="171752" y="202801"/>
                </a:cubicBezTo>
                <a:cubicBezTo>
                  <a:pt x="171669" y="202608"/>
                  <a:pt x="171669" y="202399"/>
                  <a:pt x="171587" y="202182"/>
                </a:cubicBezTo>
                <a:cubicBezTo>
                  <a:pt x="170926" y="200426"/>
                  <a:pt x="169443" y="197928"/>
                  <a:pt x="166145" y="196362"/>
                </a:cubicBezTo>
                <a:cubicBezTo>
                  <a:pt x="163176" y="194988"/>
                  <a:pt x="158806" y="194329"/>
                  <a:pt x="152292" y="195496"/>
                </a:cubicBezTo>
                <a:cubicBezTo>
                  <a:pt x="141821" y="197382"/>
                  <a:pt x="130195" y="200778"/>
                  <a:pt x="119888" y="203776"/>
                </a:cubicBezTo>
                <a:cubicBezTo>
                  <a:pt x="110159" y="206601"/>
                  <a:pt x="101006" y="209268"/>
                  <a:pt x="96306" y="209605"/>
                </a:cubicBezTo>
                <a:cubicBezTo>
                  <a:pt x="86907" y="210261"/>
                  <a:pt x="75528" y="209678"/>
                  <a:pt x="74704" y="203122"/>
                </a:cubicBezTo>
                <a:cubicBezTo>
                  <a:pt x="74539" y="201269"/>
                  <a:pt x="74456" y="198669"/>
                  <a:pt x="74373" y="195917"/>
                </a:cubicBezTo>
                <a:cubicBezTo>
                  <a:pt x="74209" y="186426"/>
                  <a:pt x="73961" y="174612"/>
                  <a:pt x="66623" y="169554"/>
                </a:cubicBezTo>
                <a:cubicBezTo>
                  <a:pt x="62912" y="166949"/>
                  <a:pt x="58131" y="166637"/>
                  <a:pt x="52358" y="168638"/>
                </a:cubicBezTo>
                <a:cubicBezTo>
                  <a:pt x="45515" y="171029"/>
                  <a:pt x="46835" y="178916"/>
                  <a:pt x="47907" y="185878"/>
                </a:cubicBezTo>
                <a:cubicBezTo>
                  <a:pt x="48648" y="190350"/>
                  <a:pt x="49390" y="195421"/>
                  <a:pt x="48318" y="198383"/>
                </a:cubicBezTo>
                <a:cubicBezTo>
                  <a:pt x="47824" y="199709"/>
                  <a:pt x="47163" y="201327"/>
                  <a:pt x="46422" y="203178"/>
                </a:cubicBezTo>
                <a:cubicBezTo>
                  <a:pt x="46010" y="204252"/>
                  <a:pt x="45515" y="205431"/>
                  <a:pt x="45102" y="206664"/>
                </a:cubicBezTo>
                <a:cubicBezTo>
                  <a:pt x="44938" y="207058"/>
                  <a:pt x="44773" y="207440"/>
                  <a:pt x="44608" y="207848"/>
                </a:cubicBezTo>
                <a:cubicBezTo>
                  <a:pt x="44195" y="208999"/>
                  <a:pt x="43701" y="210197"/>
                  <a:pt x="43206" y="211451"/>
                </a:cubicBezTo>
                <a:cubicBezTo>
                  <a:pt x="43124" y="211731"/>
                  <a:pt x="43041" y="211989"/>
                  <a:pt x="42958" y="212274"/>
                </a:cubicBezTo>
                <a:cubicBezTo>
                  <a:pt x="42382" y="213742"/>
                  <a:pt x="41887" y="215277"/>
                  <a:pt x="41310" y="216856"/>
                </a:cubicBezTo>
                <a:cubicBezTo>
                  <a:pt x="41227" y="217259"/>
                  <a:pt x="41062" y="217671"/>
                  <a:pt x="40979" y="218081"/>
                </a:cubicBezTo>
                <a:cubicBezTo>
                  <a:pt x="40485" y="219384"/>
                  <a:pt x="40155" y="220710"/>
                  <a:pt x="39743" y="222063"/>
                </a:cubicBezTo>
                <a:cubicBezTo>
                  <a:pt x="39661" y="222366"/>
                  <a:pt x="39496" y="222652"/>
                  <a:pt x="39413" y="222959"/>
                </a:cubicBezTo>
                <a:cubicBezTo>
                  <a:pt x="20119" y="199599"/>
                  <a:pt x="9483" y="170420"/>
                  <a:pt x="9483" y="139871"/>
                </a:cubicBezTo>
                <a:cubicBezTo>
                  <a:pt x="9483" y="67966"/>
                  <a:pt x="68025" y="9464"/>
                  <a:pt x="139924" y="9464"/>
                </a:cubicBezTo>
                <a:lnTo>
                  <a:pt x="139924" y="9467"/>
                </a:lnTo>
              </a:path>
            </a:pathLst>
          </a:custGeom>
          <a:solidFill xmlns:a="http://schemas.openxmlformats.org/drawingml/2006/main">
            <a:srgbClr val="9311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2" name="path-712">
            <a:extLst xmlns:a="http://schemas.openxmlformats.org/drawingml/2006/main">
              <a:ext uri="{FF2B5EF4-FFF2-40B4-BE49-F238E27FC236}">
                <a16:creationId xmlns:a16="http://schemas.microsoft.com/office/drawing/2014/main" id="{272B9294-4E6F-4484-9788-AD7898808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7385" y="8462473"/>
            <a:ext cx="279767" cy="288592"/>
          </a:xfrm>
          <a:custGeom xmlns:a="http://schemas.openxmlformats.org/drawingml/2006/main">
            <a:pathLst>
              <a:path w="279767" h="288592">
                <a:moveTo>
                  <a:pt x="36532" y="248681"/>
                </a:moveTo>
                <a:cubicBezTo>
                  <a:pt x="38508" y="265587"/>
                  <a:pt x="45022" y="288092"/>
                  <a:pt x="78663" y="288507"/>
                </a:cubicBezTo>
                <a:cubicBezTo>
                  <a:pt x="79651" y="288592"/>
                  <a:pt x="80560" y="288592"/>
                  <a:pt x="81463" y="288592"/>
                </a:cubicBezTo>
                <a:cubicBezTo>
                  <a:pt x="102906" y="288592"/>
                  <a:pt x="116921" y="285372"/>
                  <a:pt x="124094" y="278779"/>
                </a:cubicBezTo>
                <a:cubicBezTo>
                  <a:pt x="129454" y="279353"/>
                  <a:pt x="134815" y="279767"/>
                  <a:pt x="139926" y="279767"/>
                </a:cubicBezTo>
                <a:cubicBezTo>
                  <a:pt x="217016" y="279767"/>
                  <a:pt x="279767" y="217016"/>
                  <a:pt x="279767" y="139841"/>
                </a:cubicBezTo>
                <a:cubicBezTo>
                  <a:pt x="279767" y="62745"/>
                  <a:pt x="217016" y="0"/>
                  <a:pt x="139926" y="0"/>
                </a:cubicBezTo>
                <a:cubicBezTo>
                  <a:pt x="62831" y="0"/>
                  <a:pt x="0" y="62745"/>
                  <a:pt x="0" y="139841"/>
                </a:cubicBezTo>
                <a:cubicBezTo>
                  <a:pt x="0" y="175050"/>
                  <a:pt x="13192" y="208526"/>
                  <a:pt x="37026" y="234501"/>
                </a:cubicBezTo>
                <a:cubicBezTo>
                  <a:pt x="36197" y="239692"/>
                  <a:pt x="36032" y="244309"/>
                  <a:pt x="36532" y="248681"/>
                </a:cubicBezTo>
                <a:moveTo>
                  <a:pt x="78828" y="279109"/>
                </a:moveTo>
                <a:cubicBezTo>
                  <a:pt x="53188" y="278779"/>
                  <a:pt x="47907" y="263770"/>
                  <a:pt x="46010" y="247529"/>
                </a:cubicBezTo>
                <a:cubicBezTo>
                  <a:pt x="45516" y="243570"/>
                  <a:pt x="45760" y="238954"/>
                  <a:pt x="46669" y="233757"/>
                </a:cubicBezTo>
                <a:cubicBezTo>
                  <a:pt x="48486" y="223615"/>
                  <a:pt x="52523" y="213473"/>
                  <a:pt x="55249" y="206709"/>
                </a:cubicBezTo>
                <a:cubicBezTo>
                  <a:pt x="56067" y="204733"/>
                  <a:pt x="56726" y="203001"/>
                  <a:pt x="57226" y="201598"/>
                </a:cubicBezTo>
                <a:cubicBezTo>
                  <a:pt x="59202" y="196323"/>
                  <a:pt x="58128" y="189974"/>
                  <a:pt x="57311" y="184369"/>
                </a:cubicBezTo>
                <a:cubicBezTo>
                  <a:pt x="56896" y="182143"/>
                  <a:pt x="56396" y="178843"/>
                  <a:pt x="56482" y="177276"/>
                </a:cubicBezTo>
                <a:cubicBezTo>
                  <a:pt x="58214" y="176782"/>
                  <a:pt x="60110" y="176538"/>
                  <a:pt x="61263" y="177276"/>
                </a:cubicBezTo>
                <a:cubicBezTo>
                  <a:pt x="64563" y="179581"/>
                  <a:pt x="64807" y="189974"/>
                  <a:pt x="64971" y="196073"/>
                </a:cubicBezTo>
                <a:cubicBezTo>
                  <a:pt x="64971" y="199128"/>
                  <a:pt x="65057" y="201928"/>
                  <a:pt x="65386" y="204239"/>
                </a:cubicBezTo>
                <a:cubicBezTo>
                  <a:pt x="66295" y="211990"/>
                  <a:pt x="72558" y="220730"/>
                  <a:pt x="96972" y="218998"/>
                </a:cubicBezTo>
                <a:cubicBezTo>
                  <a:pt x="102736" y="218669"/>
                  <a:pt x="111890" y="215949"/>
                  <a:pt x="122526" y="212814"/>
                </a:cubicBezTo>
                <a:cubicBezTo>
                  <a:pt x="132589" y="209929"/>
                  <a:pt x="143964" y="206630"/>
                  <a:pt x="153942" y="204818"/>
                </a:cubicBezTo>
                <a:cubicBezTo>
                  <a:pt x="160046" y="203745"/>
                  <a:pt x="162437" y="204733"/>
                  <a:pt x="162681" y="205397"/>
                </a:cubicBezTo>
                <a:cubicBezTo>
                  <a:pt x="163090" y="206874"/>
                  <a:pt x="161199" y="210258"/>
                  <a:pt x="159053" y="211082"/>
                </a:cubicBezTo>
                <a:cubicBezTo>
                  <a:pt x="151801" y="213967"/>
                  <a:pt x="120056" y="226006"/>
                  <a:pt x="119727" y="226091"/>
                </a:cubicBezTo>
                <a:cubicBezTo>
                  <a:pt x="117495" y="226914"/>
                  <a:pt x="116263" y="229305"/>
                  <a:pt x="116757" y="231611"/>
                </a:cubicBezTo>
                <a:cubicBezTo>
                  <a:pt x="117330" y="233922"/>
                  <a:pt x="119392" y="235404"/>
                  <a:pt x="121788" y="235240"/>
                </a:cubicBezTo>
                <a:cubicBezTo>
                  <a:pt x="122032" y="235240"/>
                  <a:pt x="122197" y="235240"/>
                  <a:pt x="122282" y="235240"/>
                </a:cubicBezTo>
                <a:cubicBezTo>
                  <a:pt x="123020" y="236892"/>
                  <a:pt x="122197" y="242497"/>
                  <a:pt x="120465" y="247035"/>
                </a:cubicBezTo>
                <a:cubicBezTo>
                  <a:pt x="119806" y="248931"/>
                  <a:pt x="120385" y="251072"/>
                  <a:pt x="121953" y="252310"/>
                </a:cubicBezTo>
                <a:cubicBezTo>
                  <a:pt x="125411" y="255195"/>
                  <a:pt x="121788" y="259897"/>
                  <a:pt x="121044" y="260800"/>
                </a:cubicBezTo>
                <a:cubicBezTo>
                  <a:pt x="120136" y="261958"/>
                  <a:pt x="119727" y="263355"/>
                  <a:pt x="119971" y="264758"/>
                </a:cubicBezTo>
                <a:cubicBezTo>
                  <a:pt x="120465" y="267234"/>
                  <a:pt x="119971" y="269131"/>
                  <a:pt x="118653" y="270778"/>
                </a:cubicBezTo>
                <a:cubicBezTo>
                  <a:pt x="115933" y="274077"/>
                  <a:pt x="107358" y="279438"/>
                  <a:pt x="78828" y="279109"/>
                </a:cubicBezTo>
                <a:moveTo>
                  <a:pt x="139926" y="9484"/>
                </a:moveTo>
                <a:cubicBezTo>
                  <a:pt x="211826" y="9484"/>
                  <a:pt x="270369" y="67941"/>
                  <a:pt x="270369" y="139841"/>
                </a:cubicBezTo>
                <a:cubicBezTo>
                  <a:pt x="270369" y="211746"/>
                  <a:pt x="211826" y="270284"/>
                  <a:pt x="139926" y="270284"/>
                </a:cubicBezTo>
                <a:cubicBezTo>
                  <a:pt x="136462" y="270284"/>
                  <a:pt x="132919" y="270119"/>
                  <a:pt x="129290" y="269790"/>
                </a:cubicBezTo>
                <a:cubicBezTo>
                  <a:pt x="129369" y="269460"/>
                  <a:pt x="129369" y="269131"/>
                  <a:pt x="129454" y="268801"/>
                </a:cubicBezTo>
                <a:cubicBezTo>
                  <a:pt x="129454" y="268552"/>
                  <a:pt x="129534" y="268307"/>
                  <a:pt x="129534" y="267978"/>
                </a:cubicBezTo>
                <a:cubicBezTo>
                  <a:pt x="129619" y="267069"/>
                  <a:pt x="129619" y="266081"/>
                  <a:pt x="129534" y="265173"/>
                </a:cubicBezTo>
                <a:cubicBezTo>
                  <a:pt x="131101" y="262861"/>
                  <a:pt x="133248" y="258574"/>
                  <a:pt x="132833" y="253878"/>
                </a:cubicBezTo>
                <a:cubicBezTo>
                  <a:pt x="132589" y="251566"/>
                  <a:pt x="131760" y="249340"/>
                  <a:pt x="130363" y="247529"/>
                </a:cubicBezTo>
                <a:cubicBezTo>
                  <a:pt x="131516" y="243406"/>
                  <a:pt x="132919" y="236807"/>
                  <a:pt x="131101" y="231940"/>
                </a:cubicBezTo>
                <a:cubicBezTo>
                  <a:pt x="141079" y="228152"/>
                  <a:pt x="157491" y="221883"/>
                  <a:pt x="162517" y="219907"/>
                </a:cubicBezTo>
                <a:cubicBezTo>
                  <a:pt x="168536" y="217516"/>
                  <a:pt x="173732" y="209685"/>
                  <a:pt x="171750" y="202757"/>
                </a:cubicBezTo>
                <a:cubicBezTo>
                  <a:pt x="171671" y="202586"/>
                  <a:pt x="171671" y="202342"/>
                  <a:pt x="171586" y="202177"/>
                </a:cubicBezTo>
                <a:cubicBezTo>
                  <a:pt x="170927" y="200360"/>
                  <a:pt x="169439" y="197890"/>
                  <a:pt x="166145" y="196323"/>
                </a:cubicBezTo>
                <a:cubicBezTo>
                  <a:pt x="163175" y="195005"/>
                  <a:pt x="158808" y="194346"/>
                  <a:pt x="152295" y="195499"/>
                </a:cubicBezTo>
                <a:cubicBezTo>
                  <a:pt x="141823" y="197396"/>
                  <a:pt x="130198" y="200775"/>
                  <a:pt x="119891" y="203745"/>
                </a:cubicBezTo>
                <a:cubicBezTo>
                  <a:pt x="110158" y="206545"/>
                  <a:pt x="101009" y="209270"/>
                  <a:pt x="96307" y="209600"/>
                </a:cubicBezTo>
                <a:cubicBezTo>
                  <a:pt x="86909" y="210258"/>
                  <a:pt x="75528" y="209685"/>
                  <a:pt x="74705" y="203086"/>
                </a:cubicBezTo>
                <a:cubicBezTo>
                  <a:pt x="74540" y="201275"/>
                  <a:pt x="74455" y="198634"/>
                  <a:pt x="74376" y="195908"/>
                </a:cubicBezTo>
                <a:cubicBezTo>
                  <a:pt x="74211" y="186430"/>
                  <a:pt x="73967" y="174556"/>
                  <a:pt x="66624" y="169524"/>
                </a:cubicBezTo>
                <a:cubicBezTo>
                  <a:pt x="62910" y="166884"/>
                  <a:pt x="58128" y="166639"/>
                  <a:pt x="52359" y="168616"/>
                </a:cubicBezTo>
                <a:cubicBezTo>
                  <a:pt x="45516" y="171006"/>
                  <a:pt x="46839" y="178923"/>
                  <a:pt x="47907" y="185851"/>
                </a:cubicBezTo>
                <a:cubicBezTo>
                  <a:pt x="48650" y="190303"/>
                  <a:pt x="49394" y="195414"/>
                  <a:pt x="48315" y="198384"/>
                </a:cubicBezTo>
                <a:cubicBezTo>
                  <a:pt x="47821" y="199702"/>
                  <a:pt x="47168" y="201275"/>
                  <a:pt x="46424" y="203171"/>
                </a:cubicBezTo>
                <a:cubicBezTo>
                  <a:pt x="46010" y="204239"/>
                  <a:pt x="45516" y="205397"/>
                  <a:pt x="45107" y="206630"/>
                </a:cubicBezTo>
                <a:cubicBezTo>
                  <a:pt x="44942" y="207044"/>
                  <a:pt x="44778" y="207459"/>
                  <a:pt x="44607" y="207782"/>
                </a:cubicBezTo>
                <a:cubicBezTo>
                  <a:pt x="44193" y="208935"/>
                  <a:pt x="43699" y="210173"/>
                  <a:pt x="43210" y="211411"/>
                </a:cubicBezTo>
                <a:cubicBezTo>
                  <a:pt x="43125" y="211746"/>
                  <a:pt x="43045" y="211990"/>
                  <a:pt x="42960" y="212235"/>
                </a:cubicBezTo>
                <a:cubicBezTo>
                  <a:pt x="42381" y="213723"/>
                  <a:pt x="41887" y="215290"/>
                  <a:pt x="41313" y="216852"/>
                </a:cubicBezTo>
                <a:cubicBezTo>
                  <a:pt x="41228" y="217266"/>
                  <a:pt x="41064" y="217681"/>
                  <a:pt x="40984" y="218090"/>
                </a:cubicBezTo>
                <a:cubicBezTo>
                  <a:pt x="40490" y="219328"/>
                  <a:pt x="40155" y="220730"/>
                  <a:pt x="39740" y="222053"/>
                </a:cubicBezTo>
                <a:cubicBezTo>
                  <a:pt x="39661" y="222377"/>
                  <a:pt x="39496" y="222627"/>
                  <a:pt x="39411" y="222956"/>
                </a:cubicBezTo>
                <a:cubicBezTo>
                  <a:pt x="20120" y="199537"/>
                  <a:pt x="9484" y="170433"/>
                  <a:pt x="9484" y="139841"/>
                </a:cubicBezTo>
                <a:cubicBezTo>
                  <a:pt x="9484" y="67941"/>
                  <a:pt x="68027" y="9484"/>
                  <a:pt x="139926" y="9484"/>
                </a:cubicBezTo>
              </a:path>
            </a:pathLst>
          </a:custGeom>
          <a:noFill xmlns:a="http://schemas.openxmlformats.org/drawingml/2006/main"/>
          <a:ln xmlns:a="http://schemas.openxmlformats.org/drawingml/2006/main" w="6596">
            <a:solidFill>
              <a:srgbClr val="931100"/>
            </a:solidFill>
            <a:prstDash val="solid"/>
          </a:ln>
        </p:spPr>
      </p:sp>
      <p:sp>
        <p:nvSpPr>
          <p:cNvPr id="753" name="path-713">
            <a:extLst xmlns:a="http://schemas.openxmlformats.org/drawingml/2006/main">
              <a:ext uri="{FF2B5EF4-FFF2-40B4-BE49-F238E27FC236}">
                <a16:creationId xmlns:a16="http://schemas.microsoft.com/office/drawing/2014/main" id="{1816AE90-26A3-4C60-BC79-E28F6C0BF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8532" y="8199465"/>
            <a:ext cx="167381" cy="240148"/>
          </a:xfrm>
          <a:custGeom xmlns:a="http://schemas.openxmlformats.org/drawingml/2006/main">
            <a:pathLst>
              <a:path w="167381" h="240148">
                <a:moveTo>
                  <a:pt x="167381" y="84647"/>
                </a:moveTo>
                <a:cubicBezTo>
                  <a:pt x="167299" y="61213"/>
                  <a:pt x="157323" y="38808"/>
                  <a:pt x="139842" y="23150"/>
                </a:cubicBezTo>
                <a:cubicBezTo>
                  <a:pt x="122362" y="7497"/>
                  <a:pt x="98862" y="0"/>
                  <a:pt x="75363" y="2573"/>
                </a:cubicBezTo>
                <a:cubicBezTo>
                  <a:pt x="36939" y="6832"/>
                  <a:pt x="6349" y="37905"/>
                  <a:pt x="2557" y="76445"/>
                </a:cubicBezTo>
                <a:cubicBezTo>
                  <a:pt x="0" y="102281"/>
                  <a:pt x="9482" y="127235"/>
                  <a:pt x="28364" y="144887"/>
                </a:cubicBezTo>
                <a:cubicBezTo>
                  <a:pt x="35456" y="151565"/>
                  <a:pt x="39496" y="161117"/>
                  <a:pt x="39743" y="171188"/>
                </a:cubicBezTo>
                <a:cubicBezTo>
                  <a:pt x="36445" y="173836"/>
                  <a:pt x="34301" y="177869"/>
                  <a:pt x="34301" y="182436"/>
                </a:cubicBezTo>
                <a:lnTo>
                  <a:pt x="34301" y="204081"/>
                </a:lnTo>
                <a:cubicBezTo>
                  <a:pt x="34301" y="212039"/>
                  <a:pt x="40733" y="218508"/>
                  <a:pt x="48731" y="218507"/>
                </a:cubicBezTo>
                <a:lnTo>
                  <a:pt x="51205" y="218506"/>
                </a:lnTo>
                <a:lnTo>
                  <a:pt x="58955" y="235863"/>
                </a:lnTo>
                <a:cubicBezTo>
                  <a:pt x="60109" y="238467"/>
                  <a:pt x="62664" y="240148"/>
                  <a:pt x="65551" y="240148"/>
                </a:cubicBezTo>
                <a:lnTo>
                  <a:pt x="104057" y="240139"/>
                </a:lnTo>
                <a:cubicBezTo>
                  <a:pt x="106861" y="240139"/>
                  <a:pt x="109416" y="238464"/>
                  <a:pt x="110653" y="235851"/>
                </a:cubicBezTo>
                <a:lnTo>
                  <a:pt x="118321" y="218491"/>
                </a:lnTo>
                <a:lnTo>
                  <a:pt x="120877" y="218491"/>
                </a:lnTo>
                <a:cubicBezTo>
                  <a:pt x="128793" y="218490"/>
                  <a:pt x="135306" y="212016"/>
                  <a:pt x="135306" y="204060"/>
                </a:cubicBezTo>
                <a:lnTo>
                  <a:pt x="135306" y="182415"/>
                </a:lnTo>
                <a:cubicBezTo>
                  <a:pt x="135306" y="177841"/>
                  <a:pt x="133080" y="173809"/>
                  <a:pt x="129782" y="171163"/>
                </a:cubicBezTo>
                <a:cubicBezTo>
                  <a:pt x="130029" y="161003"/>
                  <a:pt x="133905" y="151602"/>
                  <a:pt x="140749" y="145294"/>
                </a:cubicBezTo>
                <a:cubicBezTo>
                  <a:pt x="157651" y="129758"/>
                  <a:pt x="167381" y="107649"/>
                  <a:pt x="167381" y="84653"/>
                </a:cubicBezTo>
                <a:lnTo>
                  <a:pt x="167381" y="84647"/>
                </a:lnTo>
                <a:moveTo>
                  <a:pt x="99357" y="225706"/>
                </a:moveTo>
                <a:lnTo>
                  <a:pt x="70251" y="225713"/>
                </a:lnTo>
                <a:lnTo>
                  <a:pt x="67035" y="218500"/>
                </a:lnTo>
                <a:lnTo>
                  <a:pt x="102573" y="218491"/>
                </a:lnTo>
                <a:lnTo>
                  <a:pt x="99357" y="225706"/>
                </a:lnTo>
                <a:moveTo>
                  <a:pt x="48731" y="204074"/>
                </a:moveTo>
                <a:lnTo>
                  <a:pt x="48731" y="182431"/>
                </a:lnTo>
                <a:lnTo>
                  <a:pt x="120877" y="182414"/>
                </a:lnTo>
                <a:lnTo>
                  <a:pt x="120877" y="204059"/>
                </a:lnTo>
                <a:lnTo>
                  <a:pt x="48731" y="204074"/>
                </a:lnTo>
                <a:moveTo>
                  <a:pt x="115435" y="167987"/>
                </a:moveTo>
                <a:lnTo>
                  <a:pt x="54090" y="167999"/>
                </a:lnTo>
                <a:cubicBezTo>
                  <a:pt x="53101" y="155128"/>
                  <a:pt x="47411" y="143045"/>
                  <a:pt x="38176" y="134354"/>
                </a:cubicBezTo>
                <a:cubicBezTo>
                  <a:pt x="22592" y="119778"/>
                  <a:pt x="14842" y="99172"/>
                  <a:pt x="16904" y="77840"/>
                </a:cubicBezTo>
                <a:cubicBezTo>
                  <a:pt x="19954" y="46556"/>
                  <a:pt x="45762" y="20361"/>
                  <a:pt x="76930" y="16916"/>
                </a:cubicBezTo>
                <a:cubicBezTo>
                  <a:pt x="96718" y="14746"/>
                  <a:pt x="115600" y="20787"/>
                  <a:pt x="130195" y="33894"/>
                </a:cubicBezTo>
                <a:cubicBezTo>
                  <a:pt x="144624" y="46820"/>
                  <a:pt x="152952" y="65316"/>
                  <a:pt x="152952" y="84651"/>
                </a:cubicBezTo>
                <a:cubicBezTo>
                  <a:pt x="152952" y="103626"/>
                  <a:pt x="144954" y="121860"/>
                  <a:pt x="130937" y="134692"/>
                </a:cubicBezTo>
                <a:cubicBezTo>
                  <a:pt x="121949" y="143047"/>
                  <a:pt x="116424" y="155025"/>
                  <a:pt x="115435" y="167991"/>
                </a:cubicBezTo>
                <a:lnTo>
                  <a:pt x="115435" y="167987"/>
                </a:lnTo>
              </a:path>
            </a:pathLst>
          </a:custGeom>
          <a:solidFill xmlns:a="http://schemas.openxmlformats.org/drawingml/2006/main">
            <a:srgbClr val="00905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4" name="path-714">
            <a:extLst xmlns:a="http://schemas.openxmlformats.org/drawingml/2006/main">
              <a:ext uri="{FF2B5EF4-FFF2-40B4-BE49-F238E27FC236}">
                <a16:creationId xmlns:a16="http://schemas.microsoft.com/office/drawing/2014/main" id="{3EB8BB61-BD78-416C-9830-2F50DB30F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8534" y="8199447"/>
            <a:ext cx="167378" cy="240186"/>
          </a:xfrm>
          <a:custGeom xmlns:a="http://schemas.openxmlformats.org/drawingml/2006/main">
            <a:pathLst>
              <a:path w="167378" h="240186">
                <a:moveTo>
                  <a:pt x="167378" y="84683"/>
                </a:moveTo>
                <a:cubicBezTo>
                  <a:pt x="167292" y="61263"/>
                  <a:pt x="157315" y="38837"/>
                  <a:pt x="139841" y="23170"/>
                </a:cubicBezTo>
                <a:cubicBezTo>
                  <a:pt x="122356" y="7502"/>
                  <a:pt x="98857" y="0"/>
                  <a:pt x="75358" y="2555"/>
                </a:cubicBezTo>
                <a:cubicBezTo>
                  <a:pt x="36935" y="6843"/>
                  <a:pt x="6349" y="37929"/>
                  <a:pt x="2550" y="76437"/>
                </a:cubicBezTo>
                <a:cubicBezTo>
                  <a:pt x="0" y="102321"/>
                  <a:pt x="9478" y="127223"/>
                  <a:pt x="28360" y="144872"/>
                </a:cubicBezTo>
                <a:cubicBezTo>
                  <a:pt x="35453" y="151551"/>
                  <a:pt x="39491" y="161114"/>
                  <a:pt x="39740" y="171171"/>
                </a:cubicBezTo>
                <a:cubicBezTo>
                  <a:pt x="36441" y="173897"/>
                  <a:pt x="34294" y="177855"/>
                  <a:pt x="34294" y="182472"/>
                </a:cubicBezTo>
                <a:lnTo>
                  <a:pt x="34294" y="204074"/>
                </a:lnTo>
                <a:cubicBezTo>
                  <a:pt x="34294" y="212070"/>
                  <a:pt x="40729" y="218504"/>
                  <a:pt x="48724" y="218504"/>
                </a:cubicBezTo>
                <a:lnTo>
                  <a:pt x="51200" y="218504"/>
                </a:lnTo>
                <a:lnTo>
                  <a:pt x="58952" y="235898"/>
                </a:lnTo>
                <a:cubicBezTo>
                  <a:pt x="60105" y="238459"/>
                  <a:pt x="62660" y="240186"/>
                  <a:pt x="65545" y="240186"/>
                </a:cubicBezTo>
                <a:lnTo>
                  <a:pt x="104053" y="240186"/>
                </a:lnTo>
                <a:cubicBezTo>
                  <a:pt x="106858" y="240186"/>
                  <a:pt x="109414" y="238459"/>
                  <a:pt x="110652" y="235898"/>
                </a:cubicBezTo>
                <a:lnTo>
                  <a:pt x="118318" y="218504"/>
                </a:lnTo>
                <a:lnTo>
                  <a:pt x="120874" y="218504"/>
                </a:lnTo>
                <a:cubicBezTo>
                  <a:pt x="128790" y="218504"/>
                  <a:pt x="135304" y="212070"/>
                  <a:pt x="135304" y="204074"/>
                </a:cubicBezTo>
                <a:lnTo>
                  <a:pt x="135304" y="182472"/>
                </a:lnTo>
                <a:cubicBezTo>
                  <a:pt x="135304" y="177855"/>
                  <a:pt x="133078" y="173812"/>
                  <a:pt x="129778" y="171171"/>
                </a:cubicBezTo>
                <a:cubicBezTo>
                  <a:pt x="130028" y="161034"/>
                  <a:pt x="133901" y="151630"/>
                  <a:pt x="140744" y="145281"/>
                </a:cubicBezTo>
                <a:cubicBezTo>
                  <a:pt x="157650" y="129784"/>
                  <a:pt x="167378" y="107688"/>
                  <a:pt x="167378" y="84683"/>
                </a:cubicBezTo>
                <a:moveTo>
                  <a:pt x="99351" y="225756"/>
                </a:moveTo>
                <a:lnTo>
                  <a:pt x="102571" y="218504"/>
                </a:lnTo>
                <a:lnTo>
                  <a:pt x="67033" y="218504"/>
                </a:lnTo>
                <a:lnTo>
                  <a:pt x="70247" y="225756"/>
                </a:lnTo>
                <a:close/>
                <a:moveTo>
                  <a:pt x="48724" y="204074"/>
                </a:moveTo>
                <a:lnTo>
                  <a:pt x="120874" y="204074"/>
                </a:lnTo>
                <a:lnTo>
                  <a:pt x="120874" y="182472"/>
                </a:lnTo>
                <a:lnTo>
                  <a:pt x="48724" y="182472"/>
                </a:lnTo>
                <a:close/>
                <a:moveTo>
                  <a:pt x="115433" y="168042"/>
                </a:moveTo>
                <a:lnTo>
                  <a:pt x="54085" y="168042"/>
                </a:lnTo>
                <a:cubicBezTo>
                  <a:pt x="53097" y="155180"/>
                  <a:pt x="47407" y="143055"/>
                  <a:pt x="38173" y="134401"/>
                </a:cubicBezTo>
                <a:cubicBezTo>
                  <a:pt x="22590" y="119806"/>
                  <a:pt x="14839" y="99192"/>
                  <a:pt x="16900" y="77840"/>
                </a:cubicBezTo>
                <a:cubicBezTo>
                  <a:pt x="19950" y="46589"/>
                  <a:pt x="45760" y="20364"/>
                  <a:pt x="76925" y="16900"/>
                </a:cubicBezTo>
                <a:cubicBezTo>
                  <a:pt x="96716" y="14759"/>
                  <a:pt x="115598" y="20779"/>
                  <a:pt x="130187" y="33891"/>
                </a:cubicBezTo>
                <a:cubicBezTo>
                  <a:pt x="144617" y="46833"/>
                  <a:pt x="152948" y="65306"/>
                  <a:pt x="152948" y="84683"/>
                </a:cubicBezTo>
                <a:cubicBezTo>
                  <a:pt x="152948" y="103644"/>
                  <a:pt x="144946" y="121868"/>
                  <a:pt x="130937" y="134730"/>
                </a:cubicBezTo>
                <a:cubicBezTo>
                  <a:pt x="121941" y="143055"/>
                  <a:pt x="116422" y="155015"/>
                  <a:pt x="115433" y="168042"/>
                </a:cubicBezTo>
              </a:path>
            </a:pathLst>
          </a:custGeom>
          <a:noFill xmlns:a="http://schemas.openxmlformats.org/drawingml/2006/main"/>
          <a:ln xmlns:a="http://schemas.openxmlformats.org/drawingml/2006/main" w="8245">
            <a:solidFill>
              <a:srgbClr val="009051"/>
            </a:solidFill>
            <a:prstDash val="solid"/>
          </a:ln>
        </p:spPr>
      </p:sp>
      <p:sp>
        <p:nvSpPr>
          <p:cNvPr id="755" name="path-715">
            <a:extLst xmlns:a="http://schemas.openxmlformats.org/drawingml/2006/main">
              <a:ext uri="{FF2B5EF4-FFF2-40B4-BE49-F238E27FC236}">
                <a16:creationId xmlns:a16="http://schemas.microsoft.com/office/drawing/2014/main" id="{46DF6A8F-35BF-4179-9047-7C2973979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9700" y="8233707"/>
            <a:ext cx="53678" cy="53840"/>
          </a:xfrm>
          <a:custGeom xmlns:a="http://schemas.openxmlformats.org/drawingml/2006/main">
            <a:pathLst>
              <a:path w="53678" h="53840">
                <a:moveTo>
                  <a:pt x="45267" y="392"/>
                </a:moveTo>
                <a:cubicBezTo>
                  <a:pt x="21603" y="3010"/>
                  <a:pt x="2721" y="22160"/>
                  <a:pt x="413" y="45926"/>
                </a:cubicBezTo>
                <a:cubicBezTo>
                  <a:pt x="0" y="49894"/>
                  <a:pt x="2886" y="53414"/>
                  <a:pt x="6844" y="53804"/>
                </a:cubicBezTo>
                <a:cubicBezTo>
                  <a:pt x="7091" y="53825"/>
                  <a:pt x="7338" y="53840"/>
                  <a:pt x="7586" y="53840"/>
                </a:cubicBezTo>
                <a:cubicBezTo>
                  <a:pt x="11214" y="53840"/>
                  <a:pt x="14430" y="51046"/>
                  <a:pt x="14760" y="47323"/>
                </a:cubicBezTo>
                <a:cubicBezTo>
                  <a:pt x="16408" y="30592"/>
                  <a:pt x="30179" y="16585"/>
                  <a:pt x="46835" y="14741"/>
                </a:cubicBezTo>
                <a:cubicBezTo>
                  <a:pt x="50792" y="14301"/>
                  <a:pt x="53678" y="10736"/>
                  <a:pt x="53182" y="6775"/>
                </a:cubicBezTo>
                <a:cubicBezTo>
                  <a:pt x="52770" y="2814"/>
                  <a:pt x="49225" y="0"/>
                  <a:pt x="45267" y="390"/>
                </a:cubicBezTo>
                <a:lnTo>
                  <a:pt x="45267" y="392"/>
                </a:lnTo>
              </a:path>
            </a:pathLst>
          </a:custGeom>
          <a:solidFill xmlns:a="http://schemas.openxmlformats.org/drawingml/2006/main">
            <a:srgbClr val="00905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6" name="path-716">
            <a:extLst xmlns:a="http://schemas.openxmlformats.org/drawingml/2006/main">
              <a:ext uri="{FF2B5EF4-FFF2-40B4-BE49-F238E27FC236}">
                <a16:creationId xmlns:a16="http://schemas.microsoft.com/office/drawing/2014/main" id="{1E1F9AF9-73FC-496F-8BFF-AD61C623A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9699" y="8233747"/>
            <a:ext cx="53676" cy="53841"/>
          </a:xfrm>
          <a:custGeom xmlns:a="http://schemas.openxmlformats.org/drawingml/2006/main">
            <a:pathLst>
              <a:path w="53676" h="53841">
                <a:moveTo>
                  <a:pt x="45266" y="329"/>
                </a:moveTo>
                <a:cubicBezTo>
                  <a:pt x="21602" y="2970"/>
                  <a:pt x="2720" y="22096"/>
                  <a:pt x="409" y="45930"/>
                </a:cubicBezTo>
                <a:cubicBezTo>
                  <a:pt x="0" y="49888"/>
                  <a:pt x="2885" y="53347"/>
                  <a:pt x="6843" y="53761"/>
                </a:cubicBezTo>
                <a:cubicBezTo>
                  <a:pt x="7087" y="53761"/>
                  <a:pt x="7337" y="53841"/>
                  <a:pt x="7587" y="53841"/>
                </a:cubicBezTo>
                <a:cubicBezTo>
                  <a:pt x="11210" y="53841"/>
                  <a:pt x="14430" y="51036"/>
                  <a:pt x="14759" y="47248"/>
                </a:cubicBezTo>
                <a:cubicBezTo>
                  <a:pt x="16412" y="30592"/>
                  <a:pt x="30177" y="16576"/>
                  <a:pt x="46833" y="14680"/>
                </a:cubicBezTo>
                <a:cubicBezTo>
                  <a:pt x="50791" y="14265"/>
                  <a:pt x="53676" y="10722"/>
                  <a:pt x="53182" y="6763"/>
                </a:cubicBezTo>
                <a:cubicBezTo>
                  <a:pt x="52768" y="2805"/>
                  <a:pt x="49224" y="0"/>
                  <a:pt x="45266" y="329"/>
                </a:cubicBezTo>
              </a:path>
            </a:pathLst>
          </a:custGeom>
          <a:noFill xmlns:a="http://schemas.openxmlformats.org/drawingml/2006/main"/>
          <a:ln xmlns:a="http://schemas.openxmlformats.org/drawingml/2006/main" w="8245">
            <a:solidFill>
              <a:srgbClr val="009051"/>
            </a:solidFill>
            <a:prstDash val="solid"/>
          </a:ln>
        </p:spPr>
      </p:sp>
      <p:sp>
        <p:nvSpPr>
          <p:cNvPr id="757" name="path-717">
            <a:extLst xmlns:a="http://schemas.openxmlformats.org/drawingml/2006/main">
              <a:ext uri="{FF2B5EF4-FFF2-40B4-BE49-F238E27FC236}">
                <a16:creationId xmlns:a16="http://schemas.microsoft.com/office/drawing/2014/main" id="{87D25548-5D09-4E49-94CE-9C3DA65DC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6039" y="8151022"/>
            <a:ext cx="14429" cy="36072"/>
          </a:xfrm>
          <a:custGeom xmlns:a="http://schemas.openxmlformats.org/drawingml/2006/main">
            <a:pathLst>
              <a:path w="14429" h="36072">
                <a:moveTo>
                  <a:pt x="7256" y="36072"/>
                </a:moveTo>
                <a:cubicBezTo>
                  <a:pt x="11214" y="36070"/>
                  <a:pt x="14429" y="32845"/>
                  <a:pt x="14429" y="28856"/>
                </a:cubicBezTo>
                <a:lnTo>
                  <a:pt x="14429" y="7206"/>
                </a:lnTo>
                <a:cubicBezTo>
                  <a:pt x="14429" y="3224"/>
                  <a:pt x="11214" y="0"/>
                  <a:pt x="7256" y="0"/>
                </a:cubicBezTo>
                <a:cubicBezTo>
                  <a:pt x="3216" y="0"/>
                  <a:pt x="0" y="3224"/>
                  <a:pt x="0" y="7215"/>
                </a:cubicBezTo>
                <a:lnTo>
                  <a:pt x="0" y="28858"/>
                </a:lnTo>
                <a:cubicBezTo>
                  <a:pt x="0" y="32848"/>
                  <a:pt x="3216" y="36072"/>
                  <a:pt x="7256" y="36072"/>
                </a:cubicBezTo>
              </a:path>
            </a:pathLst>
          </a:custGeom>
          <a:solidFill xmlns:a="http://schemas.openxmlformats.org/drawingml/2006/main">
            <a:srgbClr val="00905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8" name="path-718">
            <a:extLst xmlns:a="http://schemas.openxmlformats.org/drawingml/2006/main">
              <a:ext uri="{FF2B5EF4-FFF2-40B4-BE49-F238E27FC236}">
                <a16:creationId xmlns:a16="http://schemas.microsoft.com/office/drawing/2014/main" id="{6F5C89FA-30B4-4AC1-97FA-DC42C157A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6038" y="8151046"/>
            <a:ext cx="14430" cy="36032"/>
          </a:xfrm>
          <a:custGeom xmlns:a="http://schemas.openxmlformats.org/drawingml/2006/main">
            <a:pathLst>
              <a:path w="14430" h="36032">
                <a:moveTo>
                  <a:pt x="7258" y="36032"/>
                </a:moveTo>
                <a:cubicBezTo>
                  <a:pt x="11210" y="36032"/>
                  <a:pt x="14430" y="32818"/>
                  <a:pt x="14430" y="28860"/>
                </a:cubicBezTo>
                <a:lnTo>
                  <a:pt x="14430" y="7172"/>
                </a:lnTo>
                <a:cubicBezTo>
                  <a:pt x="14430" y="3220"/>
                  <a:pt x="11210" y="0"/>
                  <a:pt x="7258" y="0"/>
                </a:cubicBezTo>
                <a:cubicBezTo>
                  <a:pt x="3214" y="0"/>
                  <a:pt x="0" y="3220"/>
                  <a:pt x="0" y="7172"/>
                </a:cubicBezTo>
                <a:lnTo>
                  <a:pt x="0" y="28860"/>
                </a:lnTo>
                <a:cubicBezTo>
                  <a:pt x="0" y="32818"/>
                  <a:pt x="3214" y="36032"/>
                  <a:pt x="7258" y="36032"/>
                </a:cubicBezTo>
              </a:path>
            </a:pathLst>
          </a:custGeom>
          <a:noFill xmlns:a="http://schemas.openxmlformats.org/drawingml/2006/main"/>
          <a:ln xmlns:a="http://schemas.openxmlformats.org/drawingml/2006/main" w="8245">
            <a:solidFill>
              <a:srgbClr val="009051"/>
            </a:solidFill>
            <a:prstDash val="solid"/>
          </a:ln>
        </p:spPr>
      </p:sp>
      <p:sp>
        <p:nvSpPr>
          <p:cNvPr id="759" name="path-719">
            <a:extLst xmlns:a="http://schemas.openxmlformats.org/drawingml/2006/main">
              <a:ext uri="{FF2B5EF4-FFF2-40B4-BE49-F238E27FC236}">
                <a16:creationId xmlns:a16="http://schemas.microsoft.com/office/drawing/2014/main" id="{ADCA0B92-8DF4-420A-B656-52FAFBC82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8414" y="8190491"/>
            <a:ext cx="31168" cy="30434"/>
          </a:xfrm>
          <a:custGeom xmlns:a="http://schemas.openxmlformats.org/drawingml/2006/main">
            <a:pathLst>
              <a:path w="31168" h="30434">
                <a:moveTo>
                  <a:pt x="18139" y="28322"/>
                </a:moveTo>
                <a:cubicBezTo>
                  <a:pt x="19542" y="29729"/>
                  <a:pt x="21355" y="30434"/>
                  <a:pt x="23251" y="30434"/>
                </a:cubicBezTo>
                <a:cubicBezTo>
                  <a:pt x="25065" y="30434"/>
                  <a:pt x="26962" y="29726"/>
                  <a:pt x="28364" y="28319"/>
                </a:cubicBezTo>
                <a:cubicBezTo>
                  <a:pt x="31168" y="25498"/>
                  <a:pt x="31168" y="20938"/>
                  <a:pt x="28364" y="18117"/>
                </a:cubicBezTo>
                <a:lnTo>
                  <a:pt x="13027" y="2820"/>
                </a:lnTo>
                <a:cubicBezTo>
                  <a:pt x="10224" y="0"/>
                  <a:pt x="5606" y="0"/>
                  <a:pt x="2803" y="2821"/>
                </a:cubicBezTo>
                <a:cubicBezTo>
                  <a:pt x="0" y="5642"/>
                  <a:pt x="0" y="10202"/>
                  <a:pt x="2803" y="13023"/>
                </a:cubicBezTo>
                <a:lnTo>
                  <a:pt x="18139" y="28322"/>
                </a:lnTo>
              </a:path>
            </a:pathLst>
          </a:custGeom>
          <a:solidFill xmlns:a="http://schemas.openxmlformats.org/drawingml/2006/main">
            <a:srgbClr val="00905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0" name="path-720">
            <a:extLst xmlns:a="http://schemas.openxmlformats.org/drawingml/2006/main">
              <a:ext uri="{FF2B5EF4-FFF2-40B4-BE49-F238E27FC236}">
                <a16:creationId xmlns:a16="http://schemas.microsoft.com/office/drawing/2014/main" id="{63E18112-165F-4E80-8BA2-5D6E845A2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8408" y="8190457"/>
            <a:ext cx="31171" cy="30512"/>
          </a:xfrm>
          <a:custGeom xmlns:a="http://schemas.openxmlformats.org/drawingml/2006/main">
            <a:pathLst>
              <a:path w="31171" h="30512">
                <a:moveTo>
                  <a:pt x="18144" y="28366"/>
                </a:moveTo>
                <a:cubicBezTo>
                  <a:pt x="19547" y="29768"/>
                  <a:pt x="21358" y="30512"/>
                  <a:pt x="23255" y="30512"/>
                </a:cubicBezTo>
                <a:cubicBezTo>
                  <a:pt x="25066" y="30512"/>
                  <a:pt x="26963" y="29768"/>
                  <a:pt x="28371" y="28366"/>
                </a:cubicBezTo>
                <a:cubicBezTo>
                  <a:pt x="31171" y="25560"/>
                  <a:pt x="31171" y="20944"/>
                  <a:pt x="28371" y="18144"/>
                </a:cubicBezTo>
                <a:lnTo>
                  <a:pt x="13033" y="2885"/>
                </a:lnTo>
                <a:cubicBezTo>
                  <a:pt x="10228" y="0"/>
                  <a:pt x="5611" y="0"/>
                  <a:pt x="2811" y="2885"/>
                </a:cubicBezTo>
                <a:cubicBezTo>
                  <a:pt x="0" y="5690"/>
                  <a:pt x="0" y="10228"/>
                  <a:pt x="2811" y="13027"/>
                </a:cubicBezTo>
                <a:lnTo>
                  <a:pt x="18144" y="28366"/>
                </a:lnTo>
              </a:path>
            </a:pathLst>
          </a:custGeom>
          <a:noFill xmlns:a="http://schemas.openxmlformats.org/drawingml/2006/main"/>
          <a:ln xmlns:a="http://schemas.openxmlformats.org/drawingml/2006/main" w="8245">
            <a:solidFill>
              <a:srgbClr val="009051"/>
            </a:solidFill>
            <a:prstDash val="solid"/>
          </a:ln>
        </p:spPr>
      </p:sp>
      <p:sp>
        <p:nvSpPr>
          <p:cNvPr id="761" name="path-721">
            <a:extLst xmlns:a="http://schemas.openxmlformats.org/drawingml/2006/main">
              <a:ext uri="{FF2B5EF4-FFF2-40B4-BE49-F238E27FC236}">
                <a16:creationId xmlns:a16="http://schemas.microsoft.com/office/drawing/2014/main" id="{BADDBAFC-09EA-4C4B-82A2-F43896B1A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7009" y="8368992"/>
            <a:ext cx="31168" cy="30436"/>
          </a:xfrm>
          <a:custGeom xmlns:a="http://schemas.openxmlformats.org/drawingml/2006/main">
            <a:pathLst>
              <a:path w="31168" h="30436">
                <a:moveTo>
                  <a:pt x="13028" y="2820"/>
                </a:moveTo>
                <a:cubicBezTo>
                  <a:pt x="10225" y="0"/>
                  <a:pt x="5607" y="1"/>
                  <a:pt x="2804" y="2821"/>
                </a:cubicBezTo>
                <a:cubicBezTo>
                  <a:pt x="0" y="5643"/>
                  <a:pt x="0" y="10202"/>
                  <a:pt x="2804" y="13023"/>
                </a:cubicBezTo>
                <a:lnTo>
                  <a:pt x="18140" y="28322"/>
                </a:lnTo>
                <a:cubicBezTo>
                  <a:pt x="19542" y="29729"/>
                  <a:pt x="21356" y="30436"/>
                  <a:pt x="23252" y="30434"/>
                </a:cubicBezTo>
                <a:cubicBezTo>
                  <a:pt x="25066" y="30434"/>
                  <a:pt x="26962" y="29727"/>
                  <a:pt x="28364" y="28320"/>
                </a:cubicBezTo>
                <a:cubicBezTo>
                  <a:pt x="31168" y="25499"/>
                  <a:pt x="31168" y="20939"/>
                  <a:pt x="28364" y="18118"/>
                </a:cubicBezTo>
                <a:lnTo>
                  <a:pt x="13028" y="2820"/>
                </a:lnTo>
              </a:path>
            </a:pathLst>
          </a:custGeom>
          <a:solidFill xmlns:a="http://schemas.openxmlformats.org/drawingml/2006/main">
            <a:srgbClr val="00905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2" name="path-722">
            <a:extLst xmlns:a="http://schemas.openxmlformats.org/drawingml/2006/main">
              <a:ext uri="{FF2B5EF4-FFF2-40B4-BE49-F238E27FC236}">
                <a16:creationId xmlns:a16="http://schemas.microsoft.com/office/drawing/2014/main" id="{A0AAD65A-943B-4C4C-96F8-26CD1BF9F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7007" y="8368971"/>
            <a:ext cx="31171" cy="30427"/>
          </a:xfrm>
          <a:custGeom xmlns:a="http://schemas.openxmlformats.org/drawingml/2006/main">
            <a:pathLst>
              <a:path w="31171" h="30427">
                <a:moveTo>
                  <a:pt x="13027" y="2805"/>
                </a:moveTo>
                <a:cubicBezTo>
                  <a:pt x="10228" y="0"/>
                  <a:pt x="5605" y="0"/>
                  <a:pt x="2800" y="2885"/>
                </a:cubicBezTo>
                <a:cubicBezTo>
                  <a:pt x="0" y="5690"/>
                  <a:pt x="0" y="10222"/>
                  <a:pt x="2800" y="13027"/>
                </a:cubicBezTo>
                <a:lnTo>
                  <a:pt x="18138" y="28366"/>
                </a:lnTo>
                <a:cubicBezTo>
                  <a:pt x="19541" y="29768"/>
                  <a:pt x="21352" y="30427"/>
                  <a:pt x="23249" y="30427"/>
                </a:cubicBezTo>
                <a:cubicBezTo>
                  <a:pt x="25066" y="30427"/>
                  <a:pt x="26963" y="29768"/>
                  <a:pt x="28360" y="28366"/>
                </a:cubicBezTo>
                <a:cubicBezTo>
                  <a:pt x="31171" y="25560"/>
                  <a:pt x="31171" y="20944"/>
                  <a:pt x="28360" y="18138"/>
                </a:cubicBezTo>
                <a:lnTo>
                  <a:pt x="13027" y="2805"/>
                </a:lnTo>
              </a:path>
            </a:pathLst>
          </a:custGeom>
          <a:noFill xmlns:a="http://schemas.openxmlformats.org/drawingml/2006/main"/>
          <a:ln xmlns:a="http://schemas.openxmlformats.org/drawingml/2006/main" w="8245">
            <a:solidFill>
              <a:srgbClr val="009051"/>
            </a:solidFill>
            <a:prstDash val="solid"/>
          </a:ln>
        </p:spPr>
      </p:sp>
      <p:sp>
        <p:nvSpPr>
          <p:cNvPr id="763" name="path-723">
            <a:extLst xmlns:a="http://schemas.openxmlformats.org/drawingml/2006/main">
              <a:ext uri="{FF2B5EF4-FFF2-40B4-BE49-F238E27FC236}">
                <a16:creationId xmlns:a16="http://schemas.microsoft.com/office/drawing/2014/main" id="{CA0EF0A6-7EDA-4D06-B58D-5B5159BA3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9001" y="8288122"/>
            <a:ext cx="36032" cy="14436"/>
          </a:xfrm>
          <a:custGeom xmlns:a="http://schemas.openxmlformats.org/drawingml/2006/main">
            <a:pathLst>
              <a:path w="36032" h="14436">
                <a:moveTo>
                  <a:pt x="28858" y="1"/>
                </a:moveTo>
                <a:lnTo>
                  <a:pt x="7173" y="6"/>
                </a:lnTo>
                <a:cubicBezTo>
                  <a:pt x="3216" y="7"/>
                  <a:pt x="0" y="3233"/>
                  <a:pt x="0" y="7221"/>
                </a:cubicBezTo>
                <a:cubicBezTo>
                  <a:pt x="0" y="11211"/>
                  <a:pt x="3216" y="14436"/>
                  <a:pt x="7256" y="14434"/>
                </a:cubicBezTo>
                <a:lnTo>
                  <a:pt x="28858" y="14430"/>
                </a:lnTo>
                <a:cubicBezTo>
                  <a:pt x="32817" y="14430"/>
                  <a:pt x="36032" y="11203"/>
                  <a:pt x="36032" y="7214"/>
                </a:cubicBezTo>
                <a:cubicBezTo>
                  <a:pt x="36032" y="3224"/>
                  <a:pt x="32817" y="0"/>
                  <a:pt x="28858" y="1"/>
                </a:cubicBezTo>
              </a:path>
            </a:pathLst>
          </a:custGeom>
          <a:solidFill xmlns:a="http://schemas.openxmlformats.org/drawingml/2006/main">
            <a:srgbClr val="00905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4" name="path-724">
            <a:extLst xmlns:a="http://schemas.openxmlformats.org/drawingml/2006/main">
              <a:ext uri="{FF2B5EF4-FFF2-40B4-BE49-F238E27FC236}">
                <a16:creationId xmlns:a16="http://schemas.microsoft.com/office/drawing/2014/main" id="{706BF6A9-47D6-43D1-8E29-90E8E946D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8997" y="8288087"/>
            <a:ext cx="36038" cy="14509"/>
          </a:xfrm>
          <a:custGeom xmlns:a="http://schemas.openxmlformats.org/drawingml/2006/main">
            <a:pathLst>
              <a:path w="36038" h="14509">
                <a:moveTo>
                  <a:pt x="28860" y="80"/>
                </a:moveTo>
                <a:lnTo>
                  <a:pt x="7178" y="80"/>
                </a:lnTo>
                <a:cubicBezTo>
                  <a:pt x="3220" y="80"/>
                  <a:pt x="0" y="3294"/>
                  <a:pt x="0" y="7252"/>
                </a:cubicBezTo>
                <a:cubicBezTo>
                  <a:pt x="0" y="11210"/>
                  <a:pt x="3220" y="14509"/>
                  <a:pt x="7258" y="14509"/>
                </a:cubicBezTo>
                <a:lnTo>
                  <a:pt x="28860" y="14430"/>
                </a:lnTo>
                <a:cubicBezTo>
                  <a:pt x="32818" y="14430"/>
                  <a:pt x="36038" y="11210"/>
                  <a:pt x="36038" y="7252"/>
                </a:cubicBezTo>
                <a:cubicBezTo>
                  <a:pt x="36038" y="3294"/>
                  <a:pt x="32818" y="0"/>
                  <a:pt x="28860" y="80"/>
                </a:cubicBezTo>
              </a:path>
            </a:pathLst>
          </a:custGeom>
          <a:noFill xmlns:a="http://schemas.openxmlformats.org/drawingml/2006/main"/>
          <a:ln xmlns:a="http://schemas.openxmlformats.org/drawingml/2006/main" w="8245">
            <a:solidFill>
              <a:srgbClr val="009051"/>
            </a:solidFill>
            <a:prstDash val="solid"/>
          </a:ln>
        </p:spPr>
      </p:sp>
      <p:sp>
        <p:nvSpPr>
          <p:cNvPr id="765" name="path-725">
            <a:extLst xmlns:a="http://schemas.openxmlformats.org/drawingml/2006/main">
              <a:ext uri="{FF2B5EF4-FFF2-40B4-BE49-F238E27FC236}">
                <a16:creationId xmlns:a16="http://schemas.microsoft.com/office/drawing/2014/main" id="{76570694-BBBA-4F43-89A0-718F66EE1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1474" y="8288068"/>
            <a:ext cx="36115" cy="14436"/>
          </a:xfrm>
          <a:custGeom xmlns:a="http://schemas.openxmlformats.org/drawingml/2006/main">
            <a:pathLst>
              <a:path w="36115" h="14436">
                <a:moveTo>
                  <a:pt x="28859" y="1"/>
                </a:moveTo>
                <a:lnTo>
                  <a:pt x="7256" y="6"/>
                </a:lnTo>
                <a:cubicBezTo>
                  <a:pt x="3299" y="6"/>
                  <a:pt x="0" y="3233"/>
                  <a:pt x="0" y="7222"/>
                </a:cubicBezTo>
                <a:cubicBezTo>
                  <a:pt x="0" y="11211"/>
                  <a:pt x="3299" y="14436"/>
                  <a:pt x="7256" y="14434"/>
                </a:cubicBezTo>
                <a:lnTo>
                  <a:pt x="28859" y="14430"/>
                </a:lnTo>
                <a:cubicBezTo>
                  <a:pt x="32900" y="14428"/>
                  <a:pt x="36115" y="11203"/>
                  <a:pt x="36115" y="7214"/>
                </a:cubicBezTo>
                <a:cubicBezTo>
                  <a:pt x="36115" y="3224"/>
                  <a:pt x="32900" y="0"/>
                  <a:pt x="28859" y="1"/>
                </a:cubicBezTo>
              </a:path>
            </a:pathLst>
          </a:custGeom>
          <a:solidFill xmlns:a="http://schemas.openxmlformats.org/drawingml/2006/main">
            <a:srgbClr val="00905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6" name="path-726">
            <a:extLst xmlns:a="http://schemas.openxmlformats.org/drawingml/2006/main">
              <a:ext uri="{FF2B5EF4-FFF2-40B4-BE49-F238E27FC236}">
                <a16:creationId xmlns:a16="http://schemas.microsoft.com/office/drawing/2014/main" id="{1A2BF1D3-6221-49A9-889A-49CC34FA2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1472" y="8288087"/>
            <a:ext cx="36117" cy="14430"/>
          </a:xfrm>
          <a:custGeom xmlns:a="http://schemas.openxmlformats.org/drawingml/2006/main">
            <a:pathLst>
              <a:path w="36117" h="14430">
                <a:moveTo>
                  <a:pt x="28860" y="0"/>
                </a:moveTo>
                <a:lnTo>
                  <a:pt x="7258" y="0"/>
                </a:lnTo>
                <a:cubicBezTo>
                  <a:pt x="3299" y="0"/>
                  <a:pt x="0" y="3209"/>
                  <a:pt x="0" y="7167"/>
                </a:cubicBezTo>
                <a:cubicBezTo>
                  <a:pt x="0" y="11210"/>
                  <a:pt x="3299" y="14430"/>
                  <a:pt x="7258" y="14430"/>
                </a:cubicBezTo>
                <a:lnTo>
                  <a:pt x="28860" y="14430"/>
                </a:lnTo>
                <a:cubicBezTo>
                  <a:pt x="32897" y="14430"/>
                  <a:pt x="36117" y="11210"/>
                  <a:pt x="36117" y="7167"/>
                </a:cubicBezTo>
                <a:cubicBezTo>
                  <a:pt x="36117" y="3209"/>
                  <a:pt x="32897" y="0"/>
                  <a:pt x="28860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8245">
            <a:solidFill>
              <a:srgbClr val="009051"/>
            </a:solidFill>
            <a:prstDash val="solid"/>
          </a:ln>
        </p:spPr>
      </p:sp>
      <p:sp>
        <p:nvSpPr>
          <p:cNvPr id="767" name="path-727">
            <a:extLst xmlns:a="http://schemas.openxmlformats.org/drawingml/2006/main">
              <a:ext uri="{FF2B5EF4-FFF2-40B4-BE49-F238E27FC236}">
                <a16:creationId xmlns:a16="http://schemas.microsoft.com/office/drawing/2014/main" id="{BBE3622F-923D-45EE-BE06-65754399A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8497" y="8369026"/>
            <a:ext cx="31085" cy="30443"/>
          </a:xfrm>
          <a:custGeom xmlns:a="http://schemas.openxmlformats.org/drawingml/2006/main">
            <a:pathLst>
              <a:path w="31085" h="30443">
                <a:moveTo>
                  <a:pt x="18057" y="2822"/>
                </a:moveTo>
                <a:lnTo>
                  <a:pt x="2803" y="18127"/>
                </a:lnTo>
                <a:cubicBezTo>
                  <a:pt x="0" y="20949"/>
                  <a:pt x="0" y="25508"/>
                  <a:pt x="2803" y="28330"/>
                </a:cubicBezTo>
                <a:cubicBezTo>
                  <a:pt x="4205" y="29736"/>
                  <a:pt x="6019" y="30443"/>
                  <a:pt x="7915" y="30443"/>
                </a:cubicBezTo>
                <a:cubicBezTo>
                  <a:pt x="9729" y="30441"/>
                  <a:pt x="11543" y="29734"/>
                  <a:pt x="12945" y="28327"/>
                </a:cubicBezTo>
                <a:lnTo>
                  <a:pt x="28281" y="13023"/>
                </a:lnTo>
                <a:cubicBezTo>
                  <a:pt x="31085" y="10202"/>
                  <a:pt x="31085" y="5642"/>
                  <a:pt x="28281" y="2821"/>
                </a:cubicBezTo>
                <a:cubicBezTo>
                  <a:pt x="25478" y="0"/>
                  <a:pt x="20943" y="1"/>
                  <a:pt x="18057" y="2822"/>
                </a:cubicBezTo>
              </a:path>
            </a:pathLst>
          </a:custGeom>
          <a:solidFill xmlns:a="http://schemas.openxmlformats.org/drawingml/2006/main">
            <a:srgbClr val="00905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8" name="path-728">
            <a:extLst xmlns:a="http://schemas.openxmlformats.org/drawingml/2006/main">
              <a:ext uri="{FF2B5EF4-FFF2-40B4-BE49-F238E27FC236}">
                <a16:creationId xmlns:a16="http://schemas.microsoft.com/office/drawing/2014/main" id="{AD163238-B0B8-4216-9810-F3C31ACAB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8493" y="8369056"/>
            <a:ext cx="31086" cy="30421"/>
          </a:xfrm>
          <a:custGeom xmlns:a="http://schemas.openxmlformats.org/drawingml/2006/main">
            <a:pathLst>
              <a:path w="31086" h="30421">
                <a:moveTo>
                  <a:pt x="18059" y="2800"/>
                </a:moveTo>
                <a:lnTo>
                  <a:pt x="2805" y="18138"/>
                </a:lnTo>
                <a:cubicBezTo>
                  <a:pt x="0" y="20944"/>
                  <a:pt x="0" y="25475"/>
                  <a:pt x="2805" y="28281"/>
                </a:cubicBezTo>
                <a:cubicBezTo>
                  <a:pt x="4202" y="29683"/>
                  <a:pt x="6020" y="30421"/>
                  <a:pt x="7916" y="30421"/>
                </a:cubicBezTo>
                <a:cubicBezTo>
                  <a:pt x="9734" y="30421"/>
                  <a:pt x="11545" y="29683"/>
                  <a:pt x="12948" y="28281"/>
                </a:cubicBezTo>
                <a:lnTo>
                  <a:pt x="28286" y="13027"/>
                </a:lnTo>
                <a:cubicBezTo>
                  <a:pt x="31086" y="10137"/>
                  <a:pt x="31086" y="5605"/>
                  <a:pt x="28286" y="2800"/>
                </a:cubicBezTo>
                <a:cubicBezTo>
                  <a:pt x="25481" y="0"/>
                  <a:pt x="20944" y="0"/>
                  <a:pt x="18059" y="2800"/>
                </a:cubicBezTo>
              </a:path>
            </a:pathLst>
          </a:custGeom>
          <a:noFill xmlns:a="http://schemas.openxmlformats.org/drawingml/2006/main"/>
          <a:ln xmlns:a="http://schemas.openxmlformats.org/drawingml/2006/main" w="8245">
            <a:solidFill>
              <a:srgbClr val="009051"/>
            </a:solidFill>
            <a:prstDash val="solid"/>
          </a:ln>
        </p:spPr>
      </p:sp>
      <p:sp>
        <p:nvSpPr>
          <p:cNvPr id="769" name="path-729">
            <a:extLst xmlns:a="http://schemas.openxmlformats.org/drawingml/2006/main">
              <a:ext uri="{FF2B5EF4-FFF2-40B4-BE49-F238E27FC236}">
                <a16:creationId xmlns:a16="http://schemas.microsoft.com/office/drawing/2014/main" id="{6EF7033D-906E-4922-8115-BAEDB1C9C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7009" y="8190441"/>
            <a:ext cx="31085" cy="30443"/>
          </a:xfrm>
          <a:custGeom xmlns:a="http://schemas.openxmlformats.org/drawingml/2006/main">
            <a:pathLst>
              <a:path w="31085" h="30443">
                <a:moveTo>
                  <a:pt x="18057" y="2822"/>
                </a:moveTo>
                <a:lnTo>
                  <a:pt x="2804" y="18127"/>
                </a:lnTo>
                <a:cubicBezTo>
                  <a:pt x="0" y="20948"/>
                  <a:pt x="0" y="25508"/>
                  <a:pt x="2804" y="28329"/>
                </a:cubicBezTo>
                <a:cubicBezTo>
                  <a:pt x="4205" y="29736"/>
                  <a:pt x="6020" y="30443"/>
                  <a:pt x="7916" y="30441"/>
                </a:cubicBezTo>
                <a:cubicBezTo>
                  <a:pt x="9730" y="30441"/>
                  <a:pt x="11626" y="29734"/>
                  <a:pt x="13028" y="28326"/>
                </a:cubicBezTo>
                <a:lnTo>
                  <a:pt x="28282" y="13023"/>
                </a:lnTo>
                <a:cubicBezTo>
                  <a:pt x="31085" y="10201"/>
                  <a:pt x="31085" y="5640"/>
                  <a:pt x="28282" y="2821"/>
                </a:cubicBezTo>
                <a:cubicBezTo>
                  <a:pt x="25479" y="0"/>
                  <a:pt x="20944" y="1"/>
                  <a:pt x="18057" y="2822"/>
                </a:cubicBezTo>
              </a:path>
            </a:pathLst>
          </a:custGeom>
          <a:solidFill xmlns:a="http://schemas.openxmlformats.org/drawingml/2006/main">
            <a:srgbClr val="00905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0" name="path-730">
            <a:extLst xmlns:a="http://schemas.openxmlformats.org/drawingml/2006/main">
              <a:ext uri="{FF2B5EF4-FFF2-40B4-BE49-F238E27FC236}">
                <a16:creationId xmlns:a16="http://schemas.microsoft.com/office/drawing/2014/main" id="{C7E41BA4-BE0D-4707-96AF-185FB3D43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7007" y="8190457"/>
            <a:ext cx="31086" cy="30427"/>
          </a:xfrm>
          <a:custGeom xmlns:a="http://schemas.openxmlformats.org/drawingml/2006/main">
            <a:pathLst>
              <a:path w="31086" h="30427">
                <a:moveTo>
                  <a:pt x="18059" y="2805"/>
                </a:moveTo>
                <a:lnTo>
                  <a:pt x="2800" y="18144"/>
                </a:lnTo>
                <a:cubicBezTo>
                  <a:pt x="0" y="20944"/>
                  <a:pt x="0" y="25481"/>
                  <a:pt x="2800" y="28286"/>
                </a:cubicBezTo>
                <a:cubicBezTo>
                  <a:pt x="4208" y="29683"/>
                  <a:pt x="6020" y="30427"/>
                  <a:pt x="7916" y="30427"/>
                </a:cubicBezTo>
                <a:cubicBezTo>
                  <a:pt x="9728" y="30427"/>
                  <a:pt x="11625" y="29683"/>
                  <a:pt x="13027" y="28286"/>
                </a:cubicBezTo>
                <a:lnTo>
                  <a:pt x="28281" y="13027"/>
                </a:lnTo>
                <a:cubicBezTo>
                  <a:pt x="31086" y="10228"/>
                  <a:pt x="31086" y="5611"/>
                  <a:pt x="28281" y="2805"/>
                </a:cubicBezTo>
                <a:cubicBezTo>
                  <a:pt x="25475" y="0"/>
                  <a:pt x="20944" y="0"/>
                  <a:pt x="18059" y="2805"/>
                </a:cubicBezTo>
              </a:path>
            </a:pathLst>
          </a:custGeom>
          <a:noFill xmlns:a="http://schemas.openxmlformats.org/drawingml/2006/main"/>
          <a:ln xmlns:a="http://schemas.openxmlformats.org/drawingml/2006/main" w="8245">
            <a:solidFill>
              <a:srgbClr val="009051"/>
            </a:solidFill>
            <a:prstDash val="solid"/>
          </a:ln>
        </p:spPr>
      </p:sp>
      <p:sp>
        <p:nvSpPr>
          <p:cNvPr id="771" name="path-731">
            <a:extLst xmlns:a="http://schemas.openxmlformats.org/drawingml/2006/main">
              <a:ext uri="{FF2B5EF4-FFF2-40B4-BE49-F238E27FC236}">
                <a16:creationId xmlns:a16="http://schemas.microsoft.com/office/drawing/2014/main" id="{AA003CE5-0DBC-4526-B5B3-4793A2FF5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011" y="6939804"/>
            <a:ext cx="7837305" cy="2038249"/>
          </a:xfrm>
          <a:custGeom xmlns:a="http://schemas.openxmlformats.org/drawingml/2006/main">
            <a:pathLst>
              <a:path w="7837305" h="2038249">
                <a:moveTo>
                  <a:pt x="0" y="0"/>
                </a:moveTo>
                <a:lnTo>
                  <a:pt x="0" y="2038249"/>
                </a:lnTo>
                <a:lnTo>
                  <a:pt x="7837305" y="2038249"/>
                </a:lnTo>
                <a:lnTo>
                  <a:pt x="7837305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32981">
            <a:solidFill>
              <a:srgbClr val="EEEFF3"/>
            </a:solidFill>
            <a:prstDash val="solid"/>
          </a:ln>
        </p:spPr>
      </p:sp>
      <p:sp>
        <p:nvSpPr>
          <p:cNvPr id="772" name="path-732">
            <a:extLst xmlns:a="http://schemas.openxmlformats.org/drawingml/2006/main">
              <a:ext uri="{FF2B5EF4-FFF2-40B4-BE49-F238E27FC236}">
                <a16:creationId xmlns:a16="http://schemas.microsoft.com/office/drawing/2014/main" id="{F364585F-8452-449A-8402-E52CDC86A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021" y="6939767"/>
            <a:ext cx="7837297" cy="305419"/>
          </a:xfrm>
          <a:custGeom xmlns:a="http://schemas.openxmlformats.org/drawingml/2006/main">
            <a:pathLst>
              <a:path w="7837297" h="305419">
                <a:moveTo>
                  <a:pt x="0" y="0"/>
                </a:moveTo>
                <a:lnTo>
                  <a:pt x="7837297" y="0"/>
                </a:lnTo>
                <a:lnTo>
                  <a:pt x="7837297" y="305419"/>
                </a:lnTo>
                <a:lnTo>
                  <a:pt x="0" y="305419"/>
                </a:lnTo>
                <a:close/>
              </a:path>
            </a:pathLst>
          </a:custGeom>
          <a:solidFill xmlns:a="http://schemas.openxmlformats.org/drawingml/2006/main">
            <a:srgbClr val="EEEF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3" name="path-733">
            <a:extLst xmlns:a="http://schemas.openxmlformats.org/drawingml/2006/main">
              <a:ext uri="{FF2B5EF4-FFF2-40B4-BE49-F238E27FC236}">
                <a16:creationId xmlns:a16="http://schemas.microsoft.com/office/drawing/2014/main" id="{A070E6E7-EC1B-4555-B92A-5CF4A6665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011" y="6939804"/>
            <a:ext cx="7837305" cy="305407"/>
          </a:xfrm>
          <a:custGeom xmlns:a="http://schemas.openxmlformats.org/drawingml/2006/main">
            <a:pathLst>
              <a:path w="7837305" h="305407">
                <a:moveTo>
                  <a:pt x="0" y="0"/>
                </a:moveTo>
                <a:lnTo>
                  <a:pt x="0" y="305407"/>
                </a:lnTo>
                <a:lnTo>
                  <a:pt x="7837305" y="305407"/>
                </a:lnTo>
                <a:lnTo>
                  <a:pt x="7837305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6491">
            <a:solidFill>
              <a:srgbClr val="EEEFF3"/>
            </a:solidFill>
            <a:prstDash val="solid"/>
          </a:ln>
        </p:spPr>
      </p:sp>
      <p:sp>
        <p:nvSpPr>
          <p:cNvPr id="774" name="text-734 Specific">
            <a:extLst xmlns:a="http://schemas.openxmlformats.org/drawingml/2006/main">
              <a:ext uri="{FF2B5EF4-FFF2-40B4-BE49-F238E27FC236}">
                <a16:creationId xmlns:a16="http://schemas.microsoft.com/office/drawing/2014/main" id="{FADA423D-53AB-4C17-AC0E-1FBE61871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03962" y="6982580"/>
            <a:ext cx="662103" cy="2308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99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99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99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Specific</a:t>
            </a:r>
          </a:p>
        </p:txBody>
      </p:sp>
      <p:sp>
        <p:nvSpPr>
          <p:cNvPr id="775" name="text-734 Formulation">
            <a:extLst xmlns:a="http://schemas.openxmlformats.org/drawingml/2006/main">
              <a:ext uri="{FF2B5EF4-FFF2-40B4-BE49-F238E27FC236}">
                <a16:creationId xmlns:a16="http://schemas.microsoft.com/office/drawing/2014/main" id="{4EE132FC-9733-409A-9043-B396F4C88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82201" y="6982589"/>
            <a:ext cx="982405" cy="2308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99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99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99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Formulation</a:t>
            </a:r>
          </a:p>
        </p:txBody>
      </p:sp>
      <p:sp>
        <p:nvSpPr>
          <p:cNvPr id="776" name="text-735 of">
            <a:extLst xmlns:a="http://schemas.openxmlformats.org/drawingml/2006/main">
              <a:ext uri="{FF2B5EF4-FFF2-40B4-BE49-F238E27FC236}">
                <a16:creationId xmlns:a16="http://schemas.microsoft.com/office/drawing/2014/main" id="{2FBFDFE4-E6BD-474C-A1FE-345DA6908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80737" y="6982594"/>
            <a:ext cx="167224" cy="2308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9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9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98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of</a:t>
            </a:r>
          </a:p>
        </p:txBody>
      </p:sp>
      <p:sp>
        <p:nvSpPr>
          <p:cNvPr id="777" name="text-735 the">
            <a:extLst xmlns:a="http://schemas.openxmlformats.org/drawingml/2006/main">
              <a:ext uri="{FF2B5EF4-FFF2-40B4-BE49-F238E27FC236}">
                <a16:creationId xmlns:a16="http://schemas.microsoft.com/office/drawing/2014/main" id="{23D08DE8-C064-42D9-BECD-B2FA3CEAC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64214" y="6982562"/>
            <a:ext cx="259001" cy="2309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9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9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99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the</a:t>
            </a:r>
          </a:p>
        </p:txBody>
      </p:sp>
      <p:sp>
        <p:nvSpPr>
          <p:cNvPr id="778" name="text-736 Decision-making">
            <a:extLst xmlns:a="http://schemas.openxmlformats.org/drawingml/2006/main">
              <a:ext uri="{FF2B5EF4-FFF2-40B4-BE49-F238E27FC236}">
                <a16:creationId xmlns:a16="http://schemas.microsoft.com/office/drawing/2014/main" id="{E8F1FF66-CA15-4B2C-8C92-76EDE06A6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39149" y="6982580"/>
            <a:ext cx="1349292" cy="2308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99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99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99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Decision-making</a:t>
            </a:r>
          </a:p>
        </p:txBody>
      </p:sp>
      <p:sp>
        <p:nvSpPr>
          <p:cNvPr id="779" name="text-737 Neural">
            <a:extLst xmlns:a="http://schemas.openxmlformats.org/drawingml/2006/main">
              <a:ext uri="{FF2B5EF4-FFF2-40B4-BE49-F238E27FC236}">
                <a16:creationId xmlns:a16="http://schemas.microsoft.com/office/drawing/2014/main" id="{242C52B4-7CE0-4F42-AA23-DB47F7E7C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04531" y="6982580"/>
            <a:ext cx="515501" cy="2308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9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9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99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Neural</a:t>
            </a:r>
          </a:p>
        </p:txBody>
      </p:sp>
      <p:sp>
        <p:nvSpPr>
          <p:cNvPr id="780" name="text-737 Networks">
            <a:extLst xmlns:a="http://schemas.openxmlformats.org/drawingml/2006/main">
              <a:ext uri="{FF2B5EF4-FFF2-40B4-BE49-F238E27FC236}">
                <a16:creationId xmlns:a16="http://schemas.microsoft.com/office/drawing/2014/main" id="{27A1C3ED-5C36-4D8F-98C1-8B2A7DC72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36160" y="6982584"/>
            <a:ext cx="716956" cy="2308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9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9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99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Networks</a:t>
            </a:r>
          </a:p>
        </p:txBody>
      </p:sp>
      <p:sp>
        <p:nvSpPr>
          <p:cNvPr id="781" name="path-738">
            <a:extLst xmlns:a="http://schemas.openxmlformats.org/drawingml/2006/main">
              <a:ext uri="{FF2B5EF4-FFF2-40B4-BE49-F238E27FC236}">
                <a16:creationId xmlns:a16="http://schemas.microsoft.com/office/drawing/2014/main" id="{0F1337D7-932C-433D-833A-9DE6CFA26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8081" y="7326329"/>
            <a:ext cx="6018715" cy="1554253"/>
          </a:xfrm>
          <a:custGeom xmlns:a="http://schemas.openxmlformats.org/drawingml/2006/main">
            <a:pathLst>
              <a:path w="6018715" h="1554253">
                <a:moveTo>
                  <a:pt x="41227" y="0"/>
                </a:moveTo>
                <a:lnTo>
                  <a:pt x="5977489" y="0"/>
                </a:lnTo>
                <a:cubicBezTo>
                  <a:pt x="6000254" y="0"/>
                  <a:pt x="6018715" y="18462"/>
                  <a:pt x="6018715" y="41227"/>
                </a:cubicBezTo>
                <a:lnTo>
                  <a:pt x="6018715" y="1513026"/>
                </a:lnTo>
                <a:cubicBezTo>
                  <a:pt x="6018715" y="1535795"/>
                  <a:pt x="6000254" y="1554253"/>
                  <a:pt x="5977489" y="1554253"/>
                </a:cubicBezTo>
                <a:lnTo>
                  <a:pt x="41227" y="1554253"/>
                </a:lnTo>
                <a:cubicBezTo>
                  <a:pt x="18453" y="1554253"/>
                  <a:pt x="0" y="1535795"/>
                  <a:pt x="0" y="1513026"/>
                </a:cubicBezTo>
                <a:lnTo>
                  <a:pt x="0" y="41227"/>
                </a:lnTo>
                <a:cubicBezTo>
                  <a:pt x="0" y="18462"/>
                  <a:pt x="18453" y="0"/>
                  <a:pt x="41227" y="0"/>
                </a:cubicBezTo>
              </a:path>
            </a:pathLst>
          </a:custGeom>
          <a:solidFill xmlns:a="http://schemas.openxmlformats.org/drawingml/2006/main">
            <a:srgbClr val="FFF8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2" name="path-739">
            <a:extLst xmlns:a="http://schemas.openxmlformats.org/drawingml/2006/main">
              <a:ext uri="{FF2B5EF4-FFF2-40B4-BE49-F238E27FC236}">
                <a16:creationId xmlns:a16="http://schemas.microsoft.com/office/drawing/2014/main" id="{679B32AE-1A6A-42F5-8D43-AAE6DB15A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8088" y="7326345"/>
            <a:ext cx="6018707" cy="1554254"/>
          </a:xfrm>
          <a:custGeom xmlns:a="http://schemas.openxmlformats.org/drawingml/2006/main">
            <a:pathLst>
              <a:path w="6018707" h="1554254">
                <a:moveTo>
                  <a:pt x="41223" y="0"/>
                </a:moveTo>
                <a:lnTo>
                  <a:pt x="5977479" y="0"/>
                </a:lnTo>
                <a:cubicBezTo>
                  <a:pt x="6000234" y="0"/>
                  <a:pt x="6018707" y="18468"/>
                  <a:pt x="6018707" y="41228"/>
                </a:cubicBezTo>
                <a:lnTo>
                  <a:pt x="6018707" y="1513026"/>
                </a:lnTo>
                <a:cubicBezTo>
                  <a:pt x="6018707" y="1535781"/>
                  <a:pt x="6000234" y="1554254"/>
                  <a:pt x="5977479" y="1554254"/>
                </a:cubicBezTo>
                <a:lnTo>
                  <a:pt x="41223" y="1554254"/>
                </a:lnTo>
                <a:cubicBezTo>
                  <a:pt x="18468" y="1554254"/>
                  <a:pt x="0" y="1535781"/>
                  <a:pt x="0" y="1513026"/>
                </a:cubicBezTo>
                <a:lnTo>
                  <a:pt x="0" y="41228"/>
                </a:lnTo>
                <a:cubicBezTo>
                  <a:pt x="0" y="18468"/>
                  <a:pt x="18468" y="0"/>
                  <a:pt x="41223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8245">
            <a:solidFill>
              <a:srgbClr val="F9F4EA"/>
            </a:solidFill>
            <a:prstDash val="solid"/>
          </a:ln>
        </p:spPr>
      </p:sp>
      <p:sp>
        <p:nvSpPr>
          <p:cNvPr id="783" name="path-740">
            <a:extLst xmlns:a="http://schemas.openxmlformats.org/drawingml/2006/main">
              <a:ext uri="{FF2B5EF4-FFF2-40B4-BE49-F238E27FC236}">
                <a16:creationId xmlns:a16="http://schemas.microsoft.com/office/drawing/2014/main" id="{61576A44-FCA7-4593-84FD-6B8A33761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8404" y="7471694"/>
            <a:ext cx="505458" cy="494724"/>
          </a:xfrm>
          <a:custGeom xmlns:a="http://schemas.openxmlformats.org/drawingml/2006/main">
            <a:pathLst>
              <a:path w="505458" h="494724">
                <a:moveTo>
                  <a:pt x="242142" y="263324"/>
                </a:moveTo>
                <a:cubicBezTo>
                  <a:pt x="244764" y="221669"/>
                  <a:pt x="231093" y="191870"/>
                  <a:pt x="203817" y="172156"/>
                </a:cubicBezTo>
                <a:cubicBezTo>
                  <a:pt x="179510" y="154602"/>
                  <a:pt x="144566" y="145375"/>
                  <a:pt x="104683" y="144418"/>
                </a:cubicBezTo>
                <a:cubicBezTo>
                  <a:pt x="98474" y="160604"/>
                  <a:pt x="82849" y="172048"/>
                  <a:pt x="64487" y="172048"/>
                </a:cubicBezTo>
                <a:cubicBezTo>
                  <a:pt x="40740" y="172048"/>
                  <a:pt x="21479" y="152787"/>
                  <a:pt x="21479" y="129041"/>
                </a:cubicBezTo>
                <a:cubicBezTo>
                  <a:pt x="21479" y="105285"/>
                  <a:pt x="40740" y="86024"/>
                  <a:pt x="64487" y="86024"/>
                </a:cubicBezTo>
                <a:cubicBezTo>
                  <a:pt x="86172" y="86024"/>
                  <a:pt x="104123" y="102111"/>
                  <a:pt x="107099" y="122989"/>
                </a:cubicBezTo>
                <a:cubicBezTo>
                  <a:pt x="150214" y="124300"/>
                  <a:pt x="188489" y="134581"/>
                  <a:pt x="216425" y="154758"/>
                </a:cubicBezTo>
                <a:cubicBezTo>
                  <a:pt x="240122" y="171851"/>
                  <a:pt x="255450" y="195400"/>
                  <a:pt x="261304" y="225001"/>
                </a:cubicBezTo>
                <a:cubicBezTo>
                  <a:pt x="261857" y="223689"/>
                  <a:pt x="262359" y="222378"/>
                  <a:pt x="262912" y="221018"/>
                </a:cubicBezTo>
                <a:cubicBezTo>
                  <a:pt x="275370" y="191162"/>
                  <a:pt x="279353" y="164281"/>
                  <a:pt x="274060" y="141343"/>
                </a:cubicBezTo>
                <a:cubicBezTo>
                  <a:pt x="268510" y="117134"/>
                  <a:pt x="252581" y="96916"/>
                  <a:pt x="224645" y="80929"/>
                </a:cubicBezTo>
                <a:cubicBezTo>
                  <a:pt x="218593" y="84162"/>
                  <a:pt x="211683" y="86024"/>
                  <a:pt x="204321" y="86024"/>
                </a:cubicBezTo>
                <a:cubicBezTo>
                  <a:pt x="180574" y="86024"/>
                  <a:pt x="161304" y="66763"/>
                  <a:pt x="161304" y="43017"/>
                </a:cubicBezTo>
                <a:cubicBezTo>
                  <a:pt x="161304" y="19263"/>
                  <a:pt x="180574" y="0"/>
                  <a:pt x="204321" y="0"/>
                </a:cubicBezTo>
                <a:cubicBezTo>
                  <a:pt x="228067" y="0"/>
                  <a:pt x="247336" y="19213"/>
                  <a:pt x="247336" y="43017"/>
                </a:cubicBezTo>
                <a:cubicBezTo>
                  <a:pt x="247336" y="51337"/>
                  <a:pt x="244962" y="59046"/>
                  <a:pt x="240929" y="65650"/>
                </a:cubicBezTo>
                <a:cubicBezTo>
                  <a:pt x="270531" y="84112"/>
                  <a:pt x="288481" y="108065"/>
                  <a:pt x="295036" y="136553"/>
                </a:cubicBezTo>
                <a:cubicBezTo>
                  <a:pt x="301443" y="164439"/>
                  <a:pt x="296800" y="195647"/>
                  <a:pt x="282783" y="229338"/>
                </a:cubicBezTo>
                <a:cubicBezTo>
                  <a:pt x="270077" y="259846"/>
                  <a:pt x="264330" y="283287"/>
                  <a:pt x="266894" y="295844"/>
                </a:cubicBezTo>
                <a:cubicBezTo>
                  <a:pt x="267908" y="300685"/>
                  <a:pt x="269772" y="302803"/>
                  <a:pt x="273606" y="303661"/>
                </a:cubicBezTo>
                <a:cubicBezTo>
                  <a:pt x="279906" y="305071"/>
                  <a:pt x="290550" y="303158"/>
                  <a:pt x="305425" y="297056"/>
                </a:cubicBezTo>
                <a:cubicBezTo>
                  <a:pt x="325189" y="288984"/>
                  <a:pt x="346973" y="258781"/>
                  <a:pt x="358921" y="219954"/>
                </a:cubicBezTo>
                <a:cubicBezTo>
                  <a:pt x="372089" y="177144"/>
                  <a:pt x="372031" y="129899"/>
                  <a:pt x="356505" y="85975"/>
                </a:cubicBezTo>
                <a:cubicBezTo>
                  <a:pt x="356002" y="85975"/>
                  <a:pt x="355441" y="86024"/>
                  <a:pt x="354939" y="86024"/>
                </a:cubicBezTo>
                <a:cubicBezTo>
                  <a:pt x="331192" y="86024"/>
                  <a:pt x="311931" y="66763"/>
                  <a:pt x="311931" y="43017"/>
                </a:cubicBezTo>
                <a:cubicBezTo>
                  <a:pt x="311931" y="19263"/>
                  <a:pt x="331192" y="0"/>
                  <a:pt x="354939" y="0"/>
                </a:cubicBezTo>
                <a:cubicBezTo>
                  <a:pt x="378693" y="0"/>
                  <a:pt x="397955" y="19263"/>
                  <a:pt x="397955" y="43017"/>
                </a:cubicBezTo>
                <a:cubicBezTo>
                  <a:pt x="397955" y="58642"/>
                  <a:pt x="389635" y="72362"/>
                  <a:pt x="377127" y="79874"/>
                </a:cubicBezTo>
                <a:cubicBezTo>
                  <a:pt x="390789" y="119155"/>
                  <a:pt x="393263" y="160702"/>
                  <a:pt x="385900" y="200091"/>
                </a:cubicBezTo>
                <a:cubicBezTo>
                  <a:pt x="403100" y="200034"/>
                  <a:pt x="410661" y="199077"/>
                  <a:pt x="419483" y="195194"/>
                </a:cubicBezTo>
                <a:cubicBezTo>
                  <a:pt x="419483" y="194690"/>
                  <a:pt x="419434" y="194138"/>
                  <a:pt x="419434" y="193635"/>
                </a:cubicBezTo>
                <a:cubicBezTo>
                  <a:pt x="419434" y="169881"/>
                  <a:pt x="438695" y="150619"/>
                  <a:pt x="462450" y="150619"/>
                </a:cubicBezTo>
                <a:cubicBezTo>
                  <a:pt x="486196" y="150619"/>
                  <a:pt x="505458" y="169881"/>
                  <a:pt x="505458" y="193635"/>
                </a:cubicBezTo>
                <a:cubicBezTo>
                  <a:pt x="505458" y="217381"/>
                  <a:pt x="486196" y="236642"/>
                  <a:pt x="462450" y="236642"/>
                </a:cubicBezTo>
                <a:cubicBezTo>
                  <a:pt x="446817" y="236642"/>
                  <a:pt x="433146" y="228323"/>
                  <a:pt x="425634" y="215872"/>
                </a:cubicBezTo>
                <a:cubicBezTo>
                  <a:pt x="420489" y="217933"/>
                  <a:pt x="415451" y="219303"/>
                  <a:pt x="410059" y="220161"/>
                </a:cubicBezTo>
                <a:cubicBezTo>
                  <a:pt x="403149" y="221265"/>
                  <a:pt x="396388" y="221571"/>
                  <a:pt x="383682" y="221571"/>
                </a:cubicBezTo>
                <a:cubicBezTo>
                  <a:pt x="382725" y="221571"/>
                  <a:pt x="381818" y="221471"/>
                  <a:pt x="380961" y="221216"/>
                </a:cubicBezTo>
                <a:cubicBezTo>
                  <a:pt x="380507" y="222931"/>
                  <a:pt x="380004" y="224596"/>
                  <a:pt x="379444" y="226261"/>
                </a:cubicBezTo>
                <a:cubicBezTo>
                  <a:pt x="365831" y="270680"/>
                  <a:pt x="340270" y="305978"/>
                  <a:pt x="313538" y="316920"/>
                </a:cubicBezTo>
                <a:cubicBezTo>
                  <a:pt x="303611" y="321010"/>
                  <a:pt x="294780" y="323632"/>
                  <a:pt x="286963" y="324843"/>
                </a:cubicBezTo>
                <a:cubicBezTo>
                  <a:pt x="290699" y="327408"/>
                  <a:pt x="294780" y="329576"/>
                  <a:pt x="299373" y="331447"/>
                </a:cubicBezTo>
                <a:cubicBezTo>
                  <a:pt x="321965" y="340724"/>
                  <a:pt x="356703" y="342341"/>
                  <a:pt x="409753" y="334821"/>
                </a:cubicBezTo>
                <a:cubicBezTo>
                  <a:pt x="414041" y="315559"/>
                  <a:pt x="431233" y="301138"/>
                  <a:pt x="451755" y="301138"/>
                </a:cubicBezTo>
                <a:cubicBezTo>
                  <a:pt x="475510" y="301138"/>
                  <a:pt x="494771" y="320399"/>
                  <a:pt x="494771" y="344154"/>
                </a:cubicBezTo>
                <a:cubicBezTo>
                  <a:pt x="494771" y="367901"/>
                  <a:pt x="475510" y="387162"/>
                  <a:pt x="451755" y="387162"/>
                </a:cubicBezTo>
                <a:cubicBezTo>
                  <a:pt x="432239" y="387162"/>
                  <a:pt x="415806" y="374209"/>
                  <a:pt x="410512" y="356407"/>
                </a:cubicBezTo>
                <a:cubicBezTo>
                  <a:pt x="355243" y="364017"/>
                  <a:pt x="317628" y="362105"/>
                  <a:pt x="291202" y="351312"/>
                </a:cubicBezTo>
                <a:cubicBezTo>
                  <a:pt x="278751" y="346224"/>
                  <a:pt x="268766" y="339158"/>
                  <a:pt x="260142" y="329832"/>
                </a:cubicBezTo>
                <a:cubicBezTo>
                  <a:pt x="261601" y="351360"/>
                  <a:pt x="266490" y="369112"/>
                  <a:pt x="274464" y="383081"/>
                </a:cubicBezTo>
                <a:cubicBezTo>
                  <a:pt x="285760" y="402844"/>
                  <a:pt x="303306" y="414999"/>
                  <a:pt x="326146" y="419739"/>
                </a:cubicBezTo>
                <a:cubicBezTo>
                  <a:pt x="333764" y="412879"/>
                  <a:pt x="343849" y="408699"/>
                  <a:pt x="354939" y="408699"/>
                </a:cubicBezTo>
                <a:cubicBezTo>
                  <a:pt x="378693" y="408699"/>
                  <a:pt x="397955" y="427960"/>
                  <a:pt x="397955" y="451706"/>
                </a:cubicBezTo>
                <a:cubicBezTo>
                  <a:pt x="397955" y="475462"/>
                  <a:pt x="378693" y="494724"/>
                  <a:pt x="354939" y="494724"/>
                </a:cubicBezTo>
                <a:cubicBezTo>
                  <a:pt x="331192" y="494724"/>
                  <a:pt x="311873" y="475560"/>
                  <a:pt x="311873" y="451756"/>
                </a:cubicBezTo>
                <a:cubicBezTo>
                  <a:pt x="311873" y="447271"/>
                  <a:pt x="312582" y="442934"/>
                  <a:pt x="313843" y="438902"/>
                </a:cubicBezTo>
                <a:cubicBezTo>
                  <a:pt x="288885" y="431843"/>
                  <a:pt x="268914" y="416763"/>
                  <a:pt x="255804" y="393824"/>
                </a:cubicBezTo>
                <a:cubicBezTo>
                  <a:pt x="242142" y="369921"/>
                  <a:pt x="236288" y="338151"/>
                  <a:pt x="238712" y="298672"/>
                </a:cubicBezTo>
                <a:cubicBezTo>
                  <a:pt x="237244" y="296149"/>
                  <a:pt x="235182" y="292572"/>
                  <a:pt x="234325" y="291153"/>
                </a:cubicBezTo>
                <a:cubicBezTo>
                  <a:pt x="232058" y="287327"/>
                  <a:pt x="230136" y="284144"/>
                  <a:pt x="228174" y="281167"/>
                </a:cubicBezTo>
                <a:cubicBezTo>
                  <a:pt x="217529" y="264735"/>
                  <a:pt x="205986" y="252631"/>
                  <a:pt x="189446" y="242645"/>
                </a:cubicBezTo>
                <a:cubicBezTo>
                  <a:pt x="180170" y="247790"/>
                  <a:pt x="170135" y="258476"/>
                  <a:pt x="162615" y="272098"/>
                </a:cubicBezTo>
                <a:cubicBezTo>
                  <a:pt x="153389" y="288787"/>
                  <a:pt x="148697" y="308048"/>
                  <a:pt x="150115" y="326856"/>
                </a:cubicBezTo>
                <a:cubicBezTo>
                  <a:pt x="151269" y="342341"/>
                  <a:pt x="155813" y="360084"/>
                  <a:pt x="162722" y="377334"/>
                </a:cubicBezTo>
                <a:cubicBezTo>
                  <a:pt x="167917" y="390237"/>
                  <a:pt x="174167" y="402095"/>
                  <a:pt x="180219" y="410817"/>
                </a:cubicBezTo>
                <a:cubicBezTo>
                  <a:pt x="184400" y="409449"/>
                  <a:pt x="188893" y="408699"/>
                  <a:pt x="193577" y="408699"/>
                </a:cubicBezTo>
                <a:cubicBezTo>
                  <a:pt x="217331" y="408699"/>
                  <a:pt x="236593" y="427960"/>
                  <a:pt x="236593" y="451706"/>
                </a:cubicBezTo>
                <a:cubicBezTo>
                  <a:pt x="236593" y="475462"/>
                  <a:pt x="217331" y="494724"/>
                  <a:pt x="193577" y="494724"/>
                </a:cubicBezTo>
                <a:cubicBezTo>
                  <a:pt x="169830" y="494724"/>
                  <a:pt x="150519" y="475560"/>
                  <a:pt x="150519" y="451756"/>
                </a:cubicBezTo>
                <a:cubicBezTo>
                  <a:pt x="150519" y="440411"/>
                  <a:pt x="154906" y="430128"/>
                  <a:pt x="162063" y="422460"/>
                </a:cubicBezTo>
                <a:cubicBezTo>
                  <a:pt x="145424" y="398260"/>
                  <a:pt x="131002" y="359788"/>
                  <a:pt x="128686" y="328472"/>
                </a:cubicBezTo>
                <a:cubicBezTo>
                  <a:pt x="126970" y="305277"/>
                  <a:pt x="132619" y="281927"/>
                  <a:pt x="143807" y="261659"/>
                </a:cubicBezTo>
                <a:cubicBezTo>
                  <a:pt x="150264" y="250058"/>
                  <a:pt x="158278" y="239974"/>
                  <a:pt x="166952" y="232413"/>
                </a:cubicBezTo>
                <a:cubicBezTo>
                  <a:pt x="142901" y="225701"/>
                  <a:pt x="115172" y="230590"/>
                  <a:pt x="92628" y="246479"/>
                </a:cubicBezTo>
                <a:cubicBezTo>
                  <a:pt x="64339" y="266401"/>
                  <a:pt x="47650" y="300536"/>
                  <a:pt x="48153" y="344509"/>
                </a:cubicBezTo>
                <a:cubicBezTo>
                  <a:pt x="69484" y="347073"/>
                  <a:pt x="86024" y="365229"/>
                  <a:pt x="86024" y="387212"/>
                </a:cubicBezTo>
                <a:cubicBezTo>
                  <a:pt x="86024" y="410967"/>
                  <a:pt x="66763" y="430228"/>
                  <a:pt x="43008" y="430228"/>
                </a:cubicBezTo>
                <a:cubicBezTo>
                  <a:pt x="19261" y="430228"/>
                  <a:pt x="0" y="410967"/>
                  <a:pt x="0" y="387212"/>
                </a:cubicBezTo>
                <a:cubicBezTo>
                  <a:pt x="0" y="369212"/>
                  <a:pt x="11041" y="353785"/>
                  <a:pt x="26723" y="347378"/>
                </a:cubicBezTo>
                <a:cubicBezTo>
                  <a:pt x="25462" y="295242"/>
                  <a:pt x="45481" y="253439"/>
                  <a:pt x="80277" y="228884"/>
                </a:cubicBezTo>
                <a:cubicBezTo>
                  <a:pt x="113704" y="205335"/>
                  <a:pt x="156720" y="201294"/>
                  <a:pt x="190658" y="218643"/>
                </a:cubicBezTo>
                <a:cubicBezTo>
                  <a:pt x="213143" y="230195"/>
                  <a:pt x="228727" y="244312"/>
                  <a:pt x="242142" y="263324"/>
                </a:cubicBezTo>
                <a:moveTo>
                  <a:pt x="354889" y="473293"/>
                </a:moveTo>
                <a:cubicBezTo>
                  <a:pt x="366787" y="473293"/>
                  <a:pt x="376418" y="463662"/>
                  <a:pt x="376418" y="451756"/>
                </a:cubicBezTo>
                <a:cubicBezTo>
                  <a:pt x="376418" y="439858"/>
                  <a:pt x="366787" y="430228"/>
                  <a:pt x="354889" y="430228"/>
                </a:cubicBezTo>
                <a:cubicBezTo>
                  <a:pt x="342991" y="430228"/>
                  <a:pt x="333360" y="439858"/>
                  <a:pt x="333360" y="451756"/>
                </a:cubicBezTo>
                <a:cubicBezTo>
                  <a:pt x="333360" y="463662"/>
                  <a:pt x="343040" y="473293"/>
                  <a:pt x="354889" y="473293"/>
                </a:cubicBezTo>
                <a:moveTo>
                  <a:pt x="193527" y="473293"/>
                </a:moveTo>
                <a:cubicBezTo>
                  <a:pt x="205425" y="473293"/>
                  <a:pt x="215064" y="463662"/>
                  <a:pt x="215064" y="451756"/>
                </a:cubicBezTo>
                <a:cubicBezTo>
                  <a:pt x="215064" y="439858"/>
                  <a:pt x="205425" y="430228"/>
                  <a:pt x="193527" y="430228"/>
                </a:cubicBezTo>
                <a:cubicBezTo>
                  <a:pt x="181629" y="430228"/>
                  <a:pt x="171998" y="439858"/>
                  <a:pt x="171998" y="451756"/>
                </a:cubicBezTo>
                <a:cubicBezTo>
                  <a:pt x="171998" y="463662"/>
                  <a:pt x="181679" y="473293"/>
                  <a:pt x="193527" y="473293"/>
                </a:cubicBezTo>
                <a:moveTo>
                  <a:pt x="451706" y="365732"/>
                </a:moveTo>
                <a:cubicBezTo>
                  <a:pt x="463604" y="365732"/>
                  <a:pt x="473235" y="356102"/>
                  <a:pt x="473235" y="344203"/>
                </a:cubicBezTo>
                <a:cubicBezTo>
                  <a:pt x="473235" y="332305"/>
                  <a:pt x="463604" y="322675"/>
                  <a:pt x="451706" y="322675"/>
                </a:cubicBezTo>
                <a:cubicBezTo>
                  <a:pt x="439808" y="322675"/>
                  <a:pt x="430178" y="332305"/>
                  <a:pt x="430178" y="344203"/>
                </a:cubicBezTo>
                <a:cubicBezTo>
                  <a:pt x="430178" y="356102"/>
                  <a:pt x="439858" y="365732"/>
                  <a:pt x="451706" y="365732"/>
                </a:cubicBezTo>
                <a:moveTo>
                  <a:pt x="462499" y="215114"/>
                </a:moveTo>
                <a:cubicBezTo>
                  <a:pt x="474397" y="215114"/>
                  <a:pt x="484028" y="205484"/>
                  <a:pt x="484028" y="193585"/>
                </a:cubicBezTo>
                <a:cubicBezTo>
                  <a:pt x="484028" y="181680"/>
                  <a:pt x="474397" y="172048"/>
                  <a:pt x="462499" y="172048"/>
                </a:cubicBezTo>
                <a:cubicBezTo>
                  <a:pt x="450593" y="172048"/>
                  <a:pt x="440962" y="181728"/>
                  <a:pt x="440962" y="193585"/>
                </a:cubicBezTo>
                <a:cubicBezTo>
                  <a:pt x="440962" y="205434"/>
                  <a:pt x="450593" y="215114"/>
                  <a:pt x="462499" y="215114"/>
                </a:cubicBezTo>
                <a:moveTo>
                  <a:pt x="64438" y="150570"/>
                </a:moveTo>
                <a:cubicBezTo>
                  <a:pt x="76344" y="150570"/>
                  <a:pt x="85975" y="140938"/>
                  <a:pt x="85975" y="129041"/>
                </a:cubicBezTo>
                <a:cubicBezTo>
                  <a:pt x="85975" y="117134"/>
                  <a:pt x="76344" y="107504"/>
                  <a:pt x="64438" y="107504"/>
                </a:cubicBezTo>
                <a:cubicBezTo>
                  <a:pt x="52539" y="107504"/>
                  <a:pt x="42909" y="117134"/>
                  <a:pt x="42909" y="129041"/>
                </a:cubicBezTo>
                <a:cubicBezTo>
                  <a:pt x="42909" y="140938"/>
                  <a:pt x="52589" y="150570"/>
                  <a:pt x="64438" y="150570"/>
                </a:cubicBezTo>
                <a:moveTo>
                  <a:pt x="354889" y="64496"/>
                </a:moveTo>
                <a:cubicBezTo>
                  <a:pt x="366787" y="64496"/>
                  <a:pt x="376418" y="54866"/>
                  <a:pt x="376418" y="42959"/>
                </a:cubicBezTo>
                <a:cubicBezTo>
                  <a:pt x="376418" y="31060"/>
                  <a:pt x="366787" y="21480"/>
                  <a:pt x="354889" y="21480"/>
                </a:cubicBezTo>
                <a:cubicBezTo>
                  <a:pt x="342991" y="21480"/>
                  <a:pt x="333360" y="31110"/>
                  <a:pt x="333360" y="43017"/>
                </a:cubicBezTo>
                <a:cubicBezTo>
                  <a:pt x="333360" y="54914"/>
                  <a:pt x="343040" y="64496"/>
                  <a:pt x="354889" y="64496"/>
                </a:cubicBezTo>
                <a:moveTo>
                  <a:pt x="204321" y="64496"/>
                </a:moveTo>
                <a:cubicBezTo>
                  <a:pt x="216218" y="64496"/>
                  <a:pt x="225849" y="54866"/>
                  <a:pt x="225849" y="42959"/>
                </a:cubicBezTo>
                <a:cubicBezTo>
                  <a:pt x="225849" y="31060"/>
                  <a:pt x="216169" y="21480"/>
                  <a:pt x="204321" y="21480"/>
                </a:cubicBezTo>
                <a:cubicBezTo>
                  <a:pt x="192472" y="21480"/>
                  <a:pt x="182791" y="31110"/>
                  <a:pt x="182791" y="43017"/>
                </a:cubicBezTo>
                <a:cubicBezTo>
                  <a:pt x="182791" y="54914"/>
                  <a:pt x="192422" y="64496"/>
                  <a:pt x="204321" y="64496"/>
                </a:cubicBezTo>
                <a:moveTo>
                  <a:pt x="42959" y="408749"/>
                </a:moveTo>
                <a:cubicBezTo>
                  <a:pt x="54856" y="408749"/>
                  <a:pt x="64487" y="399118"/>
                  <a:pt x="64487" y="387212"/>
                </a:cubicBezTo>
                <a:cubicBezTo>
                  <a:pt x="64487" y="375313"/>
                  <a:pt x="54856" y="365682"/>
                  <a:pt x="42959" y="365682"/>
                </a:cubicBezTo>
                <a:cubicBezTo>
                  <a:pt x="31060" y="365682"/>
                  <a:pt x="21430" y="375363"/>
                  <a:pt x="21430" y="387212"/>
                </a:cubicBezTo>
                <a:cubicBezTo>
                  <a:pt x="21430" y="399068"/>
                  <a:pt x="31060" y="408749"/>
                  <a:pt x="42959" y="408749"/>
                </a:cubicBezTo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4" name="path-741">
            <a:extLst xmlns:a="http://schemas.openxmlformats.org/drawingml/2006/main">
              <a:ext uri="{FF2B5EF4-FFF2-40B4-BE49-F238E27FC236}">
                <a16:creationId xmlns:a16="http://schemas.microsoft.com/office/drawing/2014/main" id="{3A8EE37E-8AAF-4AE2-8C8E-E62C347F6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6295" y="8227831"/>
            <a:ext cx="415443" cy="494722"/>
          </a:xfrm>
          <a:custGeom xmlns:a="http://schemas.openxmlformats.org/drawingml/2006/main">
            <a:pathLst>
              <a:path w="415443" h="494722">
                <a:moveTo>
                  <a:pt x="359399" y="308573"/>
                </a:moveTo>
                <a:cubicBezTo>
                  <a:pt x="346405" y="308573"/>
                  <a:pt x="334424" y="313018"/>
                  <a:pt x="324950" y="320411"/>
                </a:cubicBezTo>
                <a:lnTo>
                  <a:pt x="271660" y="263160"/>
                </a:lnTo>
                <a:lnTo>
                  <a:pt x="323936" y="207358"/>
                </a:lnTo>
                <a:cubicBezTo>
                  <a:pt x="333599" y="215233"/>
                  <a:pt x="345918" y="219968"/>
                  <a:pt x="359399" y="219968"/>
                </a:cubicBezTo>
                <a:cubicBezTo>
                  <a:pt x="390369" y="219968"/>
                  <a:pt x="415443" y="194894"/>
                  <a:pt x="415443" y="163925"/>
                </a:cubicBezTo>
                <a:cubicBezTo>
                  <a:pt x="415443" y="132957"/>
                  <a:pt x="390369" y="107883"/>
                  <a:pt x="359399" y="107883"/>
                </a:cubicBezTo>
                <a:cubicBezTo>
                  <a:pt x="337368" y="107883"/>
                  <a:pt x="318288" y="120588"/>
                  <a:pt x="309152" y="139093"/>
                </a:cubicBezTo>
                <a:lnTo>
                  <a:pt x="109721" y="72228"/>
                </a:lnTo>
                <a:cubicBezTo>
                  <a:pt x="111263" y="67107"/>
                  <a:pt x="112088" y="61646"/>
                  <a:pt x="112088" y="56043"/>
                </a:cubicBezTo>
                <a:cubicBezTo>
                  <a:pt x="112088" y="25075"/>
                  <a:pt x="87013" y="0"/>
                  <a:pt x="56044" y="0"/>
                </a:cubicBezTo>
                <a:cubicBezTo>
                  <a:pt x="25074" y="0"/>
                  <a:pt x="0" y="25075"/>
                  <a:pt x="0" y="56043"/>
                </a:cubicBezTo>
                <a:cubicBezTo>
                  <a:pt x="0" y="87011"/>
                  <a:pt x="25074" y="112086"/>
                  <a:pt x="56044" y="112086"/>
                </a:cubicBezTo>
                <a:cubicBezTo>
                  <a:pt x="69377" y="112086"/>
                  <a:pt x="81604" y="107448"/>
                  <a:pt x="91219" y="99669"/>
                </a:cubicBezTo>
                <a:lnTo>
                  <a:pt x="191993" y="208035"/>
                </a:lnTo>
                <a:lnTo>
                  <a:pt x="109523" y="235718"/>
                </a:lnTo>
                <a:cubicBezTo>
                  <a:pt x="102375" y="212963"/>
                  <a:pt x="81167" y="196489"/>
                  <a:pt x="56044" y="196489"/>
                </a:cubicBezTo>
                <a:cubicBezTo>
                  <a:pt x="25074" y="196489"/>
                  <a:pt x="0" y="221562"/>
                  <a:pt x="0" y="252530"/>
                </a:cubicBezTo>
                <a:cubicBezTo>
                  <a:pt x="0" y="283500"/>
                  <a:pt x="25074" y="308573"/>
                  <a:pt x="56044" y="308573"/>
                </a:cubicBezTo>
                <a:cubicBezTo>
                  <a:pt x="75272" y="308573"/>
                  <a:pt x="92274" y="298862"/>
                  <a:pt x="102375" y="284079"/>
                </a:cubicBezTo>
                <a:lnTo>
                  <a:pt x="194607" y="315048"/>
                </a:lnTo>
                <a:lnTo>
                  <a:pt x="104741" y="410948"/>
                </a:lnTo>
                <a:cubicBezTo>
                  <a:pt x="95077" y="394038"/>
                  <a:pt x="76913" y="382636"/>
                  <a:pt x="56044" y="382636"/>
                </a:cubicBezTo>
                <a:cubicBezTo>
                  <a:pt x="25074" y="382636"/>
                  <a:pt x="0" y="407711"/>
                  <a:pt x="0" y="438679"/>
                </a:cubicBezTo>
                <a:cubicBezTo>
                  <a:pt x="0" y="469649"/>
                  <a:pt x="25074" y="494722"/>
                  <a:pt x="56044" y="494722"/>
                </a:cubicBezTo>
                <a:cubicBezTo>
                  <a:pt x="82957" y="494722"/>
                  <a:pt x="105417" y="475736"/>
                  <a:pt x="110826" y="450468"/>
                </a:cubicBezTo>
                <a:lnTo>
                  <a:pt x="307025" y="384570"/>
                </a:lnTo>
                <a:cubicBezTo>
                  <a:pt x="315097" y="405634"/>
                  <a:pt x="335488" y="420659"/>
                  <a:pt x="359399" y="420659"/>
                </a:cubicBezTo>
                <a:cubicBezTo>
                  <a:pt x="390369" y="420659"/>
                  <a:pt x="415443" y="395584"/>
                  <a:pt x="415443" y="364616"/>
                </a:cubicBezTo>
                <a:cubicBezTo>
                  <a:pt x="415443" y="333648"/>
                  <a:pt x="390369" y="308573"/>
                  <a:pt x="359399" y="308573"/>
                </a:cubicBezTo>
                <a:moveTo>
                  <a:pt x="305920" y="330508"/>
                </a:moveTo>
                <a:lnTo>
                  <a:pt x="231851" y="305675"/>
                </a:lnTo>
                <a:lnTo>
                  <a:pt x="257412" y="278379"/>
                </a:lnTo>
                <a:lnTo>
                  <a:pt x="305920" y="330508"/>
                </a:lnTo>
                <a:moveTo>
                  <a:pt x="310504" y="191368"/>
                </a:moveTo>
                <a:lnTo>
                  <a:pt x="257511" y="247942"/>
                </a:lnTo>
                <a:lnTo>
                  <a:pt x="229197" y="217505"/>
                </a:lnTo>
                <a:lnTo>
                  <a:pt x="309927" y="190353"/>
                </a:lnTo>
                <a:lnTo>
                  <a:pt x="310504" y="191368"/>
                </a:lnTo>
                <a:moveTo>
                  <a:pt x="116672" y="96482"/>
                </a:moveTo>
                <a:lnTo>
                  <a:pt x="303595" y="159190"/>
                </a:lnTo>
                <a:cubicBezTo>
                  <a:pt x="303454" y="160785"/>
                  <a:pt x="303405" y="162379"/>
                  <a:pt x="303405" y="163973"/>
                </a:cubicBezTo>
                <a:cubicBezTo>
                  <a:pt x="303405" y="166196"/>
                  <a:pt x="303545" y="168370"/>
                  <a:pt x="303793" y="170545"/>
                </a:cubicBezTo>
                <a:lnTo>
                  <a:pt x="213687" y="200788"/>
                </a:lnTo>
                <a:lnTo>
                  <a:pt x="116672" y="96482"/>
                </a:lnTo>
                <a:moveTo>
                  <a:pt x="110686" y="264995"/>
                </a:moveTo>
                <a:cubicBezTo>
                  <a:pt x="111263" y="262339"/>
                  <a:pt x="111700" y="259633"/>
                  <a:pt x="111890" y="256830"/>
                </a:cubicBezTo>
                <a:lnTo>
                  <a:pt x="207552" y="224703"/>
                </a:lnTo>
                <a:lnTo>
                  <a:pt x="243255" y="263111"/>
                </a:lnTo>
                <a:lnTo>
                  <a:pt x="210208" y="298380"/>
                </a:lnTo>
                <a:lnTo>
                  <a:pt x="110686" y="264995"/>
                </a:lnTo>
                <a:moveTo>
                  <a:pt x="304757" y="352006"/>
                </a:moveTo>
                <a:cubicBezTo>
                  <a:pt x="303891" y="355824"/>
                  <a:pt x="303405" y="359833"/>
                  <a:pt x="303355" y="363892"/>
                </a:cubicBezTo>
                <a:lnTo>
                  <a:pt x="119385" y="425683"/>
                </a:lnTo>
                <a:lnTo>
                  <a:pt x="216251" y="322343"/>
                </a:lnTo>
                <a:lnTo>
                  <a:pt x="304757" y="352006"/>
                </a:lnTo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5" name="path-742">
            <a:extLst xmlns:a="http://schemas.openxmlformats.org/drawingml/2006/main">
              <a:ext uri="{FF2B5EF4-FFF2-40B4-BE49-F238E27FC236}">
                <a16:creationId xmlns:a16="http://schemas.microsoft.com/office/drawing/2014/main" id="{78AF6BBF-5C45-4677-9203-6354DFBC1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6538" y="7979016"/>
            <a:ext cx="248887" cy="248883"/>
          </a:xfrm>
          <a:custGeom xmlns:a="http://schemas.openxmlformats.org/drawingml/2006/main">
            <a:pathLst>
              <a:path w="248887" h="248883">
                <a:moveTo>
                  <a:pt x="204609" y="44269"/>
                </a:moveTo>
                <a:cubicBezTo>
                  <a:pt x="248887" y="88547"/>
                  <a:pt x="248887" y="160332"/>
                  <a:pt x="204609" y="204608"/>
                </a:cubicBezTo>
                <a:cubicBezTo>
                  <a:pt x="160331" y="248883"/>
                  <a:pt x="88547" y="248883"/>
                  <a:pt x="44277" y="204608"/>
                </a:cubicBezTo>
                <a:cubicBezTo>
                  <a:pt x="0" y="160332"/>
                  <a:pt x="0" y="88547"/>
                  <a:pt x="44277" y="44269"/>
                </a:cubicBezTo>
                <a:cubicBezTo>
                  <a:pt x="88547" y="0"/>
                  <a:pt x="160331" y="0"/>
                  <a:pt x="204609" y="44269"/>
                </a:cubicBezTo>
              </a:path>
            </a:pathLst>
          </a:custGeom>
          <a:solidFill xmlns:a="http://schemas.openxmlformats.org/drawingml/2006/main">
            <a:srgbClr val="FCE69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6" name="path-743">
            <a:extLst xmlns:a="http://schemas.openxmlformats.org/drawingml/2006/main">
              <a:ext uri="{FF2B5EF4-FFF2-40B4-BE49-F238E27FC236}">
                <a16:creationId xmlns:a16="http://schemas.microsoft.com/office/drawing/2014/main" id="{087CF1D6-887D-4526-8C5C-46125FB75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6513" y="7979052"/>
            <a:ext cx="248926" cy="248840"/>
          </a:xfrm>
          <a:custGeom xmlns:a="http://schemas.openxmlformats.org/drawingml/2006/main">
            <a:pathLst>
              <a:path w="248926" h="248840">
                <a:moveTo>
                  <a:pt x="204648" y="44272"/>
                </a:moveTo>
                <a:cubicBezTo>
                  <a:pt x="248926" y="88550"/>
                  <a:pt x="248926" y="160285"/>
                  <a:pt x="204648" y="204568"/>
                </a:cubicBezTo>
                <a:cubicBezTo>
                  <a:pt x="160370" y="248840"/>
                  <a:pt x="88556" y="248840"/>
                  <a:pt x="44278" y="204568"/>
                </a:cubicBezTo>
                <a:cubicBezTo>
                  <a:pt x="0" y="160285"/>
                  <a:pt x="0" y="88550"/>
                  <a:pt x="44278" y="44272"/>
                </a:cubicBezTo>
                <a:cubicBezTo>
                  <a:pt x="88556" y="0"/>
                  <a:pt x="160370" y="0"/>
                  <a:pt x="204648" y="44272"/>
                </a:cubicBezTo>
              </a:path>
            </a:pathLst>
          </a:custGeom>
          <a:noFill xmlns:a="http://schemas.openxmlformats.org/drawingml/2006/main"/>
          <a:ln xmlns:a="http://schemas.openxmlformats.org/drawingml/2006/main" w="20613">
            <a:solidFill>
              <a:srgbClr val="935206"/>
            </a:solidFill>
            <a:prstDash val="solid"/>
          </a:ln>
        </p:spPr>
      </p:sp>
      <p:sp>
        <p:nvSpPr>
          <p:cNvPr id="787" name="path-744">
            <a:extLst xmlns:a="http://schemas.openxmlformats.org/drawingml/2006/main">
              <a:ext uri="{FF2B5EF4-FFF2-40B4-BE49-F238E27FC236}">
                <a16:creationId xmlns:a16="http://schemas.microsoft.com/office/drawing/2014/main" id="{595FF2BA-C055-440F-AA26-1B6838D5F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950" y="7721625"/>
            <a:ext cx="218010" cy="61348"/>
          </a:xfrm>
          <a:custGeom xmlns:a="http://schemas.openxmlformats.org/drawingml/2006/main">
            <a:pathLst>
              <a:path w="218010" h="61348">
                <a:moveTo>
                  <a:pt x="0" y="61348"/>
                </a:moveTo>
                <a:lnTo>
                  <a:pt x="21801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368">
            <a:solidFill>
              <a:srgbClr val="935300"/>
            </a:solidFill>
            <a:prstDash val="solid"/>
          </a:ln>
        </p:spPr>
      </p:sp>
      <p:sp>
        <p:nvSpPr>
          <p:cNvPr id="788" name="path-745">
            <a:extLst xmlns:a="http://schemas.openxmlformats.org/drawingml/2006/main">
              <a:ext uri="{FF2B5EF4-FFF2-40B4-BE49-F238E27FC236}">
                <a16:creationId xmlns:a16="http://schemas.microsoft.com/office/drawing/2014/main" id="{67E4AA69-E603-4D57-BD8F-120E616D7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797" y="7707487"/>
            <a:ext cx="57915" cy="39289"/>
          </a:xfrm>
          <a:custGeom xmlns:a="http://schemas.openxmlformats.org/drawingml/2006/main">
            <a:pathLst>
              <a:path w="57915" h="39289">
                <a:moveTo>
                  <a:pt x="57915" y="4898"/>
                </a:moveTo>
                <a:lnTo>
                  <a:pt x="0" y="0"/>
                </a:lnTo>
                <a:lnTo>
                  <a:pt x="25173" y="14116"/>
                </a:lnTo>
                <a:lnTo>
                  <a:pt x="11057" y="39289"/>
                </a:lnTo>
                <a:lnTo>
                  <a:pt x="57915" y="4898"/>
                </a:lnTo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9" name="path-746">
            <a:extLst xmlns:a="http://schemas.openxmlformats.org/drawingml/2006/main">
              <a:ext uri="{FF2B5EF4-FFF2-40B4-BE49-F238E27FC236}">
                <a16:creationId xmlns:a16="http://schemas.microsoft.com/office/drawing/2014/main" id="{883DA151-84C6-406A-86BB-094A250B0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809" y="7707530"/>
            <a:ext cx="57884" cy="39246"/>
          </a:xfrm>
          <a:custGeom xmlns:a="http://schemas.openxmlformats.org/drawingml/2006/main">
            <a:pathLst>
              <a:path w="57884" h="39246">
                <a:moveTo>
                  <a:pt x="57884" y="4861"/>
                </a:moveTo>
                <a:lnTo>
                  <a:pt x="0" y="0"/>
                </a:lnTo>
                <a:lnTo>
                  <a:pt x="25152" y="14095"/>
                </a:lnTo>
                <a:lnTo>
                  <a:pt x="11051" y="39246"/>
                </a:lnTo>
                <a:lnTo>
                  <a:pt x="57884" y="4861"/>
                </a:lnTo>
              </a:path>
            </a:pathLst>
          </a:custGeom>
          <a:noFill xmlns:a="http://schemas.openxmlformats.org/drawingml/2006/main"/>
          <a:ln xmlns:a="http://schemas.openxmlformats.org/drawingml/2006/main" w="12368">
            <a:solidFill>
              <a:srgbClr val="935300"/>
            </a:solidFill>
            <a:prstDash val="solid"/>
          </a:ln>
        </p:spPr>
      </p:sp>
      <p:sp>
        <p:nvSpPr>
          <p:cNvPr id="790" name="path-747">
            <a:extLst xmlns:a="http://schemas.openxmlformats.org/drawingml/2006/main">
              <a:ext uri="{FF2B5EF4-FFF2-40B4-BE49-F238E27FC236}">
                <a16:creationId xmlns:a16="http://schemas.microsoft.com/office/drawing/2014/main" id="{0D773928-B0CD-4AFA-B2DD-4E769EDE8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950" y="7850006"/>
            <a:ext cx="218010" cy="61428"/>
          </a:xfrm>
          <a:custGeom xmlns:a="http://schemas.openxmlformats.org/drawingml/2006/main">
            <a:pathLst>
              <a:path w="218010" h="61428">
                <a:moveTo>
                  <a:pt x="0" y="0"/>
                </a:moveTo>
                <a:lnTo>
                  <a:pt x="218010" y="61428"/>
                </a:lnTo>
              </a:path>
            </a:pathLst>
          </a:custGeom>
          <a:noFill xmlns:a="http://schemas.openxmlformats.org/drawingml/2006/main"/>
          <a:ln xmlns:a="http://schemas.openxmlformats.org/drawingml/2006/main" w="12368">
            <a:solidFill>
              <a:srgbClr val="935300"/>
            </a:solidFill>
            <a:prstDash val="solid"/>
          </a:ln>
        </p:spPr>
      </p:sp>
      <p:sp>
        <p:nvSpPr>
          <p:cNvPr id="791" name="path-748">
            <a:extLst xmlns:a="http://schemas.openxmlformats.org/drawingml/2006/main">
              <a:ext uri="{FF2B5EF4-FFF2-40B4-BE49-F238E27FC236}">
                <a16:creationId xmlns:a16="http://schemas.microsoft.com/office/drawing/2014/main" id="{8247AE6A-7169-4EF3-AF0F-76496A097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797" y="7886255"/>
            <a:ext cx="57915" cy="39289"/>
          </a:xfrm>
          <a:custGeom xmlns:a="http://schemas.openxmlformats.org/drawingml/2006/main">
            <a:pathLst>
              <a:path w="57915" h="39289">
                <a:moveTo>
                  <a:pt x="57915" y="34399"/>
                </a:moveTo>
                <a:lnTo>
                  <a:pt x="11057" y="0"/>
                </a:lnTo>
                <a:lnTo>
                  <a:pt x="25173" y="25181"/>
                </a:lnTo>
                <a:lnTo>
                  <a:pt x="0" y="39289"/>
                </a:lnTo>
                <a:lnTo>
                  <a:pt x="57915" y="34399"/>
                </a:lnTo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2" name="path-749">
            <a:extLst xmlns:a="http://schemas.openxmlformats.org/drawingml/2006/main">
              <a:ext uri="{FF2B5EF4-FFF2-40B4-BE49-F238E27FC236}">
                <a16:creationId xmlns:a16="http://schemas.microsoft.com/office/drawing/2014/main" id="{4CCE4269-32E2-4EAB-8A14-A5EA85AA9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809" y="7886288"/>
            <a:ext cx="57884" cy="39246"/>
          </a:xfrm>
          <a:custGeom xmlns:a="http://schemas.openxmlformats.org/drawingml/2006/main">
            <a:pathLst>
              <a:path w="57884" h="39246">
                <a:moveTo>
                  <a:pt x="57884" y="34385"/>
                </a:moveTo>
                <a:lnTo>
                  <a:pt x="11051" y="0"/>
                </a:lnTo>
                <a:lnTo>
                  <a:pt x="25152" y="25146"/>
                </a:lnTo>
                <a:lnTo>
                  <a:pt x="0" y="39246"/>
                </a:lnTo>
                <a:lnTo>
                  <a:pt x="57884" y="34385"/>
                </a:lnTo>
              </a:path>
            </a:pathLst>
          </a:custGeom>
          <a:noFill xmlns:a="http://schemas.openxmlformats.org/drawingml/2006/main"/>
          <a:ln xmlns:a="http://schemas.openxmlformats.org/drawingml/2006/main" w="12368">
            <a:solidFill>
              <a:srgbClr val="935300"/>
            </a:solidFill>
            <a:prstDash val="solid"/>
          </a:ln>
        </p:spPr>
      </p:sp>
      <p:sp>
        <p:nvSpPr>
          <p:cNvPr id="793" name="path-750">
            <a:extLst xmlns:a="http://schemas.openxmlformats.org/drawingml/2006/main">
              <a:ext uri="{FF2B5EF4-FFF2-40B4-BE49-F238E27FC236}">
                <a16:creationId xmlns:a16="http://schemas.microsoft.com/office/drawing/2014/main" id="{39CC1996-2ABD-4A1D-846C-7F8A68F7C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378" y="7896345"/>
            <a:ext cx="278200" cy="234995"/>
          </a:xfrm>
          <a:custGeom xmlns:a="http://schemas.openxmlformats.org/drawingml/2006/main">
            <a:pathLst>
              <a:path w="278200" h="234995">
                <a:moveTo>
                  <a:pt x="0" y="0"/>
                </a:moveTo>
                <a:lnTo>
                  <a:pt x="278200" y="234995"/>
                </a:lnTo>
              </a:path>
            </a:pathLst>
          </a:custGeom>
          <a:noFill xmlns:a="http://schemas.openxmlformats.org/drawingml/2006/main"/>
          <a:ln xmlns:a="http://schemas.openxmlformats.org/drawingml/2006/main" w="12368">
            <a:solidFill>
              <a:srgbClr val="935300"/>
            </a:solidFill>
            <a:prstDash val="solid"/>
          </a:ln>
        </p:spPr>
      </p:sp>
      <p:sp>
        <p:nvSpPr>
          <p:cNvPr id="794" name="path-751">
            <a:extLst xmlns:a="http://schemas.openxmlformats.org/drawingml/2006/main">
              <a:ext uri="{FF2B5EF4-FFF2-40B4-BE49-F238E27FC236}">
                <a16:creationId xmlns:a16="http://schemas.microsoft.com/office/drawing/2014/main" id="{D6B639EC-975A-494C-81DA-F64D57659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05" y="8102573"/>
            <a:ext cx="54741" cy="50709"/>
          </a:xfrm>
          <a:custGeom xmlns:a="http://schemas.openxmlformats.org/drawingml/2006/main">
            <a:pathLst>
              <a:path w="54741" h="50709">
                <a:moveTo>
                  <a:pt x="54741" y="50709"/>
                </a:moveTo>
                <a:lnTo>
                  <a:pt x="26336" y="0"/>
                </a:lnTo>
                <a:lnTo>
                  <a:pt x="28760" y="28759"/>
                </a:lnTo>
                <a:lnTo>
                  <a:pt x="0" y="31184"/>
                </a:lnTo>
                <a:lnTo>
                  <a:pt x="54741" y="50709"/>
                </a:lnTo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5" name="path-752">
            <a:extLst xmlns:a="http://schemas.openxmlformats.org/drawingml/2006/main">
              <a:ext uri="{FF2B5EF4-FFF2-40B4-BE49-F238E27FC236}">
                <a16:creationId xmlns:a16="http://schemas.microsoft.com/office/drawing/2014/main" id="{F096560A-57D4-4798-B644-56814A882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03" y="8102566"/>
            <a:ext cx="54750" cy="50706"/>
          </a:xfrm>
          <a:custGeom xmlns:a="http://schemas.openxmlformats.org/drawingml/2006/main">
            <a:pathLst>
              <a:path w="54750" h="50706">
                <a:moveTo>
                  <a:pt x="54750" y="50706"/>
                </a:moveTo>
                <a:lnTo>
                  <a:pt x="26304" y="0"/>
                </a:lnTo>
                <a:lnTo>
                  <a:pt x="28775" y="28775"/>
                </a:lnTo>
                <a:lnTo>
                  <a:pt x="0" y="31165"/>
                </a:lnTo>
                <a:lnTo>
                  <a:pt x="54750" y="50706"/>
                </a:lnTo>
              </a:path>
            </a:pathLst>
          </a:custGeom>
          <a:noFill xmlns:a="http://schemas.openxmlformats.org/drawingml/2006/main"/>
          <a:ln xmlns:a="http://schemas.openxmlformats.org/drawingml/2006/main" w="12368">
            <a:solidFill>
              <a:srgbClr val="935300"/>
            </a:solidFill>
            <a:prstDash val="solid"/>
          </a:ln>
        </p:spPr>
      </p:sp>
      <p:sp>
        <p:nvSpPr>
          <p:cNvPr id="796" name="path-753">
            <a:extLst xmlns:a="http://schemas.openxmlformats.org/drawingml/2006/main">
              <a:ext uri="{FF2B5EF4-FFF2-40B4-BE49-F238E27FC236}">
                <a16:creationId xmlns:a16="http://schemas.microsoft.com/office/drawing/2014/main" id="{A268BA1E-6EC7-4321-AE6F-BFD1A3B94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58" y="7917374"/>
            <a:ext cx="334182" cy="470479"/>
          </a:xfrm>
          <a:custGeom xmlns:a="http://schemas.openxmlformats.org/drawingml/2006/main">
            <a:pathLst>
              <a:path w="334182" h="470479">
                <a:moveTo>
                  <a:pt x="0" y="0"/>
                </a:moveTo>
                <a:lnTo>
                  <a:pt x="334182" y="470479"/>
                </a:lnTo>
              </a:path>
            </a:pathLst>
          </a:custGeom>
          <a:noFill xmlns:a="http://schemas.openxmlformats.org/drawingml/2006/main"/>
          <a:ln xmlns:a="http://schemas.openxmlformats.org/drawingml/2006/main" w="12368">
            <a:solidFill>
              <a:srgbClr val="935300"/>
            </a:solidFill>
            <a:prstDash val="solid"/>
          </a:ln>
        </p:spPr>
      </p:sp>
      <p:sp>
        <p:nvSpPr>
          <p:cNvPr id="797" name="path-754">
            <a:extLst xmlns:a="http://schemas.openxmlformats.org/drawingml/2006/main">
              <a:ext uri="{FF2B5EF4-FFF2-40B4-BE49-F238E27FC236}">
                <a16:creationId xmlns:a16="http://schemas.microsoft.com/office/drawing/2014/main" id="{E0241B18-C619-4140-94B6-5A085F81F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216" y="8359357"/>
            <a:ext cx="48153" cy="56185"/>
          </a:xfrm>
          <a:custGeom xmlns:a="http://schemas.openxmlformats.org/drawingml/2006/main">
            <a:pathLst>
              <a:path w="48153" h="56185">
                <a:moveTo>
                  <a:pt x="48153" y="56185"/>
                </a:moveTo>
                <a:lnTo>
                  <a:pt x="33270" y="0"/>
                </a:lnTo>
                <a:lnTo>
                  <a:pt x="28455" y="28457"/>
                </a:lnTo>
                <a:lnTo>
                  <a:pt x="0" y="23637"/>
                </a:lnTo>
                <a:lnTo>
                  <a:pt x="48153" y="56185"/>
                </a:lnTo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8" name="path-755">
            <a:extLst xmlns:a="http://schemas.openxmlformats.org/drawingml/2006/main">
              <a:ext uri="{FF2B5EF4-FFF2-40B4-BE49-F238E27FC236}">
                <a16:creationId xmlns:a16="http://schemas.microsoft.com/office/drawing/2014/main" id="{3044FABB-BA09-415E-8296-A56FAE354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200" y="8359323"/>
            <a:ext cx="48151" cy="56237"/>
          </a:xfrm>
          <a:custGeom xmlns:a="http://schemas.openxmlformats.org/drawingml/2006/main">
            <a:pathLst>
              <a:path w="48151" h="56237">
                <a:moveTo>
                  <a:pt x="48151" y="56237"/>
                </a:moveTo>
                <a:lnTo>
                  <a:pt x="33312" y="0"/>
                </a:lnTo>
                <a:lnTo>
                  <a:pt x="28440" y="28530"/>
                </a:lnTo>
                <a:lnTo>
                  <a:pt x="0" y="23664"/>
                </a:lnTo>
                <a:lnTo>
                  <a:pt x="48151" y="56237"/>
                </a:lnTo>
              </a:path>
            </a:pathLst>
          </a:custGeom>
          <a:noFill xmlns:a="http://schemas.openxmlformats.org/drawingml/2006/main"/>
          <a:ln xmlns:a="http://schemas.openxmlformats.org/drawingml/2006/main" w="12368">
            <a:solidFill>
              <a:srgbClr val="935300"/>
            </a:solidFill>
            <a:prstDash val="solid"/>
          </a:ln>
        </p:spPr>
      </p:sp>
      <p:sp>
        <p:nvSpPr>
          <p:cNvPr id="799" name="path-756">
            <a:extLst xmlns:a="http://schemas.openxmlformats.org/drawingml/2006/main">
              <a:ext uri="{FF2B5EF4-FFF2-40B4-BE49-F238E27FC236}">
                <a16:creationId xmlns:a16="http://schemas.microsoft.com/office/drawing/2014/main" id="{DC8CABBB-3C33-4C30-BC05-2C588D7AC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58" y="7819085"/>
            <a:ext cx="334182" cy="470485"/>
          </a:xfrm>
          <a:custGeom xmlns:a="http://schemas.openxmlformats.org/drawingml/2006/main">
            <a:pathLst>
              <a:path w="334182" h="470485">
                <a:moveTo>
                  <a:pt x="0" y="470485"/>
                </a:moveTo>
                <a:lnTo>
                  <a:pt x="334182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368">
            <a:solidFill>
              <a:srgbClr val="935300"/>
            </a:solidFill>
            <a:prstDash val="solid"/>
          </a:ln>
        </p:spPr>
      </p:sp>
      <p:sp>
        <p:nvSpPr>
          <p:cNvPr id="800" name="path-757">
            <a:extLst xmlns:a="http://schemas.openxmlformats.org/drawingml/2006/main">
              <a:ext uri="{FF2B5EF4-FFF2-40B4-BE49-F238E27FC236}">
                <a16:creationId xmlns:a16="http://schemas.microsoft.com/office/drawing/2014/main" id="{8CCB6BC0-3114-4107-9628-98D5606DF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216" y="7791368"/>
            <a:ext cx="48153" cy="56183"/>
          </a:xfrm>
          <a:custGeom xmlns:a="http://schemas.openxmlformats.org/drawingml/2006/main">
            <a:pathLst>
              <a:path w="48153" h="56183">
                <a:moveTo>
                  <a:pt x="48153" y="0"/>
                </a:moveTo>
                <a:lnTo>
                  <a:pt x="0" y="32552"/>
                </a:lnTo>
                <a:lnTo>
                  <a:pt x="28455" y="27730"/>
                </a:lnTo>
                <a:lnTo>
                  <a:pt x="33270" y="56183"/>
                </a:lnTo>
                <a:lnTo>
                  <a:pt x="48153" y="0"/>
                </a:lnTo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1" name="path-758">
            <a:extLst xmlns:a="http://schemas.openxmlformats.org/drawingml/2006/main">
              <a:ext uri="{FF2B5EF4-FFF2-40B4-BE49-F238E27FC236}">
                <a16:creationId xmlns:a16="http://schemas.microsoft.com/office/drawing/2014/main" id="{4A5D05F1-DB66-4FB1-825A-24BC3B55A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200" y="7791383"/>
            <a:ext cx="48151" cy="56152"/>
          </a:xfrm>
          <a:custGeom xmlns:a="http://schemas.openxmlformats.org/drawingml/2006/main">
            <a:pathLst>
              <a:path w="48151" h="56152">
                <a:moveTo>
                  <a:pt x="48151" y="0"/>
                </a:moveTo>
                <a:lnTo>
                  <a:pt x="0" y="32568"/>
                </a:lnTo>
                <a:lnTo>
                  <a:pt x="28440" y="27701"/>
                </a:lnTo>
                <a:lnTo>
                  <a:pt x="33312" y="56152"/>
                </a:lnTo>
                <a:lnTo>
                  <a:pt x="48151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368">
            <a:solidFill>
              <a:srgbClr val="935300"/>
            </a:solidFill>
            <a:prstDash val="solid"/>
          </a:ln>
        </p:spPr>
      </p:sp>
      <p:sp>
        <p:nvSpPr>
          <p:cNvPr id="802" name="path-759">
            <a:extLst xmlns:a="http://schemas.openxmlformats.org/drawingml/2006/main">
              <a:ext uri="{FF2B5EF4-FFF2-40B4-BE49-F238E27FC236}">
                <a16:creationId xmlns:a16="http://schemas.microsoft.com/office/drawing/2014/main" id="{20F9671B-F2AA-4FFA-BA60-AEC3022A3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378" y="8075603"/>
            <a:ext cx="278200" cy="234990"/>
          </a:xfrm>
          <a:custGeom xmlns:a="http://schemas.openxmlformats.org/drawingml/2006/main">
            <a:pathLst>
              <a:path w="278200" h="234990">
                <a:moveTo>
                  <a:pt x="0" y="234990"/>
                </a:moveTo>
                <a:lnTo>
                  <a:pt x="2782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368">
            <a:solidFill>
              <a:srgbClr val="935300"/>
            </a:solidFill>
            <a:prstDash val="solid"/>
          </a:ln>
        </p:spPr>
      </p:sp>
      <p:sp>
        <p:nvSpPr>
          <p:cNvPr id="803" name="path-760">
            <a:extLst xmlns:a="http://schemas.openxmlformats.org/drawingml/2006/main">
              <a:ext uri="{FF2B5EF4-FFF2-40B4-BE49-F238E27FC236}">
                <a16:creationId xmlns:a16="http://schemas.microsoft.com/office/drawing/2014/main" id="{F78D64A9-F1BA-4752-9422-A66A8B12A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05" y="8053636"/>
            <a:ext cx="54741" cy="50702"/>
          </a:xfrm>
          <a:custGeom xmlns:a="http://schemas.openxmlformats.org/drawingml/2006/main">
            <a:pathLst>
              <a:path w="54741" h="50702">
                <a:moveTo>
                  <a:pt x="54741" y="0"/>
                </a:moveTo>
                <a:lnTo>
                  <a:pt x="0" y="19525"/>
                </a:lnTo>
                <a:lnTo>
                  <a:pt x="28760" y="21942"/>
                </a:lnTo>
                <a:lnTo>
                  <a:pt x="26336" y="50702"/>
                </a:lnTo>
                <a:lnTo>
                  <a:pt x="54741" y="0"/>
                </a:lnTo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4" name="path-761">
            <a:extLst xmlns:a="http://schemas.openxmlformats.org/drawingml/2006/main">
              <a:ext uri="{FF2B5EF4-FFF2-40B4-BE49-F238E27FC236}">
                <a16:creationId xmlns:a16="http://schemas.microsoft.com/office/drawing/2014/main" id="{FC2FAE36-FECB-4881-8544-2ECB3AA5A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03" y="8053666"/>
            <a:ext cx="54750" cy="50712"/>
          </a:xfrm>
          <a:custGeom xmlns:a="http://schemas.openxmlformats.org/drawingml/2006/main">
            <a:pathLst>
              <a:path w="54750" h="50712">
                <a:moveTo>
                  <a:pt x="54750" y="0"/>
                </a:moveTo>
                <a:lnTo>
                  <a:pt x="0" y="19461"/>
                </a:lnTo>
                <a:lnTo>
                  <a:pt x="28775" y="21937"/>
                </a:lnTo>
                <a:lnTo>
                  <a:pt x="26304" y="50712"/>
                </a:lnTo>
                <a:lnTo>
                  <a:pt x="547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368">
            <a:solidFill>
              <a:srgbClr val="935300"/>
            </a:solidFill>
            <a:prstDash val="solid"/>
          </a:ln>
        </p:spPr>
      </p:sp>
      <p:sp>
        <p:nvSpPr>
          <p:cNvPr id="805" name="path-762">
            <a:extLst xmlns:a="http://schemas.openxmlformats.org/drawingml/2006/main">
              <a:ext uri="{FF2B5EF4-FFF2-40B4-BE49-F238E27FC236}">
                <a16:creationId xmlns:a16="http://schemas.microsoft.com/office/drawing/2014/main" id="{63BBBC55-0A12-4AC1-AD04-57AF56F8C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950" y="8423885"/>
            <a:ext cx="218010" cy="61428"/>
          </a:xfrm>
          <a:custGeom xmlns:a="http://schemas.openxmlformats.org/drawingml/2006/main">
            <a:pathLst>
              <a:path w="218010" h="61428">
                <a:moveTo>
                  <a:pt x="0" y="0"/>
                </a:moveTo>
                <a:lnTo>
                  <a:pt x="218010" y="61428"/>
                </a:lnTo>
              </a:path>
            </a:pathLst>
          </a:custGeom>
          <a:noFill xmlns:a="http://schemas.openxmlformats.org/drawingml/2006/main"/>
          <a:ln xmlns:a="http://schemas.openxmlformats.org/drawingml/2006/main" w="12368">
            <a:solidFill>
              <a:srgbClr val="935300"/>
            </a:solidFill>
            <a:prstDash val="solid"/>
          </a:ln>
        </p:spPr>
      </p:sp>
      <p:sp>
        <p:nvSpPr>
          <p:cNvPr id="806" name="path-763">
            <a:extLst xmlns:a="http://schemas.openxmlformats.org/drawingml/2006/main">
              <a:ext uri="{FF2B5EF4-FFF2-40B4-BE49-F238E27FC236}">
                <a16:creationId xmlns:a16="http://schemas.microsoft.com/office/drawing/2014/main" id="{0BC78CAA-6F95-4925-9058-09D12F739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797" y="8460137"/>
            <a:ext cx="57915" cy="39288"/>
          </a:xfrm>
          <a:custGeom xmlns:a="http://schemas.openxmlformats.org/drawingml/2006/main">
            <a:pathLst>
              <a:path w="57915" h="39288">
                <a:moveTo>
                  <a:pt x="57915" y="34392"/>
                </a:moveTo>
                <a:lnTo>
                  <a:pt x="11057" y="0"/>
                </a:lnTo>
                <a:lnTo>
                  <a:pt x="25173" y="25174"/>
                </a:lnTo>
                <a:lnTo>
                  <a:pt x="0" y="39288"/>
                </a:lnTo>
                <a:lnTo>
                  <a:pt x="57915" y="34392"/>
                </a:lnTo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7" name="path-764">
            <a:extLst xmlns:a="http://schemas.openxmlformats.org/drawingml/2006/main">
              <a:ext uri="{FF2B5EF4-FFF2-40B4-BE49-F238E27FC236}">
                <a16:creationId xmlns:a16="http://schemas.microsoft.com/office/drawing/2014/main" id="{95E37BEF-91AB-4971-941B-5FA515001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809" y="8460162"/>
            <a:ext cx="57884" cy="39252"/>
          </a:xfrm>
          <a:custGeom xmlns:a="http://schemas.openxmlformats.org/drawingml/2006/main">
            <a:pathLst>
              <a:path w="57884" h="39252">
                <a:moveTo>
                  <a:pt x="57884" y="34391"/>
                </a:moveTo>
                <a:lnTo>
                  <a:pt x="11051" y="0"/>
                </a:lnTo>
                <a:lnTo>
                  <a:pt x="25152" y="25152"/>
                </a:lnTo>
                <a:lnTo>
                  <a:pt x="0" y="39252"/>
                </a:lnTo>
                <a:lnTo>
                  <a:pt x="57884" y="34391"/>
                </a:lnTo>
              </a:path>
            </a:pathLst>
          </a:custGeom>
          <a:noFill xmlns:a="http://schemas.openxmlformats.org/drawingml/2006/main"/>
          <a:ln xmlns:a="http://schemas.openxmlformats.org/drawingml/2006/main" w="12368">
            <a:solidFill>
              <a:srgbClr val="935300"/>
            </a:solidFill>
            <a:prstDash val="solid"/>
          </a:ln>
        </p:spPr>
      </p:sp>
      <p:sp>
        <p:nvSpPr>
          <p:cNvPr id="808" name="path-765">
            <a:extLst xmlns:a="http://schemas.openxmlformats.org/drawingml/2006/main">
              <a:ext uri="{FF2B5EF4-FFF2-40B4-BE49-F238E27FC236}">
                <a16:creationId xmlns:a16="http://schemas.microsoft.com/office/drawing/2014/main" id="{36BE359F-DBED-4060-AB9B-134EA8761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950" y="8295504"/>
            <a:ext cx="218010" cy="61348"/>
          </a:xfrm>
          <a:custGeom xmlns:a="http://schemas.openxmlformats.org/drawingml/2006/main">
            <a:pathLst>
              <a:path w="218010" h="61348">
                <a:moveTo>
                  <a:pt x="0" y="61348"/>
                </a:moveTo>
                <a:lnTo>
                  <a:pt x="21801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368">
            <a:solidFill>
              <a:srgbClr val="935300"/>
            </a:solidFill>
            <a:prstDash val="solid"/>
          </a:ln>
        </p:spPr>
      </p:sp>
      <p:sp>
        <p:nvSpPr>
          <p:cNvPr id="809" name="path-766">
            <a:extLst xmlns:a="http://schemas.openxmlformats.org/drawingml/2006/main">
              <a:ext uri="{FF2B5EF4-FFF2-40B4-BE49-F238E27FC236}">
                <a16:creationId xmlns:a16="http://schemas.microsoft.com/office/drawing/2014/main" id="{FF6C4068-CF1F-4F95-BBD3-7E9993B02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797" y="8281367"/>
            <a:ext cx="57915" cy="39288"/>
          </a:xfrm>
          <a:custGeom xmlns:a="http://schemas.openxmlformats.org/drawingml/2006/main">
            <a:pathLst>
              <a:path w="57915" h="39288">
                <a:moveTo>
                  <a:pt x="57915" y="4895"/>
                </a:moveTo>
                <a:lnTo>
                  <a:pt x="0" y="0"/>
                </a:lnTo>
                <a:lnTo>
                  <a:pt x="25173" y="14113"/>
                </a:lnTo>
                <a:lnTo>
                  <a:pt x="11057" y="39288"/>
                </a:lnTo>
                <a:lnTo>
                  <a:pt x="57915" y="4895"/>
                </a:lnTo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0" name="path-767">
            <a:extLst xmlns:a="http://schemas.openxmlformats.org/drawingml/2006/main">
              <a:ext uri="{FF2B5EF4-FFF2-40B4-BE49-F238E27FC236}">
                <a16:creationId xmlns:a16="http://schemas.microsoft.com/office/drawing/2014/main" id="{14FEE671-E7AD-4A8D-8659-3AC6323D7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809" y="8281409"/>
            <a:ext cx="57884" cy="39241"/>
          </a:xfrm>
          <a:custGeom xmlns:a="http://schemas.openxmlformats.org/drawingml/2006/main">
            <a:pathLst>
              <a:path w="57884" h="39241">
                <a:moveTo>
                  <a:pt x="57884" y="4861"/>
                </a:moveTo>
                <a:lnTo>
                  <a:pt x="0" y="0"/>
                </a:lnTo>
                <a:lnTo>
                  <a:pt x="25152" y="14095"/>
                </a:lnTo>
                <a:lnTo>
                  <a:pt x="11051" y="39241"/>
                </a:lnTo>
                <a:lnTo>
                  <a:pt x="57884" y="4861"/>
                </a:lnTo>
              </a:path>
            </a:pathLst>
          </a:custGeom>
          <a:noFill xmlns:a="http://schemas.openxmlformats.org/drawingml/2006/main"/>
          <a:ln xmlns:a="http://schemas.openxmlformats.org/drawingml/2006/main" w="12368">
            <a:solidFill>
              <a:srgbClr val="935300"/>
            </a:solidFill>
            <a:prstDash val="solid"/>
          </a:ln>
        </p:spPr>
      </p:sp>
      <p:sp>
        <p:nvSpPr>
          <p:cNvPr id="811" name="path-768">
            <a:extLst xmlns:a="http://schemas.openxmlformats.org/drawingml/2006/main">
              <a:ext uri="{FF2B5EF4-FFF2-40B4-BE49-F238E27FC236}">
                <a16:creationId xmlns:a16="http://schemas.microsoft.com/office/drawing/2014/main" id="{6843F8B3-A350-4002-99B2-05E14DE29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411" y="7692076"/>
            <a:ext cx="248886" cy="248887"/>
          </a:xfrm>
          <a:custGeom xmlns:a="http://schemas.openxmlformats.org/drawingml/2006/main">
            <a:pathLst>
              <a:path w="248886" h="248887">
                <a:moveTo>
                  <a:pt x="204610" y="44269"/>
                </a:moveTo>
                <a:cubicBezTo>
                  <a:pt x="248886" y="88547"/>
                  <a:pt x="248886" y="160332"/>
                  <a:pt x="204610" y="204609"/>
                </a:cubicBezTo>
                <a:cubicBezTo>
                  <a:pt x="160334" y="248887"/>
                  <a:pt x="88550" y="248887"/>
                  <a:pt x="44275" y="204609"/>
                </a:cubicBezTo>
                <a:cubicBezTo>
                  <a:pt x="0" y="160332"/>
                  <a:pt x="0" y="88547"/>
                  <a:pt x="44275" y="44269"/>
                </a:cubicBezTo>
                <a:cubicBezTo>
                  <a:pt x="88550" y="0"/>
                  <a:pt x="160334" y="0"/>
                  <a:pt x="204610" y="44269"/>
                </a:cubicBezTo>
              </a:path>
            </a:pathLst>
          </a:custGeom>
          <a:solidFill xmlns:a="http://schemas.openxmlformats.org/drawingml/2006/main">
            <a:srgbClr val="FCE69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2" name="path-769">
            <a:extLst xmlns:a="http://schemas.openxmlformats.org/drawingml/2006/main">
              <a:ext uri="{FF2B5EF4-FFF2-40B4-BE49-F238E27FC236}">
                <a16:creationId xmlns:a16="http://schemas.microsoft.com/office/drawing/2014/main" id="{BD6A05FB-AB4D-485E-9686-35FFEF257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385" y="7692106"/>
            <a:ext cx="248926" cy="248846"/>
          </a:xfrm>
          <a:custGeom xmlns:a="http://schemas.openxmlformats.org/drawingml/2006/main">
            <a:pathLst>
              <a:path w="248926" h="248846">
                <a:moveTo>
                  <a:pt x="204648" y="44278"/>
                </a:moveTo>
                <a:cubicBezTo>
                  <a:pt x="248926" y="88561"/>
                  <a:pt x="248926" y="160290"/>
                  <a:pt x="204648" y="204568"/>
                </a:cubicBezTo>
                <a:cubicBezTo>
                  <a:pt x="160370" y="248846"/>
                  <a:pt x="88556" y="248846"/>
                  <a:pt x="44278" y="204568"/>
                </a:cubicBezTo>
                <a:cubicBezTo>
                  <a:pt x="0" y="160290"/>
                  <a:pt x="0" y="88561"/>
                  <a:pt x="44278" y="44278"/>
                </a:cubicBezTo>
                <a:cubicBezTo>
                  <a:pt x="88556" y="0"/>
                  <a:pt x="160370" y="0"/>
                  <a:pt x="204648" y="44278"/>
                </a:cubicBezTo>
              </a:path>
            </a:pathLst>
          </a:custGeom>
          <a:noFill xmlns:a="http://schemas.openxmlformats.org/drawingml/2006/main"/>
          <a:ln xmlns:a="http://schemas.openxmlformats.org/drawingml/2006/main" w="20613">
            <a:solidFill>
              <a:srgbClr val="945306"/>
            </a:solidFill>
            <a:prstDash val="solid"/>
          </a:ln>
        </p:spPr>
      </p:sp>
      <p:sp>
        <p:nvSpPr>
          <p:cNvPr id="813" name="path-770">
            <a:extLst xmlns:a="http://schemas.openxmlformats.org/drawingml/2006/main">
              <a:ext uri="{FF2B5EF4-FFF2-40B4-BE49-F238E27FC236}">
                <a16:creationId xmlns:a16="http://schemas.microsoft.com/office/drawing/2014/main" id="{8DDAF6F9-5395-4B71-816E-BA901F473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411" y="7979016"/>
            <a:ext cx="248886" cy="248883"/>
          </a:xfrm>
          <a:custGeom xmlns:a="http://schemas.openxmlformats.org/drawingml/2006/main">
            <a:pathLst>
              <a:path w="248886" h="248883">
                <a:moveTo>
                  <a:pt x="204610" y="44269"/>
                </a:moveTo>
                <a:cubicBezTo>
                  <a:pt x="248886" y="88547"/>
                  <a:pt x="248886" y="160332"/>
                  <a:pt x="204610" y="204608"/>
                </a:cubicBezTo>
                <a:cubicBezTo>
                  <a:pt x="160334" y="248883"/>
                  <a:pt x="88550" y="248883"/>
                  <a:pt x="44275" y="204608"/>
                </a:cubicBezTo>
                <a:cubicBezTo>
                  <a:pt x="0" y="160332"/>
                  <a:pt x="0" y="88547"/>
                  <a:pt x="44275" y="44269"/>
                </a:cubicBezTo>
                <a:cubicBezTo>
                  <a:pt x="88550" y="0"/>
                  <a:pt x="160334" y="0"/>
                  <a:pt x="204610" y="44269"/>
                </a:cubicBezTo>
              </a:path>
            </a:pathLst>
          </a:custGeom>
          <a:solidFill xmlns:a="http://schemas.openxmlformats.org/drawingml/2006/main">
            <a:srgbClr val="FCE69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4" name="path-771">
            <a:extLst xmlns:a="http://schemas.openxmlformats.org/drawingml/2006/main">
              <a:ext uri="{FF2B5EF4-FFF2-40B4-BE49-F238E27FC236}">
                <a16:creationId xmlns:a16="http://schemas.microsoft.com/office/drawing/2014/main" id="{4FE993BA-2AD0-4492-ADDE-E24EE5F29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385" y="7979052"/>
            <a:ext cx="248926" cy="248840"/>
          </a:xfrm>
          <a:custGeom xmlns:a="http://schemas.openxmlformats.org/drawingml/2006/main">
            <a:pathLst>
              <a:path w="248926" h="248840">
                <a:moveTo>
                  <a:pt x="204648" y="44272"/>
                </a:moveTo>
                <a:cubicBezTo>
                  <a:pt x="248926" y="88550"/>
                  <a:pt x="248926" y="160285"/>
                  <a:pt x="204648" y="204568"/>
                </a:cubicBezTo>
                <a:cubicBezTo>
                  <a:pt x="160370" y="248840"/>
                  <a:pt x="88556" y="248840"/>
                  <a:pt x="44278" y="204568"/>
                </a:cubicBezTo>
                <a:cubicBezTo>
                  <a:pt x="0" y="160285"/>
                  <a:pt x="0" y="88550"/>
                  <a:pt x="44278" y="44272"/>
                </a:cubicBezTo>
                <a:cubicBezTo>
                  <a:pt x="88556" y="0"/>
                  <a:pt x="160370" y="0"/>
                  <a:pt x="204648" y="44272"/>
                </a:cubicBezTo>
              </a:path>
            </a:pathLst>
          </a:custGeom>
          <a:noFill xmlns:a="http://schemas.openxmlformats.org/drawingml/2006/main"/>
          <a:ln xmlns:a="http://schemas.openxmlformats.org/drawingml/2006/main" w="20613">
            <a:solidFill>
              <a:srgbClr val="935206"/>
            </a:solidFill>
            <a:prstDash val="solid"/>
          </a:ln>
        </p:spPr>
      </p:sp>
      <p:sp>
        <p:nvSpPr>
          <p:cNvPr id="815" name="path-772">
            <a:extLst xmlns:a="http://schemas.openxmlformats.org/drawingml/2006/main">
              <a:ext uri="{FF2B5EF4-FFF2-40B4-BE49-F238E27FC236}">
                <a16:creationId xmlns:a16="http://schemas.microsoft.com/office/drawing/2014/main" id="{1D73405C-A9DB-44CD-A5FD-A96C02522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411" y="8265953"/>
            <a:ext cx="248886" cy="248884"/>
          </a:xfrm>
          <a:custGeom xmlns:a="http://schemas.openxmlformats.org/drawingml/2006/main">
            <a:pathLst>
              <a:path w="248886" h="248884">
                <a:moveTo>
                  <a:pt x="204610" y="44275"/>
                </a:moveTo>
                <a:cubicBezTo>
                  <a:pt x="248886" y="88550"/>
                  <a:pt x="248886" y="160334"/>
                  <a:pt x="204610" y="204609"/>
                </a:cubicBezTo>
                <a:cubicBezTo>
                  <a:pt x="160334" y="248884"/>
                  <a:pt x="88550" y="248884"/>
                  <a:pt x="44275" y="204609"/>
                </a:cubicBezTo>
                <a:cubicBezTo>
                  <a:pt x="0" y="160334"/>
                  <a:pt x="0" y="88550"/>
                  <a:pt x="44275" y="44275"/>
                </a:cubicBezTo>
                <a:cubicBezTo>
                  <a:pt x="88550" y="0"/>
                  <a:pt x="160334" y="0"/>
                  <a:pt x="204610" y="44275"/>
                </a:cubicBezTo>
              </a:path>
            </a:pathLst>
          </a:custGeom>
          <a:solidFill xmlns:a="http://schemas.openxmlformats.org/drawingml/2006/main">
            <a:srgbClr val="FCE69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6" name="path-773">
            <a:extLst xmlns:a="http://schemas.openxmlformats.org/drawingml/2006/main">
              <a:ext uri="{FF2B5EF4-FFF2-40B4-BE49-F238E27FC236}">
                <a16:creationId xmlns:a16="http://schemas.microsoft.com/office/drawing/2014/main" id="{67D4020C-CF7A-43DB-BC25-52404DC64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385" y="8265985"/>
            <a:ext cx="248926" cy="248846"/>
          </a:xfrm>
          <a:custGeom xmlns:a="http://schemas.openxmlformats.org/drawingml/2006/main">
            <a:pathLst>
              <a:path w="248926" h="248846">
                <a:moveTo>
                  <a:pt x="204648" y="44278"/>
                </a:moveTo>
                <a:cubicBezTo>
                  <a:pt x="248926" y="88556"/>
                  <a:pt x="248926" y="160290"/>
                  <a:pt x="204648" y="204568"/>
                </a:cubicBezTo>
                <a:cubicBezTo>
                  <a:pt x="160370" y="248846"/>
                  <a:pt x="88556" y="248846"/>
                  <a:pt x="44278" y="204568"/>
                </a:cubicBezTo>
                <a:cubicBezTo>
                  <a:pt x="0" y="160290"/>
                  <a:pt x="0" y="88556"/>
                  <a:pt x="44278" y="44278"/>
                </a:cubicBezTo>
                <a:cubicBezTo>
                  <a:pt x="88556" y="0"/>
                  <a:pt x="160370" y="0"/>
                  <a:pt x="204648" y="44278"/>
                </a:cubicBezTo>
              </a:path>
            </a:pathLst>
          </a:custGeom>
          <a:noFill xmlns:a="http://schemas.openxmlformats.org/drawingml/2006/main"/>
          <a:ln xmlns:a="http://schemas.openxmlformats.org/drawingml/2006/main" w="20613">
            <a:solidFill>
              <a:srgbClr val="935206"/>
            </a:solidFill>
            <a:prstDash val="solid"/>
          </a:ln>
        </p:spPr>
      </p:sp>
      <p:sp>
        <p:nvSpPr>
          <p:cNvPr id="817" name="path-774">
            <a:extLst xmlns:a="http://schemas.openxmlformats.org/drawingml/2006/main">
              <a:ext uri="{FF2B5EF4-FFF2-40B4-BE49-F238E27FC236}">
                <a16:creationId xmlns:a16="http://schemas.microsoft.com/office/drawing/2014/main" id="{024A27C6-5F08-4D27-AF48-8B64289AD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975" y="7548608"/>
            <a:ext cx="248886" cy="248886"/>
          </a:xfrm>
          <a:custGeom xmlns:a="http://schemas.openxmlformats.org/drawingml/2006/main">
            <a:pathLst>
              <a:path w="248886" h="248886">
                <a:moveTo>
                  <a:pt x="204609" y="44269"/>
                </a:moveTo>
                <a:cubicBezTo>
                  <a:pt x="248886" y="88547"/>
                  <a:pt x="248886" y="160330"/>
                  <a:pt x="204609" y="204608"/>
                </a:cubicBezTo>
                <a:cubicBezTo>
                  <a:pt x="160331" y="248886"/>
                  <a:pt x="88547" y="248886"/>
                  <a:pt x="44277" y="204608"/>
                </a:cubicBezTo>
                <a:cubicBezTo>
                  <a:pt x="0" y="160330"/>
                  <a:pt x="0" y="88547"/>
                  <a:pt x="44277" y="44269"/>
                </a:cubicBezTo>
                <a:cubicBezTo>
                  <a:pt x="88547" y="0"/>
                  <a:pt x="160331" y="0"/>
                  <a:pt x="204609" y="44269"/>
                </a:cubicBezTo>
              </a:path>
            </a:pathLst>
          </a:custGeom>
          <a:solidFill xmlns:a="http://schemas.openxmlformats.org/drawingml/2006/main">
            <a:srgbClr val="FCE69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8" name="path-775">
            <a:extLst xmlns:a="http://schemas.openxmlformats.org/drawingml/2006/main">
              <a:ext uri="{FF2B5EF4-FFF2-40B4-BE49-F238E27FC236}">
                <a16:creationId xmlns:a16="http://schemas.microsoft.com/office/drawing/2014/main" id="{289F5C6D-F81B-46AD-9E8B-906210EBF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946" y="7548642"/>
            <a:ext cx="248931" cy="248846"/>
          </a:xfrm>
          <a:custGeom xmlns:a="http://schemas.openxmlformats.org/drawingml/2006/main">
            <a:pathLst>
              <a:path w="248931" h="248846">
                <a:moveTo>
                  <a:pt x="204648" y="44278"/>
                </a:moveTo>
                <a:cubicBezTo>
                  <a:pt x="248931" y="88556"/>
                  <a:pt x="248931" y="160285"/>
                  <a:pt x="204648" y="204568"/>
                </a:cubicBezTo>
                <a:cubicBezTo>
                  <a:pt x="160376" y="248846"/>
                  <a:pt x="88556" y="248846"/>
                  <a:pt x="44278" y="204568"/>
                </a:cubicBezTo>
                <a:cubicBezTo>
                  <a:pt x="0" y="160285"/>
                  <a:pt x="0" y="88556"/>
                  <a:pt x="44278" y="44278"/>
                </a:cubicBezTo>
                <a:cubicBezTo>
                  <a:pt x="88556" y="0"/>
                  <a:pt x="160376" y="0"/>
                  <a:pt x="204648" y="44278"/>
                </a:cubicBezTo>
              </a:path>
            </a:pathLst>
          </a:custGeom>
          <a:noFill xmlns:a="http://schemas.openxmlformats.org/drawingml/2006/main"/>
          <a:ln xmlns:a="http://schemas.openxmlformats.org/drawingml/2006/main" w="20613">
            <a:solidFill>
              <a:srgbClr val="935206"/>
            </a:solidFill>
            <a:prstDash val="solid"/>
          </a:ln>
        </p:spPr>
      </p:sp>
      <p:sp>
        <p:nvSpPr>
          <p:cNvPr id="819" name="path-776">
            <a:extLst xmlns:a="http://schemas.openxmlformats.org/drawingml/2006/main">
              <a:ext uri="{FF2B5EF4-FFF2-40B4-BE49-F238E27FC236}">
                <a16:creationId xmlns:a16="http://schemas.microsoft.com/office/drawing/2014/main" id="{2B544A21-D2D6-4CB7-920F-F0B375C8F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975" y="7835546"/>
            <a:ext cx="248886" cy="248887"/>
          </a:xfrm>
          <a:custGeom xmlns:a="http://schemas.openxmlformats.org/drawingml/2006/main">
            <a:pathLst>
              <a:path w="248886" h="248887">
                <a:moveTo>
                  <a:pt x="204609" y="44269"/>
                </a:moveTo>
                <a:cubicBezTo>
                  <a:pt x="248886" y="88547"/>
                  <a:pt x="248886" y="160332"/>
                  <a:pt x="204609" y="204609"/>
                </a:cubicBezTo>
                <a:cubicBezTo>
                  <a:pt x="160331" y="248887"/>
                  <a:pt x="88547" y="248887"/>
                  <a:pt x="44277" y="204609"/>
                </a:cubicBezTo>
                <a:cubicBezTo>
                  <a:pt x="0" y="160332"/>
                  <a:pt x="0" y="88547"/>
                  <a:pt x="44277" y="44269"/>
                </a:cubicBezTo>
                <a:cubicBezTo>
                  <a:pt x="88547" y="0"/>
                  <a:pt x="160331" y="0"/>
                  <a:pt x="204609" y="44269"/>
                </a:cubicBezTo>
              </a:path>
            </a:pathLst>
          </a:custGeom>
          <a:solidFill xmlns:a="http://schemas.openxmlformats.org/drawingml/2006/main">
            <a:srgbClr val="FCE69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20" name="path-777">
            <a:extLst xmlns:a="http://schemas.openxmlformats.org/drawingml/2006/main">
              <a:ext uri="{FF2B5EF4-FFF2-40B4-BE49-F238E27FC236}">
                <a16:creationId xmlns:a16="http://schemas.microsoft.com/office/drawing/2014/main" id="{D6A41F51-9DFA-456A-AC9D-BAEF60318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946" y="7835576"/>
            <a:ext cx="248931" cy="248846"/>
          </a:xfrm>
          <a:custGeom xmlns:a="http://schemas.openxmlformats.org/drawingml/2006/main">
            <a:pathLst>
              <a:path w="248931" h="248846">
                <a:moveTo>
                  <a:pt x="204648" y="44278"/>
                </a:moveTo>
                <a:cubicBezTo>
                  <a:pt x="248931" y="88556"/>
                  <a:pt x="248931" y="160296"/>
                  <a:pt x="204648" y="204568"/>
                </a:cubicBezTo>
                <a:cubicBezTo>
                  <a:pt x="160376" y="248846"/>
                  <a:pt x="88556" y="248846"/>
                  <a:pt x="44278" y="204568"/>
                </a:cubicBezTo>
                <a:cubicBezTo>
                  <a:pt x="0" y="160296"/>
                  <a:pt x="0" y="88556"/>
                  <a:pt x="44278" y="44278"/>
                </a:cubicBezTo>
                <a:cubicBezTo>
                  <a:pt x="88556" y="0"/>
                  <a:pt x="160376" y="0"/>
                  <a:pt x="204648" y="44278"/>
                </a:cubicBezTo>
              </a:path>
            </a:pathLst>
          </a:custGeom>
          <a:noFill xmlns:a="http://schemas.openxmlformats.org/drawingml/2006/main"/>
          <a:ln xmlns:a="http://schemas.openxmlformats.org/drawingml/2006/main" w="20613">
            <a:solidFill>
              <a:srgbClr val="935206"/>
            </a:solidFill>
            <a:prstDash val="solid"/>
          </a:ln>
        </p:spPr>
      </p:sp>
      <p:sp>
        <p:nvSpPr>
          <p:cNvPr id="821" name="path-778">
            <a:extLst xmlns:a="http://schemas.openxmlformats.org/drawingml/2006/main">
              <a:ext uri="{FF2B5EF4-FFF2-40B4-BE49-F238E27FC236}">
                <a16:creationId xmlns:a16="http://schemas.microsoft.com/office/drawing/2014/main" id="{81579EFD-B9B7-4737-BB4F-9FB95FDC6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975" y="8122486"/>
            <a:ext cx="248886" cy="248883"/>
          </a:xfrm>
          <a:custGeom xmlns:a="http://schemas.openxmlformats.org/drawingml/2006/main">
            <a:pathLst>
              <a:path w="248886" h="248883">
                <a:moveTo>
                  <a:pt x="204609" y="44269"/>
                </a:moveTo>
                <a:cubicBezTo>
                  <a:pt x="248886" y="88548"/>
                  <a:pt x="248886" y="160332"/>
                  <a:pt x="204609" y="204608"/>
                </a:cubicBezTo>
                <a:cubicBezTo>
                  <a:pt x="160331" y="248883"/>
                  <a:pt x="88547" y="248883"/>
                  <a:pt x="44277" y="204608"/>
                </a:cubicBezTo>
                <a:cubicBezTo>
                  <a:pt x="0" y="160332"/>
                  <a:pt x="0" y="88548"/>
                  <a:pt x="44277" y="44269"/>
                </a:cubicBezTo>
                <a:cubicBezTo>
                  <a:pt x="88547" y="0"/>
                  <a:pt x="160331" y="0"/>
                  <a:pt x="204609" y="44269"/>
                </a:cubicBezTo>
              </a:path>
            </a:pathLst>
          </a:custGeom>
          <a:solidFill xmlns:a="http://schemas.openxmlformats.org/drawingml/2006/main">
            <a:srgbClr val="FCE69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22" name="path-779">
            <a:extLst xmlns:a="http://schemas.openxmlformats.org/drawingml/2006/main">
              <a:ext uri="{FF2B5EF4-FFF2-40B4-BE49-F238E27FC236}">
                <a16:creationId xmlns:a16="http://schemas.microsoft.com/office/drawing/2014/main" id="{6DC5D91E-FBC8-4E50-A96D-56C322B3C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946" y="8122516"/>
            <a:ext cx="248931" cy="248846"/>
          </a:xfrm>
          <a:custGeom xmlns:a="http://schemas.openxmlformats.org/drawingml/2006/main">
            <a:pathLst>
              <a:path w="248931" h="248846">
                <a:moveTo>
                  <a:pt x="204648" y="44283"/>
                </a:moveTo>
                <a:cubicBezTo>
                  <a:pt x="248931" y="88556"/>
                  <a:pt x="248931" y="160290"/>
                  <a:pt x="204648" y="204568"/>
                </a:cubicBezTo>
                <a:cubicBezTo>
                  <a:pt x="160376" y="248846"/>
                  <a:pt x="88556" y="248846"/>
                  <a:pt x="44278" y="204568"/>
                </a:cubicBezTo>
                <a:cubicBezTo>
                  <a:pt x="0" y="160290"/>
                  <a:pt x="0" y="88556"/>
                  <a:pt x="44278" y="44283"/>
                </a:cubicBezTo>
                <a:cubicBezTo>
                  <a:pt x="88556" y="0"/>
                  <a:pt x="160376" y="0"/>
                  <a:pt x="204648" y="44283"/>
                </a:cubicBezTo>
              </a:path>
            </a:pathLst>
          </a:custGeom>
          <a:noFill xmlns:a="http://schemas.openxmlformats.org/drawingml/2006/main"/>
          <a:ln xmlns:a="http://schemas.openxmlformats.org/drawingml/2006/main" w="20613">
            <a:solidFill>
              <a:srgbClr val="935206"/>
            </a:solidFill>
            <a:prstDash val="solid"/>
          </a:ln>
        </p:spPr>
      </p:sp>
      <p:sp>
        <p:nvSpPr>
          <p:cNvPr id="823" name="path-780">
            <a:extLst xmlns:a="http://schemas.openxmlformats.org/drawingml/2006/main">
              <a:ext uri="{FF2B5EF4-FFF2-40B4-BE49-F238E27FC236}">
                <a16:creationId xmlns:a16="http://schemas.microsoft.com/office/drawing/2014/main" id="{FEA11B60-CE6C-414D-8531-1F5BD55FD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975" y="8409423"/>
            <a:ext cx="248886" cy="248884"/>
          </a:xfrm>
          <a:custGeom xmlns:a="http://schemas.openxmlformats.org/drawingml/2006/main">
            <a:pathLst>
              <a:path w="248886" h="248884">
                <a:moveTo>
                  <a:pt x="204609" y="44275"/>
                </a:moveTo>
                <a:cubicBezTo>
                  <a:pt x="248886" y="88550"/>
                  <a:pt x="248886" y="160334"/>
                  <a:pt x="204609" y="204609"/>
                </a:cubicBezTo>
                <a:cubicBezTo>
                  <a:pt x="160331" y="248884"/>
                  <a:pt x="88547" y="248884"/>
                  <a:pt x="44277" y="204609"/>
                </a:cubicBezTo>
                <a:cubicBezTo>
                  <a:pt x="0" y="160334"/>
                  <a:pt x="0" y="88550"/>
                  <a:pt x="44277" y="44275"/>
                </a:cubicBezTo>
                <a:cubicBezTo>
                  <a:pt x="88547" y="0"/>
                  <a:pt x="160331" y="0"/>
                  <a:pt x="204609" y="44275"/>
                </a:cubicBezTo>
              </a:path>
            </a:pathLst>
          </a:custGeom>
          <a:solidFill xmlns:a="http://schemas.openxmlformats.org/drawingml/2006/main">
            <a:srgbClr val="FCE69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24" name="path-781">
            <a:extLst xmlns:a="http://schemas.openxmlformats.org/drawingml/2006/main">
              <a:ext uri="{FF2B5EF4-FFF2-40B4-BE49-F238E27FC236}">
                <a16:creationId xmlns:a16="http://schemas.microsoft.com/office/drawing/2014/main" id="{624E28C2-C148-4115-BEEC-A7CADB726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946" y="8409455"/>
            <a:ext cx="248931" cy="248846"/>
          </a:xfrm>
          <a:custGeom xmlns:a="http://schemas.openxmlformats.org/drawingml/2006/main">
            <a:pathLst>
              <a:path w="248931" h="248846">
                <a:moveTo>
                  <a:pt x="204648" y="44278"/>
                </a:moveTo>
                <a:cubicBezTo>
                  <a:pt x="248931" y="88556"/>
                  <a:pt x="248931" y="160290"/>
                  <a:pt x="204648" y="204568"/>
                </a:cubicBezTo>
                <a:cubicBezTo>
                  <a:pt x="160376" y="248846"/>
                  <a:pt x="88556" y="248846"/>
                  <a:pt x="44278" y="204568"/>
                </a:cubicBezTo>
                <a:cubicBezTo>
                  <a:pt x="0" y="160290"/>
                  <a:pt x="0" y="88556"/>
                  <a:pt x="44278" y="44278"/>
                </a:cubicBezTo>
                <a:cubicBezTo>
                  <a:pt x="88556" y="0"/>
                  <a:pt x="160376" y="0"/>
                  <a:pt x="204648" y="44278"/>
                </a:cubicBezTo>
              </a:path>
            </a:pathLst>
          </a:custGeom>
          <a:noFill xmlns:a="http://schemas.openxmlformats.org/drawingml/2006/main"/>
          <a:ln xmlns:a="http://schemas.openxmlformats.org/drawingml/2006/main" w="20613">
            <a:solidFill>
              <a:srgbClr val="935206"/>
            </a:solidFill>
            <a:prstDash val="solid"/>
          </a:ln>
        </p:spPr>
      </p:sp>
      <p:sp>
        <p:nvSpPr>
          <p:cNvPr id="825" name="path-782">
            <a:extLst xmlns:a="http://schemas.openxmlformats.org/drawingml/2006/main">
              <a:ext uri="{FF2B5EF4-FFF2-40B4-BE49-F238E27FC236}">
                <a16:creationId xmlns:a16="http://schemas.microsoft.com/office/drawing/2014/main" id="{38D8F288-F4ED-4413-91F9-07EE7B30E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378" y="7788663"/>
            <a:ext cx="278200" cy="234990"/>
          </a:xfrm>
          <a:custGeom xmlns:a="http://schemas.openxmlformats.org/drawingml/2006/main">
            <a:pathLst>
              <a:path w="278200" h="234990">
                <a:moveTo>
                  <a:pt x="0" y="234990"/>
                </a:moveTo>
                <a:lnTo>
                  <a:pt x="2782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368">
            <a:solidFill>
              <a:srgbClr val="935300"/>
            </a:solidFill>
            <a:prstDash val="solid"/>
          </a:ln>
        </p:spPr>
      </p:sp>
      <p:sp>
        <p:nvSpPr>
          <p:cNvPr id="826" name="path-783">
            <a:extLst xmlns:a="http://schemas.openxmlformats.org/drawingml/2006/main">
              <a:ext uri="{FF2B5EF4-FFF2-40B4-BE49-F238E27FC236}">
                <a16:creationId xmlns:a16="http://schemas.microsoft.com/office/drawing/2014/main" id="{D4C6C13E-F1B4-403D-9B4C-4999DE8D7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05" y="7766698"/>
            <a:ext cx="54741" cy="50701"/>
          </a:xfrm>
          <a:custGeom xmlns:a="http://schemas.openxmlformats.org/drawingml/2006/main">
            <a:pathLst>
              <a:path w="54741" h="50701">
                <a:moveTo>
                  <a:pt x="54741" y="0"/>
                </a:moveTo>
                <a:lnTo>
                  <a:pt x="0" y="19525"/>
                </a:lnTo>
                <a:lnTo>
                  <a:pt x="28760" y="21942"/>
                </a:lnTo>
                <a:lnTo>
                  <a:pt x="26336" y="50701"/>
                </a:lnTo>
                <a:lnTo>
                  <a:pt x="54741" y="0"/>
                </a:lnTo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27" name="path-784">
            <a:extLst xmlns:a="http://schemas.openxmlformats.org/drawingml/2006/main">
              <a:ext uri="{FF2B5EF4-FFF2-40B4-BE49-F238E27FC236}">
                <a16:creationId xmlns:a16="http://schemas.microsoft.com/office/drawing/2014/main" id="{81873844-49F5-4CD3-BF6C-72D9A9584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03" y="7766732"/>
            <a:ext cx="54750" cy="50706"/>
          </a:xfrm>
          <a:custGeom xmlns:a="http://schemas.openxmlformats.org/drawingml/2006/main">
            <a:pathLst>
              <a:path w="54750" h="50706">
                <a:moveTo>
                  <a:pt x="54750" y="0"/>
                </a:moveTo>
                <a:lnTo>
                  <a:pt x="0" y="19456"/>
                </a:lnTo>
                <a:lnTo>
                  <a:pt x="28775" y="21932"/>
                </a:lnTo>
                <a:lnTo>
                  <a:pt x="26304" y="50706"/>
                </a:lnTo>
                <a:lnTo>
                  <a:pt x="547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368">
            <a:solidFill>
              <a:srgbClr val="935300"/>
            </a:solidFill>
            <a:prstDash val="solid"/>
          </a:ln>
        </p:spPr>
      </p:sp>
      <p:sp>
        <p:nvSpPr>
          <p:cNvPr id="828" name="path-785">
            <a:extLst xmlns:a="http://schemas.openxmlformats.org/drawingml/2006/main">
              <a:ext uri="{FF2B5EF4-FFF2-40B4-BE49-F238E27FC236}">
                <a16:creationId xmlns:a16="http://schemas.microsoft.com/office/drawing/2014/main" id="{A0EE5D8D-789A-417F-9B7B-167E0339A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950" y="8008564"/>
            <a:ext cx="218010" cy="61348"/>
          </a:xfrm>
          <a:custGeom xmlns:a="http://schemas.openxmlformats.org/drawingml/2006/main">
            <a:pathLst>
              <a:path w="218010" h="61348">
                <a:moveTo>
                  <a:pt x="0" y="61348"/>
                </a:moveTo>
                <a:lnTo>
                  <a:pt x="21801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368">
            <a:solidFill>
              <a:srgbClr val="935300"/>
            </a:solidFill>
            <a:prstDash val="solid"/>
          </a:ln>
        </p:spPr>
      </p:sp>
      <p:sp>
        <p:nvSpPr>
          <p:cNvPr id="829" name="path-786">
            <a:extLst xmlns:a="http://schemas.openxmlformats.org/drawingml/2006/main">
              <a:ext uri="{FF2B5EF4-FFF2-40B4-BE49-F238E27FC236}">
                <a16:creationId xmlns:a16="http://schemas.microsoft.com/office/drawing/2014/main" id="{C2560096-3572-459A-A35D-F7A16737C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797" y="7994427"/>
            <a:ext cx="57915" cy="39289"/>
          </a:xfrm>
          <a:custGeom xmlns:a="http://schemas.openxmlformats.org/drawingml/2006/main">
            <a:pathLst>
              <a:path w="57915" h="39289">
                <a:moveTo>
                  <a:pt x="57915" y="4897"/>
                </a:moveTo>
                <a:lnTo>
                  <a:pt x="0" y="0"/>
                </a:lnTo>
                <a:lnTo>
                  <a:pt x="25173" y="14116"/>
                </a:lnTo>
                <a:lnTo>
                  <a:pt x="11057" y="39289"/>
                </a:lnTo>
                <a:lnTo>
                  <a:pt x="57915" y="4897"/>
                </a:lnTo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30" name="path-787">
            <a:extLst xmlns:a="http://schemas.openxmlformats.org/drawingml/2006/main">
              <a:ext uri="{FF2B5EF4-FFF2-40B4-BE49-F238E27FC236}">
                <a16:creationId xmlns:a16="http://schemas.microsoft.com/office/drawing/2014/main" id="{9C6BF28F-ECCA-4D13-91B4-25D4752BE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809" y="7994464"/>
            <a:ext cx="57884" cy="39252"/>
          </a:xfrm>
          <a:custGeom xmlns:a="http://schemas.openxmlformats.org/drawingml/2006/main">
            <a:pathLst>
              <a:path w="57884" h="39252">
                <a:moveTo>
                  <a:pt x="57884" y="4867"/>
                </a:moveTo>
                <a:lnTo>
                  <a:pt x="0" y="0"/>
                </a:lnTo>
                <a:lnTo>
                  <a:pt x="25152" y="14101"/>
                </a:lnTo>
                <a:lnTo>
                  <a:pt x="11051" y="39252"/>
                </a:lnTo>
                <a:lnTo>
                  <a:pt x="57884" y="4867"/>
                </a:lnTo>
              </a:path>
            </a:pathLst>
          </a:custGeom>
          <a:noFill xmlns:a="http://schemas.openxmlformats.org/drawingml/2006/main"/>
          <a:ln xmlns:a="http://schemas.openxmlformats.org/drawingml/2006/main" w="12368">
            <a:solidFill>
              <a:srgbClr val="935300"/>
            </a:solidFill>
            <a:prstDash val="solid"/>
          </a:ln>
        </p:spPr>
      </p:sp>
      <p:sp>
        <p:nvSpPr>
          <p:cNvPr id="831" name="path-788">
            <a:extLst xmlns:a="http://schemas.openxmlformats.org/drawingml/2006/main">
              <a:ext uri="{FF2B5EF4-FFF2-40B4-BE49-F238E27FC236}">
                <a16:creationId xmlns:a16="http://schemas.microsoft.com/office/drawing/2014/main" id="{FE7CD46C-2351-4F98-8335-3C2AA939F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950" y="8136946"/>
            <a:ext cx="218010" cy="61428"/>
          </a:xfrm>
          <a:custGeom xmlns:a="http://schemas.openxmlformats.org/drawingml/2006/main">
            <a:pathLst>
              <a:path w="218010" h="61428">
                <a:moveTo>
                  <a:pt x="0" y="0"/>
                </a:moveTo>
                <a:lnTo>
                  <a:pt x="218010" y="61428"/>
                </a:lnTo>
              </a:path>
            </a:pathLst>
          </a:custGeom>
          <a:noFill xmlns:a="http://schemas.openxmlformats.org/drawingml/2006/main"/>
          <a:ln xmlns:a="http://schemas.openxmlformats.org/drawingml/2006/main" w="12368">
            <a:solidFill>
              <a:srgbClr val="935300"/>
            </a:solidFill>
            <a:prstDash val="solid"/>
          </a:ln>
        </p:spPr>
      </p:sp>
      <p:sp>
        <p:nvSpPr>
          <p:cNvPr id="832" name="path-789">
            <a:extLst xmlns:a="http://schemas.openxmlformats.org/drawingml/2006/main">
              <a:ext uri="{FF2B5EF4-FFF2-40B4-BE49-F238E27FC236}">
                <a16:creationId xmlns:a16="http://schemas.microsoft.com/office/drawing/2014/main" id="{84D65FC7-E52B-4F21-AFB8-B854B584A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797" y="8173198"/>
            <a:ext cx="57915" cy="39288"/>
          </a:xfrm>
          <a:custGeom xmlns:a="http://schemas.openxmlformats.org/drawingml/2006/main">
            <a:pathLst>
              <a:path w="57915" h="39288">
                <a:moveTo>
                  <a:pt x="57915" y="34392"/>
                </a:moveTo>
                <a:lnTo>
                  <a:pt x="11057" y="0"/>
                </a:lnTo>
                <a:lnTo>
                  <a:pt x="25173" y="25176"/>
                </a:lnTo>
                <a:lnTo>
                  <a:pt x="0" y="39288"/>
                </a:lnTo>
                <a:lnTo>
                  <a:pt x="57915" y="34392"/>
                </a:lnTo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33" name="path-790">
            <a:extLst xmlns:a="http://schemas.openxmlformats.org/drawingml/2006/main">
              <a:ext uri="{FF2B5EF4-FFF2-40B4-BE49-F238E27FC236}">
                <a16:creationId xmlns:a16="http://schemas.microsoft.com/office/drawing/2014/main" id="{4CAC89AF-A365-4B4C-8C41-1D24E9E78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809" y="8173228"/>
            <a:ext cx="57884" cy="39246"/>
          </a:xfrm>
          <a:custGeom xmlns:a="http://schemas.openxmlformats.org/drawingml/2006/main">
            <a:pathLst>
              <a:path w="57884" h="39246">
                <a:moveTo>
                  <a:pt x="57884" y="34380"/>
                </a:moveTo>
                <a:lnTo>
                  <a:pt x="11051" y="0"/>
                </a:lnTo>
                <a:lnTo>
                  <a:pt x="25152" y="25146"/>
                </a:lnTo>
                <a:lnTo>
                  <a:pt x="0" y="39246"/>
                </a:lnTo>
                <a:lnTo>
                  <a:pt x="57884" y="34380"/>
                </a:lnTo>
              </a:path>
            </a:pathLst>
          </a:custGeom>
          <a:noFill xmlns:a="http://schemas.openxmlformats.org/drawingml/2006/main"/>
          <a:ln xmlns:a="http://schemas.openxmlformats.org/drawingml/2006/main" w="12368">
            <a:solidFill>
              <a:srgbClr val="935300"/>
            </a:solidFill>
            <a:prstDash val="solid"/>
          </a:ln>
        </p:spPr>
      </p:sp>
      <p:sp>
        <p:nvSpPr>
          <p:cNvPr id="834" name="path-791">
            <a:extLst xmlns:a="http://schemas.openxmlformats.org/drawingml/2006/main">
              <a:ext uri="{FF2B5EF4-FFF2-40B4-BE49-F238E27FC236}">
                <a16:creationId xmlns:a16="http://schemas.microsoft.com/office/drawing/2014/main" id="{B4D21B93-340C-49CD-9371-3BDBF9EE6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378" y="8183285"/>
            <a:ext cx="278200" cy="234995"/>
          </a:xfrm>
          <a:custGeom xmlns:a="http://schemas.openxmlformats.org/drawingml/2006/main">
            <a:pathLst>
              <a:path w="278200" h="234995">
                <a:moveTo>
                  <a:pt x="0" y="0"/>
                </a:moveTo>
                <a:lnTo>
                  <a:pt x="278200" y="234995"/>
                </a:lnTo>
              </a:path>
            </a:pathLst>
          </a:custGeom>
          <a:noFill xmlns:a="http://schemas.openxmlformats.org/drawingml/2006/main"/>
          <a:ln xmlns:a="http://schemas.openxmlformats.org/drawingml/2006/main" w="12368">
            <a:solidFill>
              <a:srgbClr val="935300"/>
            </a:solidFill>
            <a:prstDash val="solid"/>
          </a:ln>
        </p:spPr>
      </p:sp>
      <p:sp>
        <p:nvSpPr>
          <p:cNvPr id="835" name="path-792">
            <a:extLst xmlns:a="http://schemas.openxmlformats.org/drawingml/2006/main">
              <a:ext uri="{FF2B5EF4-FFF2-40B4-BE49-F238E27FC236}">
                <a16:creationId xmlns:a16="http://schemas.microsoft.com/office/drawing/2014/main" id="{4BF2495B-4B1C-4B86-A4A2-4CB5CD31F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05" y="8389513"/>
            <a:ext cx="54741" cy="50706"/>
          </a:xfrm>
          <a:custGeom xmlns:a="http://schemas.openxmlformats.org/drawingml/2006/main">
            <a:pathLst>
              <a:path w="54741" h="50706">
                <a:moveTo>
                  <a:pt x="54741" y="50706"/>
                </a:moveTo>
                <a:lnTo>
                  <a:pt x="26336" y="0"/>
                </a:lnTo>
                <a:lnTo>
                  <a:pt x="28760" y="28759"/>
                </a:lnTo>
                <a:lnTo>
                  <a:pt x="0" y="31181"/>
                </a:lnTo>
                <a:lnTo>
                  <a:pt x="54741" y="50706"/>
                </a:lnTo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36" name="path-793">
            <a:extLst xmlns:a="http://schemas.openxmlformats.org/drawingml/2006/main">
              <a:ext uri="{FF2B5EF4-FFF2-40B4-BE49-F238E27FC236}">
                <a16:creationId xmlns:a16="http://schemas.microsoft.com/office/drawing/2014/main" id="{D0C7401C-0EDB-4F7B-8AB6-6975DA1F1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03" y="8389500"/>
            <a:ext cx="54750" cy="50712"/>
          </a:xfrm>
          <a:custGeom xmlns:a="http://schemas.openxmlformats.org/drawingml/2006/main">
            <a:pathLst>
              <a:path w="54750" h="50712">
                <a:moveTo>
                  <a:pt x="54750" y="50712"/>
                </a:moveTo>
                <a:lnTo>
                  <a:pt x="26304" y="0"/>
                </a:lnTo>
                <a:lnTo>
                  <a:pt x="28775" y="28780"/>
                </a:lnTo>
                <a:lnTo>
                  <a:pt x="0" y="31171"/>
                </a:lnTo>
                <a:lnTo>
                  <a:pt x="54750" y="50712"/>
                </a:lnTo>
              </a:path>
            </a:pathLst>
          </a:custGeom>
          <a:noFill xmlns:a="http://schemas.openxmlformats.org/drawingml/2006/main"/>
          <a:ln xmlns:a="http://schemas.openxmlformats.org/drawingml/2006/main" w="12368">
            <a:solidFill>
              <a:srgbClr val="935300"/>
            </a:solidFill>
            <a:prstDash val="solid"/>
          </a:ln>
        </p:spPr>
      </p:sp>
      <p:sp>
        <p:nvSpPr>
          <p:cNvPr id="837" name="path-794">
            <a:extLst xmlns:a="http://schemas.openxmlformats.org/drawingml/2006/main">
              <a:ext uri="{FF2B5EF4-FFF2-40B4-BE49-F238E27FC236}">
                <a16:creationId xmlns:a16="http://schemas.microsoft.com/office/drawing/2014/main" id="{77581114-AE3A-4CD0-AAE6-553DE8DD5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5944" y="7752875"/>
            <a:ext cx="278200" cy="234995"/>
          </a:xfrm>
          <a:custGeom xmlns:a="http://schemas.openxmlformats.org/drawingml/2006/main">
            <a:pathLst>
              <a:path w="278200" h="234995">
                <a:moveTo>
                  <a:pt x="0" y="0"/>
                </a:moveTo>
                <a:lnTo>
                  <a:pt x="278200" y="234995"/>
                </a:lnTo>
              </a:path>
            </a:pathLst>
          </a:custGeom>
          <a:noFill xmlns:a="http://schemas.openxmlformats.org/drawingml/2006/main"/>
          <a:ln xmlns:a="http://schemas.openxmlformats.org/drawingml/2006/main" w="12368">
            <a:solidFill>
              <a:srgbClr val="935300"/>
            </a:solidFill>
            <a:prstDash val="solid"/>
          </a:ln>
        </p:spPr>
      </p:sp>
      <p:sp>
        <p:nvSpPr>
          <p:cNvPr id="838" name="path-795">
            <a:extLst xmlns:a="http://schemas.openxmlformats.org/drawingml/2006/main">
              <a:ext uri="{FF2B5EF4-FFF2-40B4-BE49-F238E27FC236}">
                <a16:creationId xmlns:a16="http://schemas.microsoft.com/office/drawing/2014/main" id="{5EC02D40-F4E2-4FE1-AE4C-5D20FC010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5369" y="7959103"/>
            <a:ext cx="54741" cy="50709"/>
          </a:xfrm>
          <a:custGeom xmlns:a="http://schemas.openxmlformats.org/drawingml/2006/main">
            <a:pathLst>
              <a:path w="54741" h="50709">
                <a:moveTo>
                  <a:pt x="54741" y="50709"/>
                </a:moveTo>
                <a:lnTo>
                  <a:pt x="26336" y="0"/>
                </a:lnTo>
                <a:lnTo>
                  <a:pt x="28760" y="28760"/>
                </a:lnTo>
                <a:lnTo>
                  <a:pt x="0" y="31184"/>
                </a:lnTo>
                <a:lnTo>
                  <a:pt x="54741" y="50709"/>
                </a:lnTo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39" name="path-796">
            <a:extLst xmlns:a="http://schemas.openxmlformats.org/drawingml/2006/main">
              <a:ext uri="{FF2B5EF4-FFF2-40B4-BE49-F238E27FC236}">
                <a16:creationId xmlns:a16="http://schemas.microsoft.com/office/drawing/2014/main" id="{C4975EAA-EAF4-4023-9E4E-AA084B8BB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5370" y="7959090"/>
            <a:ext cx="54750" cy="50712"/>
          </a:xfrm>
          <a:custGeom xmlns:a="http://schemas.openxmlformats.org/drawingml/2006/main">
            <a:pathLst>
              <a:path w="54750" h="50712">
                <a:moveTo>
                  <a:pt x="54750" y="50712"/>
                </a:moveTo>
                <a:lnTo>
                  <a:pt x="26299" y="0"/>
                </a:lnTo>
                <a:lnTo>
                  <a:pt x="28775" y="28780"/>
                </a:lnTo>
                <a:lnTo>
                  <a:pt x="0" y="31171"/>
                </a:lnTo>
                <a:lnTo>
                  <a:pt x="54750" y="50712"/>
                </a:lnTo>
              </a:path>
            </a:pathLst>
          </a:custGeom>
          <a:noFill xmlns:a="http://schemas.openxmlformats.org/drawingml/2006/main"/>
          <a:ln xmlns:a="http://schemas.openxmlformats.org/drawingml/2006/main" w="12368">
            <a:solidFill>
              <a:srgbClr val="935300"/>
            </a:solidFill>
            <a:prstDash val="solid"/>
          </a:ln>
        </p:spPr>
      </p:sp>
      <p:sp>
        <p:nvSpPr>
          <p:cNvPr id="840" name="path-797">
            <a:extLst xmlns:a="http://schemas.openxmlformats.org/drawingml/2006/main">
              <a:ext uri="{FF2B5EF4-FFF2-40B4-BE49-F238E27FC236}">
                <a16:creationId xmlns:a16="http://schemas.microsoft.com/office/drawing/2014/main" id="{A7427EFC-AB3B-49E0-9DE1-12BEE8ECE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0517" y="7993481"/>
            <a:ext cx="218004" cy="61422"/>
          </a:xfrm>
          <a:custGeom xmlns:a="http://schemas.openxmlformats.org/drawingml/2006/main">
            <a:pathLst>
              <a:path w="218004" h="61422">
                <a:moveTo>
                  <a:pt x="0" y="0"/>
                </a:moveTo>
                <a:lnTo>
                  <a:pt x="218004" y="61422"/>
                </a:lnTo>
              </a:path>
            </a:pathLst>
          </a:custGeom>
          <a:noFill xmlns:a="http://schemas.openxmlformats.org/drawingml/2006/main"/>
          <a:ln xmlns:a="http://schemas.openxmlformats.org/drawingml/2006/main" w="12368">
            <a:solidFill>
              <a:srgbClr val="935300"/>
            </a:solidFill>
            <a:prstDash val="solid"/>
          </a:ln>
        </p:spPr>
      </p:sp>
      <p:sp>
        <p:nvSpPr>
          <p:cNvPr id="841" name="path-798">
            <a:extLst xmlns:a="http://schemas.openxmlformats.org/drawingml/2006/main">
              <a:ext uri="{FF2B5EF4-FFF2-40B4-BE49-F238E27FC236}">
                <a16:creationId xmlns:a16="http://schemas.microsoft.com/office/drawing/2014/main" id="{83E77982-5553-4F8C-BD9E-6FE1227C9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3361" y="8029725"/>
            <a:ext cx="57915" cy="39289"/>
          </a:xfrm>
          <a:custGeom xmlns:a="http://schemas.openxmlformats.org/drawingml/2006/main">
            <a:pathLst>
              <a:path w="57915" h="39289">
                <a:moveTo>
                  <a:pt x="57915" y="34399"/>
                </a:moveTo>
                <a:lnTo>
                  <a:pt x="11057" y="0"/>
                </a:lnTo>
                <a:lnTo>
                  <a:pt x="25173" y="25181"/>
                </a:lnTo>
                <a:lnTo>
                  <a:pt x="0" y="39289"/>
                </a:lnTo>
                <a:lnTo>
                  <a:pt x="57915" y="34399"/>
                </a:lnTo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42" name="path-799">
            <a:extLst xmlns:a="http://schemas.openxmlformats.org/drawingml/2006/main">
              <a:ext uri="{FF2B5EF4-FFF2-40B4-BE49-F238E27FC236}">
                <a16:creationId xmlns:a16="http://schemas.microsoft.com/office/drawing/2014/main" id="{31732239-E748-43C3-B791-BC64F95F3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3375" y="8029758"/>
            <a:ext cx="57884" cy="39246"/>
          </a:xfrm>
          <a:custGeom xmlns:a="http://schemas.openxmlformats.org/drawingml/2006/main">
            <a:pathLst>
              <a:path w="57884" h="39246">
                <a:moveTo>
                  <a:pt x="57884" y="34385"/>
                </a:moveTo>
                <a:lnTo>
                  <a:pt x="11051" y="0"/>
                </a:lnTo>
                <a:lnTo>
                  <a:pt x="25146" y="25146"/>
                </a:lnTo>
                <a:lnTo>
                  <a:pt x="0" y="39246"/>
                </a:lnTo>
                <a:lnTo>
                  <a:pt x="57884" y="34385"/>
                </a:lnTo>
              </a:path>
            </a:pathLst>
          </a:custGeom>
          <a:noFill xmlns:a="http://schemas.openxmlformats.org/drawingml/2006/main"/>
          <a:ln xmlns:a="http://schemas.openxmlformats.org/drawingml/2006/main" w="12368">
            <a:solidFill>
              <a:srgbClr val="935300"/>
            </a:solidFill>
            <a:prstDash val="solid"/>
          </a:ln>
        </p:spPr>
      </p:sp>
      <p:sp>
        <p:nvSpPr>
          <p:cNvPr id="843" name="path-800">
            <a:extLst xmlns:a="http://schemas.openxmlformats.org/drawingml/2006/main">
              <a:ext uri="{FF2B5EF4-FFF2-40B4-BE49-F238E27FC236}">
                <a16:creationId xmlns:a16="http://schemas.microsoft.com/office/drawing/2014/main" id="{62EEE3B5-3D5E-4301-8777-8AF6F2E0F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0517" y="8152040"/>
            <a:ext cx="218004" cy="61343"/>
          </a:xfrm>
          <a:custGeom xmlns:a="http://schemas.openxmlformats.org/drawingml/2006/main">
            <a:pathLst>
              <a:path w="218004" h="61343">
                <a:moveTo>
                  <a:pt x="0" y="61343"/>
                </a:moveTo>
                <a:lnTo>
                  <a:pt x="218004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368">
            <a:solidFill>
              <a:srgbClr val="935300"/>
            </a:solidFill>
            <a:prstDash val="solid"/>
          </a:ln>
        </p:spPr>
      </p:sp>
      <p:sp>
        <p:nvSpPr>
          <p:cNvPr id="844" name="path-801">
            <a:extLst xmlns:a="http://schemas.openxmlformats.org/drawingml/2006/main">
              <a:ext uri="{FF2B5EF4-FFF2-40B4-BE49-F238E27FC236}">
                <a16:creationId xmlns:a16="http://schemas.microsoft.com/office/drawing/2014/main" id="{F219105C-473E-4589-AFE3-50F450776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3361" y="8137895"/>
            <a:ext cx="57915" cy="39289"/>
          </a:xfrm>
          <a:custGeom xmlns:a="http://schemas.openxmlformats.org/drawingml/2006/main">
            <a:pathLst>
              <a:path w="57915" h="39289">
                <a:moveTo>
                  <a:pt x="57915" y="4898"/>
                </a:moveTo>
                <a:lnTo>
                  <a:pt x="0" y="0"/>
                </a:lnTo>
                <a:lnTo>
                  <a:pt x="25173" y="14116"/>
                </a:lnTo>
                <a:lnTo>
                  <a:pt x="11057" y="39289"/>
                </a:lnTo>
                <a:lnTo>
                  <a:pt x="57915" y="4898"/>
                </a:lnTo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45" name="path-802">
            <a:extLst xmlns:a="http://schemas.openxmlformats.org/drawingml/2006/main">
              <a:ext uri="{FF2B5EF4-FFF2-40B4-BE49-F238E27FC236}">
                <a16:creationId xmlns:a16="http://schemas.microsoft.com/office/drawing/2014/main" id="{0B356444-AAC3-47A6-967C-AF536783F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3375" y="8137939"/>
            <a:ext cx="57884" cy="39246"/>
          </a:xfrm>
          <a:custGeom xmlns:a="http://schemas.openxmlformats.org/drawingml/2006/main">
            <a:pathLst>
              <a:path w="57884" h="39246">
                <a:moveTo>
                  <a:pt x="57884" y="4861"/>
                </a:moveTo>
                <a:lnTo>
                  <a:pt x="0" y="0"/>
                </a:lnTo>
                <a:lnTo>
                  <a:pt x="25146" y="14101"/>
                </a:lnTo>
                <a:lnTo>
                  <a:pt x="11051" y="39246"/>
                </a:lnTo>
                <a:lnTo>
                  <a:pt x="57884" y="4861"/>
                </a:lnTo>
              </a:path>
            </a:pathLst>
          </a:custGeom>
          <a:noFill xmlns:a="http://schemas.openxmlformats.org/drawingml/2006/main"/>
          <a:ln xmlns:a="http://schemas.openxmlformats.org/drawingml/2006/main" w="12368">
            <a:solidFill>
              <a:srgbClr val="935300"/>
            </a:solidFill>
            <a:prstDash val="solid"/>
          </a:ln>
        </p:spPr>
      </p:sp>
      <p:sp>
        <p:nvSpPr>
          <p:cNvPr id="846" name="path-803">
            <a:extLst xmlns:a="http://schemas.openxmlformats.org/drawingml/2006/main">
              <a:ext uri="{FF2B5EF4-FFF2-40B4-BE49-F238E27FC236}">
                <a16:creationId xmlns:a16="http://schemas.microsoft.com/office/drawing/2014/main" id="{0488A544-3340-4FD6-9E5D-29FCD5F16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5944" y="8219073"/>
            <a:ext cx="278200" cy="234990"/>
          </a:xfrm>
          <a:custGeom xmlns:a="http://schemas.openxmlformats.org/drawingml/2006/main">
            <a:pathLst>
              <a:path w="278200" h="234990">
                <a:moveTo>
                  <a:pt x="0" y="234990"/>
                </a:moveTo>
                <a:lnTo>
                  <a:pt x="2782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368">
            <a:solidFill>
              <a:srgbClr val="935300"/>
            </a:solidFill>
            <a:prstDash val="solid"/>
          </a:ln>
        </p:spPr>
      </p:sp>
      <p:sp>
        <p:nvSpPr>
          <p:cNvPr id="847" name="path-804">
            <a:extLst xmlns:a="http://schemas.openxmlformats.org/drawingml/2006/main">
              <a:ext uri="{FF2B5EF4-FFF2-40B4-BE49-F238E27FC236}">
                <a16:creationId xmlns:a16="http://schemas.microsoft.com/office/drawing/2014/main" id="{FAD467E1-5D49-42FE-BD83-21D64DAFC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5369" y="8197103"/>
            <a:ext cx="54741" cy="50705"/>
          </a:xfrm>
          <a:custGeom xmlns:a="http://schemas.openxmlformats.org/drawingml/2006/main">
            <a:pathLst>
              <a:path w="54741" h="50705">
                <a:moveTo>
                  <a:pt x="54741" y="0"/>
                </a:moveTo>
                <a:lnTo>
                  <a:pt x="0" y="19525"/>
                </a:lnTo>
                <a:lnTo>
                  <a:pt x="28760" y="21947"/>
                </a:lnTo>
                <a:lnTo>
                  <a:pt x="26336" y="50705"/>
                </a:lnTo>
                <a:lnTo>
                  <a:pt x="54741" y="0"/>
                </a:lnTo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48" name="path-805">
            <a:extLst xmlns:a="http://schemas.openxmlformats.org/drawingml/2006/main">
              <a:ext uri="{FF2B5EF4-FFF2-40B4-BE49-F238E27FC236}">
                <a16:creationId xmlns:a16="http://schemas.microsoft.com/office/drawing/2014/main" id="{58DE14E7-6796-4057-8981-92D835D7B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5370" y="8197135"/>
            <a:ext cx="54750" cy="50712"/>
          </a:xfrm>
          <a:custGeom xmlns:a="http://schemas.openxmlformats.org/drawingml/2006/main">
            <a:pathLst>
              <a:path w="54750" h="50712">
                <a:moveTo>
                  <a:pt x="54750" y="0"/>
                </a:moveTo>
                <a:lnTo>
                  <a:pt x="0" y="19461"/>
                </a:lnTo>
                <a:lnTo>
                  <a:pt x="28775" y="21937"/>
                </a:lnTo>
                <a:lnTo>
                  <a:pt x="26299" y="50712"/>
                </a:lnTo>
                <a:lnTo>
                  <a:pt x="547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368">
            <a:solidFill>
              <a:srgbClr val="935300"/>
            </a:solidFill>
            <a:prstDash val="solid"/>
          </a:ln>
        </p:spPr>
      </p:sp>
      <p:sp>
        <p:nvSpPr>
          <p:cNvPr id="849" name="path-806">
            <a:extLst xmlns:a="http://schemas.openxmlformats.org/drawingml/2006/main">
              <a:ext uri="{FF2B5EF4-FFF2-40B4-BE49-F238E27FC236}">
                <a16:creationId xmlns:a16="http://schemas.microsoft.com/office/drawing/2014/main" id="{09E60D85-DE60-4196-9563-42428B92E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329" y="7985324"/>
            <a:ext cx="1048176" cy="236266"/>
          </a:xfrm>
          <a:custGeom xmlns:a="http://schemas.openxmlformats.org/drawingml/2006/main">
            <a:pathLst>
              <a:path w="1048176" h="236266">
                <a:moveTo>
                  <a:pt x="0" y="0"/>
                </a:moveTo>
                <a:lnTo>
                  <a:pt x="1048176" y="0"/>
                </a:lnTo>
                <a:lnTo>
                  <a:pt x="1048176" y="236266"/>
                </a:lnTo>
                <a:lnTo>
                  <a:pt x="0" y="236266"/>
                </a:lnTo>
                <a:close/>
              </a:path>
            </a:pathLst>
          </a:custGeom>
          <a:solidFill xmlns:a="http://schemas.openxmlformats.org/drawingml/2006/main">
            <a:srgbClr val="FFFFFF">
              <a:alpha val="8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50" name="text-807 Vision">
            <a:extLst xmlns:a="http://schemas.openxmlformats.org/drawingml/2006/main">
              <a:ext uri="{FF2B5EF4-FFF2-40B4-BE49-F238E27FC236}">
                <a16:creationId xmlns:a16="http://schemas.microsoft.com/office/drawing/2014/main" id="{7F065303-9DBB-4D2C-8E03-C99A65967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2030" y="7993551"/>
            <a:ext cx="521489" cy="2308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99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99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99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Vision</a:t>
            </a:r>
          </a:p>
        </p:txBody>
      </p:sp>
      <p:sp>
        <p:nvSpPr>
          <p:cNvPr id="851" name="text-807 Agent">
            <a:extLst xmlns:a="http://schemas.openxmlformats.org/drawingml/2006/main">
              <a:ext uri="{FF2B5EF4-FFF2-40B4-BE49-F238E27FC236}">
                <a16:creationId xmlns:a16="http://schemas.microsoft.com/office/drawing/2014/main" id="{680B582E-1881-4F52-89A5-8202A39F7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63574" y="7993592"/>
            <a:ext cx="496791" cy="23082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98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98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98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Agent</a:t>
            </a:r>
          </a:p>
        </p:txBody>
      </p:sp>
      <p:sp>
        <p:nvSpPr>
          <p:cNvPr id="852" name="path-808">
            <a:extLst xmlns:a="http://schemas.openxmlformats.org/drawingml/2006/main">
              <a:ext uri="{FF2B5EF4-FFF2-40B4-BE49-F238E27FC236}">
                <a16:creationId xmlns:a16="http://schemas.microsoft.com/office/drawing/2014/main" id="{219A2CAD-740D-4191-9C5B-4F1078952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5150" y="7326345"/>
            <a:ext cx="907158" cy="233343"/>
          </a:xfrm>
          <a:custGeom xmlns:a="http://schemas.openxmlformats.org/drawingml/2006/main">
            <a:pathLst>
              <a:path w="907158" h="233343">
                <a:moveTo>
                  <a:pt x="0" y="233343"/>
                </a:moveTo>
                <a:lnTo>
                  <a:pt x="907158" y="0"/>
                </a:lnTo>
              </a:path>
            </a:pathLst>
          </a:custGeom>
          <a:noFill xmlns:a="http://schemas.openxmlformats.org/drawingml/2006/main"/>
          <a:ln xmlns:a="http://schemas.openxmlformats.org/drawingml/2006/main" w="8245">
            <a:solidFill>
              <a:srgbClr val="935300"/>
            </a:solidFill>
            <a:prstDash val="dash"/>
          </a:ln>
        </p:spPr>
      </p:sp>
      <p:sp>
        <p:nvSpPr>
          <p:cNvPr id="853" name="path-809">
            <a:extLst xmlns:a="http://schemas.openxmlformats.org/drawingml/2006/main">
              <a:ext uri="{FF2B5EF4-FFF2-40B4-BE49-F238E27FC236}">
                <a16:creationId xmlns:a16="http://schemas.microsoft.com/office/drawing/2014/main" id="{5AD9EBFD-C20B-445F-BF7B-4B8A4C127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5150" y="8645768"/>
            <a:ext cx="907158" cy="233343"/>
          </a:xfrm>
          <a:custGeom xmlns:a="http://schemas.openxmlformats.org/drawingml/2006/main">
            <a:pathLst>
              <a:path w="907158" h="233343">
                <a:moveTo>
                  <a:pt x="0" y="0"/>
                </a:moveTo>
                <a:lnTo>
                  <a:pt x="907158" y="233343"/>
                </a:lnTo>
              </a:path>
            </a:pathLst>
          </a:custGeom>
          <a:noFill xmlns:a="http://schemas.openxmlformats.org/drawingml/2006/main"/>
          <a:ln xmlns:a="http://schemas.openxmlformats.org/drawingml/2006/main" w="8245">
            <a:solidFill>
              <a:srgbClr val="935300"/>
            </a:solidFill>
            <a:prstDash val="dash"/>
          </a:ln>
        </p:spPr>
      </p:sp>
      <p:sp>
        <p:nvSpPr>
          <p:cNvPr id="854" name="text-810 Policy">
            <a:extLst xmlns:a="http://schemas.openxmlformats.org/drawingml/2006/main">
              <a:ext uri="{FF2B5EF4-FFF2-40B4-BE49-F238E27FC236}">
                <a16:creationId xmlns:a16="http://schemas.microsoft.com/office/drawing/2014/main" id="{B4F519FF-CCE3-4613-B516-3315D558C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01127" y="7362126"/>
            <a:ext cx="515462" cy="2308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98" b="1" i="0">
                <a:solidFill>
                  <a:srgbClr val="9353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98" b="1" i="0">
                <a:solidFill>
                  <a:srgbClr val="935300"/>
                </a:solidFill>
                <a:latin typeface="Arial"/>
                <a:ea typeface="Arial"/>
                <a:cs typeface="Arial"/>
              </a:defRPr>
            </a:pPr>
            <a:r>
              <a:rPr sz="1298" b="1" i="0">
                <a:solidFill>
                  <a:srgbClr val="935300"/>
                </a:solidFill>
                <a:latin typeface="Arial"/>
                <a:ea typeface="Arial"/>
                <a:cs typeface="Arial"/>
              </a:rPr>
              <a:t>Policy</a:t>
            </a:r>
          </a:p>
        </p:txBody>
      </p:sp>
      <p:sp>
        <p:nvSpPr>
          <p:cNvPr id="855" name="text-810 Network">
            <a:extLst xmlns:a="http://schemas.openxmlformats.org/drawingml/2006/main">
              <a:ext uri="{FF2B5EF4-FFF2-40B4-BE49-F238E27FC236}">
                <a16:creationId xmlns:a16="http://schemas.microsoft.com/office/drawing/2014/main" id="{E8C6223E-F3E3-46CF-8B1E-A2A4A6DAF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32727" y="7362111"/>
            <a:ext cx="680304" cy="2308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99" b="1" i="0">
                <a:solidFill>
                  <a:srgbClr val="9353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99" b="1" i="0">
                <a:solidFill>
                  <a:srgbClr val="935300"/>
                </a:solidFill>
                <a:latin typeface="Arial"/>
                <a:ea typeface="Arial"/>
                <a:cs typeface="Arial"/>
              </a:defRPr>
            </a:pPr>
            <a:r>
              <a:rPr sz="1299" b="1" i="0">
                <a:solidFill>
                  <a:srgbClr val="935300"/>
                </a:solidFill>
                <a:latin typeface="Arial"/>
                <a:ea typeface="Arial"/>
                <a:cs typeface="Arial"/>
              </a:rPr>
              <a:t>Network</a:t>
            </a:r>
          </a:p>
        </p:txBody>
      </p:sp>
      <p:sp>
        <p:nvSpPr>
          <p:cNvPr id="856" name="text-811 (">
            <a:extLst xmlns:a="http://schemas.openxmlformats.org/drawingml/2006/main">
              <a:ext uri="{FF2B5EF4-FFF2-40B4-BE49-F238E27FC236}">
                <a16:creationId xmlns:a16="http://schemas.microsoft.com/office/drawing/2014/main" id="{8E17F39A-F6B4-4378-B6E6-B1FFC3A67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58245" y="7395042"/>
            <a:ext cx="67691" cy="1847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39" b="0" i="0">
                <a:solidFill>
                  <a:srgbClr val="9353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39" b="0" i="0">
                <a:solidFill>
                  <a:srgbClr val="935300"/>
                </a:solidFill>
                <a:latin typeface="Arial"/>
                <a:ea typeface="Arial"/>
                <a:cs typeface="Arial"/>
              </a:defRPr>
            </a:pPr>
            <a:r>
              <a:rPr sz="1039" b="0" i="0">
                <a:solidFill>
                  <a:srgbClr val="935300"/>
                </a:solidFill>
                <a:latin typeface="Arial"/>
                <a:ea typeface="Arial"/>
                <a:cs typeface="Arial"/>
              </a:rPr>
              <a:t>(</a:t>
            </a:r>
          </a:p>
        </p:txBody>
      </p:sp>
      <p:sp>
        <p:nvSpPr>
          <p:cNvPr id="857" name="text-812 localizing">
            <a:extLst xmlns:a="http://schemas.openxmlformats.org/drawingml/2006/main">
              <a:ext uri="{FF2B5EF4-FFF2-40B4-BE49-F238E27FC236}">
                <a16:creationId xmlns:a16="http://schemas.microsoft.com/office/drawing/2014/main" id="{1B0D898C-EA6F-4CCE-BF4E-5A78BCFD0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02108" y="7395026"/>
            <a:ext cx="566453" cy="1848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39" b="0" i="1">
                <a:solidFill>
                  <a:srgbClr val="9353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39" b="0" i="1">
                <a:solidFill>
                  <a:srgbClr val="935300"/>
                </a:solidFill>
                <a:latin typeface="Arial"/>
                <a:ea typeface="Arial"/>
                <a:cs typeface="Arial"/>
              </a:defRPr>
            </a:pPr>
            <a:r>
              <a:rPr sz="1039" b="0" i="1">
                <a:solidFill>
                  <a:srgbClr val="935300"/>
                </a:solidFill>
                <a:latin typeface="Arial"/>
                <a:ea typeface="Arial"/>
                <a:cs typeface="Arial"/>
              </a:rPr>
              <a:t>localizing</a:t>
            </a:r>
          </a:p>
        </p:txBody>
      </p:sp>
      <p:sp>
        <p:nvSpPr>
          <p:cNvPr id="858" name="text-812 proper">
            <a:extLst xmlns:a="http://schemas.openxmlformats.org/drawingml/2006/main">
              <a:ext uri="{FF2B5EF4-FFF2-40B4-BE49-F238E27FC236}">
                <a16:creationId xmlns:a16="http://schemas.microsoft.com/office/drawing/2014/main" id="{24CE454D-7106-4CE0-87C3-75CE19AFE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81456" y="7395043"/>
            <a:ext cx="405138" cy="1847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39" b="0" i="1">
                <a:solidFill>
                  <a:srgbClr val="9353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39" b="0" i="1">
                <a:solidFill>
                  <a:srgbClr val="935300"/>
                </a:solidFill>
                <a:latin typeface="Arial"/>
                <a:ea typeface="Arial"/>
                <a:cs typeface="Arial"/>
              </a:defRPr>
            </a:pPr>
            <a:r>
              <a:rPr sz="1039" b="0" i="1">
                <a:solidFill>
                  <a:srgbClr val="935300"/>
                </a:solidFill>
                <a:latin typeface="Arial"/>
                <a:ea typeface="Arial"/>
                <a:cs typeface="Arial"/>
              </a:rPr>
              <a:t>proper</a:t>
            </a:r>
          </a:p>
        </p:txBody>
      </p:sp>
      <p:sp>
        <p:nvSpPr>
          <p:cNvPr id="859" name="text-812 visual">
            <a:extLst xmlns:a="http://schemas.openxmlformats.org/drawingml/2006/main">
              <a:ext uri="{FF2B5EF4-FFF2-40B4-BE49-F238E27FC236}">
                <a16:creationId xmlns:a16="http://schemas.microsoft.com/office/drawing/2014/main" id="{865885D2-04CF-4CF1-9AAB-E4EFCE6D3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99486" y="7395023"/>
            <a:ext cx="361068" cy="1848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39" b="0" i="1">
                <a:solidFill>
                  <a:srgbClr val="9353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39" b="0" i="1">
                <a:solidFill>
                  <a:srgbClr val="935300"/>
                </a:solidFill>
                <a:latin typeface="Arial"/>
                <a:ea typeface="Arial"/>
                <a:cs typeface="Arial"/>
              </a:defRPr>
            </a:pPr>
            <a:r>
              <a:rPr sz="1039" b="0" i="1">
                <a:solidFill>
                  <a:srgbClr val="935300"/>
                </a:solidFill>
                <a:latin typeface="Arial"/>
                <a:ea typeface="Arial"/>
                <a:cs typeface="Arial"/>
              </a:rPr>
              <a:t>visual</a:t>
            </a:r>
          </a:p>
        </p:txBody>
      </p:sp>
      <p:sp>
        <p:nvSpPr>
          <p:cNvPr id="860" name="text-812 fixations">
            <a:extLst xmlns:a="http://schemas.openxmlformats.org/drawingml/2006/main">
              <a:ext uri="{FF2B5EF4-FFF2-40B4-BE49-F238E27FC236}">
                <a16:creationId xmlns:a16="http://schemas.microsoft.com/office/drawing/2014/main" id="{2A4A6659-E219-4139-B94D-BE6F292F3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73448" y="7395050"/>
            <a:ext cx="507744" cy="1847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39" b="0" i="1">
                <a:solidFill>
                  <a:srgbClr val="9353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39" b="0" i="1">
                <a:solidFill>
                  <a:srgbClr val="935300"/>
                </a:solidFill>
                <a:latin typeface="Arial"/>
                <a:ea typeface="Arial"/>
                <a:cs typeface="Arial"/>
              </a:defRPr>
            </a:pPr>
            <a:r>
              <a:rPr sz="1039" b="0" i="1">
                <a:solidFill>
                  <a:srgbClr val="935300"/>
                </a:solidFill>
                <a:latin typeface="Arial"/>
                <a:ea typeface="Arial"/>
                <a:cs typeface="Arial"/>
              </a:rPr>
              <a:t>fixations</a:t>
            </a:r>
          </a:p>
        </p:txBody>
      </p:sp>
      <p:sp>
        <p:nvSpPr>
          <p:cNvPr id="861" name="text-813 )">
            <a:extLst xmlns:a="http://schemas.openxmlformats.org/drawingml/2006/main">
              <a:ext uri="{FF2B5EF4-FFF2-40B4-BE49-F238E27FC236}">
                <a16:creationId xmlns:a16="http://schemas.microsoft.com/office/drawing/2014/main" id="{E09D84EA-D26B-4E71-BCAD-412A2DD33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57318" y="7395043"/>
            <a:ext cx="67691" cy="1847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39" b="0" i="0">
                <a:solidFill>
                  <a:srgbClr val="9353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39" b="0" i="0">
                <a:solidFill>
                  <a:srgbClr val="935300"/>
                </a:solidFill>
                <a:latin typeface="Arial"/>
                <a:ea typeface="Arial"/>
                <a:cs typeface="Arial"/>
              </a:defRPr>
            </a:pPr>
            <a:r>
              <a:rPr sz="1039" b="0" i="0">
                <a:solidFill>
                  <a:srgbClr val="935300"/>
                </a:solidFill>
                <a:latin typeface="Arial"/>
                <a:ea typeface="Arial"/>
                <a:cs typeface="Arial"/>
              </a:rPr>
              <a:t>)</a:t>
            </a:r>
          </a:p>
        </p:txBody>
      </p:sp>
      <p:sp>
        <p:nvSpPr>
          <p:cNvPr id="862" name="path-815">
            <a:extLst xmlns:a="http://schemas.openxmlformats.org/drawingml/2006/main">
              <a:ext uri="{FF2B5EF4-FFF2-40B4-BE49-F238E27FC236}">
                <a16:creationId xmlns:a16="http://schemas.microsoft.com/office/drawing/2014/main" id="{4FF5F813-7BF4-4E29-8C6E-AFE877E44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9117" y="7438090"/>
            <a:ext cx="125585" cy="89333"/>
          </a:xfrm>
          <a:custGeom xmlns:a="http://schemas.openxmlformats.org/drawingml/2006/main">
            <a:pathLst>
              <a:path w="125585" h="89333">
                <a:moveTo>
                  <a:pt x="55400" y="18928"/>
                </a:moveTo>
                <a:lnTo>
                  <a:pt x="77481" y="18928"/>
                </a:lnTo>
                <a:cubicBezTo>
                  <a:pt x="73143" y="37269"/>
                  <a:pt x="70974" y="49299"/>
                  <a:pt x="70974" y="60935"/>
                </a:cubicBezTo>
                <a:cubicBezTo>
                  <a:pt x="70974" y="74346"/>
                  <a:pt x="74523" y="89333"/>
                  <a:pt x="83987" y="89333"/>
                </a:cubicBezTo>
                <a:cubicBezTo>
                  <a:pt x="90491" y="89333"/>
                  <a:pt x="97591" y="82829"/>
                  <a:pt x="97591" y="76518"/>
                </a:cubicBezTo>
                <a:cubicBezTo>
                  <a:pt x="97591" y="74150"/>
                  <a:pt x="96998" y="72965"/>
                  <a:pt x="95223" y="70008"/>
                </a:cubicBezTo>
                <a:cubicBezTo>
                  <a:pt x="86153" y="54034"/>
                  <a:pt x="86153" y="38849"/>
                  <a:pt x="86153" y="33521"/>
                </a:cubicBezTo>
                <a:cubicBezTo>
                  <a:pt x="86153" y="28789"/>
                  <a:pt x="86153" y="26816"/>
                  <a:pt x="87339" y="18928"/>
                </a:cubicBezTo>
                <a:lnTo>
                  <a:pt x="111784" y="18928"/>
                </a:lnTo>
                <a:cubicBezTo>
                  <a:pt x="115529" y="18928"/>
                  <a:pt x="118685" y="18928"/>
                  <a:pt x="121642" y="15971"/>
                </a:cubicBezTo>
                <a:cubicBezTo>
                  <a:pt x="123022" y="14590"/>
                  <a:pt x="125585" y="12226"/>
                  <a:pt x="125585" y="7689"/>
                </a:cubicBezTo>
                <a:cubicBezTo>
                  <a:pt x="125585" y="0"/>
                  <a:pt x="118685" y="0"/>
                  <a:pt x="115135" y="0"/>
                </a:cubicBezTo>
                <a:lnTo>
                  <a:pt x="37657" y="0"/>
                </a:lnTo>
                <a:cubicBezTo>
                  <a:pt x="33515" y="0"/>
                  <a:pt x="25038" y="0"/>
                  <a:pt x="14590" y="9464"/>
                </a:cubicBezTo>
                <a:cubicBezTo>
                  <a:pt x="7689" y="15772"/>
                  <a:pt x="0" y="25832"/>
                  <a:pt x="0" y="27802"/>
                </a:cubicBezTo>
                <a:cubicBezTo>
                  <a:pt x="0" y="30564"/>
                  <a:pt x="2367" y="30564"/>
                  <a:pt x="4533" y="30564"/>
                </a:cubicBezTo>
                <a:cubicBezTo>
                  <a:pt x="7491" y="30564"/>
                  <a:pt x="7689" y="30365"/>
                  <a:pt x="9464" y="28196"/>
                </a:cubicBezTo>
                <a:cubicBezTo>
                  <a:pt x="16955" y="18928"/>
                  <a:pt x="29968" y="18928"/>
                  <a:pt x="33713" y="18928"/>
                </a:cubicBezTo>
                <a:lnTo>
                  <a:pt x="45542" y="18928"/>
                </a:lnTo>
                <a:cubicBezTo>
                  <a:pt x="40614" y="34508"/>
                  <a:pt x="32727" y="50680"/>
                  <a:pt x="22081" y="70601"/>
                </a:cubicBezTo>
                <a:cubicBezTo>
                  <a:pt x="18928" y="76518"/>
                  <a:pt x="18335" y="77502"/>
                  <a:pt x="18335" y="80263"/>
                </a:cubicBezTo>
                <a:cubicBezTo>
                  <a:pt x="18335" y="85588"/>
                  <a:pt x="22673" y="89137"/>
                  <a:pt x="27799" y="89137"/>
                </a:cubicBezTo>
                <a:cubicBezTo>
                  <a:pt x="31939" y="89137"/>
                  <a:pt x="34896" y="86969"/>
                  <a:pt x="36277" y="85786"/>
                </a:cubicBezTo>
                <a:cubicBezTo>
                  <a:pt x="39234" y="82829"/>
                  <a:pt x="39429" y="82038"/>
                  <a:pt x="40416" y="77899"/>
                </a:cubicBezTo>
                <a:lnTo>
                  <a:pt x="55400" y="18928"/>
                </a:lnTo>
                <a:close/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63" name="text-816 Value">
            <a:extLst xmlns:a="http://schemas.openxmlformats.org/drawingml/2006/main">
              <a:ext uri="{FF2B5EF4-FFF2-40B4-BE49-F238E27FC236}">
                <a16:creationId xmlns:a16="http://schemas.microsoft.com/office/drawing/2014/main" id="{E3E80FF7-0780-4764-B449-949635C1E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01127" y="8138738"/>
            <a:ext cx="460551" cy="230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99" b="1" i="0">
                <a:solidFill>
                  <a:srgbClr val="9353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99" b="1" i="0">
                <a:solidFill>
                  <a:srgbClr val="935300"/>
                </a:solidFill>
                <a:latin typeface="Arial"/>
                <a:ea typeface="Arial"/>
                <a:cs typeface="Arial"/>
              </a:defRPr>
            </a:pPr>
            <a:r>
              <a:rPr sz="1299" b="1" i="0">
                <a:solidFill>
                  <a:srgbClr val="935300"/>
                </a:solidFill>
                <a:latin typeface="Arial"/>
                <a:ea typeface="Arial"/>
                <a:cs typeface="Arial"/>
              </a:rPr>
              <a:t>Value</a:t>
            </a:r>
          </a:p>
        </p:txBody>
      </p:sp>
      <p:sp>
        <p:nvSpPr>
          <p:cNvPr id="864" name="text-816 Network">
            <a:extLst xmlns:a="http://schemas.openxmlformats.org/drawingml/2006/main">
              <a:ext uri="{FF2B5EF4-FFF2-40B4-BE49-F238E27FC236}">
                <a16:creationId xmlns:a16="http://schemas.microsoft.com/office/drawing/2014/main" id="{CEF92EF5-C720-408E-8025-9859A4906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77813" y="8138742"/>
            <a:ext cx="680304" cy="2308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99" b="1" i="0">
                <a:solidFill>
                  <a:srgbClr val="9353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99" b="1" i="0">
                <a:solidFill>
                  <a:srgbClr val="935300"/>
                </a:solidFill>
                <a:latin typeface="Arial"/>
                <a:ea typeface="Arial"/>
                <a:cs typeface="Arial"/>
              </a:defRPr>
            </a:pPr>
            <a:r>
              <a:rPr sz="1299" b="1" i="0">
                <a:solidFill>
                  <a:srgbClr val="935300"/>
                </a:solidFill>
                <a:latin typeface="Arial"/>
                <a:ea typeface="Arial"/>
                <a:cs typeface="Arial"/>
              </a:rPr>
              <a:t>Network</a:t>
            </a:r>
          </a:p>
        </p:txBody>
      </p:sp>
      <p:sp>
        <p:nvSpPr>
          <p:cNvPr id="865" name="text-817 (">
            <a:extLst xmlns:a="http://schemas.openxmlformats.org/drawingml/2006/main">
              <a:ext uri="{FF2B5EF4-FFF2-40B4-BE49-F238E27FC236}">
                <a16:creationId xmlns:a16="http://schemas.microsoft.com/office/drawing/2014/main" id="{2E8F7722-142F-459B-9301-2A32046E3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40781" y="8171672"/>
            <a:ext cx="67691" cy="1847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39" b="0" i="0">
                <a:solidFill>
                  <a:srgbClr val="9353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39" b="0" i="0">
                <a:solidFill>
                  <a:srgbClr val="935300"/>
                </a:solidFill>
                <a:latin typeface="Arial"/>
                <a:ea typeface="Arial"/>
                <a:cs typeface="Arial"/>
              </a:defRPr>
            </a:pPr>
            <a:r>
              <a:rPr sz="1039" b="0" i="0">
                <a:solidFill>
                  <a:srgbClr val="935300"/>
                </a:solidFill>
                <a:latin typeface="Arial"/>
                <a:ea typeface="Arial"/>
                <a:cs typeface="Arial"/>
              </a:rPr>
              <a:t>(</a:t>
            </a:r>
          </a:p>
        </p:txBody>
      </p:sp>
      <p:sp>
        <p:nvSpPr>
          <p:cNvPr id="866" name="text-818 predicting">
            <a:extLst xmlns:a="http://schemas.openxmlformats.org/drawingml/2006/main">
              <a:ext uri="{FF2B5EF4-FFF2-40B4-BE49-F238E27FC236}">
                <a16:creationId xmlns:a16="http://schemas.microsoft.com/office/drawing/2014/main" id="{799505C6-BDBD-43BE-B9F7-9C3904DCD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84650" y="8171676"/>
            <a:ext cx="595815" cy="1847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39" b="0" i="1">
                <a:solidFill>
                  <a:srgbClr val="9353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39" b="0" i="1">
                <a:solidFill>
                  <a:srgbClr val="935300"/>
                </a:solidFill>
                <a:latin typeface="Arial"/>
                <a:ea typeface="Arial"/>
                <a:cs typeface="Arial"/>
              </a:defRPr>
            </a:pPr>
            <a:r>
              <a:rPr sz="1039" b="0" i="1">
                <a:solidFill>
                  <a:srgbClr val="935300"/>
                </a:solidFill>
                <a:latin typeface="Arial"/>
                <a:ea typeface="Arial"/>
                <a:cs typeface="Arial"/>
              </a:rPr>
              <a:t>predicting</a:t>
            </a:r>
          </a:p>
        </p:txBody>
      </p:sp>
      <p:sp>
        <p:nvSpPr>
          <p:cNvPr id="867" name="text-818 the">
            <a:extLst xmlns:a="http://schemas.openxmlformats.org/drawingml/2006/main">
              <a:ext uri="{FF2B5EF4-FFF2-40B4-BE49-F238E27FC236}">
                <a16:creationId xmlns:a16="http://schemas.microsoft.com/office/drawing/2014/main" id="{0E5F6EDA-46A5-4F8F-8D30-024FB2C60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93363" y="8171640"/>
            <a:ext cx="207163" cy="1848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40" b="0" i="1">
                <a:solidFill>
                  <a:srgbClr val="9353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40" b="0" i="1">
                <a:solidFill>
                  <a:srgbClr val="935300"/>
                </a:solidFill>
                <a:latin typeface="Arial"/>
                <a:ea typeface="Arial"/>
                <a:cs typeface="Arial"/>
              </a:defRPr>
            </a:pPr>
            <a:r>
              <a:rPr sz="1040" b="0" i="1">
                <a:solidFill>
                  <a:srgbClr val="935300"/>
                </a:solidFill>
                <a:latin typeface="Arial"/>
                <a:ea typeface="Arial"/>
                <a:cs typeface="Arial"/>
              </a:rPr>
              <a:t>the</a:t>
            </a:r>
          </a:p>
        </p:txBody>
      </p:sp>
      <p:sp>
        <p:nvSpPr>
          <p:cNvPr id="868" name="text-818 expected">
            <a:extLst xmlns:a="http://schemas.openxmlformats.org/drawingml/2006/main">
              <a:ext uri="{FF2B5EF4-FFF2-40B4-BE49-F238E27FC236}">
                <a16:creationId xmlns:a16="http://schemas.microsoft.com/office/drawing/2014/main" id="{2C4543FC-0273-424B-9B0B-E280BD651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13417" y="8171676"/>
            <a:ext cx="559221" cy="1847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39" b="0" i="1">
                <a:solidFill>
                  <a:srgbClr val="9353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39" b="0" i="1">
                <a:solidFill>
                  <a:srgbClr val="935300"/>
                </a:solidFill>
                <a:latin typeface="Arial"/>
                <a:ea typeface="Arial"/>
                <a:cs typeface="Arial"/>
              </a:defRPr>
            </a:pPr>
            <a:r>
              <a:rPr sz="1039" b="0" i="1">
                <a:solidFill>
                  <a:srgbClr val="935300"/>
                </a:solidFill>
                <a:latin typeface="Arial"/>
                <a:ea typeface="Arial"/>
                <a:cs typeface="Arial"/>
              </a:rPr>
              <a:t>expected</a:t>
            </a:r>
          </a:p>
        </p:txBody>
      </p:sp>
      <p:sp>
        <p:nvSpPr>
          <p:cNvPr id="869" name="text-818 gains">
            <a:extLst xmlns:a="http://schemas.openxmlformats.org/drawingml/2006/main">
              <a:ext uri="{FF2B5EF4-FFF2-40B4-BE49-F238E27FC236}">
                <a16:creationId xmlns:a16="http://schemas.microsoft.com/office/drawing/2014/main" id="{0B07DE33-E559-4CC2-83F2-FCFFC59CE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85536" y="8171680"/>
            <a:ext cx="339174" cy="1847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39" b="0" i="1">
                <a:solidFill>
                  <a:srgbClr val="9353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39" b="0" i="1">
                <a:solidFill>
                  <a:srgbClr val="935300"/>
                </a:solidFill>
                <a:latin typeface="Arial"/>
                <a:ea typeface="Arial"/>
                <a:cs typeface="Arial"/>
              </a:defRPr>
            </a:pPr>
            <a:r>
              <a:rPr sz="1039" b="0" i="1">
                <a:solidFill>
                  <a:srgbClr val="935300"/>
                </a:solidFill>
                <a:latin typeface="Arial"/>
                <a:ea typeface="Arial"/>
                <a:cs typeface="Arial"/>
              </a:rPr>
              <a:t>gains</a:t>
            </a:r>
          </a:p>
        </p:txBody>
      </p:sp>
      <p:sp>
        <p:nvSpPr>
          <p:cNvPr id="870" name="text-818 of">
            <a:extLst xmlns:a="http://schemas.openxmlformats.org/drawingml/2006/main">
              <a:ext uri="{FF2B5EF4-FFF2-40B4-BE49-F238E27FC236}">
                <a16:creationId xmlns:a16="http://schemas.microsoft.com/office/drawing/2014/main" id="{8AB315FC-CCD3-4CED-8806-5C1C5CF86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37601" y="8171713"/>
            <a:ext cx="133786" cy="1847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39" b="0" i="1">
                <a:solidFill>
                  <a:srgbClr val="9353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39" b="0" i="1">
                <a:solidFill>
                  <a:srgbClr val="935300"/>
                </a:solidFill>
                <a:latin typeface="Arial"/>
                <a:ea typeface="Arial"/>
                <a:cs typeface="Arial"/>
              </a:defRPr>
            </a:pPr>
            <a:r>
              <a:rPr sz="1039" b="0" i="1">
                <a:solidFill>
                  <a:srgbClr val="935300"/>
                </a:solidFill>
                <a:latin typeface="Arial"/>
                <a:ea typeface="Arial"/>
                <a:cs typeface="Arial"/>
              </a:rPr>
              <a:t>of</a:t>
            </a:r>
          </a:p>
        </p:txBody>
      </p:sp>
      <p:sp>
        <p:nvSpPr>
          <p:cNvPr id="871" name="text-818 further">
            <a:extLst xmlns:a="http://schemas.openxmlformats.org/drawingml/2006/main">
              <a:ext uri="{FF2B5EF4-FFF2-40B4-BE49-F238E27FC236}">
                <a16:creationId xmlns:a16="http://schemas.microsoft.com/office/drawing/2014/main" id="{4B6AC6C0-5DD4-4BBD-B53B-3E32ED77D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84279" y="8171668"/>
            <a:ext cx="405059" cy="1847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39" b="0" i="1">
                <a:solidFill>
                  <a:srgbClr val="9353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39" b="0" i="1">
                <a:solidFill>
                  <a:srgbClr val="935300"/>
                </a:solidFill>
                <a:latin typeface="Arial"/>
                <a:ea typeface="Arial"/>
                <a:cs typeface="Arial"/>
              </a:defRPr>
            </a:pPr>
            <a:r>
              <a:rPr sz="1039" b="0" i="1">
                <a:solidFill>
                  <a:srgbClr val="935300"/>
                </a:solidFill>
                <a:latin typeface="Arial"/>
                <a:ea typeface="Arial"/>
                <a:cs typeface="Arial"/>
              </a:rPr>
              <a:t>further</a:t>
            </a:r>
          </a:p>
        </p:txBody>
      </p:sp>
      <p:sp>
        <p:nvSpPr>
          <p:cNvPr id="872" name="text-818 observing">
            <a:extLst xmlns:a="http://schemas.openxmlformats.org/drawingml/2006/main">
              <a:ext uri="{FF2B5EF4-FFF2-40B4-BE49-F238E27FC236}">
                <a16:creationId xmlns:a16="http://schemas.microsoft.com/office/drawing/2014/main" id="{45172A0A-A214-4EE4-9632-9BC79F216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02229" y="8171676"/>
            <a:ext cx="595815" cy="1847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39" b="0" i="1">
                <a:solidFill>
                  <a:srgbClr val="9353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39" b="0" i="1">
                <a:solidFill>
                  <a:srgbClr val="935300"/>
                </a:solidFill>
                <a:latin typeface="Arial"/>
                <a:ea typeface="Arial"/>
                <a:cs typeface="Arial"/>
              </a:defRPr>
            </a:pPr>
            <a:r>
              <a:rPr sz="1039" b="0" i="1">
                <a:solidFill>
                  <a:srgbClr val="935300"/>
                </a:solidFill>
                <a:latin typeface="Arial"/>
                <a:ea typeface="Arial"/>
                <a:cs typeface="Arial"/>
              </a:rPr>
              <a:t>observing</a:t>
            </a:r>
          </a:p>
        </p:txBody>
      </p:sp>
      <p:sp>
        <p:nvSpPr>
          <p:cNvPr id="873" name="text-819 )">
            <a:extLst xmlns:a="http://schemas.openxmlformats.org/drawingml/2006/main">
              <a:ext uri="{FF2B5EF4-FFF2-40B4-BE49-F238E27FC236}">
                <a16:creationId xmlns:a16="http://schemas.microsoft.com/office/drawing/2014/main" id="{27C94C84-B24C-4FBD-9ADB-5ACC72C0D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74155" y="8171673"/>
            <a:ext cx="67691" cy="1847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39" b="0" i="0">
                <a:solidFill>
                  <a:srgbClr val="9353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39" b="0" i="0">
                <a:solidFill>
                  <a:srgbClr val="935300"/>
                </a:solidFill>
                <a:latin typeface="Arial"/>
                <a:ea typeface="Arial"/>
                <a:cs typeface="Arial"/>
              </a:defRPr>
            </a:pPr>
            <a:r>
              <a:rPr sz="1039" b="0" i="0">
                <a:solidFill>
                  <a:srgbClr val="935300"/>
                </a:solidFill>
                <a:latin typeface="Arial"/>
                <a:ea typeface="Arial"/>
                <a:cs typeface="Arial"/>
              </a:rPr>
              <a:t>)</a:t>
            </a:r>
          </a:p>
        </p:txBody>
      </p:sp>
      <p:sp>
        <p:nvSpPr>
          <p:cNvPr id="874" name="path-821">
            <a:extLst xmlns:a="http://schemas.openxmlformats.org/drawingml/2006/main">
              <a:ext uri="{FF2B5EF4-FFF2-40B4-BE49-F238E27FC236}">
                <a16:creationId xmlns:a16="http://schemas.microsoft.com/office/drawing/2014/main" id="{1987B748-CC0E-475C-BC3D-D316B6D12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8544" y="8182753"/>
            <a:ext cx="140567" cy="139005"/>
          </a:xfrm>
          <a:custGeom xmlns:a="http://schemas.openxmlformats.org/drawingml/2006/main">
            <a:pathLst>
              <a:path w="140567" h="139005">
                <a:moveTo>
                  <a:pt x="112767" y="22478"/>
                </a:moveTo>
                <a:cubicBezTo>
                  <a:pt x="122427" y="7099"/>
                  <a:pt x="130709" y="6507"/>
                  <a:pt x="138004" y="6113"/>
                </a:cubicBezTo>
                <a:cubicBezTo>
                  <a:pt x="140368" y="5917"/>
                  <a:pt x="140567" y="2563"/>
                  <a:pt x="140567" y="2368"/>
                </a:cubicBezTo>
                <a:cubicBezTo>
                  <a:pt x="140567" y="791"/>
                  <a:pt x="139580" y="0"/>
                  <a:pt x="138004" y="0"/>
                </a:cubicBezTo>
                <a:cubicBezTo>
                  <a:pt x="132877" y="0"/>
                  <a:pt x="127159" y="593"/>
                  <a:pt x="121837" y="593"/>
                </a:cubicBezTo>
                <a:cubicBezTo>
                  <a:pt x="115330" y="593"/>
                  <a:pt x="108628" y="0"/>
                  <a:pt x="102320" y="0"/>
                </a:cubicBezTo>
                <a:cubicBezTo>
                  <a:pt x="101137" y="0"/>
                  <a:pt x="98574" y="0"/>
                  <a:pt x="98574" y="3748"/>
                </a:cubicBezTo>
                <a:cubicBezTo>
                  <a:pt x="98574" y="5917"/>
                  <a:pt x="100346" y="6113"/>
                  <a:pt x="101727" y="6113"/>
                </a:cubicBezTo>
                <a:cubicBezTo>
                  <a:pt x="107052" y="6507"/>
                  <a:pt x="110797" y="8480"/>
                  <a:pt x="110797" y="12620"/>
                </a:cubicBezTo>
                <a:cubicBezTo>
                  <a:pt x="110797" y="15577"/>
                  <a:pt x="107840" y="19915"/>
                  <a:pt x="107840" y="20113"/>
                </a:cubicBezTo>
                <a:lnTo>
                  <a:pt x="47314" y="116332"/>
                </a:lnTo>
                <a:lnTo>
                  <a:pt x="33909" y="12027"/>
                </a:lnTo>
                <a:cubicBezTo>
                  <a:pt x="33909" y="8676"/>
                  <a:pt x="38442" y="6113"/>
                  <a:pt x="47512" y="6113"/>
                </a:cubicBezTo>
                <a:cubicBezTo>
                  <a:pt x="50271" y="6113"/>
                  <a:pt x="52440" y="6113"/>
                  <a:pt x="52440" y="2169"/>
                </a:cubicBezTo>
                <a:cubicBezTo>
                  <a:pt x="52440" y="397"/>
                  <a:pt x="50864" y="0"/>
                  <a:pt x="49681" y="0"/>
                </a:cubicBezTo>
                <a:cubicBezTo>
                  <a:pt x="41794" y="0"/>
                  <a:pt x="33316" y="593"/>
                  <a:pt x="25233" y="593"/>
                </a:cubicBezTo>
                <a:cubicBezTo>
                  <a:pt x="21683" y="593"/>
                  <a:pt x="17938" y="397"/>
                  <a:pt x="14391" y="397"/>
                </a:cubicBezTo>
                <a:cubicBezTo>
                  <a:pt x="10842" y="397"/>
                  <a:pt x="7096" y="0"/>
                  <a:pt x="3745" y="0"/>
                </a:cubicBezTo>
                <a:cubicBezTo>
                  <a:pt x="2364" y="0"/>
                  <a:pt x="0" y="0"/>
                  <a:pt x="0" y="3748"/>
                </a:cubicBezTo>
                <a:cubicBezTo>
                  <a:pt x="0" y="6113"/>
                  <a:pt x="1772" y="6113"/>
                  <a:pt x="4928" y="6113"/>
                </a:cubicBezTo>
                <a:cubicBezTo>
                  <a:pt x="15968" y="6113"/>
                  <a:pt x="16163" y="7888"/>
                  <a:pt x="16756" y="12818"/>
                </a:cubicBezTo>
                <a:lnTo>
                  <a:pt x="32330" y="134472"/>
                </a:lnTo>
                <a:cubicBezTo>
                  <a:pt x="32922" y="138416"/>
                  <a:pt x="33710" y="139005"/>
                  <a:pt x="36273" y="139005"/>
                </a:cubicBezTo>
                <a:cubicBezTo>
                  <a:pt x="39429" y="139005"/>
                  <a:pt x="40217" y="138022"/>
                  <a:pt x="41794" y="135459"/>
                </a:cubicBezTo>
                <a:lnTo>
                  <a:pt x="112767" y="22478"/>
                </a:lnTo>
                <a:close/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75" name="path-822">
            <a:extLst xmlns:a="http://schemas.openxmlformats.org/drawingml/2006/main">
              <a:ext uri="{FF2B5EF4-FFF2-40B4-BE49-F238E27FC236}">
                <a16:creationId xmlns:a16="http://schemas.microsoft.com/office/drawing/2014/main" id="{FA3A5085-69AE-4AE2-B525-56ED270AF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2104" y="8174617"/>
            <a:ext cx="97984" cy="62533"/>
          </a:xfrm>
          <a:custGeom xmlns:a="http://schemas.openxmlformats.org/drawingml/2006/main">
            <a:pathLst>
              <a:path w="97984" h="62533">
                <a:moveTo>
                  <a:pt x="44023" y="14905"/>
                </a:moveTo>
                <a:lnTo>
                  <a:pt x="59755" y="14905"/>
                </a:lnTo>
                <a:cubicBezTo>
                  <a:pt x="58652" y="19598"/>
                  <a:pt x="56030" y="30506"/>
                  <a:pt x="56030" y="39618"/>
                </a:cubicBezTo>
                <a:cubicBezTo>
                  <a:pt x="56030" y="49557"/>
                  <a:pt x="59755" y="62533"/>
                  <a:pt x="67484" y="62533"/>
                </a:cubicBezTo>
                <a:cubicBezTo>
                  <a:pt x="72314" y="62533"/>
                  <a:pt x="77833" y="57565"/>
                  <a:pt x="77833" y="52596"/>
                </a:cubicBezTo>
                <a:cubicBezTo>
                  <a:pt x="77833" y="50387"/>
                  <a:pt x="76869" y="49005"/>
                  <a:pt x="75627" y="47072"/>
                </a:cubicBezTo>
                <a:cubicBezTo>
                  <a:pt x="68450" y="36857"/>
                  <a:pt x="68450" y="25949"/>
                  <a:pt x="68450" y="22361"/>
                </a:cubicBezTo>
                <a:cubicBezTo>
                  <a:pt x="68450" y="22222"/>
                  <a:pt x="68450" y="17804"/>
                  <a:pt x="68865" y="14905"/>
                </a:cubicBezTo>
                <a:lnTo>
                  <a:pt x="87495" y="14905"/>
                </a:lnTo>
                <a:cubicBezTo>
                  <a:pt x="90392" y="14905"/>
                  <a:pt x="92325" y="14905"/>
                  <a:pt x="94947" y="12698"/>
                </a:cubicBezTo>
                <a:cubicBezTo>
                  <a:pt x="95914" y="11870"/>
                  <a:pt x="97984" y="9661"/>
                  <a:pt x="97984" y="6212"/>
                </a:cubicBezTo>
                <a:cubicBezTo>
                  <a:pt x="97984" y="0"/>
                  <a:pt x="92462" y="0"/>
                  <a:pt x="89980" y="0"/>
                </a:cubicBezTo>
                <a:lnTo>
                  <a:pt x="29119" y="0"/>
                </a:lnTo>
                <a:cubicBezTo>
                  <a:pt x="25806" y="0"/>
                  <a:pt x="19320" y="0"/>
                  <a:pt x="10213" y="7591"/>
                </a:cubicBezTo>
                <a:cubicBezTo>
                  <a:pt x="6901" y="10352"/>
                  <a:pt x="0" y="17253"/>
                  <a:pt x="0" y="19462"/>
                </a:cubicBezTo>
                <a:cubicBezTo>
                  <a:pt x="0" y="21946"/>
                  <a:pt x="2070" y="21946"/>
                  <a:pt x="4279" y="21946"/>
                </a:cubicBezTo>
                <a:cubicBezTo>
                  <a:pt x="7037" y="21946"/>
                  <a:pt x="7313" y="21946"/>
                  <a:pt x="8280" y="20841"/>
                </a:cubicBezTo>
                <a:cubicBezTo>
                  <a:pt x="10489" y="18356"/>
                  <a:pt x="13662" y="14905"/>
                  <a:pt x="25669" y="14905"/>
                </a:cubicBezTo>
                <a:lnTo>
                  <a:pt x="34777" y="14905"/>
                </a:lnTo>
                <a:cubicBezTo>
                  <a:pt x="30913" y="27192"/>
                  <a:pt x="22770" y="41964"/>
                  <a:pt x="18630" y="49005"/>
                </a:cubicBezTo>
                <a:cubicBezTo>
                  <a:pt x="17250" y="51353"/>
                  <a:pt x="16147" y="53284"/>
                  <a:pt x="16147" y="55493"/>
                </a:cubicBezTo>
                <a:cubicBezTo>
                  <a:pt x="16147" y="58669"/>
                  <a:pt x="18630" y="62396"/>
                  <a:pt x="23736" y="62396"/>
                </a:cubicBezTo>
                <a:cubicBezTo>
                  <a:pt x="27876" y="62396"/>
                  <a:pt x="31328" y="59360"/>
                  <a:pt x="32707" y="56323"/>
                </a:cubicBezTo>
                <a:cubicBezTo>
                  <a:pt x="33259" y="55081"/>
                  <a:pt x="34916" y="49972"/>
                  <a:pt x="36295" y="44727"/>
                </a:cubicBezTo>
                <a:lnTo>
                  <a:pt x="44023" y="14905"/>
                </a:lnTo>
                <a:close/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76" name="path-824">
            <a:extLst xmlns:a="http://schemas.openxmlformats.org/drawingml/2006/main">
              <a:ext uri="{FF2B5EF4-FFF2-40B4-BE49-F238E27FC236}">
                <a16:creationId xmlns:a16="http://schemas.microsoft.com/office/drawing/2014/main" id="{EC5CF7CB-7657-4224-901E-1B0FFC1D7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9646" y="7760438"/>
            <a:ext cx="121245" cy="117603"/>
          </a:xfrm>
          <a:custGeom xmlns:a="http://schemas.openxmlformats.org/drawingml/2006/main">
            <a:pathLst>
              <a:path w="121245" h="117603">
                <a:moveTo>
                  <a:pt x="120425" y="3615"/>
                </a:moveTo>
                <a:cubicBezTo>
                  <a:pt x="120754" y="3124"/>
                  <a:pt x="121245" y="1973"/>
                  <a:pt x="121245" y="1316"/>
                </a:cubicBezTo>
                <a:cubicBezTo>
                  <a:pt x="121245" y="165"/>
                  <a:pt x="121082" y="0"/>
                  <a:pt x="117302" y="0"/>
                </a:cubicBezTo>
                <a:lnTo>
                  <a:pt x="3943" y="0"/>
                </a:lnTo>
                <a:cubicBezTo>
                  <a:pt x="163" y="0"/>
                  <a:pt x="0" y="165"/>
                  <a:pt x="0" y="1316"/>
                </a:cubicBezTo>
                <a:cubicBezTo>
                  <a:pt x="0" y="1973"/>
                  <a:pt x="491" y="3124"/>
                  <a:pt x="820" y="3615"/>
                </a:cubicBezTo>
                <a:lnTo>
                  <a:pt x="56187" y="114482"/>
                </a:lnTo>
                <a:cubicBezTo>
                  <a:pt x="57337" y="116617"/>
                  <a:pt x="57829" y="117603"/>
                  <a:pt x="60624" y="117603"/>
                </a:cubicBezTo>
                <a:cubicBezTo>
                  <a:pt x="63416" y="117603"/>
                  <a:pt x="63908" y="116617"/>
                  <a:pt x="65058" y="114482"/>
                </a:cubicBezTo>
                <a:lnTo>
                  <a:pt x="120425" y="3615"/>
                </a:lnTo>
                <a:moveTo>
                  <a:pt x="20371" y="11830"/>
                </a:moveTo>
                <a:lnTo>
                  <a:pt x="110568" y="11830"/>
                </a:lnTo>
                <a:lnTo>
                  <a:pt x="65552" y="102163"/>
                </a:lnTo>
                <a:lnTo>
                  <a:pt x="20371" y="11830"/>
                </a:lnTo>
                <a:close/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77" name="path-825">
            <a:extLst xmlns:a="http://schemas.openxmlformats.org/drawingml/2006/main">
              <a:ext uri="{FF2B5EF4-FFF2-40B4-BE49-F238E27FC236}">
                <a16:creationId xmlns:a16="http://schemas.microsoft.com/office/drawing/2014/main" id="{AA1CB088-94D0-4DB6-9046-70BE6A88E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5616" y="7816490"/>
            <a:ext cx="62562" cy="81648"/>
          </a:xfrm>
          <a:custGeom xmlns:a="http://schemas.openxmlformats.org/drawingml/2006/main">
            <a:pathLst>
              <a:path w="62562" h="81648">
                <a:moveTo>
                  <a:pt x="62562" y="25513"/>
                </a:moveTo>
                <a:cubicBezTo>
                  <a:pt x="62562" y="5521"/>
                  <a:pt x="50142" y="0"/>
                  <a:pt x="40941" y="0"/>
                </a:cubicBezTo>
                <a:cubicBezTo>
                  <a:pt x="35537" y="0"/>
                  <a:pt x="22886" y="1841"/>
                  <a:pt x="11845" y="17817"/>
                </a:cubicBezTo>
                <a:cubicBezTo>
                  <a:pt x="4026" y="29075"/>
                  <a:pt x="0" y="45974"/>
                  <a:pt x="0" y="56103"/>
                </a:cubicBezTo>
                <a:cubicBezTo>
                  <a:pt x="0" y="73828"/>
                  <a:pt x="10120" y="81648"/>
                  <a:pt x="21735" y="81648"/>
                </a:cubicBezTo>
                <a:cubicBezTo>
                  <a:pt x="27715" y="81648"/>
                  <a:pt x="39216" y="79233"/>
                  <a:pt x="49566" y="65540"/>
                </a:cubicBezTo>
                <a:cubicBezTo>
                  <a:pt x="57731" y="54606"/>
                  <a:pt x="62562" y="37462"/>
                  <a:pt x="62562" y="25513"/>
                </a:cubicBezTo>
                <a:moveTo>
                  <a:pt x="18515" y="37577"/>
                </a:moveTo>
                <a:cubicBezTo>
                  <a:pt x="20701" y="29649"/>
                  <a:pt x="22656" y="22411"/>
                  <a:pt x="26566" y="15748"/>
                </a:cubicBezTo>
                <a:cubicBezTo>
                  <a:pt x="29211" y="11382"/>
                  <a:pt x="34617" y="5291"/>
                  <a:pt x="40712" y="5291"/>
                </a:cubicBezTo>
                <a:cubicBezTo>
                  <a:pt x="44621" y="5291"/>
                  <a:pt x="48877" y="8165"/>
                  <a:pt x="48877" y="18046"/>
                </a:cubicBezTo>
                <a:cubicBezTo>
                  <a:pt x="48877" y="24250"/>
                  <a:pt x="47382" y="30223"/>
                  <a:pt x="45657" y="37577"/>
                </a:cubicBezTo>
                <a:lnTo>
                  <a:pt x="18515" y="37577"/>
                </a:lnTo>
                <a:moveTo>
                  <a:pt x="44046" y="44018"/>
                </a:moveTo>
                <a:cubicBezTo>
                  <a:pt x="42782" y="49082"/>
                  <a:pt x="40252" y="58981"/>
                  <a:pt x="35881" y="66002"/>
                </a:cubicBezTo>
                <a:cubicBezTo>
                  <a:pt x="32087" y="72216"/>
                  <a:pt x="26796" y="76359"/>
                  <a:pt x="21967" y="76359"/>
                </a:cubicBezTo>
                <a:cubicBezTo>
                  <a:pt x="16446" y="76359"/>
                  <a:pt x="13686" y="71066"/>
                  <a:pt x="13686" y="63584"/>
                </a:cubicBezTo>
                <a:cubicBezTo>
                  <a:pt x="13686" y="57714"/>
                  <a:pt x="15527" y="49658"/>
                  <a:pt x="16906" y="44018"/>
                </a:cubicBezTo>
                <a:lnTo>
                  <a:pt x="44046" y="44018"/>
                </a:lnTo>
                <a:close/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78" name="path-826">
            <a:extLst xmlns:a="http://schemas.openxmlformats.org/drawingml/2006/main">
              <a:ext uri="{FF2B5EF4-FFF2-40B4-BE49-F238E27FC236}">
                <a16:creationId xmlns:a16="http://schemas.microsoft.com/office/drawing/2014/main" id="{DD486FEF-4FA8-4140-91DB-841FF9200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8849" y="7760438"/>
            <a:ext cx="90197" cy="112148"/>
          </a:xfrm>
          <a:custGeom xmlns:a="http://schemas.openxmlformats.org/drawingml/2006/main">
            <a:pathLst>
              <a:path w="90197" h="112148">
                <a:moveTo>
                  <a:pt x="90197" y="69791"/>
                </a:moveTo>
                <a:lnTo>
                  <a:pt x="86089" y="69791"/>
                </a:lnTo>
                <a:cubicBezTo>
                  <a:pt x="84281" y="86537"/>
                  <a:pt x="81982" y="107056"/>
                  <a:pt x="53066" y="107056"/>
                </a:cubicBezTo>
                <a:lnTo>
                  <a:pt x="39594" y="107056"/>
                </a:lnTo>
                <a:cubicBezTo>
                  <a:pt x="31872" y="107056"/>
                  <a:pt x="31544" y="105908"/>
                  <a:pt x="31544" y="100491"/>
                </a:cubicBezTo>
                <a:lnTo>
                  <a:pt x="31544" y="12976"/>
                </a:lnTo>
                <a:cubicBezTo>
                  <a:pt x="31544" y="7393"/>
                  <a:pt x="31544" y="5094"/>
                  <a:pt x="47152" y="5094"/>
                </a:cubicBezTo>
                <a:lnTo>
                  <a:pt x="52574" y="5094"/>
                </a:lnTo>
                <a:lnTo>
                  <a:pt x="52574" y="0"/>
                </a:lnTo>
                <a:cubicBezTo>
                  <a:pt x="46658" y="494"/>
                  <a:pt x="31709" y="494"/>
                  <a:pt x="24973" y="494"/>
                </a:cubicBezTo>
                <a:cubicBezTo>
                  <a:pt x="18566" y="494"/>
                  <a:pt x="5751" y="494"/>
                  <a:pt x="0" y="0"/>
                </a:cubicBezTo>
                <a:lnTo>
                  <a:pt x="0" y="5094"/>
                </a:lnTo>
                <a:lnTo>
                  <a:pt x="3943" y="5094"/>
                </a:lnTo>
                <a:cubicBezTo>
                  <a:pt x="16593" y="5094"/>
                  <a:pt x="16921" y="6901"/>
                  <a:pt x="16921" y="12813"/>
                </a:cubicBezTo>
                <a:lnTo>
                  <a:pt x="16921" y="99340"/>
                </a:lnTo>
                <a:cubicBezTo>
                  <a:pt x="16921" y="105251"/>
                  <a:pt x="16593" y="107056"/>
                  <a:pt x="3943" y="107056"/>
                </a:cubicBezTo>
                <a:lnTo>
                  <a:pt x="0" y="107056"/>
                </a:lnTo>
                <a:lnTo>
                  <a:pt x="0" y="112148"/>
                </a:lnTo>
                <a:lnTo>
                  <a:pt x="85597" y="112148"/>
                </a:lnTo>
                <a:lnTo>
                  <a:pt x="90197" y="69791"/>
                </a:lnTo>
                <a:close/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79" name="path-827">
            <a:extLst xmlns:a="http://schemas.openxmlformats.org/drawingml/2006/main">
              <a:ext uri="{FF2B5EF4-FFF2-40B4-BE49-F238E27FC236}">
                <a16:creationId xmlns:a16="http://schemas.microsoft.com/office/drawing/2014/main" id="{610B3115-E8DC-4E5F-80C6-57D35E2F5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1636" y="7846476"/>
            <a:ext cx="41287" cy="50651"/>
          </a:xfrm>
          <a:custGeom xmlns:a="http://schemas.openxmlformats.org/drawingml/2006/main">
            <a:pathLst>
              <a:path w="41287" h="50651">
                <a:moveTo>
                  <a:pt x="0" y="1265"/>
                </a:moveTo>
                <a:lnTo>
                  <a:pt x="0" y="5408"/>
                </a:lnTo>
                <a:lnTo>
                  <a:pt x="1611" y="5408"/>
                </a:lnTo>
                <a:cubicBezTo>
                  <a:pt x="5175" y="5408"/>
                  <a:pt x="8625" y="5754"/>
                  <a:pt x="8625" y="11166"/>
                </a:cubicBezTo>
                <a:lnTo>
                  <a:pt x="8625" y="41791"/>
                </a:lnTo>
                <a:cubicBezTo>
                  <a:pt x="8625" y="46397"/>
                  <a:pt x="5866" y="46511"/>
                  <a:pt x="0" y="46511"/>
                </a:cubicBezTo>
                <a:lnTo>
                  <a:pt x="0" y="50651"/>
                </a:lnTo>
                <a:lnTo>
                  <a:pt x="28177" y="50651"/>
                </a:lnTo>
                <a:lnTo>
                  <a:pt x="28177" y="46511"/>
                </a:lnTo>
                <a:cubicBezTo>
                  <a:pt x="26912" y="46511"/>
                  <a:pt x="25531" y="46627"/>
                  <a:pt x="24265" y="46627"/>
                </a:cubicBezTo>
                <a:cubicBezTo>
                  <a:pt x="20472" y="46627"/>
                  <a:pt x="17366" y="46051"/>
                  <a:pt x="17366" y="41907"/>
                </a:cubicBezTo>
                <a:lnTo>
                  <a:pt x="17366" y="32925"/>
                </a:lnTo>
                <a:cubicBezTo>
                  <a:pt x="17366" y="30737"/>
                  <a:pt x="17252" y="28435"/>
                  <a:pt x="17252" y="26248"/>
                </a:cubicBezTo>
                <a:cubicBezTo>
                  <a:pt x="17252" y="17151"/>
                  <a:pt x="20242" y="3222"/>
                  <a:pt x="32776" y="3222"/>
                </a:cubicBezTo>
                <a:lnTo>
                  <a:pt x="32776" y="3336"/>
                </a:lnTo>
                <a:cubicBezTo>
                  <a:pt x="31397" y="4141"/>
                  <a:pt x="30821" y="5754"/>
                  <a:pt x="30821" y="7365"/>
                </a:cubicBezTo>
                <a:cubicBezTo>
                  <a:pt x="30821" y="10589"/>
                  <a:pt x="33236" y="12661"/>
                  <a:pt x="36112" y="12661"/>
                </a:cubicBezTo>
                <a:cubicBezTo>
                  <a:pt x="39216" y="12661"/>
                  <a:pt x="41287" y="10129"/>
                  <a:pt x="41287" y="7597"/>
                </a:cubicBezTo>
                <a:cubicBezTo>
                  <a:pt x="41287" y="2646"/>
                  <a:pt x="36686" y="0"/>
                  <a:pt x="32201" y="0"/>
                </a:cubicBezTo>
                <a:cubicBezTo>
                  <a:pt x="24841" y="0"/>
                  <a:pt x="18171" y="6330"/>
                  <a:pt x="16676" y="12661"/>
                </a:cubicBezTo>
                <a:lnTo>
                  <a:pt x="16560" y="0"/>
                </a:lnTo>
                <a:lnTo>
                  <a:pt x="10811" y="462"/>
                </a:lnTo>
                <a:lnTo>
                  <a:pt x="0" y="1265"/>
                </a:lnTo>
                <a:close/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80" name="path-828">
            <a:extLst xmlns:a="http://schemas.openxmlformats.org/drawingml/2006/main">
              <a:ext uri="{FF2B5EF4-FFF2-40B4-BE49-F238E27FC236}">
                <a16:creationId xmlns:a16="http://schemas.microsoft.com/office/drawing/2014/main" id="{784394B3-4119-4F1B-84C7-08DFBC8CC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3767" y="7817276"/>
            <a:ext cx="25990" cy="79851"/>
          </a:xfrm>
          <a:custGeom xmlns:a="http://schemas.openxmlformats.org/drawingml/2006/main">
            <a:pathLst>
              <a:path w="25990" h="79851">
                <a:moveTo>
                  <a:pt x="0" y="1267"/>
                </a:moveTo>
                <a:lnTo>
                  <a:pt x="0" y="5408"/>
                </a:lnTo>
                <a:lnTo>
                  <a:pt x="2071" y="5408"/>
                </a:lnTo>
                <a:cubicBezTo>
                  <a:pt x="5635" y="5408"/>
                  <a:pt x="8625" y="5870"/>
                  <a:pt x="8625" y="11162"/>
                </a:cubicBezTo>
                <a:lnTo>
                  <a:pt x="8625" y="68462"/>
                </a:lnTo>
                <a:cubicBezTo>
                  <a:pt x="8625" y="69268"/>
                  <a:pt x="8741" y="70073"/>
                  <a:pt x="8741" y="70994"/>
                </a:cubicBezTo>
                <a:cubicBezTo>
                  <a:pt x="8741" y="75597"/>
                  <a:pt x="5291" y="75711"/>
                  <a:pt x="690" y="75711"/>
                </a:cubicBezTo>
                <a:lnTo>
                  <a:pt x="0" y="75711"/>
                </a:lnTo>
                <a:lnTo>
                  <a:pt x="0" y="79851"/>
                </a:lnTo>
                <a:lnTo>
                  <a:pt x="25990" y="79851"/>
                </a:lnTo>
                <a:lnTo>
                  <a:pt x="25990" y="75711"/>
                </a:lnTo>
                <a:lnTo>
                  <a:pt x="23230" y="75711"/>
                </a:lnTo>
                <a:cubicBezTo>
                  <a:pt x="20010" y="75711"/>
                  <a:pt x="17366" y="75365"/>
                  <a:pt x="17366" y="71454"/>
                </a:cubicBezTo>
                <a:lnTo>
                  <a:pt x="17366" y="0"/>
                </a:lnTo>
                <a:lnTo>
                  <a:pt x="0" y="1267"/>
                </a:lnTo>
                <a:close/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81" name="path-829">
            <a:extLst xmlns:a="http://schemas.openxmlformats.org/drawingml/2006/main">
              <a:ext uri="{FF2B5EF4-FFF2-40B4-BE49-F238E27FC236}">
                <a16:creationId xmlns:a16="http://schemas.microsoft.com/office/drawing/2014/main" id="{C6B7A1C6-CF69-4F26-A7DF-FD6DA1C43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0290" y="7812267"/>
            <a:ext cx="109252" cy="38493"/>
          </a:xfrm>
          <a:custGeom xmlns:a="http://schemas.openxmlformats.org/drawingml/2006/main">
            <a:pathLst>
              <a:path w="109252" h="38493">
                <a:moveTo>
                  <a:pt x="103667" y="6571"/>
                </a:moveTo>
                <a:cubicBezTo>
                  <a:pt x="106131" y="6571"/>
                  <a:pt x="109252" y="6571"/>
                  <a:pt x="109252" y="3287"/>
                </a:cubicBezTo>
                <a:cubicBezTo>
                  <a:pt x="109252" y="0"/>
                  <a:pt x="106131" y="0"/>
                  <a:pt x="103830" y="0"/>
                </a:cubicBezTo>
                <a:lnTo>
                  <a:pt x="5420" y="0"/>
                </a:lnTo>
                <a:cubicBezTo>
                  <a:pt x="3121" y="0"/>
                  <a:pt x="0" y="0"/>
                  <a:pt x="0" y="3287"/>
                </a:cubicBezTo>
                <a:cubicBezTo>
                  <a:pt x="0" y="6571"/>
                  <a:pt x="3121" y="6571"/>
                  <a:pt x="5585" y="6571"/>
                </a:cubicBezTo>
                <a:lnTo>
                  <a:pt x="103667" y="6571"/>
                </a:lnTo>
                <a:moveTo>
                  <a:pt x="103830" y="38493"/>
                </a:moveTo>
                <a:cubicBezTo>
                  <a:pt x="106131" y="38493"/>
                  <a:pt x="109252" y="38493"/>
                  <a:pt x="109252" y="35207"/>
                </a:cubicBezTo>
                <a:cubicBezTo>
                  <a:pt x="109252" y="31920"/>
                  <a:pt x="106131" y="31920"/>
                  <a:pt x="103667" y="31920"/>
                </a:cubicBezTo>
                <a:lnTo>
                  <a:pt x="5585" y="31920"/>
                </a:lnTo>
                <a:cubicBezTo>
                  <a:pt x="3121" y="31920"/>
                  <a:pt x="0" y="31920"/>
                  <a:pt x="0" y="35207"/>
                </a:cubicBezTo>
                <a:cubicBezTo>
                  <a:pt x="0" y="38493"/>
                  <a:pt x="3121" y="38493"/>
                  <a:pt x="5420" y="38493"/>
                </a:cubicBezTo>
                <a:lnTo>
                  <a:pt x="103830" y="38493"/>
                </a:lnTo>
                <a:close/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82" name="path-830">
            <a:extLst xmlns:a="http://schemas.openxmlformats.org/drawingml/2006/main">
              <a:ext uri="{FF2B5EF4-FFF2-40B4-BE49-F238E27FC236}">
                <a16:creationId xmlns:a16="http://schemas.microsoft.com/office/drawing/2014/main" id="{077609E5-B212-46C2-89C1-8F1CA5AF6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0767" y="7828151"/>
            <a:ext cx="100383" cy="6571"/>
          </a:xfrm>
          <a:custGeom xmlns:a="http://schemas.openxmlformats.org/drawingml/2006/main">
            <a:pathLst>
              <a:path w="100383" h="6571">
                <a:moveTo>
                  <a:pt x="94632" y="6571"/>
                </a:moveTo>
                <a:cubicBezTo>
                  <a:pt x="97425" y="6571"/>
                  <a:pt x="100383" y="6571"/>
                  <a:pt x="100383" y="3287"/>
                </a:cubicBezTo>
                <a:cubicBezTo>
                  <a:pt x="100383" y="0"/>
                  <a:pt x="97425" y="0"/>
                  <a:pt x="94632" y="0"/>
                </a:cubicBezTo>
                <a:lnTo>
                  <a:pt x="5751" y="0"/>
                </a:lnTo>
                <a:cubicBezTo>
                  <a:pt x="2958" y="0"/>
                  <a:pt x="0" y="0"/>
                  <a:pt x="0" y="3287"/>
                </a:cubicBezTo>
                <a:cubicBezTo>
                  <a:pt x="0" y="6571"/>
                  <a:pt x="2958" y="6571"/>
                  <a:pt x="5751" y="6571"/>
                </a:cubicBezTo>
                <a:lnTo>
                  <a:pt x="94632" y="6571"/>
                </a:lnTo>
                <a:close/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83" name="path-831">
            <a:extLst xmlns:a="http://schemas.openxmlformats.org/drawingml/2006/main">
              <a:ext uri="{FF2B5EF4-FFF2-40B4-BE49-F238E27FC236}">
                <a16:creationId xmlns:a16="http://schemas.microsoft.com/office/drawing/2014/main" id="{ED2DFE5D-EEEC-4B6A-88CF-BBB5E0261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7567" y="7775634"/>
            <a:ext cx="102682" cy="112468"/>
          </a:xfrm>
          <a:custGeom xmlns:a="http://schemas.openxmlformats.org/drawingml/2006/main">
            <a:pathLst>
              <a:path w="102682" h="112468">
                <a:moveTo>
                  <a:pt x="40250" y="57277"/>
                </a:moveTo>
                <a:cubicBezTo>
                  <a:pt x="44359" y="57277"/>
                  <a:pt x="52243" y="57277"/>
                  <a:pt x="57994" y="60727"/>
                </a:cubicBezTo>
                <a:cubicBezTo>
                  <a:pt x="65881" y="65821"/>
                  <a:pt x="66538" y="74690"/>
                  <a:pt x="66538" y="75675"/>
                </a:cubicBezTo>
                <a:cubicBezTo>
                  <a:pt x="66703" y="77974"/>
                  <a:pt x="66703" y="80110"/>
                  <a:pt x="69496" y="80110"/>
                </a:cubicBezTo>
                <a:cubicBezTo>
                  <a:pt x="72288" y="80110"/>
                  <a:pt x="72288" y="77811"/>
                  <a:pt x="72288" y="74853"/>
                </a:cubicBezTo>
                <a:lnTo>
                  <a:pt x="72288" y="30363"/>
                </a:lnTo>
                <a:cubicBezTo>
                  <a:pt x="72288" y="27736"/>
                  <a:pt x="72288" y="25111"/>
                  <a:pt x="69496" y="25111"/>
                </a:cubicBezTo>
                <a:cubicBezTo>
                  <a:pt x="66703" y="25111"/>
                  <a:pt x="66538" y="27573"/>
                  <a:pt x="66538" y="28887"/>
                </a:cubicBezTo>
                <a:cubicBezTo>
                  <a:pt x="65552" y="50052"/>
                  <a:pt x="48794" y="51200"/>
                  <a:pt x="40250" y="51363"/>
                </a:cubicBezTo>
                <a:lnTo>
                  <a:pt x="40250" y="16743"/>
                </a:lnTo>
                <a:cubicBezTo>
                  <a:pt x="40250" y="5751"/>
                  <a:pt x="43374" y="5751"/>
                  <a:pt x="47315" y="5751"/>
                </a:cubicBezTo>
                <a:lnTo>
                  <a:pt x="55201" y="5751"/>
                </a:lnTo>
                <a:cubicBezTo>
                  <a:pt x="77382" y="5751"/>
                  <a:pt x="88387" y="17072"/>
                  <a:pt x="89375" y="28393"/>
                </a:cubicBezTo>
                <a:cubicBezTo>
                  <a:pt x="89538" y="29706"/>
                  <a:pt x="89704" y="32168"/>
                  <a:pt x="92331" y="32168"/>
                </a:cubicBezTo>
                <a:cubicBezTo>
                  <a:pt x="95123" y="32168"/>
                  <a:pt x="95123" y="29541"/>
                  <a:pt x="95123" y="26753"/>
                </a:cubicBezTo>
                <a:lnTo>
                  <a:pt x="95123" y="5422"/>
                </a:lnTo>
                <a:cubicBezTo>
                  <a:pt x="95123" y="331"/>
                  <a:pt x="94795" y="0"/>
                  <a:pt x="89704" y="0"/>
                </a:cubicBezTo>
                <a:lnTo>
                  <a:pt x="5585" y="0"/>
                </a:lnTo>
                <a:cubicBezTo>
                  <a:pt x="2630" y="0"/>
                  <a:pt x="0" y="0"/>
                  <a:pt x="0" y="2958"/>
                </a:cubicBezTo>
                <a:cubicBezTo>
                  <a:pt x="0" y="5751"/>
                  <a:pt x="3121" y="5751"/>
                  <a:pt x="4435" y="5751"/>
                </a:cubicBezTo>
                <a:cubicBezTo>
                  <a:pt x="13800" y="5751"/>
                  <a:pt x="14457" y="7064"/>
                  <a:pt x="14457" y="15104"/>
                </a:cubicBezTo>
                <a:lnTo>
                  <a:pt x="14457" y="97357"/>
                </a:lnTo>
                <a:cubicBezTo>
                  <a:pt x="14457" y="105078"/>
                  <a:pt x="13966" y="106720"/>
                  <a:pt x="5257" y="106720"/>
                </a:cubicBezTo>
                <a:cubicBezTo>
                  <a:pt x="2793" y="106720"/>
                  <a:pt x="0" y="106720"/>
                  <a:pt x="0" y="109513"/>
                </a:cubicBezTo>
                <a:cubicBezTo>
                  <a:pt x="0" y="112468"/>
                  <a:pt x="2630" y="112468"/>
                  <a:pt x="5585" y="112468"/>
                </a:cubicBezTo>
                <a:lnTo>
                  <a:pt x="92659" y="112468"/>
                </a:lnTo>
                <a:cubicBezTo>
                  <a:pt x="95783" y="112468"/>
                  <a:pt x="97425" y="112468"/>
                  <a:pt x="97919" y="110170"/>
                </a:cubicBezTo>
                <a:cubicBezTo>
                  <a:pt x="98082" y="110004"/>
                  <a:pt x="102682" y="82574"/>
                  <a:pt x="102682" y="81752"/>
                </a:cubicBezTo>
                <a:cubicBezTo>
                  <a:pt x="102682" y="79947"/>
                  <a:pt x="101203" y="78796"/>
                  <a:pt x="99889" y="78796"/>
                </a:cubicBezTo>
                <a:cubicBezTo>
                  <a:pt x="97588" y="78796"/>
                  <a:pt x="96931" y="80932"/>
                  <a:pt x="96931" y="81095"/>
                </a:cubicBezTo>
                <a:cubicBezTo>
                  <a:pt x="95946" y="85367"/>
                  <a:pt x="94304" y="92266"/>
                  <a:pt x="82311" y="99327"/>
                </a:cubicBezTo>
                <a:cubicBezTo>
                  <a:pt x="73767" y="104419"/>
                  <a:pt x="65387" y="106720"/>
                  <a:pt x="56352" y="106720"/>
                </a:cubicBezTo>
                <a:lnTo>
                  <a:pt x="47315" y="106720"/>
                </a:lnTo>
                <a:cubicBezTo>
                  <a:pt x="43374" y="106720"/>
                  <a:pt x="40250" y="106720"/>
                  <a:pt x="40250" y="95715"/>
                </a:cubicBezTo>
                <a:lnTo>
                  <a:pt x="40250" y="57277"/>
                </a:lnTo>
                <a:moveTo>
                  <a:pt x="89375" y="5751"/>
                </a:moveTo>
                <a:lnTo>
                  <a:pt x="89375" y="13627"/>
                </a:lnTo>
                <a:cubicBezTo>
                  <a:pt x="86582" y="10509"/>
                  <a:pt x="83459" y="7884"/>
                  <a:pt x="80009" y="5751"/>
                </a:cubicBezTo>
                <a:lnTo>
                  <a:pt x="89375" y="5751"/>
                </a:lnTo>
                <a:moveTo>
                  <a:pt x="57337" y="53828"/>
                </a:moveTo>
                <a:cubicBezTo>
                  <a:pt x="59967" y="52677"/>
                  <a:pt x="63579" y="50215"/>
                  <a:pt x="66538" y="46771"/>
                </a:cubicBezTo>
                <a:lnTo>
                  <a:pt x="66538" y="60564"/>
                </a:lnTo>
                <a:cubicBezTo>
                  <a:pt x="62594" y="56129"/>
                  <a:pt x="57503" y="53993"/>
                  <a:pt x="57337" y="53993"/>
                </a:cubicBezTo>
                <a:lnTo>
                  <a:pt x="57337" y="53828"/>
                </a:lnTo>
                <a:moveTo>
                  <a:pt x="20208" y="14776"/>
                </a:moveTo>
                <a:cubicBezTo>
                  <a:pt x="20208" y="12805"/>
                  <a:pt x="20208" y="8704"/>
                  <a:pt x="18894" y="5751"/>
                </a:cubicBezTo>
                <a:lnTo>
                  <a:pt x="36307" y="5751"/>
                </a:lnTo>
                <a:cubicBezTo>
                  <a:pt x="34502" y="9524"/>
                  <a:pt x="34502" y="14938"/>
                  <a:pt x="34502" y="16415"/>
                </a:cubicBezTo>
                <a:lnTo>
                  <a:pt x="34502" y="96043"/>
                </a:lnTo>
                <a:cubicBezTo>
                  <a:pt x="34502" y="101957"/>
                  <a:pt x="35650" y="105241"/>
                  <a:pt x="36307" y="106720"/>
                </a:cubicBezTo>
                <a:lnTo>
                  <a:pt x="18894" y="106720"/>
                </a:lnTo>
                <a:cubicBezTo>
                  <a:pt x="20208" y="103762"/>
                  <a:pt x="20208" y="99656"/>
                  <a:pt x="20208" y="97685"/>
                </a:cubicBezTo>
                <a:lnTo>
                  <a:pt x="20208" y="14776"/>
                </a:lnTo>
                <a:moveTo>
                  <a:pt x="81323" y="106720"/>
                </a:moveTo>
                <a:lnTo>
                  <a:pt x="81323" y="106555"/>
                </a:lnTo>
                <a:cubicBezTo>
                  <a:pt x="86582" y="103928"/>
                  <a:pt x="91017" y="100478"/>
                  <a:pt x="94304" y="97520"/>
                </a:cubicBezTo>
                <a:cubicBezTo>
                  <a:pt x="94138" y="98179"/>
                  <a:pt x="92988" y="105407"/>
                  <a:pt x="92825" y="106720"/>
                </a:cubicBezTo>
                <a:lnTo>
                  <a:pt x="81323" y="106720"/>
                </a:lnTo>
                <a:close/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84" name="path-832">
            <a:extLst xmlns:a="http://schemas.openxmlformats.org/drawingml/2006/main">
              <a:ext uri="{FF2B5EF4-FFF2-40B4-BE49-F238E27FC236}">
                <a16:creationId xmlns:a16="http://schemas.microsoft.com/office/drawing/2014/main" id="{3E0D7AB6-1ED2-4462-9A47-3089380B0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4082" y="7916519"/>
            <a:ext cx="112588" cy="78840"/>
          </a:xfrm>
          <a:custGeom xmlns:a="http://schemas.openxmlformats.org/drawingml/2006/main">
            <a:pathLst>
              <a:path w="112588" h="78840">
                <a:moveTo>
                  <a:pt x="68313" y="35744"/>
                </a:moveTo>
                <a:cubicBezTo>
                  <a:pt x="68197" y="35628"/>
                  <a:pt x="67507" y="34480"/>
                  <a:pt x="67507" y="34364"/>
                </a:cubicBezTo>
                <a:cubicBezTo>
                  <a:pt x="67507" y="34250"/>
                  <a:pt x="69806" y="32181"/>
                  <a:pt x="71071" y="31032"/>
                </a:cubicBezTo>
                <a:lnTo>
                  <a:pt x="90392" y="13337"/>
                </a:lnTo>
                <a:cubicBezTo>
                  <a:pt x="96718" y="7705"/>
                  <a:pt x="97983" y="6556"/>
                  <a:pt x="109828" y="6442"/>
                </a:cubicBezTo>
                <a:cubicBezTo>
                  <a:pt x="112129" y="6442"/>
                  <a:pt x="112588" y="3452"/>
                  <a:pt x="112588" y="2530"/>
                </a:cubicBezTo>
                <a:cubicBezTo>
                  <a:pt x="112588" y="691"/>
                  <a:pt x="111093" y="0"/>
                  <a:pt x="110058" y="0"/>
                </a:cubicBezTo>
                <a:cubicBezTo>
                  <a:pt x="107184" y="0"/>
                  <a:pt x="100168" y="462"/>
                  <a:pt x="97294" y="462"/>
                </a:cubicBezTo>
                <a:cubicBezTo>
                  <a:pt x="94877" y="462"/>
                  <a:pt x="91773" y="462"/>
                  <a:pt x="89358" y="346"/>
                </a:cubicBezTo>
                <a:cubicBezTo>
                  <a:pt x="86828" y="232"/>
                  <a:pt x="83952" y="0"/>
                  <a:pt x="81537" y="0"/>
                </a:cubicBezTo>
                <a:cubicBezTo>
                  <a:pt x="80732" y="0"/>
                  <a:pt x="77973" y="0"/>
                  <a:pt x="77973" y="3911"/>
                </a:cubicBezTo>
                <a:cubicBezTo>
                  <a:pt x="77973" y="6326"/>
                  <a:pt x="80388" y="6442"/>
                  <a:pt x="81307" y="6442"/>
                </a:cubicBezTo>
                <a:cubicBezTo>
                  <a:pt x="82918" y="6442"/>
                  <a:pt x="84527" y="6672"/>
                  <a:pt x="86252" y="7246"/>
                </a:cubicBezTo>
                <a:lnTo>
                  <a:pt x="63598" y="27815"/>
                </a:lnTo>
                <a:lnTo>
                  <a:pt x="51407" y="6902"/>
                </a:lnTo>
                <a:cubicBezTo>
                  <a:pt x="53822" y="6556"/>
                  <a:pt x="54281" y="6556"/>
                  <a:pt x="57387" y="6442"/>
                </a:cubicBezTo>
                <a:cubicBezTo>
                  <a:pt x="60146" y="6326"/>
                  <a:pt x="60378" y="3336"/>
                  <a:pt x="60378" y="2530"/>
                </a:cubicBezTo>
                <a:cubicBezTo>
                  <a:pt x="60378" y="805"/>
                  <a:pt x="58997" y="0"/>
                  <a:pt x="57731" y="0"/>
                </a:cubicBezTo>
                <a:cubicBezTo>
                  <a:pt x="55777" y="0"/>
                  <a:pt x="51407" y="232"/>
                  <a:pt x="49222" y="346"/>
                </a:cubicBezTo>
                <a:cubicBezTo>
                  <a:pt x="46576" y="462"/>
                  <a:pt x="42321" y="462"/>
                  <a:pt x="39676" y="462"/>
                </a:cubicBezTo>
                <a:cubicBezTo>
                  <a:pt x="37146" y="462"/>
                  <a:pt x="34271" y="346"/>
                  <a:pt x="31741" y="346"/>
                </a:cubicBezTo>
                <a:cubicBezTo>
                  <a:pt x="29096" y="346"/>
                  <a:pt x="26220" y="0"/>
                  <a:pt x="23692" y="0"/>
                </a:cubicBezTo>
                <a:cubicBezTo>
                  <a:pt x="22886" y="0"/>
                  <a:pt x="20126" y="0"/>
                  <a:pt x="20126" y="3911"/>
                </a:cubicBezTo>
                <a:cubicBezTo>
                  <a:pt x="20126" y="6442"/>
                  <a:pt x="22426" y="6442"/>
                  <a:pt x="24955" y="6442"/>
                </a:cubicBezTo>
                <a:cubicBezTo>
                  <a:pt x="26450" y="6442"/>
                  <a:pt x="27945" y="6442"/>
                  <a:pt x="29440" y="6556"/>
                </a:cubicBezTo>
                <a:cubicBezTo>
                  <a:pt x="31281" y="6672"/>
                  <a:pt x="31395" y="6786"/>
                  <a:pt x="32201" y="8165"/>
                </a:cubicBezTo>
                <a:lnTo>
                  <a:pt x="50602" y="39650"/>
                </a:lnTo>
                <a:lnTo>
                  <a:pt x="19206" y="68148"/>
                </a:lnTo>
                <a:cubicBezTo>
                  <a:pt x="16906" y="70217"/>
                  <a:pt x="13800" y="72286"/>
                  <a:pt x="4485" y="72400"/>
                </a:cubicBezTo>
                <a:cubicBezTo>
                  <a:pt x="2415" y="72400"/>
                  <a:pt x="0" y="72400"/>
                  <a:pt x="0" y="76311"/>
                </a:cubicBezTo>
                <a:cubicBezTo>
                  <a:pt x="0" y="77691"/>
                  <a:pt x="1149" y="78840"/>
                  <a:pt x="2530" y="78840"/>
                </a:cubicBezTo>
                <a:cubicBezTo>
                  <a:pt x="5405" y="78840"/>
                  <a:pt x="12421" y="78380"/>
                  <a:pt x="15295" y="78380"/>
                </a:cubicBezTo>
                <a:cubicBezTo>
                  <a:pt x="17711" y="78380"/>
                  <a:pt x="20816" y="78380"/>
                  <a:pt x="23230" y="78496"/>
                </a:cubicBezTo>
                <a:cubicBezTo>
                  <a:pt x="25761" y="78610"/>
                  <a:pt x="28637" y="78840"/>
                  <a:pt x="31165" y="78840"/>
                </a:cubicBezTo>
                <a:cubicBezTo>
                  <a:pt x="32890" y="78840"/>
                  <a:pt x="34731" y="78036"/>
                  <a:pt x="34731" y="74930"/>
                </a:cubicBezTo>
                <a:cubicBezTo>
                  <a:pt x="34731" y="74700"/>
                  <a:pt x="34731" y="72516"/>
                  <a:pt x="31741" y="72400"/>
                </a:cubicBezTo>
                <a:cubicBezTo>
                  <a:pt x="29440" y="72400"/>
                  <a:pt x="27945" y="72056"/>
                  <a:pt x="26336" y="71596"/>
                </a:cubicBezTo>
                <a:lnTo>
                  <a:pt x="54281" y="46201"/>
                </a:lnTo>
                <a:lnTo>
                  <a:pt x="69347" y="71940"/>
                </a:lnTo>
                <a:cubicBezTo>
                  <a:pt x="67392" y="72170"/>
                  <a:pt x="64747" y="72286"/>
                  <a:pt x="63366" y="72400"/>
                </a:cubicBezTo>
                <a:cubicBezTo>
                  <a:pt x="62562" y="72516"/>
                  <a:pt x="60378" y="72861"/>
                  <a:pt x="60378" y="76311"/>
                </a:cubicBezTo>
                <a:cubicBezTo>
                  <a:pt x="60378" y="77347"/>
                  <a:pt x="61181" y="78840"/>
                  <a:pt x="63136" y="78840"/>
                </a:cubicBezTo>
                <a:cubicBezTo>
                  <a:pt x="65782" y="78840"/>
                  <a:pt x="69003" y="78610"/>
                  <a:pt x="71647" y="78496"/>
                </a:cubicBezTo>
                <a:cubicBezTo>
                  <a:pt x="74177" y="78380"/>
                  <a:pt x="78547" y="78380"/>
                  <a:pt x="81077" y="78380"/>
                </a:cubicBezTo>
                <a:cubicBezTo>
                  <a:pt x="83608" y="78380"/>
                  <a:pt x="86482" y="78496"/>
                  <a:pt x="89013" y="78496"/>
                </a:cubicBezTo>
                <a:cubicBezTo>
                  <a:pt x="91657" y="78496"/>
                  <a:pt x="94647" y="78840"/>
                  <a:pt x="97178" y="78840"/>
                </a:cubicBezTo>
                <a:cubicBezTo>
                  <a:pt x="98789" y="78840"/>
                  <a:pt x="100744" y="78150"/>
                  <a:pt x="100744" y="74930"/>
                </a:cubicBezTo>
                <a:cubicBezTo>
                  <a:pt x="100744" y="72400"/>
                  <a:pt x="98327" y="72400"/>
                  <a:pt x="95798" y="72400"/>
                </a:cubicBezTo>
                <a:cubicBezTo>
                  <a:pt x="94303" y="72400"/>
                  <a:pt x="92808" y="72400"/>
                  <a:pt x="91313" y="72286"/>
                </a:cubicBezTo>
                <a:cubicBezTo>
                  <a:pt x="89472" y="72170"/>
                  <a:pt x="89358" y="72056"/>
                  <a:pt x="88553" y="70677"/>
                </a:cubicBezTo>
                <a:lnTo>
                  <a:pt x="68313" y="35744"/>
                </a:lnTo>
                <a:close/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85" name="path-833">
            <a:extLst xmlns:a="http://schemas.openxmlformats.org/drawingml/2006/main">
              <a:ext uri="{FF2B5EF4-FFF2-40B4-BE49-F238E27FC236}">
                <a16:creationId xmlns:a16="http://schemas.microsoft.com/office/drawing/2014/main" id="{276C1EC6-DB77-48ED-AA4D-3C3FFF39F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0322" y="7982134"/>
            <a:ext cx="14605" cy="35459"/>
          </a:xfrm>
          <a:custGeom xmlns:a="http://schemas.openxmlformats.org/drawingml/2006/main">
            <a:pathLst>
              <a:path w="14605" h="35459">
                <a:moveTo>
                  <a:pt x="11385" y="11385"/>
                </a:moveTo>
                <a:cubicBezTo>
                  <a:pt x="11385" y="17718"/>
                  <a:pt x="10234" y="25094"/>
                  <a:pt x="2415" y="32467"/>
                </a:cubicBezTo>
                <a:cubicBezTo>
                  <a:pt x="1955" y="32929"/>
                  <a:pt x="1609" y="33275"/>
                  <a:pt x="1609" y="33848"/>
                </a:cubicBezTo>
                <a:cubicBezTo>
                  <a:pt x="1609" y="34654"/>
                  <a:pt x="2529" y="35459"/>
                  <a:pt x="3220" y="35459"/>
                </a:cubicBezTo>
                <a:cubicBezTo>
                  <a:pt x="4829" y="35459"/>
                  <a:pt x="14605" y="26245"/>
                  <a:pt x="14605" y="12535"/>
                </a:cubicBezTo>
                <a:cubicBezTo>
                  <a:pt x="14605" y="5405"/>
                  <a:pt x="11845" y="0"/>
                  <a:pt x="6554" y="0"/>
                </a:cubicBezTo>
                <a:cubicBezTo>
                  <a:pt x="2759" y="0"/>
                  <a:pt x="0" y="2990"/>
                  <a:pt x="0" y="6554"/>
                </a:cubicBezTo>
                <a:cubicBezTo>
                  <a:pt x="0" y="10236"/>
                  <a:pt x="2644" y="13224"/>
                  <a:pt x="6670" y="13224"/>
                </a:cubicBezTo>
                <a:cubicBezTo>
                  <a:pt x="9430" y="13224"/>
                  <a:pt x="11269" y="11385"/>
                  <a:pt x="11385" y="11385"/>
                </a:cubicBezTo>
                <a:close/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86" name="path-834">
            <a:extLst xmlns:a="http://schemas.openxmlformats.org/drawingml/2006/main">
              <a:ext uri="{FF2B5EF4-FFF2-40B4-BE49-F238E27FC236}">
                <a16:creationId xmlns:a16="http://schemas.microsoft.com/office/drawing/2014/main" id="{7D05D885-2E1C-47E8-96DA-364FE9934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1867" y="7944596"/>
            <a:ext cx="58997" cy="74235"/>
          </a:xfrm>
          <a:custGeom xmlns:a="http://schemas.openxmlformats.org/drawingml/2006/main">
            <a:pathLst>
              <a:path w="58997" h="74235">
                <a:moveTo>
                  <a:pt x="58537" y="7363"/>
                </a:moveTo>
                <a:cubicBezTo>
                  <a:pt x="58997" y="5752"/>
                  <a:pt x="58997" y="5522"/>
                  <a:pt x="58997" y="4831"/>
                </a:cubicBezTo>
                <a:cubicBezTo>
                  <a:pt x="58997" y="2530"/>
                  <a:pt x="57156" y="1151"/>
                  <a:pt x="55201" y="1151"/>
                </a:cubicBezTo>
                <a:cubicBezTo>
                  <a:pt x="53936" y="1151"/>
                  <a:pt x="51751" y="1727"/>
                  <a:pt x="50486" y="3911"/>
                </a:cubicBezTo>
                <a:cubicBezTo>
                  <a:pt x="50140" y="4601"/>
                  <a:pt x="49221" y="8283"/>
                  <a:pt x="48645" y="10585"/>
                </a:cubicBezTo>
                <a:lnTo>
                  <a:pt x="46230" y="20135"/>
                </a:lnTo>
                <a:cubicBezTo>
                  <a:pt x="45541" y="22895"/>
                  <a:pt x="41975" y="37391"/>
                  <a:pt x="41631" y="38657"/>
                </a:cubicBezTo>
                <a:cubicBezTo>
                  <a:pt x="41515" y="38657"/>
                  <a:pt x="36456" y="48666"/>
                  <a:pt x="27486" y="48666"/>
                </a:cubicBezTo>
                <a:cubicBezTo>
                  <a:pt x="19664" y="48666"/>
                  <a:pt x="19664" y="41189"/>
                  <a:pt x="19664" y="39118"/>
                </a:cubicBezTo>
                <a:cubicBezTo>
                  <a:pt x="19664" y="32904"/>
                  <a:pt x="22311" y="25657"/>
                  <a:pt x="25761" y="16797"/>
                </a:cubicBezTo>
                <a:cubicBezTo>
                  <a:pt x="27140" y="13115"/>
                  <a:pt x="27715" y="11734"/>
                  <a:pt x="27715" y="9780"/>
                </a:cubicBezTo>
                <a:cubicBezTo>
                  <a:pt x="27715" y="4257"/>
                  <a:pt x="23000" y="0"/>
                  <a:pt x="16790" y="0"/>
                </a:cubicBezTo>
                <a:cubicBezTo>
                  <a:pt x="5175" y="0"/>
                  <a:pt x="0" y="15646"/>
                  <a:pt x="0" y="17602"/>
                </a:cubicBezTo>
                <a:cubicBezTo>
                  <a:pt x="0" y="19098"/>
                  <a:pt x="1609" y="19098"/>
                  <a:pt x="1955" y="19098"/>
                </a:cubicBezTo>
                <a:cubicBezTo>
                  <a:pt x="3564" y="19098"/>
                  <a:pt x="3680" y="18524"/>
                  <a:pt x="4024" y="17257"/>
                </a:cubicBezTo>
                <a:cubicBezTo>
                  <a:pt x="6900" y="7709"/>
                  <a:pt x="11845" y="3222"/>
                  <a:pt x="16444" y="3222"/>
                </a:cubicBezTo>
                <a:cubicBezTo>
                  <a:pt x="18399" y="3222"/>
                  <a:pt x="19320" y="4487"/>
                  <a:pt x="19320" y="7247"/>
                </a:cubicBezTo>
                <a:cubicBezTo>
                  <a:pt x="19320" y="9894"/>
                  <a:pt x="18285" y="12426"/>
                  <a:pt x="17710" y="13921"/>
                </a:cubicBezTo>
                <a:cubicBezTo>
                  <a:pt x="12191" y="27958"/>
                  <a:pt x="11039" y="32215"/>
                  <a:pt x="11039" y="37277"/>
                </a:cubicBezTo>
                <a:cubicBezTo>
                  <a:pt x="11039" y="39232"/>
                  <a:pt x="11039" y="44641"/>
                  <a:pt x="15525" y="48322"/>
                </a:cubicBezTo>
                <a:cubicBezTo>
                  <a:pt x="19091" y="51312"/>
                  <a:pt x="23920" y="51886"/>
                  <a:pt x="27026" y="51886"/>
                </a:cubicBezTo>
                <a:cubicBezTo>
                  <a:pt x="31625" y="51886"/>
                  <a:pt x="35765" y="50161"/>
                  <a:pt x="39560" y="46711"/>
                </a:cubicBezTo>
                <a:cubicBezTo>
                  <a:pt x="38065" y="53037"/>
                  <a:pt x="36800" y="57868"/>
                  <a:pt x="31971" y="63619"/>
                </a:cubicBezTo>
                <a:cubicBezTo>
                  <a:pt x="28865" y="67185"/>
                  <a:pt x="24265" y="71015"/>
                  <a:pt x="18169" y="71015"/>
                </a:cubicBezTo>
                <a:cubicBezTo>
                  <a:pt x="17366" y="71015"/>
                  <a:pt x="11959" y="71015"/>
                  <a:pt x="9544" y="67185"/>
                </a:cubicBezTo>
                <a:cubicBezTo>
                  <a:pt x="15755" y="66495"/>
                  <a:pt x="15755" y="60974"/>
                  <a:pt x="15755" y="60858"/>
                </a:cubicBezTo>
                <a:cubicBezTo>
                  <a:pt x="15755" y="57179"/>
                  <a:pt x="12421" y="56489"/>
                  <a:pt x="11269" y="56489"/>
                </a:cubicBezTo>
                <a:cubicBezTo>
                  <a:pt x="8395" y="56489"/>
                  <a:pt x="4599" y="58790"/>
                  <a:pt x="4599" y="64079"/>
                </a:cubicBezTo>
                <a:cubicBezTo>
                  <a:pt x="4599" y="69971"/>
                  <a:pt x="10120" y="74235"/>
                  <a:pt x="18285" y="74235"/>
                </a:cubicBezTo>
                <a:cubicBezTo>
                  <a:pt x="29900" y="74235"/>
                  <a:pt x="44046" y="65230"/>
                  <a:pt x="47611" y="50853"/>
                </a:cubicBezTo>
                <a:lnTo>
                  <a:pt x="58537" y="7363"/>
                </a:lnTo>
                <a:close/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87" name="path-835">
            <a:extLst xmlns:a="http://schemas.openxmlformats.org/drawingml/2006/main">
              <a:ext uri="{FF2B5EF4-FFF2-40B4-BE49-F238E27FC236}">
                <a16:creationId xmlns:a16="http://schemas.microsoft.com/office/drawing/2014/main" id="{21E09A05-FF71-4DDD-895D-CAE115323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0104" y="7982134"/>
            <a:ext cx="14605" cy="35459"/>
          </a:xfrm>
          <a:custGeom xmlns:a="http://schemas.openxmlformats.org/drawingml/2006/main">
            <a:pathLst>
              <a:path w="14605" h="35459">
                <a:moveTo>
                  <a:pt x="11385" y="11385"/>
                </a:moveTo>
                <a:cubicBezTo>
                  <a:pt x="11385" y="17718"/>
                  <a:pt x="10234" y="25094"/>
                  <a:pt x="2415" y="32467"/>
                </a:cubicBezTo>
                <a:cubicBezTo>
                  <a:pt x="1955" y="32929"/>
                  <a:pt x="1609" y="33275"/>
                  <a:pt x="1609" y="33848"/>
                </a:cubicBezTo>
                <a:cubicBezTo>
                  <a:pt x="1609" y="34654"/>
                  <a:pt x="2529" y="35459"/>
                  <a:pt x="3220" y="35459"/>
                </a:cubicBezTo>
                <a:cubicBezTo>
                  <a:pt x="4829" y="35459"/>
                  <a:pt x="14605" y="26245"/>
                  <a:pt x="14605" y="12535"/>
                </a:cubicBezTo>
                <a:cubicBezTo>
                  <a:pt x="14605" y="5405"/>
                  <a:pt x="11845" y="0"/>
                  <a:pt x="6554" y="0"/>
                </a:cubicBezTo>
                <a:cubicBezTo>
                  <a:pt x="2759" y="0"/>
                  <a:pt x="0" y="2990"/>
                  <a:pt x="0" y="6554"/>
                </a:cubicBezTo>
                <a:cubicBezTo>
                  <a:pt x="0" y="10236"/>
                  <a:pt x="2644" y="13224"/>
                  <a:pt x="6670" y="13224"/>
                </a:cubicBezTo>
                <a:cubicBezTo>
                  <a:pt x="9430" y="13224"/>
                  <a:pt x="11269" y="11385"/>
                  <a:pt x="11385" y="11385"/>
                </a:cubicBezTo>
                <a:close/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88" name="path-836">
            <a:extLst xmlns:a="http://schemas.openxmlformats.org/drawingml/2006/main">
              <a:ext uri="{FF2B5EF4-FFF2-40B4-BE49-F238E27FC236}">
                <a16:creationId xmlns:a16="http://schemas.microsoft.com/office/drawing/2014/main" id="{204237F4-60ED-430B-BCEB-FB08DE60D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1067" y="7915508"/>
            <a:ext cx="32317" cy="80749"/>
          </a:xfrm>
          <a:custGeom xmlns:a="http://schemas.openxmlformats.org/drawingml/2006/main">
            <a:pathLst>
              <a:path w="32317" h="80749">
                <a:moveTo>
                  <a:pt x="30130" y="4947"/>
                </a:moveTo>
                <a:cubicBezTo>
                  <a:pt x="30592" y="3336"/>
                  <a:pt x="30592" y="3106"/>
                  <a:pt x="30592" y="2530"/>
                </a:cubicBezTo>
                <a:cubicBezTo>
                  <a:pt x="30592" y="1957"/>
                  <a:pt x="30246" y="0"/>
                  <a:pt x="27601" y="0"/>
                </a:cubicBezTo>
                <a:cubicBezTo>
                  <a:pt x="27142" y="0"/>
                  <a:pt x="26910" y="0"/>
                  <a:pt x="26796" y="116"/>
                </a:cubicBezTo>
                <a:lnTo>
                  <a:pt x="11271" y="805"/>
                </a:lnTo>
                <a:cubicBezTo>
                  <a:pt x="10006" y="921"/>
                  <a:pt x="7246" y="1035"/>
                  <a:pt x="7246" y="4831"/>
                </a:cubicBezTo>
                <a:cubicBezTo>
                  <a:pt x="7246" y="7361"/>
                  <a:pt x="9776" y="7361"/>
                  <a:pt x="11271" y="7361"/>
                </a:cubicBezTo>
                <a:cubicBezTo>
                  <a:pt x="13340" y="7361"/>
                  <a:pt x="14951" y="7361"/>
                  <a:pt x="14951" y="7935"/>
                </a:cubicBezTo>
                <a:cubicBezTo>
                  <a:pt x="14951" y="8167"/>
                  <a:pt x="14835" y="8857"/>
                  <a:pt x="14605" y="9546"/>
                </a:cubicBezTo>
                <a:lnTo>
                  <a:pt x="576" y="65453"/>
                </a:lnTo>
                <a:cubicBezTo>
                  <a:pt x="230" y="66718"/>
                  <a:pt x="0" y="67753"/>
                  <a:pt x="0" y="69364"/>
                </a:cubicBezTo>
                <a:cubicBezTo>
                  <a:pt x="0" y="77415"/>
                  <a:pt x="8971" y="80749"/>
                  <a:pt x="16216" y="80749"/>
                </a:cubicBezTo>
                <a:cubicBezTo>
                  <a:pt x="28521" y="80749"/>
                  <a:pt x="32317" y="63382"/>
                  <a:pt x="32317" y="62806"/>
                </a:cubicBezTo>
                <a:cubicBezTo>
                  <a:pt x="32317" y="60736"/>
                  <a:pt x="30362" y="60736"/>
                  <a:pt x="28637" y="60736"/>
                </a:cubicBezTo>
                <a:cubicBezTo>
                  <a:pt x="25990" y="60736"/>
                  <a:pt x="25531" y="60851"/>
                  <a:pt x="24955" y="63268"/>
                </a:cubicBezTo>
                <a:cubicBezTo>
                  <a:pt x="23576" y="68674"/>
                  <a:pt x="21391" y="75460"/>
                  <a:pt x="17020" y="75460"/>
                </a:cubicBezTo>
                <a:cubicBezTo>
                  <a:pt x="14260" y="75460"/>
                  <a:pt x="13916" y="72584"/>
                  <a:pt x="13916" y="70859"/>
                </a:cubicBezTo>
                <a:cubicBezTo>
                  <a:pt x="13916" y="69594"/>
                  <a:pt x="13916" y="69248"/>
                  <a:pt x="14491" y="67064"/>
                </a:cubicBezTo>
                <a:lnTo>
                  <a:pt x="30130" y="4947"/>
                </a:lnTo>
                <a:close/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89" name="path-837">
            <a:extLst xmlns:a="http://schemas.openxmlformats.org/drawingml/2006/main">
              <a:ext uri="{FF2B5EF4-FFF2-40B4-BE49-F238E27FC236}">
                <a16:creationId xmlns:a16="http://schemas.microsoft.com/office/drawing/2014/main" id="{7C756BEA-32C4-448A-A340-56E82CD49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4422" y="7957173"/>
            <a:ext cx="33763" cy="54710"/>
          </a:xfrm>
          <a:custGeom xmlns:a="http://schemas.openxmlformats.org/drawingml/2006/main">
            <a:pathLst>
              <a:path w="33763" h="54710">
                <a:moveTo>
                  <a:pt x="20947" y="2473"/>
                </a:moveTo>
                <a:cubicBezTo>
                  <a:pt x="20947" y="0"/>
                  <a:pt x="20701" y="0"/>
                  <a:pt x="17991" y="0"/>
                </a:cubicBezTo>
                <a:cubicBezTo>
                  <a:pt x="12158" y="5291"/>
                  <a:pt x="3040" y="5291"/>
                  <a:pt x="1396" y="5291"/>
                </a:cubicBezTo>
                <a:lnTo>
                  <a:pt x="0" y="5291"/>
                </a:lnTo>
                <a:lnTo>
                  <a:pt x="0" y="8904"/>
                </a:lnTo>
                <a:lnTo>
                  <a:pt x="1396" y="8904"/>
                </a:lnTo>
                <a:cubicBezTo>
                  <a:pt x="3287" y="8904"/>
                  <a:pt x="8625" y="8659"/>
                  <a:pt x="13390" y="6604"/>
                </a:cubicBezTo>
                <a:lnTo>
                  <a:pt x="13390" y="47648"/>
                </a:lnTo>
                <a:cubicBezTo>
                  <a:pt x="13390" y="50194"/>
                  <a:pt x="13390" y="51096"/>
                  <a:pt x="4683" y="51096"/>
                </a:cubicBezTo>
                <a:lnTo>
                  <a:pt x="575" y="51096"/>
                </a:lnTo>
                <a:lnTo>
                  <a:pt x="575" y="54710"/>
                </a:lnTo>
                <a:cubicBezTo>
                  <a:pt x="5093" y="54382"/>
                  <a:pt x="12404" y="54382"/>
                  <a:pt x="17168" y="54382"/>
                </a:cubicBezTo>
                <a:cubicBezTo>
                  <a:pt x="21933" y="54382"/>
                  <a:pt x="29244" y="54382"/>
                  <a:pt x="33763" y="54710"/>
                </a:cubicBezTo>
                <a:lnTo>
                  <a:pt x="33763" y="51096"/>
                </a:lnTo>
                <a:lnTo>
                  <a:pt x="29655" y="51096"/>
                </a:lnTo>
                <a:cubicBezTo>
                  <a:pt x="20947" y="51096"/>
                  <a:pt x="20947" y="50194"/>
                  <a:pt x="20947" y="47648"/>
                </a:cubicBezTo>
                <a:lnTo>
                  <a:pt x="20947" y="2473"/>
                </a:lnTo>
                <a:close/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90" name="path-838">
            <a:extLst xmlns:a="http://schemas.openxmlformats.org/drawingml/2006/main">
              <a:ext uri="{FF2B5EF4-FFF2-40B4-BE49-F238E27FC236}">
                <a16:creationId xmlns:a16="http://schemas.microsoft.com/office/drawing/2014/main" id="{7B1D77BE-1404-4B76-A11D-8C1C8BDF4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84" y="7976506"/>
            <a:ext cx="10021" cy="35377"/>
          </a:xfrm>
          <a:custGeom xmlns:a="http://schemas.openxmlformats.org/drawingml/2006/main">
            <a:pathLst>
              <a:path w="10021" h="35377">
                <a:moveTo>
                  <a:pt x="10021" y="5011"/>
                </a:moveTo>
                <a:cubicBezTo>
                  <a:pt x="10021" y="2219"/>
                  <a:pt x="7803" y="0"/>
                  <a:pt x="5010" y="0"/>
                </a:cubicBezTo>
                <a:cubicBezTo>
                  <a:pt x="2300" y="0"/>
                  <a:pt x="0" y="2219"/>
                  <a:pt x="0" y="5011"/>
                </a:cubicBezTo>
                <a:cubicBezTo>
                  <a:pt x="0" y="7804"/>
                  <a:pt x="2217" y="10022"/>
                  <a:pt x="5010" y="10022"/>
                </a:cubicBezTo>
                <a:cubicBezTo>
                  <a:pt x="7721" y="10022"/>
                  <a:pt x="10021" y="7804"/>
                  <a:pt x="10021" y="5011"/>
                </a:cubicBezTo>
                <a:moveTo>
                  <a:pt x="10021" y="30367"/>
                </a:moveTo>
                <a:cubicBezTo>
                  <a:pt x="10021" y="27574"/>
                  <a:pt x="7803" y="25356"/>
                  <a:pt x="5010" y="25356"/>
                </a:cubicBezTo>
                <a:cubicBezTo>
                  <a:pt x="2300" y="25356"/>
                  <a:pt x="0" y="27574"/>
                  <a:pt x="0" y="30367"/>
                </a:cubicBezTo>
                <a:cubicBezTo>
                  <a:pt x="0" y="33160"/>
                  <a:pt x="2217" y="35377"/>
                  <a:pt x="5010" y="35377"/>
                </a:cubicBezTo>
                <a:cubicBezTo>
                  <a:pt x="7721" y="35377"/>
                  <a:pt x="10021" y="33160"/>
                  <a:pt x="10021" y="30367"/>
                </a:cubicBezTo>
                <a:close/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91" name="path-839">
            <a:extLst xmlns:a="http://schemas.openxmlformats.org/drawingml/2006/main">
              <a:ext uri="{FF2B5EF4-FFF2-40B4-BE49-F238E27FC236}">
                <a16:creationId xmlns:a16="http://schemas.microsoft.com/office/drawing/2014/main" id="{2151C8A5-29A7-4BC4-8B77-155B92819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8741" y="7956445"/>
            <a:ext cx="69083" cy="55438"/>
          </a:xfrm>
          <a:custGeom xmlns:a="http://schemas.openxmlformats.org/drawingml/2006/main">
            <a:pathLst>
              <a:path w="69083" h="55438">
                <a:moveTo>
                  <a:pt x="40662" y="6408"/>
                </a:moveTo>
                <a:cubicBezTo>
                  <a:pt x="41318" y="3862"/>
                  <a:pt x="41318" y="3696"/>
                  <a:pt x="44769" y="3696"/>
                </a:cubicBezTo>
                <a:lnTo>
                  <a:pt x="53558" y="3696"/>
                </a:lnTo>
                <a:cubicBezTo>
                  <a:pt x="62758" y="3696"/>
                  <a:pt x="63909" y="6243"/>
                  <a:pt x="63909" y="11335"/>
                </a:cubicBezTo>
                <a:cubicBezTo>
                  <a:pt x="63909" y="11910"/>
                  <a:pt x="63909" y="13471"/>
                  <a:pt x="63334" y="17413"/>
                </a:cubicBezTo>
                <a:lnTo>
                  <a:pt x="63251" y="18152"/>
                </a:lnTo>
                <a:cubicBezTo>
                  <a:pt x="63251" y="18973"/>
                  <a:pt x="63745" y="19630"/>
                  <a:pt x="64977" y="19630"/>
                </a:cubicBezTo>
                <a:cubicBezTo>
                  <a:pt x="66538" y="19630"/>
                  <a:pt x="66702" y="18891"/>
                  <a:pt x="66866" y="17413"/>
                </a:cubicBezTo>
                <a:lnTo>
                  <a:pt x="68919" y="2711"/>
                </a:lnTo>
                <a:cubicBezTo>
                  <a:pt x="69083" y="1890"/>
                  <a:pt x="69083" y="1726"/>
                  <a:pt x="69083" y="1396"/>
                </a:cubicBezTo>
                <a:cubicBezTo>
                  <a:pt x="69083" y="0"/>
                  <a:pt x="67770" y="0"/>
                  <a:pt x="66373" y="0"/>
                </a:cubicBezTo>
                <a:lnTo>
                  <a:pt x="8789" y="0"/>
                </a:lnTo>
                <a:cubicBezTo>
                  <a:pt x="6653" y="0"/>
                  <a:pt x="6571" y="0"/>
                  <a:pt x="5914" y="1726"/>
                </a:cubicBezTo>
                <a:lnTo>
                  <a:pt x="493" y="16837"/>
                </a:lnTo>
                <a:cubicBezTo>
                  <a:pt x="410" y="17002"/>
                  <a:pt x="0" y="18152"/>
                  <a:pt x="0" y="18234"/>
                </a:cubicBezTo>
                <a:cubicBezTo>
                  <a:pt x="0" y="18726"/>
                  <a:pt x="328" y="19630"/>
                  <a:pt x="1725" y="19630"/>
                </a:cubicBezTo>
                <a:cubicBezTo>
                  <a:pt x="3038" y="19630"/>
                  <a:pt x="3121" y="19384"/>
                  <a:pt x="3861" y="17413"/>
                </a:cubicBezTo>
                <a:cubicBezTo>
                  <a:pt x="7557" y="7640"/>
                  <a:pt x="9939" y="3696"/>
                  <a:pt x="21110" y="3696"/>
                </a:cubicBezTo>
                <a:lnTo>
                  <a:pt x="29982" y="3696"/>
                </a:lnTo>
                <a:cubicBezTo>
                  <a:pt x="30640" y="3696"/>
                  <a:pt x="31790" y="3696"/>
                  <a:pt x="32611" y="3862"/>
                </a:cubicBezTo>
                <a:lnTo>
                  <a:pt x="32611" y="4354"/>
                </a:lnTo>
                <a:lnTo>
                  <a:pt x="21604" y="48292"/>
                </a:lnTo>
                <a:cubicBezTo>
                  <a:pt x="20946" y="50921"/>
                  <a:pt x="20701" y="51742"/>
                  <a:pt x="12074" y="51742"/>
                </a:cubicBezTo>
                <a:lnTo>
                  <a:pt x="10268" y="51742"/>
                </a:lnTo>
                <a:cubicBezTo>
                  <a:pt x="8542" y="51742"/>
                  <a:pt x="8461" y="51825"/>
                  <a:pt x="8050" y="52153"/>
                </a:cubicBezTo>
                <a:cubicBezTo>
                  <a:pt x="7638" y="52564"/>
                  <a:pt x="7310" y="53468"/>
                  <a:pt x="7310" y="54042"/>
                </a:cubicBezTo>
                <a:cubicBezTo>
                  <a:pt x="7310" y="54536"/>
                  <a:pt x="7638" y="55438"/>
                  <a:pt x="8953" y="55438"/>
                </a:cubicBezTo>
                <a:cubicBezTo>
                  <a:pt x="11418" y="55438"/>
                  <a:pt x="14046" y="55193"/>
                  <a:pt x="16510" y="55193"/>
                </a:cubicBezTo>
                <a:cubicBezTo>
                  <a:pt x="19057" y="55193"/>
                  <a:pt x="21604" y="55110"/>
                  <a:pt x="24150" y="55110"/>
                </a:cubicBezTo>
                <a:cubicBezTo>
                  <a:pt x="26778" y="55110"/>
                  <a:pt x="29490" y="55193"/>
                  <a:pt x="32118" y="55193"/>
                </a:cubicBezTo>
                <a:cubicBezTo>
                  <a:pt x="34582" y="55193"/>
                  <a:pt x="37211" y="55438"/>
                  <a:pt x="39676" y="55438"/>
                </a:cubicBezTo>
                <a:cubicBezTo>
                  <a:pt x="40250" y="55438"/>
                  <a:pt x="41811" y="55438"/>
                  <a:pt x="41811" y="53138"/>
                </a:cubicBezTo>
                <a:cubicBezTo>
                  <a:pt x="41811" y="51742"/>
                  <a:pt x="40579" y="51742"/>
                  <a:pt x="39182" y="51742"/>
                </a:cubicBezTo>
                <a:lnTo>
                  <a:pt x="37376" y="51742"/>
                </a:lnTo>
                <a:cubicBezTo>
                  <a:pt x="35240" y="51742"/>
                  <a:pt x="33022" y="51742"/>
                  <a:pt x="30886" y="51332"/>
                </a:cubicBezTo>
                <a:cubicBezTo>
                  <a:pt x="30229" y="51249"/>
                  <a:pt x="29737" y="51168"/>
                  <a:pt x="29737" y="50264"/>
                </a:cubicBezTo>
                <a:cubicBezTo>
                  <a:pt x="29737" y="49853"/>
                  <a:pt x="29737" y="49689"/>
                  <a:pt x="30065" y="48539"/>
                </a:cubicBezTo>
                <a:lnTo>
                  <a:pt x="40662" y="6408"/>
                </a:lnTo>
                <a:close/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92" name="path-840">
            <a:extLst xmlns:a="http://schemas.openxmlformats.org/drawingml/2006/main">
              <a:ext uri="{FF2B5EF4-FFF2-40B4-BE49-F238E27FC236}">
                <a16:creationId xmlns:a16="http://schemas.microsoft.com/office/drawing/2014/main" id="{FB34712B-CABF-4284-B8D2-DF4A8640A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9099" y="7716517"/>
            <a:ext cx="218670" cy="230071"/>
          </a:xfrm>
          <a:custGeom xmlns:a="http://schemas.openxmlformats.org/drawingml/2006/main">
            <a:pathLst>
              <a:path w="218670" h="230071">
                <a:moveTo>
                  <a:pt x="198790" y="230071"/>
                </a:moveTo>
                <a:lnTo>
                  <a:pt x="218670" y="177487"/>
                </a:lnTo>
                <a:lnTo>
                  <a:pt x="214564" y="177487"/>
                </a:lnTo>
                <a:cubicBezTo>
                  <a:pt x="208156" y="194579"/>
                  <a:pt x="190741" y="205754"/>
                  <a:pt x="171846" y="210685"/>
                </a:cubicBezTo>
                <a:cubicBezTo>
                  <a:pt x="168397" y="211505"/>
                  <a:pt x="152298" y="215779"/>
                  <a:pt x="120754" y="215779"/>
                </a:cubicBezTo>
                <a:lnTo>
                  <a:pt x="21684" y="215779"/>
                </a:lnTo>
                <a:lnTo>
                  <a:pt x="105309" y="117668"/>
                </a:lnTo>
                <a:cubicBezTo>
                  <a:pt x="106460" y="116352"/>
                  <a:pt x="106788" y="115858"/>
                  <a:pt x="106788" y="115038"/>
                </a:cubicBezTo>
                <a:cubicBezTo>
                  <a:pt x="106788" y="114710"/>
                  <a:pt x="106788" y="114216"/>
                  <a:pt x="105637" y="112571"/>
                </a:cubicBezTo>
                <a:lnTo>
                  <a:pt x="29077" y="7887"/>
                </a:lnTo>
                <a:lnTo>
                  <a:pt x="119109" y="7887"/>
                </a:lnTo>
                <a:cubicBezTo>
                  <a:pt x="141125" y="7887"/>
                  <a:pt x="156076" y="10185"/>
                  <a:pt x="157555" y="10516"/>
                </a:cubicBezTo>
                <a:cubicBezTo>
                  <a:pt x="166426" y="11830"/>
                  <a:pt x="180718" y="14625"/>
                  <a:pt x="193699" y="22840"/>
                </a:cubicBezTo>
                <a:cubicBezTo>
                  <a:pt x="197805" y="25470"/>
                  <a:pt x="208976" y="32865"/>
                  <a:pt x="214564" y="46177"/>
                </a:cubicBezTo>
                <a:lnTo>
                  <a:pt x="218670" y="46177"/>
                </a:lnTo>
                <a:lnTo>
                  <a:pt x="198790" y="0"/>
                </a:lnTo>
                <a:lnTo>
                  <a:pt x="4600" y="0"/>
                </a:lnTo>
                <a:cubicBezTo>
                  <a:pt x="820" y="0"/>
                  <a:pt x="657" y="165"/>
                  <a:pt x="163" y="1151"/>
                </a:cubicBezTo>
                <a:cubicBezTo>
                  <a:pt x="0" y="1645"/>
                  <a:pt x="0" y="4766"/>
                  <a:pt x="0" y="6573"/>
                </a:cubicBezTo>
                <a:lnTo>
                  <a:pt x="86908" y="125554"/>
                </a:lnTo>
                <a:lnTo>
                  <a:pt x="1805" y="225308"/>
                </a:lnTo>
                <a:cubicBezTo>
                  <a:pt x="163" y="227278"/>
                  <a:pt x="163" y="228101"/>
                  <a:pt x="163" y="228266"/>
                </a:cubicBezTo>
                <a:cubicBezTo>
                  <a:pt x="163" y="230071"/>
                  <a:pt x="1642" y="230071"/>
                  <a:pt x="4600" y="230071"/>
                </a:cubicBezTo>
                <a:lnTo>
                  <a:pt x="198790" y="230071"/>
                </a:lnTo>
                <a:close/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93" name="path-841">
            <a:extLst xmlns:a="http://schemas.openxmlformats.org/drawingml/2006/main">
              <a:ext uri="{FF2B5EF4-FFF2-40B4-BE49-F238E27FC236}">
                <a16:creationId xmlns:a16="http://schemas.microsoft.com/office/drawing/2014/main" id="{361BA2F3-02E9-467A-A2F6-86573DBA1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2162" y="7663011"/>
            <a:ext cx="85907" cy="77698"/>
          </a:xfrm>
          <a:custGeom xmlns:a="http://schemas.openxmlformats.org/drawingml/2006/main">
            <a:pathLst>
              <a:path w="85907" h="77698">
                <a:moveTo>
                  <a:pt x="50946" y="8163"/>
                </a:moveTo>
                <a:cubicBezTo>
                  <a:pt x="51751" y="4831"/>
                  <a:pt x="51981" y="4485"/>
                  <a:pt x="54511" y="4255"/>
                </a:cubicBezTo>
                <a:cubicBezTo>
                  <a:pt x="55085" y="4141"/>
                  <a:pt x="59111" y="4141"/>
                  <a:pt x="61411" y="4141"/>
                </a:cubicBezTo>
                <a:cubicBezTo>
                  <a:pt x="68427" y="4141"/>
                  <a:pt x="71415" y="4141"/>
                  <a:pt x="74292" y="5061"/>
                </a:cubicBezTo>
                <a:cubicBezTo>
                  <a:pt x="79466" y="6670"/>
                  <a:pt x="79696" y="10002"/>
                  <a:pt x="79696" y="14140"/>
                </a:cubicBezTo>
                <a:cubicBezTo>
                  <a:pt x="79696" y="15979"/>
                  <a:pt x="79696" y="17473"/>
                  <a:pt x="78891" y="23450"/>
                </a:cubicBezTo>
                <a:lnTo>
                  <a:pt x="78661" y="24713"/>
                </a:lnTo>
                <a:cubicBezTo>
                  <a:pt x="78661" y="25862"/>
                  <a:pt x="79466" y="26438"/>
                  <a:pt x="80616" y="26438"/>
                </a:cubicBezTo>
                <a:cubicBezTo>
                  <a:pt x="82341" y="26438"/>
                  <a:pt x="82571" y="25403"/>
                  <a:pt x="82802" y="23564"/>
                </a:cubicBezTo>
                <a:lnTo>
                  <a:pt x="85907" y="1611"/>
                </a:lnTo>
                <a:cubicBezTo>
                  <a:pt x="85907" y="0"/>
                  <a:pt x="84527" y="0"/>
                  <a:pt x="82457" y="0"/>
                </a:cubicBezTo>
                <a:lnTo>
                  <a:pt x="11729" y="0"/>
                </a:lnTo>
                <a:cubicBezTo>
                  <a:pt x="8855" y="0"/>
                  <a:pt x="8625" y="0"/>
                  <a:pt x="7819" y="2416"/>
                </a:cubicBezTo>
                <a:lnTo>
                  <a:pt x="574" y="22760"/>
                </a:lnTo>
                <a:cubicBezTo>
                  <a:pt x="460" y="23220"/>
                  <a:pt x="0" y="24253"/>
                  <a:pt x="0" y="24829"/>
                </a:cubicBezTo>
                <a:cubicBezTo>
                  <a:pt x="0" y="25289"/>
                  <a:pt x="230" y="26438"/>
                  <a:pt x="1955" y="26438"/>
                </a:cubicBezTo>
                <a:cubicBezTo>
                  <a:pt x="3450" y="26438"/>
                  <a:pt x="3680" y="25862"/>
                  <a:pt x="4369" y="23679"/>
                </a:cubicBezTo>
                <a:cubicBezTo>
                  <a:pt x="11039" y="5291"/>
                  <a:pt x="14835" y="4141"/>
                  <a:pt x="32315" y="4141"/>
                </a:cubicBezTo>
                <a:lnTo>
                  <a:pt x="37146" y="4141"/>
                </a:lnTo>
                <a:cubicBezTo>
                  <a:pt x="40596" y="4141"/>
                  <a:pt x="40710" y="4255"/>
                  <a:pt x="40710" y="5291"/>
                </a:cubicBezTo>
                <a:cubicBezTo>
                  <a:pt x="40710" y="5405"/>
                  <a:pt x="40710" y="5980"/>
                  <a:pt x="40250" y="7704"/>
                </a:cubicBezTo>
                <a:lnTo>
                  <a:pt x="25069" y="68157"/>
                </a:lnTo>
                <a:cubicBezTo>
                  <a:pt x="24036" y="72409"/>
                  <a:pt x="23690" y="73558"/>
                  <a:pt x="11615" y="73558"/>
                </a:cubicBezTo>
                <a:cubicBezTo>
                  <a:pt x="7474" y="73558"/>
                  <a:pt x="6440" y="73558"/>
                  <a:pt x="6440" y="76088"/>
                </a:cubicBezTo>
                <a:cubicBezTo>
                  <a:pt x="6440" y="76434"/>
                  <a:pt x="6670" y="77698"/>
                  <a:pt x="8395" y="77698"/>
                </a:cubicBezTo>
                <a:cubicBezTo>
                  <a:pt x="11615" y="77698"/>
                  <a:pt x="15065" y="77354"/>
                  <a:pt x="18285" y="77354"/>
                </a:cubicBezTo>
                <a:cubicBezTo>
                  <a:pt x="21505" y="77354"/>
                  <a:pt x="24955" y="77238"/>
                  <a:pt x="28175" y="77238"/>
                </a:cubicBezTo>
                <a:cubicBezTo>
                  <a:pt x="31395" y="77238"/>
                  <a:pt x="35305" y="77238"/>
                  <a:pt x="38525" y="77354"/>
                </a:cubicBezTo>
                <a:cubicBezTo>
                  <a:pt x="41631" y="77468"/>
                  <a:pt x="45081" y="77698"/>
                  <a:pt x="48185" y="77698"/>
                </a:cubicBezTo>
                <a:cubicBezTo>
                  <a:pt x="49105" y="77698"/>
                  <a:pt x="50832" y="77698"/>
                  <a:pt x="50832" y="75169"/>
                </a:cubicBezTo>
                <a:cubicBezTo>
                  <a:pt x="50832" y="73558"/>
                  <a:pt x="49680" y="73558"/>
                  <a:pt x="46116" y="73558"/>
                </a:cubicBezTo>
                <a:cubicBezTo>
                  <a:pt x="43930" y="73558"/>
                  <a:pt x="41631" y="73444"/>
                  <a:pt x="39445" y="73328"/>
                </a:cubicBezTo>
                <a:cubicBezTo>
                  <a:pt x="35535" y="72984"/>
                  <a:pt x="35305" y="72524"/>
                  <a:pt x="35305" y="71145"/>
                </a:cubicBezTo>
                <a:cubicBezTo>
                  <a:pt x="35305" y="70340"/>
                  <a:pt x="35305" y="70110"/>
                  <a:pt x="35765" y="68501"/>
                </a:cubicBezTo>
                <a:lnTo>
                  <a:pt x="50946" y="8163"/>
                </a:lnTo>
                <a:close/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94" name="path-842">
            <a:extLst xmlns:a="http://schemas.openxmlformats.org/drawingml/2006/main">
              <a:ext uri="{FF2B5EF4-FFF2-40B4-BE49-F238E27FC236}">
                <a16:creationId xmlns:a16="http://schemas.microsoft.com/office/drawing/2014/main" id="{987B50CE-D80A-4D16-A5BE-6DBC5D2E0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2046" y="7899348"/>
            <a:ext cx="38871" cy="72940"/>
          </a:xfrm>
          <a:custGeom xmlns:a="http://schemas.openxmlformats.org/drawingml/2006/main">
            <a:pathLst>
              <a:path w="38871" h="72940">
                <a:moveTo>
                  <a:pt x="23460" y="26431"/>
                </a:moveTo>
                <a:lnTo>
                  <a:pt x="35191" y="26431"/>
                </a:lnTo>
                <a:cubicBezTo>
                  <a:pt x="37376" y="26431"/>
                  <a:pt x="38871" y="26431"/>
                  <a:pt x="38871" y="23900"/>
                </a:cubicBezTo>
                <a:cubicBezTo>
                  <a:pt x="38871" y="22290"/>
                  <a:pt x="37376" y="22290"/>
                  <a:pt x="35421" y="22290"/>
                </a:cubicBezTo>
                <a:lnTo>
                  <a:pt x="24495" y="22290"/>
                </a:lnTo>
                <a:lnTo>
                  <a:pt x="28751" y="5287"/>
                </a:lnTo>
                <a:cubicBezTo>
                  <a:pt x="28867" y="4712"/>
                  <a:pt x="29096" y="4138"/>
                  <a:pt x="29096" y="3678"/>
                </a:cubicBezTo>
                <a:cubicBezTo>
                  <a:pt x="29096" y="1609"/>
                  <a:pt x="27486" y="0"/>
                  <a:pt x="25185" y="0"/>
                </a:cubicBezTo>
                <a:cubicBezTo>
                  <a:pt x="22311" y="0"/>
                  <a:pt x="20586" y="1955"/>
                  <a:pt x="19780" y="4942"/>
                </a:cubicBezTo>
                <a:cubicBezTo>
                  <a:pt x="18975" y="7814"/>
                  <a:pt x="20470" y="2299"/>
                  <a:pt x="15411" y="22290"/>
                </a:cubicBezTo>
                <a:lnTo>
                  <a:pt x="3680" y="22290"/>
                </a:lnTo>
                <a:cubicBezTo>
                  <a:pt x="1495" y="22290"/>
                  <a:pt x="0" y="22290"/>
                  <a:pt x="0" y="24820"/>
                </a:cubicBezTo>
                <a:cubicBezTo>
                  <a:pt x="0" y="26431"/>
                  <a:pt x="1379" y="26431"/>
                  <a:pt x="3450" y="26431"/>
                </a:cubicBezTo>
                <a:lnTo>
                  <a:pt x="14375" y="26431"/>
                </a:lnTo>
                <a:lnTo>
                  <a:pt x="7590" y="53530"/>
                </a:lnTo>
                <a:cubicBezTo>
                  <a:pt x="6900" y="56401"/>
                  <a:pt x="5865" y="60536"/>
                  <a:pt x="5865" y="62027"/>
                </a:cubicBezTo>
                <a:cubicBezTo>
                  <a:pt x="5865" y="68803"/>
                  <a:pt x="11615" y="72940"/>
                  <a:pt x="18171" y="72940"/>
                </a:cubicBezTo>
                <a:cubicBezTo>
                  <a:pt x="30936" y="72940"/>
                  <a:pt x="38181" y="56861"/>
                  <a:pt x="38181" y="55368"/>
                </a:cubicBezTo>
                <a:cubicBezTo>
                  <a:pt x="38181" y="53874"/>
                  <a:pt x="36686" y="53874"/>
                  <a:pt x="36340" y="53874"/>
                </a:cubicBezTo>
                <a:cubicBezTo>
                  <a:pt x="34961" y="53874"/>
                  <a:pt x="34845" y="54104"/>
                  <a:pt x="33926" y="56057"/>
                </a:cubicBezTo>
                <a:cubicBezTo>
                  <a:pt x="30706" y="63291"/>
                  <a:pt x="24841" y="69720"/>
                  <a:pt x="18515" y="69720"/>
                </a:cubicBezTo>
                <a:cubicBezTo>
                  <a:pt x="16100" y="69720"/>
                  <a:pt x="14491" y="68229"/>
                  <a:pt x="14491" y="64094"/>
                </a:cubicBezTo>
                <a:cubicBezTo>
                  <a:pt x="14491" y="62947"/>
                  <a:pt x="14951" y="60536"/>
                  <a:pt x="15181" y="59386"/>
                </a:cubicBezTo>
                <a:lnTo>
                  <a:pt x="23460" y="26431"/>
                </a:lnTo>
                <a:close/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95" name="path-843">
            <a:extLst xmlns:a="http://schemas.openxmlformats.org/drawingml/2006/main">
              <a:ext uri="{FF2B5EF4-FFF2-40B4-BE49-F238E27FC236}">
                <a16:creationId xmlns:a16="http://schemas.microsoft.com/office/drawing/2014/main" id="{3E241340-325E-49FA-B377-B6E48BD7E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4887" y="7926897"/>
            <a:ext cx="84643" cy="30925"/>
          </a:xfrm>
          <a:custGeom xmlns:a="http://schemas.openxmlformats.org/drawingml/2006/main">
            <a:pathLst>
              <a:path w="84643" h="30925">
                <a:moveTo>
                  <a:pt x="80272" y="5635"/>
                </a:moveTo>
                <a:cubicBezTo>
                  <a:pt x="81997" y="5635"/>
                  <a:pt x="84643" y="5635"/>
                  <a:pt x="84643" y="2760"/>
                </a:cubicBezTo>
                <a:cubicBezTo>
                  <a:pt x="84643" y="0"/>
                  <a:pt x="81883" y="0"/>
                  <a:pt x="80388" y="0"/>
                </a:cubicBezTo>
                <a:lnTo>
                  <a:pt x="4255" y="0"/>
                </a:lnTo>
                <a:cubicBezTo>
                  <a:pt x="2760" y="0"/>
                  <a:pt x="0" y="0"/>
                  <a:pt x="0" y="2760"/>
                </a:cubicBezTo>
                <a:cubicBezTo>
                  <a:pt x="0" y="5635"/>
                  <a:pt x="2644" y="5635"/>
                  <a:pt x="4369" y="5635"/>
                </a:cubicBezTo>
                <a:lnTo>
                  <a:pt x="80272" y="5635"/>
                </a:lnTo>
                <a:moveTo>
                  <a:pt x="80388" y="30925"/>
                </a:moveTo>
                <a:cubicBezTo>
                  <a:pt x="81883" y="30925"/>
                  <a:pt x="84643" y="30925"/>
                  <a:pt x="84643" y="28165"/>
                </a:cubicBezTo>
                <a:cubicBezTo>
                  <a:pt x="84643" y="25289"/>
                  <a:pt x="81997" y="25289"/>
                  <a:pt x="80272" y="25289"/>
                </a:cubicBezTo>
                <a:lnTo>
                  <a:pt x="4369" y="25289"/>
                </a:lnTo>
                <a:cubicBezTo>
                  <a:pt x="2644" y="25289"/>
                  <a:pt x="0" y="25289"/>
                  <a:pt x="0" y="28165"/>
                </a:cubicBezTo>
                <a:cubicBezTo>
                  <a:pt x="0" y="30925"/>
                  <a:pt x="2760" y="30925"/>
                  <a:pt x="4255" y="30925"/>
                </a:cubicBezTo>
                <a:lnTo>
                  <a:pt x="80388" y="30925"/>
                </a:lnTo>
                <a:close/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96" name="path-844">
            <a:extLst xmlns:a="http://schemas.openxmlformats.org/drawingml/2006/main">
              <a:ext uri="{FF2B5EF4-FFF2-40B4-BE49-F238E27FC236}">
                <a16:creationId xmlns:a16="http://schemas.microsoft.com/office/drawing/2014/main" id="{BF1ECEA2-7EB1-451F-9B92-672317EE0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0230" y="7894796"/>
            <a:ext cx="41861" cy="76369"/>
          </a:xfrm>
          <a:custGeom xmlns:a="http://schemas.openxmlformats.org/drawingml/2006/main">
            <a:pathLst>
              <a:path w="41861" h="76369">
                <a:moveTo>
                  <a:pt x="25990" y="3213"/>
                </a:moveTo>
                <a:cubicBezTo>
                  <a:pt x="25990" y="116"/>
                  <a:pt x="25761" y="0"/>
                  <a:pt x="22541" y="0"/>
                </a:cubicBezTo>
                <a:cubicBezTo>
                  <a:pt x="15181" y="7202"/>
                  <a:pt x="4715" y="7316"/>
                  <a:pt x="0" y="7316"/>
                </a:cubicBezTo>
                <a:lnTo>
                  <a:pt x="0" y="11455"/>
                </a:lnTo>
                <a:cubicBezTo>
                  <a:pt x="2760" y="11455"/>
                  <a:pt x="10350" y="11455"/>
                  <a:pt x="16676" y="8235"/>
                </a:cubicBezTo>
                <a:lnTo>
                  <a:pt x="16676" y="66935"/>
                </a:lnTo>
                <a:cubicBezTo>
                  <a:pt x="16676" y="70735"/>
                  <a:pt x="16676" y="72230"/>
                  <a:pt x="5175" y="72230"/>
                </a:cubicBezTo>
                <a:lnTo>
                  <a:pt x="805" y="72230"/>
                </a:lnTo>
                <a:lnTo>
                  <a:pt x="805" y="76369"/>
                </a:lnTo>
                <a:cubicBezTo>
                  <a:pt x="2874" y="76255"/>
                  <a:pt x="17020" y="75909"/>
                  <a:pt x="21275" y="75909"/>
                </a:cubicBezTo>
                <a:cubicBezTo>
                  <a:pt x="24841" y="75909"/>
                  <a:pt x="39331" y="76255"/>
                  <a:pt x="41861" y="76369"/>
                </a:cubicBezTo>
                <a:lnTo>
                  <a:pt x="41861" y="72230"/>
                </a:lnTo>
                <a:lnTo>
                  <a:pt x="37491" y="72230"/>
                </a:lnTo>
                <a:cubicBezTo>
                  <a:pt x="25990" y="72230"/>
                  <a:pt x="25990" y="70735"/>
                  <a:pt x="25990" y="66935"/>
                </a:cubicBezTo>
                <a:lnTo>
                  <a:pt x="25990" y="3213"/>
                </a:lnTo>
                <a:close/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97" name="path-845">
            <a:extLst xmlns:a="http://schemas.openxmlformats.org/drawingml/2006/main">
              <a:ext uri="{FF2B5EF4-FFF2-40B4-BE49-F238E27FC236}">
                <a16:creationId xmlns:a16="http://schemas.microsoft.com/office/drawing/2014/main" id="{56496DBC-18DA-489E-AFA1-9B25B45FB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9855" y="7634311"/>
            <a:ext cx="43209" cy="394144"/>
          </a:xfrm>
          <a:custGeom xmlns:a="http://schemas.openxmlformats.org/drawingml/2006/main">
            <a:pathLst>
              <a:path w="43209" h="394144">
                <a:moveTo>
                  <a:pt x="0" y="394144"/>
                </a:moveTo>
                <a:lnTo>
                  <a:pt x="43209" y="394144"/>
                </a:lnTo>
                <a:lnTo>
                  <a:pt x="43209" y="385106"/>
                </a:lnTo>
                <a:lnTo>
                  <a:pt x="9035" y="385106"/>
                </a:lnTo>
                <a:lnTo>
                  <a:pt x="9035" y="9035"/>
                </a:lnTo>
                <a:lnTo>
                  <a:pt x="43209" y="9035"/>
                </a:lnTo>
                <a:lnTo>
                  <a:pt x="43209" y="0"/>
                </a:lnTo>
                <a:lnTo>
                  <a:pt x="0" y="0"/>
                </a:lnTo>
                <a:lnTo>
                  <a:pt x="0" y="394144"/>
                </a:lnTo>
                <a:close/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98" name="path-846">
            <a:extLst xmlns:a="http://schemas.openxmlformats.org/drawingml/2006/main">
              <a:ext uri="{FF2B5EF4-FFF2-40B4-BE49-F238E27FC236}">
                <a16:creationId xmlns:a16="http://schemas.microsoft.com/office/drawing/2014/main" id="{FCB84510-4F2F-4219-B41B-D64DBCD83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9666" y="7634361"/>
            <a:ext cx="80832" cy="394124"/>
          </a:xfrm>
          <a:custGeom xmlns:a="http://schemas.openxmlformats.org/drawingml/2006/main">
            <a:pathLst>
              <a:path w="80832" h="394124">
                <a:moveTo>
                  <a:pt x="80832" y="392479"/>
                </a:moveTo>
                <a:cubicBezTo>
                  <a:pt x="80832" y="391822"/>
                  <a:pt x="80503" y="391494"/>
                  <a:pt x="80175" y="391002"/>
                </a:cubicBezTo>
                <a:cubicBezTo>
                  <a:pt x="74096" y="384923"/>
                  <a:pt x="63088" y="373916"/>
                  <a:pt x="52080" y="356172"/>
                </a:cubicBezTo>
                <a:cubicBezTo>
                  <a:pt x="25630" y="313788"/>
                  <a:pt x="13637" y="260394"/>
                  <a:pt x="13637" y="197143"/>
                </a:cubicBezTo>
                <a:cubicBezTo>
                  <a:pt x="13637" y="152952"/>
                  <a:pt x="19551" y="95943"/>
                  <a:pt x="46658" y="46986"/>
                </a:cubicBezTo>
                <a:cubicBezTo>
                  <a:pt x="59639" y="23657"/>
                  <a:pt x="73111" y="10185"/>
                  <a:pt x="80338" y="2958"/>
                </a:cubicBezTo>
                <a:cubicBezTo>
                  <a:pt x="80832" y="2467"/>
                  <a:pt x="80832" y="2136"/>
                  <a:pt x="80832" y="1645"/>
                </a:cubicBezTo>
                <a:cubicBezTo>
                  <a:pt x="80832" y="0"/>
                  <a:pt x="79681" y="0"/>
                  <a:pt x="77382" y="0"/>
                </a:cubicBezTo>
                <a:cubicBezTo>
                  <a:pt x="75081" y="0"/>
                  <a:pt x="74753" y="0"/>
                  <a:pt x="72288" y="2467"/>
                </a:cubicBezTo>
                <a:cubicBezTo>
                  <a:pt x="17250" y="52572"/>
                  <a:pt x="0" y="127816"/>
                  <a:pt x="0" y="196980"/>
                </a:cubicBezTo>
                <a:cubicBezTo>
                  <a:pt x="0" y="261545"/>
                  <a:pt x="14786" y="326601"/>
                  <a:pt x="56515" y="375723"/>
                </a:cubicBezTo>
                <a:cubicBezTo>
                  <a:pt x="59802" y="379501"/>
                  <a:pt x="66046" y="386237"/>
                  <a:pt x="72782" y="392151"/>
                </a:cubicBezTo>
                <a:cubicBezTo>
                  <a:pt x="74753" y="394124"/>
                  <a:pt x="75081" y="394124"/>
                  <a:pt x="77382" y="394124"/>
                </a:cubicBezTo>
                <a:cubicBezTo>
                  <a:pt x="79681" y="394124"/>
                  <a:pt x="80832" y="394124"/>
                  <a:pt x="80832" y="392479"/>
                </a:cubicBezTo>
                <a:close/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99" name="path-847">
            <a:extLst xmlns:a="http://schemas.openxmlformats.org/drawingml/2006/main">
              <a:ext uri="{FF2B5EF4-FFF2-40B4-BE49-F238E27FC236}">
                <a16:creationId xmlns:a16="http://schemas.microsoft.com/office/drawing/2014/main" id="{96FC8B46-6E60-4B7C-8EFA-31F9B0C14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5634" y="7716517"/>
            <a:ext cx="218670" cy="230071"/>
          </a:xfrm>
          <a:custGeom xmlns:a="http://schemas.openxmlformats.org/drawingml/2006/main">
            <a:pathLst>
              <a:path w="218670" h="230071">
                <a:moveTo>
                  <a:pt x="198790" y="230071"/>
                </a:moveTo>
                <a:lnTo>
                  <a:pt x="218670" y="177487"/>
                </a:lnTo>
                <a:lnTo>
                  <a:pt x="214564" y="177487"/>
                </a:lnTo>
                <a:cubicBezTo>
                  <a:pt x="208156" y="194579"/>
                  <a:pt x="190741" y="205754"/>
                  <a:pt x="171846" y="210685"/>
                </a:cubicBezTo>
                <a:cubicBezTo>
                  <a:pt x="168397" y="211505"/>
                  <a:pt x="152298" y="215779"/>
                  <a:pt x="120754" y="215779"/>
                </a:cubicBezTo>
                <a:lnTo>
                  <a:pt x="21684" y="215779"/>
                </a:lnTo>
                <a:lnTo>
                  <a:pt x="105309" y="117668"/>
                </a:lnTo>
                <a:cubicBezTo>
                  <a:pt x="106460" y="116352"/>
                  <a:pt x="106788" y="115858"/>
                  <a:pt x="106788" y="115038"/>
                </a:cubicBezTo>
                <a:cubicBezTo>
                  <a:pt x="106788" y="114710"/>
                  <a:pt x="106788" y="114216"/>
                  <a:pt x="105637" y="112571"/>
                </a:cubicBezTo>
                <a:lnTo>
                  <a:pt x="29077" y="7887"/>
                </a:lnTo>
                <a:lnTo>
                  <a:pt x="119109" y="7887"/>
                </a:lnTo>
                <a:cubicBezTo>
                  <a:pt x="141125" y="7887"/>
                  <a:pt x="156076" y="10185"/>
                  <a:pt x="157555" y="10516"/>
                </a:cubicBezTo>
                <a:cubicBezTo>
                  <a:pt x="166426" y="11830"/>
                  <a:pt x="180718" y="14625"/>
                  <a:pt x="193699" y="22840"/>
                </a:cubicBezTo>
                <a:cubicBezTo>
                  <a:pt x="197805" y="25470"/>
                  <a:pt x="208976" y="32865"/>
                  <a:pt x="214564" y="46177"/>
                </a:cubicBezTo>
                <a:lnTo>
                  <a:pt x="218670" y="46177"/>
                </a:lnTo>
                <a:lnTo>
                  <a:pt x="198790" y="0"/>
                </a:lnTo>
                <a:lnTo>
                  <a:pt x="4600" y="0"/>
                </a:lnTo>
                <a:cubicBezTo>
                  <a:pt x="820" y="0"/>
                  <a:pt x="657" y="165"/>
                  <a:pt x="163" y="1151"/>
                </a:cubicBezTo>
                <a:cubicBezTo>
                  <a:pt x="0" y="1645"/>
                  <a:pt x="0" y="4766"/>
                  <a:pt x="0" y="6573"/>
                </a:cubicBezTo>
                <a:lnTo>
                  <a:pt x="86908" y="125554"/>
                </a:lnTo>
                <a:lnTo>
                  <a:pt x="1805" y="225308"/>
                </a:lnTo>
                <a:cubicBezTo>
                  <a:pt x="163" y="227278"/>
                  <a:pt x="163" y="228101"/>
                  <a:pt x="163" y="228266"/>
                </a:cubicBezTo>
                <a:cubicBezTo>
                  <a:pt x="163" y="230071"/>
                  <a:pt x="1642" y="230071"/>
                  <a:pt x="4600" y="230071"/>
                </a:cubicBezTo>
                <a:lnTo>
                  <a:pt x="198790" y="230071"/>
                </a:lnTo>
                <a:close/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00" name="path-848">
            <a:extLst xmlns:a="http://schemas.openxmlformats.org/drawingml/2006/main">
              <a:ext uri="{FF2B5EF4-FFF2-40B4-BE49-F238E27FC236}">
                <a16:creationId xmlns:a16="http://schemas.microsoft.com/office/drawing/2014/main" id="{D95CF163-C073-4C4A-965B-FF7ABE74C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8681" y="7663011"/>
            <a:ext cx="85907" cy="77698"/>
          </a:xfrm>
          <a:custGeom xmlns:a="http://schemas.openxmlformats.org/drawingml/2006/main">
            <a:pathLst>
              <a:path w="85907" h="77698">
                <a:moveTo>
                  <a:pt x="50946" y="8163"/>
                </a:moveTo>
                <a:cubicBezTo>
                  <a:pt x="51751" y="4831"/>
                  <a:pt x="51981" y="4485"/>
                  <a:pt x="54511" y="4255"/>
                </a:cubicBezTo>
                <a:cubicBezTo>
                  <a:pt x="55085" y="4141"/>
                  <a:pt x="59111" y="4141"/>
                  <a:pt x="61411" y="4141"/>
                </a:cubicBezTo>
                <a:cubicBezTo>
                  <a:pt x="68427" y="4141"/>
                  <a:pt x="71415" y="4141"/>
                  <a:pt x="74292" y="5061"/>
                </a:cubicBezTo>
                <a:cubicBezTo>
                  <a:pt x="79466" y="6670"/>
                  <a:pt x="79696" y="10002"/>
                  <a:pt x="79696" y="14140"/>
                </a:cubicBezTo>
                <a:cubicBezTo>
                  <a:pt x="79696" y="15979"/>
                  <a:pt x="79696" y="17473"/>
                  <a:pt x="78891" y="23450"/>
                </a:cubicBezTo>
                <a:lnTo>
                  <a:pt x="78661" y="24713"/>
                </a:lnTo>
                <a:cubicBezTo>
                  <a:pt x="78661" y="25862"/>
                  <a:pt x="79466" y="26438"/>
                  <a:pt x="80616" y="26438"/>
                </a:cubicBezTo>
                <a:cubicBezTo>
                  <a:pt x="82341" y="26438"/>
                  <a:pt x="82571" y="25403"/>
                  <a:pt x="82802" y="23564"/>
                </a:cubicBezTo>
                <a:lnTo>
                  <a:pt x="85907" y="1611"/>
                </a:lnTo>
                <a:cubicBezTo>
                  <a:pt x="85907" y="0"/>
                  <a:pt x="84527" y="0"/>
                  <a:pt x="82457" y="0"/>
                </a:cubicBezTo>
                <a:lnTo>
                  <a:pt x="11729" y="0"/>
                </a:lnTo>
                <a:cubicBezTo>
                  <a:pt x="8855" y="0"/>
                  <a:pt x="8625" y="0"/>
                  <a:pt x="7819" y="2416"/>
                </a:cubicBezTo>
                <a:lnTo>
                  <a:pt x="574" y="22760"/>
                </a:lnTo>
                <a:cubicBezTo>
                  <a:pt x="460" y="23220"/>
                  <a:pt x="0" y="24253"/>
                  <a:pt x="0" y="24829"/>
                </a:cubicBezTo>
                <a:cubicBezTo>
                  <a:pt x="0" y="25289"/>
                  <a:pt x="230" y="26438"/>
                  <a:pt x="1955" y="26438"/>
                </a:cubicBezTo>
                <a:cubicBezTo>
                  <a:pt x="3450" y="26438"/>
                  <a:pt x="3680" y="25862"/>
                  <a:pt x="4369" y="23679"/>
                </a:cubicBezTo>
                <a:cubicBezTo>
                  <a:pt x="11039" y="5291"/>
                  <a:pt x="14835" y="4141"/>
                  <a:pt x="32315" y="4141"/>
                </a:cubicBezTo>
                <a:lnTo>
                  <a:pt x="37146" y="4141"/>
                </a:lnTo>
                <a:cubicBezTo>
                  <a:pt x="40596" y="4141"/>
                  <a:pt x="40710" y="4255"/>
                  <a:pt x="40710" y="5291"/>
                </a:cubicBezTo>
                <a:cubicBezTo>
                  <a:pt x="40710" y="5405"/>
                  <a:pt x="40710" y="5980"/>
                  <a:pt x="40250" y="7704"/>
                </a:cubicBezTo>
                <a:lnTo>
                  <a:pt x="25069" y="68157"/>
                </a:lnTo>
                <a:cubicBezTo>
                  <a:pt x="24036" y="72409"/>
                  <a:pt x="23690" y="73558"/>
                  <a:pt x="11615" y="73558"/>
                </a:cubicBezTo>
                <a:cubicBezTo>
                  <a:pt x="7474" y="73558"/>
                  <a:pt x="6440" y="73558"/>
                  <a:pt x="6440" y="76088"/>
                </a:cubicBezTo>
                <a:cubicBezTo>
                  <a:pt x="6440" y="76434"/>
                  <a:pt x="6670" y="77698"/>
                  <a:pt x="8395" y="77698"/>
                </a:cubicBezTo>
                <a:cubicBezTo>
                  <a:pt x="11615" y="77698"/>
                  <a:pt x="15065" y="77354"/>
                  <a:pt x="18285" y="77354"/>
                </a:cubicBezTo>
                <a:cubicBezTo>
                  <a:pt x="21505" y="77354"/>
                  <a:pt x="24955" y="77238"/>
                  <a:pt x="28175" y="77238"/>
                </a:cubicBezTo>
                <a:cubicBezTo>
                  <a:pt x="31395" y="77238"/>
                  <a:pt x="35305" y="77238"/>
                  <a:pt x="38525" y="77354"/>
                </a:cubicBezTo>
                <a:cubicBezTo>
                  <a:pt x="41631" y="77468"/>
                  <a:pt x="45081" y="77698"/>
                  <a:pt x="48185" y="77698"/>
                </a:cubicBezTo>
                <a:cubicBezTo>
                  <a:pt x="49105" y="77698"/>
                  <a:pt x="50832" y="77698"/>
                  <a:pt x="50832" y="75169"/>
                </a:cubicBezTo>
                <a:cubicBezTo>
                  <a:pt x="50832" y="73558"/>
                  <a:pt x="49680" y="73558"/>
                  <a:pt x="46116" y="73558"/>
                </a:cubicBezTo>
                <a:cubicBezTo>
                  <a:pt x="43930" y="73558"/>
                  <a:pt x="41631" y="73444"/>
                  <a:pt x="39445" y="73328"/>
                </a:cubicBezTo>
                <a:cubicBezTo>
                  <a:pt x="35535" y="72984"/>
                  <a:pt x="35305" y="72524"/>
                  <a:pt x="35305" y="71145"/>
                </a:cubicBezTo>
                <a:cubicBezTo>
                  <a:pt x="35305" y="70340"/>
                  <a:pt x="35305" y="70110"/>
                  <a:pt x="35765" y="68501"/>
                </a:cubicBezTo>
                <a:lnTo>
                  <a:pt x="50946" y="8163"/>
                </a:lnTo>
                <a:close/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01" name="path-849">
            <a:extLst xmlns:a="http://schemas.openxmlformats.org/drawingml/2006/main">
              <a:ext uri="{FF2B5EF4-FFF2-40B4-BE49-F238E27FC236}">
                <a16:creationId xmlns:a16="http://schemas.microsoft.com/office/drawing/2014/main" id="{7035471B-1173-4FDE-AF3E-110B8A8C5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8566" y="7899348"/>
            <a:ext cx="38871" cy="72940"/>
          </a:xfrm>
          <a:custGeom xmlns:a="http://schemas.openxmlformats.org/drawingml/2006/main">
            <a:pathLst>
              <a:path w="38871" h="72940">
                <a:moveTo>
                  <a:pt x="23460" y="26431"/>
                </a:moveTo>
                <a:lnTo>
                  <a:pt x="35191" y="26431"/>
                </a:lnTo>
                <a:cubicBezTo>
                  <a:pt x="37376" y="26431"/>
                  <a:pt x="38871" y="26431"/>
                  <a:pt x="38871" y="23900"/>
                </a:cubicBezTo>
                <a:cubicBezTo>
                  <a:pt x="38871" y="22290"/>
                  <a:pt x="37376" y="22290"/>
                  <a:pt x="35421" y="22290"/>
                </a:cubicBezTo>
                <a:lnTo>
                  <a:pt x="24495" y="22290"/>
                </a:lnTo>
                <a:lnTo>
                  <a:pt x="28751" y="5287"/>
                </a:lnTo>
                <a:cubicBezTo>
                  <a:pt x="28867" y="4712"/>
                  <a:pt x="29096" y="4138"/>
                  <a:pt x="29096" y="3678"/>
                </a:cubicBezTo>
                <a:cubicBezTo>
                  <a:pt x="29096" y="1609"/>
                  <a:pt x="27486" y="0"/>
                  <a:pt x="25185" y="0"/>
                </a:cubicBezTo>
                <a:cubicBezTo>
                  <a:pt x="22311" y="0"/>
                  <a:pt x="20586" y="1955"/>
                  <a:pt x="19780" y="4942"/>
                </a:cubicBezTo>
                <a:cubicBezTo>
                  <a:pt x="18975" y="7814"/>
                  <a:pt x="20470" y="2299"/>
                  <a:pt x="15411" y="22290"/>
                </a:cubicBezTo>
                <a:lnTo>
                  <a:pt x="3680" y="22290"/>
                </a:lnTo>
                <a:cubicBezTo>
                  <a:pt x="1495" y="22290"/>
                  <a:pt x="0" y="22290"/>
                  <a:pt x="0" y="24820"/>
                </a:cubicBezTo>
                <a:cubicBezTo>
                  <a:pt x="0" y="26431"/>
                  <a:pt x="1379" y="26431"/>
                  <a:pt x="3450" y="26431"/>
                </a:cubicBezTo>
                <a:lnTo>
                  <a:pt x="14375" y="26431"/>
                </a:lnTo>
                <a:lnTo>
                  <a:pt x="7590" y="53530"/>
                </a:lnTo>
                <a:cubicBezTo>
                  <a:pt x="6900" y="56401"/>
                  <a:pt x="5865" y="60536"/>
                  <a:pt x="5865" y="62027"/>
                </a:cubicBezTo>
                <a:cubicBezTo>
                  <a:pt x="5865" y="68803"/>
                  <a:pt x="11615" y="72940"/>
                  <a:pt x="18171" y="72940"/>
                </a:cubicBezTo>
                <a:cubicBezTo>
                  <a:pt x="30936" y="72940"/>
                  <a:pt x="38181" y="56861"/>
                  <a:pt x="38181" y="55368"/>
                </a:cubicBezTo>
                <a:cubicBezTo>
                  <a:pt x="38181" y="53874"/>
                  <a:pt x="36686" y="53874"/>
                  <a:pt x="36340" y="53874"/>
                </a:cubicBezTo>
                <a:cubicBezTo>
                  <a:pt x="34961" y="53874"/>
                  <a:pt x="34845" y="54104"/>
                  <a:pt x="33926" y="56057"/>
                </a:cubicBezTo>
                <a:cubicBezTo>
                  <a:pt x="30706" y="63291"/>
                  <a:pt x="24841" y="69720"/>
                  <a:pt x="18515" y="69720"/>
                </a:cubicBezTo>
                <a:cubicBezTo>
                  <a:pt x="16100" y="69720"/>
                  <a:pt x="14491" y="68229"/>
                  <a:pt x="14491" y="64094"/>
                </a:cubicBezTo>
                <a:cubicBezTo>
                  <a:pt x="14491" y="62947"/>
                  <a:pt x="14951" y="60536"/>
                  <a:pt x="15181" y="59386"/>
                </a:cubicBezTo>
                <a:lnTo>
                  <a:pt x="23460" y="26431"/>
                </a:lnTo>
                <a:close/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02" name="path-850">
            <a:extLst xmlns:a="http://schemas.openxmlformats.org/drawingml/2006/main">
              <a:ext uri="{FF2B5EF4-FFF2-40B4-BE49-F238E27FC236}">
                <a16:creationId xmlns:a16="http://schemas.microsoft.com/office/drawing/2014/main" id="{98D4B41D-1D15-4033-8204-E118B0C14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1011" y="7892394"/>
            <a:ext cx="22755" cy="42795"/>
          </a:xfrm>
          <a:custGeom xmlns:a="http://schemas.openxmlformats.org/drawingml/2006/main">
            <a:pathLst>
              <a:path w="22755" h="42795">
                <a:moveTo>
                  <a:pt x="21934" y="7721"/>
                </a:moveTo>
                <a:cubicBezTo>
                  <a:pt x="22015" y="7638"/>
                  <a:pt x="22755" y="6078"/>
                  <a:pt x="22755" y="4846"/>
                </a:cubicBezTo>
                <a:cubicBezTo>
                  <a:pt x="22755" y="1889"/>
                  <a:pt x="20126" y="0"/>
                  <a:pt x="17662" y="0"/>
                </a:cubicBezTo>
                <a:cubicBezTo>
                  <a:pt x="14294" y="0"/>
                  <a:pt x="13390" y="2546"/>
                  <a:pt x="12979" y="3778"/>
                </a:cubicBezTo>
                <a:lnTo>
                  <a:pt x="330" y="39345"/>
                </a:lnTo>
                <a:cubicBezTo>
                  <a:pt x="0" y="40331"/>
                  <a:pt x="0" y="40578"/>
                  <a:pt x="0" y="40660"/>
                </a:cubicBezTo>
                <a:cubicBezTo>
                  <a:pt x="0" y="41974"/>
                  <a:pt x="3451" y="42795"/>
                  <a:pt x="3532" y="42795"/>
                </a:cubicBezTo>
                <a:cubicBezTo>
                  <a:pt x="4272" y="42795"/>
                  <a:pt x="4436" y="42385"/>
                  <a:pt x="4930" y="41399"/>
                </a:cubicBezTo>
                <a:lnTo>
                  <a:pt x="21934" y="7721"/>
                </a:lnTo>
                <a:close/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03" name="path-851">
            <a:extLst xmlns:a="http://schemas.openxmlformats.org/drawingml/2006/main">
              <a:ext uri="{FF2B5EF4-FFF2-40B4-BE49-F238E27FC236}">
                <a16:creationId xmlns:a16="http://schemas.microsoft.com/office/drawing/2014/main" id="{966F10AC-5550-4E76-86C9-9C2C54FFA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5865" y="7926897"/>
            <a:ext cx="84643" cy="30925"/>
          </a:xfrm>
          <a:custGeom xmlns:a="http://schemas.openxmlformats.org/drawingml/2006/main">
            <a:pathLst>
              <a:path w="84643" h="30925">
                <a:moveTo>
                  <a:pt x="80272" y="5635"/>
                </a:moveTo>
                <a:cubicBezTo>
                  <a:pt x="81997" y="5635"/>
                  <a:pt x="84643" y="5635"/>
                  <a:pt x="84643" y="2760"/>
                </a:cubicBezTo>
                <a:cubicBezTo>
                  <a:pt x="84643" y="0"/>
                  <a:pt x="81883" y="0"/>
                  <a:pt x="80388" y="0"/>
                </a:cubicBezTo>
                <a:lnTo>
                  <a:pt x="4255" y="0"/>
                </a:lnTo>
                <a:cubicBezTo>
                  <a:pt x="2760" y="0"/>
                  <a:pt x="0" y="0"/>
                  <a:pt x="0" y="2760"/>
                </a:cubicBezTo>
                <a:cubicBezTo>
                  <a:pt x="0" y="5635"/>
                  <a:pt x="2644" y="5635"/>
                  <a:pt x="4369" y="5635"/>
                </a:cubicBezTo>
                <a:lnTo>
                  <a:pt x="80272" y="5635"/>
                </a:lnTo>
                <a:moveTo>
                  <a:pt x="80388" y="30925"/>
                </a:moveTo>
                <a:cubicBezTo>
                  <a:pt x="81883" y="30925"/>
                  <a:pt x="84643" y="30925"/>
                  <a:pt x="84643" y="28165"/>
                </a:cubicBezTo>
                <a:cubicBezTo>
                  <a:pt x="84643" y="25289"/>
                  <a:pt x="81997" y="25289"/>
                  <a:pt x="80272" y="25289"/>
                </a:cubicBezTo>
                <a:lnTo>
                  <a:pt x="4369" y="25289"/>
                </a:lnTo>
                <a:cubicBezTo>
                  <a:pt x="2644" y="25289"/>
                  <a:pt x="0" y="25289"/>
                  <a:pt x="0" y="28165"/>
                </a:cubicBezTo>
                <a:cubicBezTo>
                  <a:pt x="0" y="30925"/>
                  <a:pt x="2760" y="30925"/>
                  <a:pt x="4255" y="30925"/>
                </a:cubicBezTo>
                <a:lnTo>
                  <a:pt x="80388" y="30925"/>
                </a:lnTo>
                <a:close/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04" name="path-852">
            <a:extLst xmlns:a="http://schemas.openxmlformats.org/drawingml/2006/main">
              <a:ext uri="{FF2B5EF4-FFF2-40B4-BE49-F238E27FC236}">
                <a16:creationId xmlns:a16="http://schemas.microsoft.com/office/drawing/2014/main" id="{58A49F77-D8EB-4689-A49F-4022D7AD0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3502" y="7899348"/>
            <a:ext cx="38871" cy="72940"/>
          </a:xfrm>
          <a:custGeom xmlns:a="http://schemas.openxmlformats.org/drawingml/2006/main">
            <a:pathLst>
              <a:path w="38871" h="72940">
                <a:moveTo>
                  <a:pt x="23460" y="26431"/>
                </a:moveTo>
                <a:lnTo>
                  <a:pt x="35191" y="26431"/>
                </a:lnTo>
                <a:cubicBezTo>
                  <a:pt x="37376" y="26431"/>
                  <a:pt x="38871" y="26431"/>
                  <a:pt x="38871" y="23900"/>
                </a:cubicBezTo>
                <a:cubicBezTo>
                  <a:pt x="38871" y="22290"/>
                  <a:pt x="37376" y="22290"/>
                  <a:pt x="35421" y="22290"/>
                </a:cubicBezTo>
                <a:lnTo>
                  <a:pt x="24495" y="22290"/>
                </a:lnTo>
                <a:lnTo>
                  <a:pt x="28751" y="5287"/>
                </a:lnTo>
                <a:cubicBezTo>
                  <a:pt x="28867" y="4712"/>
                  <a:pt x="29096" y="4138"/>
                  <a:pt x="29096" y="3678"/>
                </a:cubicBezTo>
                <a:cubicBezTo>
                  <a:pt x="29096" y="1609"/>
                  <a:pt x="27486" y="0"/>
                  <a:pt x="25185" y="0"/>
                </a:cubicBezTo>
                <a:cubicBezTo>
                  <a:pt x="22311" y="0"/>
                  <a:pt x="20586" y="1955"/>
                  <a:pt x="19780" y="4942"/>
                </a:cubicBezTo>
                <a:cubicBezTo>
                  <a:pt x="18975" y="7814"/>
                  <a:pt x="20470" y="2299"/>
                  <a:pt x="15411" y="22290"/>
                </a:cubicBezTo>
                <a:lnTo>
                  <a:pt x="3680" y="22290"/>
                </a:lnTo>
                <a:cubicBezTo>
                  <a:pt x="1495" y="22290"/>
                  <a:pt x="0" y="22290"/>
                  <a:pt x="0" y="24820"/>
                </a:cubicBezTo>
                <a:cubicBezTo>
                  <a:pt x="0" y="26431"/>
                  <a:pt x="1379" y="26431"/>
                  <a:pt x="3450" y="26431"/>
                </a:cubicBezTo>
                <a:lnTo>
                  <a:pt x="14375" y="26431"/>
                </a:lnTo>
                <a:lnTo>
                  <a:pt x="7590" y="53530"/>
                </a:lnTo>
                <a:cubicBezTo>
                  <a:pt x="6900" y="56401"/>
                  <a:pt x="5865" y="60536"/>
                  <a:pt x="5865" y="62027"/>
                </a:cubicBezTo>
                <a:cubicBezTo>
                  <a:pt x="5865" y="68803"/>
                  <a:pt x="11615" y="72940"/>
                  <a:pt x="18171" y="72940"/>
                </a:cubicBezTo>
                <a:cubicBezTo>
                  <a:pt x="30936" y="72940"/>
                  <a:pt x="38181" y="56861"/>
                  <a:pt x="38181" y="55368"/>
                </a:cubicBezTo>
                <a:cubicBezTo>
                  <a:pt x="38181" y="53874"/>
                  <a:pt x="36686" y="53874"/>
                  <a:pt x="36340" y="53874"/>
                </a:cubicBezTo>
                <a:cubicBezTo>
                  <a:pt x="34961" y="53874"/>
                  <a:pt x="34845" y="54104"/>
                  <a:pt x="33926" y="56057"/>
                </a:cubicBezTo>
                <a:cubicBezTo>
                  <a:pt x="30706" y="63291"/>
                  <a:pt x="24841" y="69720"/>
                  <a:pt x="18515" y="69720"/>
                </a:cubicBezTo>
                <a:cubicBezTo>
                  <a:pt x="16100" y="69720"/>
                  <a:pt x="14491" y="68229"/>
                  <a:pt x="14491" y="64094"/>
                </a:cubicBezTo>
                <a:cubicBezTo>
                  <a:pt x="14491" y="62947"/>
                  <a:pt x="14951" y="60536"/>
                  <a:pt x="15181" y="59386"/>
                </a:cubicBezTo>
                <a:lnTo>
                  <a:pt x="23460" y="26431"/>
                </a:lnTo>
                <a:close/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05" name="path-853">
            <a:extLst xmlns:a="http://schemas.openxmlformats.org/drawingml/2006/main">
              <a:ext uri="{FF2B5EF4-FFF2-40B4-BE49-F238E27FC236}">
                <a16:creationId xmlns:a16="http://schemas.microsoft.com/office/drawing/2014/main" id="{094007A8-413A-4AB2-A545-D349A7908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6852" y="7799906"/>
            <a:ext cx="86254" cy="107976"/>
          </a:xfrm>
          <a:custGeom xmlns:a="http://schemas.openxmlformats.org/drawingml/2006/main">
            <a:pathLst>
              <a:path w="86254" h="107976">
                <a:moveTo>
                  <a:pt x="3778" y="30895"/>
                </a:moveTo>
                <a:cubicBezTo>
                  <a:pt x="10185" y="11995"/>
                  <a:pt x="28095" y="11830"/>
                  <a:pt x="29902" y="11830"/>
                </a:cubicBezTo>
                <a:cubicBezTo>
                  <a:pt x="54710" y="11830"/>
                  <a:pt x="56518" y="40591"/>
                  <a:pt x="56518" y="53577"/>
                </a:cubicBezTo>
                <a:cubicBezTo>
                  <a:pt x="56518" y="63602"/>
                  <a:pt x="55695" y="66397"/>
                  <a:pt x="54545" y="69684"/>
                </a:cubicBezTo>
                <a:cubicBezTo>
                  <a:pt x="50930" y="81682"/>
                  <a:pt x="46001" y="100746"/>
                  <a:pt x="46001" y="105021"/>
                </a:cubicBezTo>
                <a:cubicBezTo>
                  <a:pt x="46001" y="106828"/>
                  <a:pt x="46823" y="107976"/>
                  <a:pt x="48137" y="107976"/>
                </a:cubicBezTo>
                <a:cubicBezTo>
                  <a:pt x="50273" y="107976"/>
                  <a:pt x="51586" y="104364"/>
                  <a:pt x="53394" y="98117"/>
                </a:cubicBezTo>
                <a:cubicBezTo>
                  <a:pt x="57174" y="84311"/>
                  <a:pt x="58816" y="74943"/>
                  <a:pt x="59473" y="69849"/>
                </a:cubicBezTo>
                <a:cubicBezTo>
                  <a:pt x="59802" y="67711"/>
                  <a:pt x="60130" y="65575"/>
                  <a:pt x="60789" y="63439"/>
                </a:cubicBezTo>
                <a:cubicBezTo>
                  <a:pt x="66046" y="47167"/>
                  <a:pt x="76560" y="22677"/>
                  <a:pt x="83131" y="9694"/>
                </a:cubicBezTo>
                <a:cubicBezTo>
                  <a:pt x="84281" y="7724"/>
                  <a:pt x="86254" y="4109"/>
                  <a:pt x="86254" y="3452"/>
                </a:cubicBezTo>
                <a:cubicBezTo>
                  <a:pt x="86254" y="1807"/>
                  <a:pt x="84610" y="1807"/>
                  <a:pt x="84281" y="1807"/>
                </a:cubicBezTo>
                <a:cubicBezTo>
                  <a:pt x="83790" y="1807"/>
                  <a:pt x="82802" y="1807"/>
                  <a:pt x="82311" y="2958"/>
                </a:cubicBezTo>
                <a:cubicBezTo>
                  <a:pt x="73767" y="18568"/>
                  <a:pt x="67194" y="35004"/>
                  <a:pt x="60624" y="51604"/>
                </a:cubicBezTo>
                <a:cubicBezTo>
                  <a:pt x="60458" y="46510"/>
                  <a:pt x="60295" y="34018"/>
                  <a:pt x="53888" y="18075"/>
                </a:cubicBezTo>
                <a:cubicBezTo>
                  <a:pt x="49944" y="8052"/>
                  <a:pt x="43374" y="0"/>
                  <a:pt x="32038" y="0"/>
                </a:cubicBezTo>
                <a:cubicBezTo>
                  <a:pt x="11502" y="0"/>
                  <a:pt x="0" y="24979"/>
                  <a:pt x="0" y="30072"/>
                </a:cubicBezTo>
                <a:cubicBezTo>
                  <a:pt x="0" y="31717"/>
                  <a:pt x="1479" y="31717"/>
                  <a:pt x="3121" y="31717"/>
                </a:cubicBezTo>
                <a:lnTo>
                  <a:pt x="3778" y="30895"/>
                </a:lnTo>
                <a:close/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06" name="path-854">
            <a:extLst xmlns:a="http://schemas.openxmlformats.org/drawingml/2006/main">
              <a:ext uri="{FF2B5EF4-FFF2-40B4-BE49-F238E27FC236}">
                <a16:creationId xmlns:a16="http://schemas.microsoft.com/office/drawing/2014/main" id="{1DE4B7EB-1949-43FA-8250-0A9E9E33B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2905" y="7732942"/>
            <a:ext cx="38871" cy="72940"/>
          </a:xfrm>
          <a:custGeom xmlns:a="http://schemas.openxmlformats.org/drawingml/2006/main">
            <a:pathLst>
              <a:path w="38871" h="72940">
                <a:moveTo>
                  <a:pt x="23460" y="26431"/>
                </a:moveTo>
                <a:lnTo>
                  <a:pt x="35191" y="26431"/>
                </a:lnTo>
                <a:cubicBezTo>
                  <a:pt x="37376" y="26431"/>
                  <a:pt x="38871" y="26431"/>
                  <a:pt x="38871" y="23900"/>
                </a:cubicBezTo>
                <a:cubicBezTo>
                  <a:pt x="38871" y="22290"/>
                  <a:pt x="37376" y="22290"/>
                  <a:pt x="35421" y="22290"/>
                </a:cubicBezTo>
                <a:lnTo>
                  <a:pt x="24495" y="22290"/>
                </a:lnTo>
                <a:lnTo>
                  <a:pt x="28751" y="5287"/>
                </a:lnTo>
                <a:cubicBezTo>
                  <a:pt x="28867" y="4712"/>
                  <a:pt x="29096" y="4138"/>
                  <a:pt x="29096" y="3678"/>
                </a:cubicBezTo>
                <a:cubicBezTo>
                  <a:pt x="29096" y="1609"/>
                  <a:pt x="27486" y="0"/>
                  <a:pt x="25185" y="0"/>
                </a:cubicBezTo>
                <a:cubicBezTo>
                  <a:pt x="22311" y="0"/>
                  <a:pt x="20586" y="1955"/>
                  <a:pt x="19780" y="4942"/>
                </a:cubicBezTo>
                <a:cubicBezTo>
                  <a:pt x="18975" y="7814"/>
                  <a:pt x="20470" y="2299"/>
                  <a:pt x="15411" y="22290"/>
                </a:cubicBezTo>
                <a:lnTo>
                  <a:pt x="3680" y="22290"/>
                </a:lnTo>
                <a:cubicBezTo>
                  <a:pt x="1495" y="22290"/>
                  <a:pt x="0" y="22290"/>
                  <a:pt x="0" y="24820"/>
                </a:cubicBezTo>
                <a:cubicBezTo>
                  <a:pt x="0" y="26431"/>
                  <a:pt x="1379" y="26431"/>
                  <a:pt x="3450" y="26431"/>
                </a:cubicBezTo>
                <a:lnTo>
                  <a:pt x="14375" y="26431"/>
                </a:lnTo>
                <a:lnTo>
                  <a:pt x="7590" y="53530"/>
                </a:lnTo>
                <a:cubicBezTo>
                  <a:pt x="6900" y="56401"/>
                  <a:pt x="5865" y="60536"/>
                  <a:pt x="5865" y="62027"/>
                </a:cubicBezTo>
                <a:cubicBezTo>
                  <a:pt x="5865" y="68803"/>
                  <a:pt x="11615" y="72940"/>
                  <a:pt x="18171" y="72940"/>
                </a:cubicBezTo>
                <a:cubicBezTo>
                  <a:pt x="30936" y="72940"/>
                  <a:pt x="38181" y="56861"/>
                  <a:pt x="38181" y="55368"/>
                </a:cubicBezTo>
                <a:cubicBezTo>
                  <a:pt x="38181" y="53874"/>
                  <a:pt x="36686" y="53874"/>
                  <a:pt x="36340" y="53874"/>
                </a:cubicBezTo>
                <a:cubicBezTo>
                  <a:pt x="34961" y="53874"/>
                  <a:pt x="34845" y="54104"/>
                  <a:pt x="33926" y="56057"/>
                </a:cubicBezTo>
                <a:cubicBezTo>
                  <a:pt x="30706" y="63291"/>
                  <a:pt x="24841" y="69720"/>
                  <a:pt x="18515" y="69720"/>
                </a:cubicBezTo>
                <a:cubicBezTo>
                  <a:pt x="16100" y="69720"/>
                  <a:pt x="14491" y="68229"/>
                  <a:pt x="14491" y="64094"/>
                </a:cubicBezTo>
                <a:cubicBezTo>
                  <a:pt x="14491" y="62947"/>
                  <a:pt x="14951" y="60536"/>
                  <a:pt x="15181" y="59386"/>
                </a:cubicBezTo>
                <a:lnTo>
                  <a:pt x="23460" y="26431"/>
                </a:lnTo>
                <a:close/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07" name="path-855">
            <a:extLst xmlns:a="http://schemas.openxmlformats.org/drawingml/2006/main">
              <a:ext uri="{FF2B5EF4-FFF2-40B4-BE49-F238E27FC236}">
                <a16:creationId xmlns:a16="http://schemas.microsoft.com/office/drawing/2014/main" id="{97B99524-B4F8-40B4-80D6-4D8E445D0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5351" y="7709247"/>
            <a:ext cx="22755" cy="42795"/>
          </a:xfrm>
          <a:custGeom xmlns:a="http://schemas.openxmlformats.org/drawingml/2006/main">
            <a:pathLst>
              <a:path w="22755" h="42795">
                <a:moveTo>
                  <a:pt x="21934" y="7721"/>
                </a:moveTo>
                <a:cubicBezTo>
                  <a:pt x="22015" y="7638"/>
                  <a:pt x="22755" y="6078"/>
                  <a:pt x="22755" y="4846"/>
                </a:cubicBezTo>
                <a:cubicBezTo>
                  <a:pt x="22755" y="1889"/>
                  <a:pt x="20126" y="0"/>
                  <a:pt x="17662" y="0"/>
                </a:cubicBezTo>
                <a:cubicBezTo>
                  <a:pt x="14294" y="0"/>
                  <a:pt x="13390" y="2546"/>
                  <a:pt x="12979" y="3778"/>
                </a:cubicBezTo>
                <a:lnTo>
                  <a:pt x="330" y="39345"/>
                </a:lnTo>
                <a:cubicBezTo>
                  <a:pt x="0" y="40331"/>
                  <a:pt x="0" y="40578"/>
                  <a:pt x="0" y="40660"/>
                </a:cubicBezTo>
                <a:cubicBezTo>
                  <a:pt x="0" y="41974"/>
                  <a:pt x="3451" y="42795"/>
                  <a:pt x="3532" y="42795"/>
                </a:cubicBezTo>
                <a:cubicBezTo>
                  <a:pt x="4272" y="42795"/>
                  <a:pt x="4436" y="42385"/>
                  <a:pt x="4930" y="41399"/>
                </a:cubicBezTo>
                <a:lnTo>
                  <a:pt x="21934" y="7721"/>
                </a:lnTo>
                <a:close/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08" name="path-856">
            <a:extLst xmlns:a="http://schemas.openxmlformats.org/drawingml/2006/main">
              <a:ext uri="{FF2B5EF4-FFF2-40B4-BE49-F238E27FC236}">
                <a16:creationId xmlns:a16="http://schemas.microsoft.com/office/drawing/2014/main" id="{8851FA21-1A08-407D-9292-CB2ED5C98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4558" y="7773088"/>
            <a:ext cx="77743" cy="5636"/>
          </a:xfrm>
          <a:custGeom xmlns:a="http://schemas.openxmlformats.org/drawingml/2006/main">
            <a:pathLst>
              <a:path w="77743" h="5636">
                <a:moveTo>
                  <a:pt x="73142" y="5636"/>
                </a:moveTo>
                <a:cubicBezTo>
                  <a:pt x="74983" y="5636"/>
                  <a:pt x="77743" y="5636"/>
                  <a:pt x="77743" y="2876"/>
                </a:cubicBezTo>
                <a:cubicBezTo>
                  <a:pt x="77743" y="0"/>
                  <a:pt x="75097" y="0"/>
                  <a:pt x="73142" y="0"/>
                </a:cubicBezTo>
                <a:lnTo>
                  <a:pt x="4601" y="0"/>
                </a:lnTo>
                <a:cubicBezTo>
                  <a:pt x="2760" y="0"/>
                  <a:pt x="0" y="0"/>
                  <a:pt x="0" y="2760"/>
                </a:cubicBezTo>
                <a:cubicBezTo>
                  <a:pt x="0" y="5636"/>
                  <a:pt x="2646" y="5636"/>
                  <a:pt x="4601" y="5636"/>
                </a:cubicBezTo>
                <a:lnTo>
                  <a:pt x="73142" y="5636"/>
                </a:lnTo>
                <a:close/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09" name="path-857">
            <a:extLst xmlns:a="http://schemas.openxmlformats.org/drawingml/2006/main">
              <a:ext uri="{FF2B5EF4-FFF2-40B4-BE49-F238E27FC236}">
                <a16:creationId xmlns:a16="http://schemas.microsoft.com/office/drawing/2014/main" id="{03F7E2E6-3C47-4CA3-8C7B-3860BF102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9656" y="7732942"/>
            <a:ext cx="38871" cy="72940"/>
          </a:xfrm>
          <a:custGeom xmlns:a="http://schemas.openxmlformats.org/drawingml/2006/main">
            <a:pathLst>
              <a:path w="38871" h="72940">
                <a:moveTo>
                  <a:pt x="23460" y="26431"/>
                </a:moveTo>
                <a:lnTo>
                  <a:pt x="35191" y="26431"/>
                </a:lnTo>
                <a:cubicBezTo>
                  <a:pt x="37376" y="26431"/>
                  <a:pt x="38871" y="26431"/>
                  <a:pt x="38871" y="23900"/>
                </a:cubicBezTo>
                <a:cubicBezTo>
                  <a:pt x="38871" y="22290"/>
                  <a:pt x="37376" y="22290"/>
                  <a:pt x="35421" y="22290"/>
                </a:cubicBezTo>
                <a:lnTo>
                  <a:pt x="24495" y="22290"/>
                </a:lnTo>
                <a:lnTo>
                  <a:pt x="28751" y="5287"/>
                </a:lnTo>
                <a:cubicBezTo>
                  <a:pt x="28867" y="4712"/>
                  <a:pt x="29096" y="4138"/>
                  <a:pt x="29096" y="3678"/>
                </a:cubicBezTo>
                <a:cubicBezTo>
                  <a:pt x="29096" y="1609"/>
                  <a:pt x="27486" y="0"/>
                  <a:pt x="25185" y="0"/>
                </a:cubicBezTo>
                <a:cubicBezTo>
                  <a:pt x="22311" y="0"/>
                  <a:pt x="20586" y="1955"/>
                  <a:pt x="19780" y="4942"/>
                </a:cubicBezTo>
                <a:cubicBezTo>
                  <a:pt x="18975" y="7814"/>
                  <a:pt x="20470" y="2299"/>
                  <a:pt x="15411" y="22290"/>
                </a:cubicBezTo>
                <a:lnTo>
                  <a:pt x="3680" y="22290"/>
                </a:lnTo>
                <a:cubicBezTo>
                  <a:pt x="1495" y="22290"/>
                  <a:pt x="0" y="22290"/>
                  <a:pt x="0" y="24820"/>
                </a:cubicBezTo>
                <a:cubicBezTo>
                  <a:pt x="0" y="26431"/>
                  <a:pt x="1379" y="26431"/>
                  <a:pt x="3450" y="26431"/>
                </a:cubicBezTo>
                <a:lnTo>
                  <a:pt x="14375" y="26431"/>
                </a:lnTo>
                <a:lnTo>
                  <a:pt x="7590" y="53530"/>
                </a:lnTo>
                <a:cubicBezTo>
                  <a:pt x="6900" y="56401"/>
                  <a:pt x="5865" y="60536"/>
                  <a:pt x="5865" y="62027"/>
                </a:cubicBezTo>
                <a:cubicBezTo>
                  <a:pt x="5865" y="68803"/>
                  <a:pt x="11615" y="72940"/>
                  <a:pt x="18171" y="72940"/>
                </a:cubicBezTo>
                <a:cubicBezTo>
                  <a:pt x="30936" y="72940"/>
                  <a:pt x="38181" y="56861"/>
                  <a:pt x="38181" y="55368"/>
                </a:cubicBezTo>
                <a:cubicBezTo>
                  <a:pt x="38181" y="53874"/>
                  <a:pt x="36686" y="53874"/>
                  <a:pt x="36340" y="53874"/>
                </a:cubicBezTo>
                <a:cubicBezTo>
                  <a:pt x="34961" y="53874"/>
                  <a:pt x="34845" y="54104"/>
                  <a:pt x="33926" y="56057"/>
                </a:cubicBezTo>
                <a:cubicBezTo>
                  <a:pt x="30706" y="63291"/>
                  <a:pt x="24841" y="69720"/>
                  <a:pt x="18515" y="69720"/>
                </a:cubicBezTo>
                <a:cubicBezTo>
                  <a:pt x="16100" y="69720"/>
                  <a:pt x="14491" y="68229"/>
                  <a:pt x="14491" y="64094"/>
                </a:cubicBezTo>
                <a:cubicBezTo>
                  <a:pt x="14491" y="62947"/>
                  <a:pt x="14951" y="60536"/>
                  <a:pt x="15181" y="59386"/>
                </a:cubicBezTo>
                <a:lnTo>
                  <a:pt x="23460" y="26431"/>
                </a:lnTo>
                <a:close/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10" name="path-858">
            <a:extLst xmlns:a="http://schemas.openxmlformats.org/drawingml/2006/main">
              <a:ext uri="{FF2B5EF4-FFF2-40B4-BE49-F238E27FC236}">
                <a16:creationId xmlns:a16="http://schemas.microsoft.com/office/drawing/2014/main" id="{E640D90F-2DC4-42EF-8AC9-7776CE30B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6315" y="7749367"/>
            <a:ext cx="38115" cy="164291"/>
          </a:xfrm>
          <a:custGeom xmlns:a="http://schemas.openxmlformats.org/drawingml/2006/main">
            <a:pathLst>
              <a:path w="38115" h="164291">
                <a:moveTo>
                  <a:pt x="38115" y="162649"/>
                </a:moveTo>
                <a:cubicBezTo>
                  <a:pt x="38115" y="162157"/>
                  <a:pt x="38115" y="161826"/>
                  <a:pt x="35322" y="159034"/>
                </a:cubicBezTo>
                <a:cubicBezTo>
                  <a:pt x="14786" y="138334"/>
                  <a:pt x="9529" y="107282"/>
                  <a:pt x="9529" y="82145"/>
                </a:cubicBezTo>
                <a:cubicBezTo>
                  <a:pt x="9529" y="53559"/>
                  <a:pt x="15771" y="24973"/>
                  <a:pt x="35979" y="4437"/>
                </a:cubicBezTo>
                <a:cubicBezTo>
                  <a:pt x="38115" y="2467"/>
                  <a:pt x="38115" y="2136"/>
                  <a:pt x="38115" y="1645"/>
                </a:cubicBezTo>
                <a:cubicBezTo>
                  <a:pt x="38115" y="494"/>
                  <a:pt x="37458" y="0"/>
                  <a:pt x="36473" y="0"/>
                </a:cubicBezTo>
                <a:cubicBezTo>
                  <a:pt x="34828" y="0"/>
                  <a:pt x="20042" y="11173"/>
                  <a:pt x="10348" y="32038"/>
                </a:cubicBezTo>
                <a:cubicBezTo>
                  <a:pt x="1970" y="50110"/>
                  <a:pt x="0" y="68345"/>
                  <a:pt x="0" y="82145"/>
                </a:cubicBezTo>
                <a:cubicBezTo>
                  <a:pt x="0" y="94960"/>
                  <a:pt x="1805" y="114840"/>
                  <a:pt x="10842" y="133406"/>
                </a:cubicBezTo>
                <a:cubicBezTo>
                  <a:pt x="20699" y="153614"/>
                  <a:pt x="34828" y="164291"/>
                  <a:pt x="36473" y="164291"/>
                </a:cubicBezTo>
                <a:cubicBezTo>
                  <a:pt x="37458" y="164291"/>
                  <a:pt x="38115" y="163799"/>
                  <a:pt x="38115" y="162649"/>
                </a:cubicBezTo>
                <a:close/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11" name="path-859">
            <a:extLst xmlns:a="http://schemas.openxmlformats.org/drawingml/2006/main">
              <a:ext uri="{FF2B5EF4-FFF2-40B4-BE49-F238E27FC236}">
                <a16:creationId xmlns:a16="http://schemas.microsoft.com/office/drawing/2014/main" id="{C0CCBDBB-7C8E-4277-9D57-55B473F79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8699" y="7799906"/>
            <a:ext cx="66866" cy="74444"/>
          </a:xfrm>
          <a:custGeom xmlns:a="http://schemas.openxmlformats.org/drawingml/2006/main">
            <a:pathLst>
              <a:path w="66866" h="74444">
                <a:moveTo>
                  <a:pt x="9694" y="62943"/>
                </a:moveTo>
                <a:cubicBezTo>
                  <a:pt x="9200" y="65407"/>
                  <a:pt x="8215" y="69187"/>
                  <a:pt x="8215" y="70010"/>
                </a:cubicBezTo>
                <a:cubicBezTo>
                  <a:pt x="8215" y="72968"/>
                  <a:pt x="10514" y="74444"/>
                  <a:pt x="12978" y="74444"/>
                </a:cubicBezTo>
                <a:cubicBezTo>
                  <a:pt x="14951" y="74444"/>
                  <a:pt x="17907" y="73131"/>
                  <a:pt x="19057" y="69844"/>
                </a:cubicBezTo>
                <a:cubicBezTo>
                  <a:pt x="19386" y="69187"/>
                  <a:pt x="24973" y="46836"/>
                  <a:pt x="25630" y="43878"/>
                </a:cubicBezTo>
                <a:cubicBezTo>
                  <a:pt x="26944" y="38455"/>
                  <a:pt x="29902" y="26951"/>
                  <a:pt x="30887" y="22514"/>
                </a:cubicBezTo>
                <a:cubicBezTo>
                  <a:pt x="31544" y="20376"/>
                  <a:pt x="36144" y="12655"/>
                  <a:pt x="40087" y="9042"/>
                </a:cubicBezTo>
                <a:cubicBezTo>
                  <a:pt x="41401" y="7892"/>
                  <a:pt x="46167" y="3615"/>
                  <a:pt x="53231" y="3615"/>
                </a:cubicBezTo>
                <a:cubicBezTo>
                  <a:pt x="57503" y="3615"/>
                  <a:pt x="59967" y="5590"/>
                  <a:pt x="60130" y="5590"/>
                </a:cubicBezTo>
                <a:cubicBezTo>
                  <a:pt x="55201" y="6413"/>
                  <a:pt x="51586" y="10356"/>
                  <a:pt x="51586" y="14628"/>
                </a:cubicBezTo>
                <a:cubicBezTo>
                  <a:pt x="51586" y="17255"/>
                  <a:pt x="53394" y="20376"/>
                  <a:pt x="57831" y="20376"/>
                </a:cubicBezTo>
                <a:cubicBezTo>
                  <a:pt x="62266" y="20376"/>
                  <a:pt x="66866" y="16598"/>
                  <a:pt x="66866" y="10684"/>
                </a:cubicBezTo>
                <a:cubicBezTo>
                  <a:pt x="66866" y="4934"/>
                  <a:pt x="61609" y="0"/>
                  <a:pt x="53231" y="0"/>
                </a:cubicBezTo>
                <a:cubicBezTo>
                  <a:pt x="42552" y="0"/>
                  <a:pt x="35322" y="8055"/>
                  <a:pt x="32201" y="12655"/>
                </a:cubicBezTo>
                <a:cubicBezTo>
                  <a:pt x="30887" y="5262"/>
                  <a:pt x="24973" y="0"/>
                  <a:pt x="17250" y="0"/>
                </a:cubicBezTo>
                <a:cubicBezTo>
                  <a:pt x="9694" y="0"/>
                  <a:pt x="6571" y="6413"/>
                  <a:pt x="5094" y="9371"/>
                </a:cubicBezTo>
                <a:cubicBezTo>
                  <a:pt x="2136" y="14956"/>
                  <a:pt x="0" y="24816"/>
                  <a:pt x="0" y="25307"/>
                </a:cubicBezTo>
                <a:cubicBezTo>
                  <a:pt x="0" y="26951"/>
                  <a:pt x="1642" y="26951"/>
                  <a:pt x="1970" y="26951"/>
                </a:cubicBezTo>
                <a:cubicBezTo>
                  <a:pt x="3615" y="26951"/>
                  <a:pt x="3778" y="26786"/>
                  <a:pt x="4766" y="23171"/>
                </a:cubicBezTo>
                <a:cubicBezTo>
                  <a:pt x="7558" y="11507"/>
                  <a:pt x="10842" y="3615"/>
                  <a:pt x="16758" y="3615"/>
                </a:cubicBezTo>
                <a:cubicBezTo>
                  <a:pt x="19551" y="3615"/>
                  <a:pt x="21850" y="4934"/>
                  <a:pt x="21850" y="11176"/>
                </a:cubicBezTo>
                <a:cubicBezTo>
                  <a:pt x="21850" y="14628"/>
                  <a:pt x="21359" y="16435"/>
                  <a:pt x="19223" y="24979"/>
                </a:cubicBezTo>
                <a:lnTo>
                  <a:pt x="9694" y="62943"/>
                </a:lnTo>
                <a:close/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12" name="path-860">
            <a:extLst xmlns:a="http://schemas.openxmlformats.org/drawingml/2006/main">
              <a:ext uri="{FF2B5EF4-FFF2-40B4-BE49-F238E27FC236}">
                <a16:creationId xmlns:a16="http://schemas.microsoft.com/office/drawing/2014/main" id="{EE77BC6C-4488-4D93-A548-CE4D6790B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2891" y="7825422"/>
            <a:ext cx="38871" cy="72940"/>
          </a:xfrm>
          <a:custGeom xmlns:a="http://schemas.openxmlformats.org/drawingml/2006/main">
            <a:pathLst>
              <a:path w="38871" h="72940">
                <a:moveTo>
                  <a:pt x="23460" y="26431"/>
                </a:moveTo>
                <a:lnTo>
                  <a:pt x="35191" y="26431"/>
                </a:lnTo>
                <a:cubicBezTo>
                  <a:pt x="37376" y="26431"/>
                  <a:pt x="38871" y="26431"/>
                  <a:pt x="38871" y="23900"/>
                </a:cubicBezTo>
                <a:cubicBezTo>
                  <a:pt x="38871" y="22290"/>
                  <a:pt x="37376" y="22290"/>
                  <a:pt x="35421" y="22290"/>
                </a:cubicBezTo>
                <a:lnTo>
                  <a:pt x="24495" y="22290"/>
                </a:lnTo>
                <a:lnTo>
                  <a:pt x="28751" y="5287"/>
                </a:lnTo>
                <a:cubicBezTo>
                  <a:pt x="28867" y="4712"/>
                  <a:pt x="29096" y="4138"/>
                  <a:pt x="29096" y="3678"/>
                </a:cubicBezTo>
                <a:cubicBezTo>
                  <a:pt x="29096" y="1609"/>
                  <a:pt x="27486" y="0"/>
                  <a:pt x="25185" y="0"/>
                </a:cubicBezTo>
                <a:cubicBezTo>
                  <a:pt x="22311" y="0"/>
                  <a:pt x="20586" y="1955"/>
                  <a:pt x="19780" y="4942"/>
                </a:cubicBezTo>
                <a:cubicBezTo>
                  <a:pt x="18975" y="7814"/>
                  <a:pt x="20470" y="2299"/>
                  <a:pt x="15411" y="22290"/>
                </a:cubicBezTo>
                <a:lnTo>
                  <a:pt x="3680" y="22290"/>
                </a:lnTo>
                <a:cubicBezTo>
                  <a:pt x="1495" y="22290"/>
                  <a:pt x="0" y="22290"/>
                  <a:pt x="0" y="24820"/>
                </a:cubicBezTo>
                <a:cubicBezTo>
                  <a:pt x="0" y="26431"/>
                  <a:pt x="1379" y="26431"/>
                  <a:pt x="3450" y="26431"/>
                </a:cubicBezTo>
                <a:lnTo>
                  <a:pt x="14375" y="26431"/>
                </a:lnTo>
                <a:lnTo>
                  <a:pt x="7590" y="53530"/>
                </a:lnTo>
                <a:cubicBezTo>
                  <a:pt x="6900" y="56401"/>
                  <a:pt x="5865" y="60536"/>
                  <a:pt x="5865" y="62027"/>
                </a:cubicBezTo>
                <a:cubicBezTo>
                  <a:pt x="5865" y="68803"/>
                  <a:pt x="11615" y="72940"/>
                  <a:pt x="18171" y="72940"/>
                </a:cubicBezTo>
                <a:cubicBezTo>
                  <a:pt x="30936" y="72940"/>
                  <a:pt x="38181" y="56861"/>
                  <a:pt x="38181" y="55368"/>
                </a:cubicBezTo>
                <a:cubicBezTo>
                  <a:pt x="38181" y="53874"/>
                  <a:pt x="36686" y="53874"/>
                  <a:pt x="36340" y="53874"/>
                </a:cubicBezTo>
                <a:cubicBezTo>
                  <a:pt x="34961" y="53874"/>
                  <a:pt x="34845" y="54104"/>
                  <a:pt x="33926" y="56057"/>
                </a:cubicBezTo>
                <a:cubicBezTo>
                  <a:pt x="30706" y="63291"/>
                  <a:pt x="24841" y="69720"/>
                  <a:pt x="18515" y="69720"/>
                </a:cubicBezTo>
                <a:cubicBezTo>
                  <a:pt x="16100" y="69720"/>
                  <a:pt x="14491" y="68229"/>
                  <a:pt x="14491" y="64094"/>
                </a:cubicBezTo>
                <a:cubicBezTo>
                  <a:pt x="14491" y="62947"/>
                  <a:pt x="14951" y="60536"/>
                  <a:pt x="15181" y="59386"/>
                </a:cubicBezTo>
                <a:lnTo>
                  <a:pt x="23460" y="26431"/>
                </a:lnTo>
                <a:close/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13" name="path-861">
            <a:extLst xmlns:a="http://schemas.openxmlformats.org/drawingml/2006/main">
              <a:ext uri="{FF2B5EF4-FFF2-40B4-BE49-F238E27FC236}">
                <a16:creationId xmlns:a16="http://schemas.microsoft.com/office/drawing/2014/main" id="{7148AA47-F5B6-4B83-98FE-0E7E22542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5337" y="7818449"/>
            <a:ext cx="22755" cy="42795"/>
          </a:xfrm>
          <a:custGeom xmlns:a="http://schemas.openxmlformats.org/drawingml/2006/main">
            <a:pathLst>
              <a:path w="22755" h="42795">
                <a:moveTo>
                  <a:pt x="21934" y="7721"/>
                </a:moveTo>
                <a:cubicBezTo>
                  <a:pt x="22015" y="7638"/>
                  <a:pt x="22755" y="6078"/>
                  <a:pt x="22755" y="4846"/>
                </a:cubicBezTo>
                <a:cubicBezTo>
                  <a:pt x="22755" y="1889"/>
                  <a:pt x="20126" y="0"/>
                  <a:pt x="17662" y="0"/>
                </a:cubicBezTo>
                <a:cubicBezTo>
                  <a:pt x="14294" y="0"/>
                  <a:pt x="13390" y="2546"/>
                  <a:pt x="12979" y="3778"/>
                </a:cubicBezTo>
                <a:lnTo>
                  <a:pt x="330" y="39345"/>
                </a:lnTo>
                <a:cubicBezTo>
                  <a:pt x="0" y="40331"/>
                  <a:pt x="0" y="40578"/>
                  <a:pt x="0" y="40660"/>
                </a:cubicBezTo>
                <a:cubicBezTo>
                  <a:pt x="0" y="41974"/>
                  <a:pt x="3451" y="42795"/>
                  <a:pt x="3532" y="42795"/>
                </a:cubicBezTo>
                <a:cubicBezTo>
                  <a:pt x="4272" y="42795"/>
                  <a:pt x="4436" y="42385"/>
                  <a:pt x="4930" y="41399"/>
                </a:cubicBezTo>
                <a:lnTo>
                  <a:pt x="21934" y="7721"/>
                </a:lnTo>
                <a:close/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14" name="path-862">
            <a:extLst xmlns:a="http://schemas.openxmlformats.org/drawingml/2006/main">
              <a:ext uri="{FF2B5EF4-FFF2-40B4-BE49-F238E27FC236}">
                <a16:creationId xmlns:a16="http://schemas.microsoft.com/office/drawing/2014/main" id="{AE28B81C-7B2B-4A0E-BBFD-ADB42CE82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0483" y="7828151"/>
            <a:ext cx="100383" cy="6571"/>
          </a:xfrm>
          <a:custGeom xmlns:a="http://schemas.openxmlformats.org/drawingml/2006/main">
            <a:pathLst>
              <a:path w="100383" h="6571">
                <a:moveTo>
                  <a:pt x="94632" y="6571"/>
                </a:moveTo>
                <a:cubicBezTo>
                  <a:pt x="97425" y="6571"/>
                  <a:pt x="100383" y="6571"/>
                  <a:pt x="100383" y="3287"/>
                </a:cubicBezTo>
                <a:cubicBezTo>
                  <a:pt x="100383" y="0"/>
                  <a:pt x="97425" y="0"/>
                  <a:pt x="94632" y="0"/>
                </a:cubicBezTo>
                <a:lnTo>
                  <a:pt x="5751" y="0"/>
                </a:lnTo>
                <a:cubicBezTo>
                  <a:pt x="2958" y="0"/>
                  <a:pt x="0" y="0"/>
                  <a:pt x="0" y="3287"/>
                </a:cubicBezTo>
                <a:cubicBezTo>
                  <a:pt x="0" y="6571"/>
                  <a:pt x="2958" y="6571"/>
                  <a:pt x="5751" y="6571"/>
                </a:cubicBezTo>
                <a:lnTo>
                  <a:pt x="94632" y="6571"/>
                </a:lnTo>
                <a:close/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15" name="path-863">
            <a:extLst xmlns:a="http://schemas.openxmlformats.org/drawingml/2006/main">
              <a:ext uri="{FF2B5EF4-FFF2-40B4-BE49-F238E27FC236}">
                <a16:creationId xmlns:a16="http://schemas.microsoft.com/office/drawing/2014/main" id="{20C56542-4A29-4723-89C4-F81458A31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5908" y="7799906"/>
            <a:ext cx="66866" cy="74444"/>
          </a:xfrm>
          <a:custGeom xmlns:a="http://schemas.openxmlformats.org/drawingml/2006/main">
            <a:pathLst>
              <a:path w="66866" h="74444">
                <a:moveTo>
                  <a:pt x="9694" y="62943"/>
                </a:moveTo>
                <a:cubicBezTo>
                  <a:pt x="9200" y="65407"/>
                  <a:pt x="8215" y="69187"/>
                  <a:pt x="8215" y="70010"/>
                </a:cubicBezTo>
                <a:cubicBezTo>
                  <a:pt x="8215" y="72968"/>
                  <a:pt x="10514" y="74444"/>
                  <a:pt x="12978" y="74444"/>
                </a:cubicBezTo>
                <a:cubicBezTo>
                  <a:pt x="14951" y="74444"/>
                  <a:pt x="17907" y="73131"/>
                  <a:pt x="19057" y="69844"/>
                </a:cubicBezTo>
                <a:cubicBezTo>
                  <a:pt x="19386" y="69187"/>
                  <a:pt x="24973" y="46836"/>
                  <a:pt x="25630" y="43878"/>
                </a:cubicBezTo>
                <a:cubicBezTo>
                  <a:pt x="26944" y="38455"/>
                  <a:pt x="29902" y="26951"/>
                  <a:pt x="30887" y="22514"/>
                </a:cubicBezTo>
                <a:cubicBezTo>
                  <a:pt x="31544" y="20376"/>
                  <a:pt x="36144" y="12655"/>
                  <a:pt x="40087" y="9042"/>
                </a:cubicBezTo>
                <a:cubicBezTo>
                  <a:pt x="41401" y="7892"/>
                  <a:pt x="46167" y="3615"/>
                  <a:pt x="53231" y="3615"/>
                </a:cubicBezTo>
                <a:cubicBezTo>
                  <a:pt x="57503" y="3615"/>
                  <a:pt x="59967" y="5590"/>
                  <a:pt x="60130" y="5590"/>
                </a:cubicBezTo>
                <a:cubicBezTo>
                  <a:pt x="55201" y="6413"/>
                  <a:pt x="51586" y="10356"/>
                  <a:pt x="51586" y="14628"/>
                </a:cubicBezTo>
                <a:cubicBezTo>
                  <a:pt x="51586" y="17255"/>
                  <a:pt x="53394" y="20376"/>
                  <a:pt x="57831" y="20376"/>
                </a:cubicBezTo>
                <a:cubicBezTo>
                  <a:pt x="62266" y="20376"/>
                  <a:pt x="66866" y="16598"/>
                  <a:pt x="66866" y="10684"/>
                </a:cubicBezTo>
                <a:cubicBezTo>
                  <a:pt x="66866" y="4934"/>
                  <a:pt x="61609" y="0"/>
                  <a:pt x="53231" y="0"/>
                </a:cubicBezTo>
                <a:cubicBezTo>
                  <a:pt x="42552" y="0"/>
                  <a:pt x="35322" y="8055"/>
                  <a:pt x="32201" y="12655"/>
                </a:cubicBezTo>
                <a:cubicBezTo>
                  <a:pt x="30887" y="5262"/>
                  <a:pt x="24973" y="0"/>
                  <a:pt x="17250" y="0"/>
                </a:cubicBezTo>
                <a:cubicBezTo>
                  <a:pt x="9694" y="0"/>
                  <a:pt x="6571" y="6413"/>
                  <a:pt x="5094" y="9371"/>
                </a:cubicBezTo>
                <a:cubicBezTo>
                  <a:pt x="2136" y="14956"/>
                  <a:pt x="0" y="24816"/>
                  <a:pt x="0" y="25307"/>
                </a:cubicBezTo>
                <a:cubicBezTo>
                  <a:pt x="0" y="26951"/>
                  <a:pt x="1642" y="26951"/>
                  <a:pt x="1970" y="26951"/>
                </a:cubicBezTo>
                <a:cubicBezTo>
                  <a:pt x="3615" y="26951"/>
                  <a:pt x="3778" y="26786"/>
                  <a:pt x="4766" y="23171"/>
                </a:cubicBezTo>
                <a:cubicBezTo>
                  <a:pt x="7558" y="11507"/>
                  <a:pt x="10842" y="3615"/>
                  <a:pt x="16758" y="3615"/>
                </a:cubicBezTo>
                <a:cubicBezTo>
                  <a:pt x="19551" y="3615"/>
                  <a:pt x="21850" y="4934"/>
                  <a:pt x="21850" y="11176"/>
                </a:cubicBezTo>
                <a:cubicBezTo>
                  <a:pt x="21850" y="14628"/>
                  <a:pt x="21359" y="16435"/>
                  <a:pt x="19223" y="24979"/>
                </a:cubicBezTo>
                <a:lnTo>
                  <a:pt x="9694" y="62943"/>
                </a:lnTo>
                <a:close/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16" name="path-864">
            <a:extLst xmlns:a="http://schemas.openxmlformats.org/drawingml/2006/main">
              <a:ext uri="{FF2B5EF4-FFF2-40B4-BE49-F238E27FC236}">
                <a16:creationId xmlns:a16="http://schemas.microsoft.com/office/drawing/2014/main" id="{F2FDB6D7-E58F-4802-A2B9-531FB76AA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0100" y="7825422"/>
            <a:ext cx="38871" cy="72940"/>
          </a:xfrm>
          <a:custGeom xmlns:a="http://schemas.openxmlformats.org/drawingml/2006/main">
            <a:pathLst>
              <a:path w="38871" h="72940">
                <a:moveTo>
                  <a:pt x="23460" y="26431"/>
                </a:moveTo>
                <a:lnTo>
                  <a:pt x="35191" y="26431"/>
                </a:lnTo>
                <a:cubicBezTo>
                  <a:pt x="37376" y="26431"/>
                  <a:pt x="38871" y="26431"/>
                  <a:pt x="38871" y="23900"/>
                </a:cubicBezTo>
                <a:cubicBezTo>
                  <a:pt x="38871" y="22290"/>
                  <a:pt x="37376" y="22290"/>
                  <a:pt x="35421" y="22290"/>
                </a:cubicBezTo>
                <a:lnTo>
                  <a:pt x="24495" y="22290"/>
                </a:lnTo>
                <a:lnTo>
                  <a:pt x="28751" y="5287"/>
                </a:lnTo>
                <a:cubicBezTo>
                  <a:pt x="28867" y="4712"/>
                  <a:pt x="29096" y="4138"/>
                  <a:pt x="29096" y="3678"/>
                </a:cubicBezTo>
                <a:cubicBezTo>
                  <a:pt x="29096" y="1609"/>
                  <a:pt x="27486" y="0"/>
                  <a:pt x="25185" y="0"/>
                </a:cubicBezTo>
                <a:cubicBezTo>
                  <a:pt x="22311" y="0"/>
                  <a:pt x="20586" y="1955"/>
                  <a:pt x="19780" y="4942"/>
                </a:cubicBezTo>
                <a:cubicBezTo>
                  <a:pt x="18975" y="7814"/>
                  <a:pt x="20470" y="2299"/>
                  <a:pt x="15411" y="22290"/>
                </a:cubicBezTo>
                <a:lnTo>
                  <a:pt x="3680" y="22290"/>
                </a:lnTo>
                <a:cubicBezTo>
                  <a:pt x="1495" y="22290"/>
                  <a:pt x="0" y="22290"/>
                  <a:pt x="0" y="24820"/>
                </a:cubicBezTo>
                <a:cubicBezTo>
                  <a:pt x="0" y="26431"/>
                  <a:pt x="1379" y="26431"/>
                  <a:pt x="3450" y="26431"/>
                </a:cubicBezTo>
                <a:lnTo>
                  <a:pt x="14375" y="26431"/>
                </a:lnTo>
                <a:lnTo>
                  <a:pt x="7590" y="53530"/>
                </a:lnTo>
                <a:cubicBezTo>
                  <a:pt x="6900" y="56401"/>
                  <a:pt x="5865" y="60536"/>
                  <a:pt x="5865" y="62027"/>
                </a:cubicBezTo>
                <a:cubicBezTo>
                  <a:pt x="5865" y="68803"/>
                  <a:pt x="11615" y="72940"/>
                  <a:pt x="18171" y="72940"/>
                </a:cubicBezTo>
                <a:cubicBezTo>
                  <a:pt x="30936" y="72940"/>
                  <a:pt x="38181" y="56861"/>
                  <a:pt x="38181" y="55368"/>
                </a:cubicBezTo>
                <a:cubicBezTo>
                  <a:pt x="38181" y="53874"/>
                  <a:pt x="36686" y="53874"/>
                  <a:pt x="36340" y="53874"/>
                </a:cubicBezTo>
                <a:cubicBezTo>
                  <a:pt x="34961" y="53874"/>
                  <a:pt x="34845" y="54104"/>
                  <a:pt x="33926" y="56057"/>
                </a:cubicBezTo>
                <a:cubicBezTo>
                  <a:pt x="30706" y="63291"/>
                  <a:pt x="24841" y="69720"/>
                  <a:pt x="18515" y="69720"/>
                </a:cubicBezTo>
                <a:cubicBezTo>
                  <a:pt x="16100" y="69720"/>
                  <a:pt x="14491" y="68229"/>
                  <a:pt x="14491" y="64094"/>
                </a:cubicBezTo>
                <a:cubicBezTo>
                  <a:pt x="14491" y="62947"/>
                  <a:pt x="14951" y="60536"/>
                  <a:pt x="15181" y="59386"/>
                </a:cubicBezTo>
                <a:lnTo>
                  <a:pt x="23460" y="26431"/>
                </a:lnTo>
                <a:close/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17" name="path-865">
            <a:extLst xmlns:a="http://schemas.openxmlformats.org/drawingml/2006/main">
              <a:ext uri="{FF2B5EF4-FFF2-40B4-BE49-F238E27FC236}">
                <a16:creationId xmlns:a16="http://schemas.microsoft.com/office/drawing/2014/main" id="{1A5C0E5F-7C1B-4E02-972C-348FBFD0B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2530" y="7818449"/>
            <a:ext cx="22755" cy="42795"/>
          </a:xfrm>
          <a:custGeom xmlns:a="http://schemas.openxmlformats.org/drawingml/2006/main">
            <a:pathLst>
              <a:path w="22755" h="42795">
                <a:moveTo>
                  <a:pt x="21934" y="7721"/>
                </a:moveTo>
                <a:cubicBezTo>
                  <a:pt x="22015" y="7638"/>
                  <a:pt x="22755" y="6078"/>
                  <a:pt x="22755" y="4846"/>
                </a:cubicBezTo>
                <a:cubicBezTo>
                  <a:pt x="22755" y="1889"/>
                  <a:pt x="20126" y="0"/>
                  <a:pt x="17662" y="0"/>
                </a:cubicBezTo>
                <a:cubicBezTo>
                  <a:pt x="14294" y="0"/>
                  <a:pt x="13390" y="2546"/>
                  <a:pt x="12979" y="3778"/>
                </a:cubicBezTo>
                <a:lnTo>
                  <a:pt x="330" y="39345"/>
                </a:lnTo>
                <a:cubicBezTo>
                  <a:pt x="0" y="40331"/>
                  <a:pt x="0" y="40578"/>
                  <a:pt x="0" y="40660"/>
                </a:cubicBezTo>
                <a:cubicBezTo>
                  <a:pt x="0" y="41974"/>
                  <a:pt x="3451" y="42795"/>
                  <a:pt x="3532" y="42795"/>
                </a:cubicBezTo>
                <a:cubicBezTo>
                  <a:pt x="4272" y="42795"/>
                  <a:pt x="4436" y="42385"/>
                  <a:pt x="4930" y="41399"/>
                </a:cubicBezTo>
                <a:lnTo>
                  <a:pt x="21934" y="7721"/>
                </a:lnTo>
                <a:close/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18" name="path-866">
            <a:extLst xmlns:a="http://schemas.openxmlformats.org/drawingml/2006/main">
              <a:ext uri="{FF2B5EF4-FFF2-40B4-BE49-F238E27FC236}">
                <a16:creationId xmlns:a16="http://schemas.microsoft.com/office/drawing/2014/main" id="{67073C13-482D-4566-9776-84046BF7A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1753" y="7865568"/>
            <a:ext cx="77743" cy="5636"/>
          </a:xfrm>
          <a:custGeom xmlns:a="http://schemas.openxmlformats.org/drawingml/2006/main">
            <a:pathLst>
              <a:path w="77743" h="5636">
                <a:moveTo>
                  <a:pt x="73142" y="5636"/>
                </a:moveTo>
                <a:cubicBezTo>
                  <a:pt x="74983" y="5636"/>
                  <a:pt x="77743" y="5636"/>
                  <a:pt x="77743" y="2876"/>
                </a:cubicBezTo>
                <a:cubicBezTo>
                  <a:pt x="77743" y="0"/>
                  <a:pt x="75097" y="0"/>
                  <a:pt x="73142" y="0"/>
                </a:cubicBezTo>
                <a:lnTo>
                  <a:pt x="4601" y="0"/>
                </a:lnTo>
                <a:cubicBezTo>
                  <a:pt x="2760" y="0"/>
                  <a:pt x="0" y="0"/>
                  <a:pt x="0" y="2760"/>
                </a:cubicBezTo>
                <a:cubicBezTo>
                  <a:pt x="0" y="5636"/>
                  <a:pt x="2646" y="5636"/>
                  <a:pt x="4601" y="5636"/>
                </a:cubicBezTo>
                <a:lnTo>
                  <a:pt x="73142" y="5636"/>
                </a:lnTo>
                <a:close/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19" name="path-867">
            <a:extLst xmlns:a="http://schemas.openxmlformats.org/drawingml/2006/main">
              <a:ext uri="{FF2B5EF4-FFF2-40B4-BE49-F238E27FC236}">
                <a16:creationId xmlns:a16="http://schemas.microsoft.com/office/drawing/2014/main" id="{0C1C3D99-CECB-460E-920A-D36B83616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556" y="7820870"/>
            <a:ext cx="41861" cy="76369"/>
          </a:xfrm>
          <a:custGeom xmlns:a="http://schemas.openxmlformats.org/drawingml/2006/main">
            <a:pathLst>
              <a:path w="41861" h="76369">
                <a:moveTo>
                  <a:pt x="25990" y="3213"/>
                </a:moveTo>
                <a:cubicBezTo>
                  <a:pt x="25990" y="116"/>
                  <a:pt x="25761" y="0"/>
                  <a:pt x="22541" y="0"/>
                </a:cubicBezTo>
                <a:cubicBezTo>
                  <a:pt x="15181" y="7202"/>
                  <a:pt x="4715" y="7316"/>
                  <a:pt x="0" y="7316"/>
                </a:cubicBezTo>
                <a:lnTo>
                  <a:pt x="0" y="11455"/>
                </a:lnTo>
                <a:cubicBezTo>
                  <a:pt x="2760" y="11455"/>
                  <a:pt x="10350" y="11455"/>
                  <a:pt x="16676" y="8235"/>
                </a:cubicBezTo>
                <a:lnTo>
                  <a:pt x="16676" y="66935"/>
                </a:lnTo>
                <a:cubicBezTo>
                  <a:pt x="16676" y="70735"/>
                  <a:pt x="16676" y="72230"/>
                  <a:pt x="5175" y="72230"/>
                </a:cubicBezTo>
                <a:lnTo>
                  <a:pt x="805" y="72230"/>
                </a:lnTo>
                <a:lnTo>
                  <a:pt x="805" y="76369"/>
                </a:lnTo>
                <a:cubicBezTo>
                  <a:pt x="2874" y="76255"/>
                  <a:pt x="17020" y="75909"/>
                  <a:pt x="21275" y="75909"/>
                </a:cubicBezTo>
                <a:cubicBezTo>
                  <a:pt x="24841" y="75909"/>
                  <a:pt x="39331" y="76255"/>
                  <a:pt x="41861" y="76369"/>
                </a:cubicBezTo>
                <a:lnTo>
                  <a:pt x="41861" y="72230"/>
                </a:lnTo>
                <a:lnTo>
                  <a:pt x="37491" y="72230"/>
                </a:lnTo>
                <a:cubicBezTo>
                  <a:pt x="25990" y="72230"/>
                  <a:pt x="25990" y="70735"/>
                  <a:pt x="25990" y="66935"/>
                </a:cubicBezTo>
                <a:lnTo>
                  <a:pt x="25990" y="3213"/>
                </a:lnTo>
                <a:close/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20" name="path-868">
            <a:extLst xmlns:a="http://schemas.openxmlformats.org/drawingml/2006/main">
              <a:ext uri="{FF2B5EF4-FFF2-40B4-BE49-F238E27FC236}">
                <a16:creationId xmlns:a16="http://schemas.microsoft.com/office/drawing/2014/main" id="{BEEC7E70-87B2-4984-9A86-AEEBAE235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5082" y="7749367"/>
            <a:ext cx="38115" cy="164291"/>
          </a:xfrm>
          <a:custGeom xmlns:a="http://schemas.openxmlformats.org/drawingml/2006/main">
            <a:pathLst>
              <a:path w="38115" h="164291">
                <a:moveTo>
                  <a:pt x="38115" y="82145"/>
                </a:moveTo>
                <a:cubicBezTo>
                  <a:pt x="38115" y="69333"/>
                  <a:pt x="36310" y="49453"/>
                  <a:pt x="27272" y="30887"/>
                </a:cubicBezTo>
                <a:cubicBezTo>
                  <a:pt x="17415" y="10679"/>
                  <a:pt x="3287" y="0"/>
                  <a:pt x="1642" y="0"/>
                </a:cubicBezTo>
                <a:cubicBezTo>
                  <a:pt x="657" y="0"/>
                  <a:pt x="0" y="659"/>
                  <a:pt x="0" y="1645"/>
                </a:cubicBezTo>
                <a:cubicBezTo>
                  <a:pt x="0" y="2136"/>
                  <a:pt x="0" y="2467"/>
                  <a:pt x="3121" y="5422"/>
                </a:cubicBezTo>
                <a:cubicBezTo>
                  <a:pt x="19223" y="21687"/>
                  <a:pt x="28586" y="47809"/>
                  <a:pt x="28586" y="82145"/>
                </a:cubicBezTo>
                <a:cubicBezTo>
                  <a:pt x="28586" y="110240"/>
                  <a:pt x="22509" y="139154"/>
                  <a:pt x="2136" y="159856"/>
                </a:cubicBezTo>
                <a:cubicBezTo>
                  <a:pt x="0" y="161826"/>
                  <a:pt x="0" y="162157"/>
                  <a:pt x="0" y="162649"/>
                </a:cubicBezTo>
                <a:cubicBezTo>
                  <a:pt x="0" y="163634"/>
                  <a:pt x="657" y="164291"/>
                  <a:pt x="1642" y="164291"/>
                </a:cubicBezTo>
                <a:cubicBezTo>
                  <a:pt x="3287" y="164291"/>
                  <a:pt x="18072" y="153120"/>
                  <a:pt x="27766" y="132255"/>
                </a:cubicBezTo>
                <a:cubicBezTo>
                  <a:pt x="36144" y="114183"/>
                  <a:pt x="38115" y="95946"/>
                  <a:pt x="38115" y="82145"/>
                </a:cubicBezTo>
                <a:close/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21" name="path-869">
            <a:extLst xmlns:a="http://schemas.openxmlformats.org/drawingml/2006/main">
              <a:ext uri="{FF2B5EF4-FFF2-40B4-BE49-F238E27FC236}">
                <a16:creationId xmlns:a16="http://schemas.microsoft.com/office/drawing/2014/main" id="{90C59DF2-6794-46A1-9757-C916AFE4A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5369" y="7634361"/>
            <a:ext cx="80832" cy="394124"/>
          </a:xfrm>
          <a:custGeom xmlns:a="http://schemas.openxmlformats.org/drawingml/2006/main">
            <a:pathLst>
              <a:path w="80832" h="394124">
                <a:moveTo>
                  <a:pt x="80832" y="197143"/>
                </a:moveTo>
                <a:cubicBezTo>
                  <a:pt x="80832" y="132579"/>
                  <a:pt x="66046" y="67523"/>
                  <a:pt x="24317" y="18400"/>
                </a:cubicBezTo>
                <a:cubicBezTo>
                  <a:pt x="21030" y="14623"/>
                  <a:pt x="14788" y="7887"/>
                  <a:pt x="8052" y="1973"/>
                </a:cubicBezTo>
                <a:cubicBezTo>
                  <a:pt x="6079" y="0"/>
                  <a:pt x="5751" y="0"/>
                  <a:pt x="3452" y="0"/>
                </a:cubicBezTo>
                <a:cubicBezTo>
                  <a:pt x="1479" y="0"/>
                  <a:pt x="0" y="0"/>
                  <a:pt x="0" y="1645"/>
                </a:cubicBezTo>
                <a:cubicBezTo>
                  <a:pt x="0" y="2301"/>
                  <a:pt x="657" y="2958"/>
                  <a:pt x="985" y="3287"/>
                </a:cubicBezTo>
                <a:cubicBezTo>
                  <a:pt x="6736" y="9200"/>
                  <a:pt x="17744" y="20208"/>
                  <a:pt x="28751" y="37952"/>
                </a:cubicBezTo>
                <a:cubicBezTo>
                  <a:pt x="55201" y="80335"/>
                  <a:pt x="67197" y="133729"/>
                  <a:pt x="67197" y="196980"/>
                </a:cubicBezTo>
                <a:cubicBezTo>
                  <a:pt x="67197" y="241171"/>
                  <a:pt x="61281" y="298180"/>
                  <a:pt x="34174" y="347137"/>
                </a:cubicBezTo>
                <a:cubicBezTo>
                  <a:pt x="21193" y="370466"/>
                  <a:pt x="7558" y="384101"/>
                  <a:pt x="657" y="391002"/>
                </a:cubicBezTo>
                <a:cubicBezTo>
                  <a:pt x="328" y="391494"/>
                  <a:pt x="0" y="391988"/>
                  <a:pt x="0" y="392479"/>
                </a:cubicBezTo>
                <a:cubicBezTo>
                  <a:pt x="0" y="394124"/>
                  <a:pt x="1479" y="394124"/>
                  <a:pt x="3452" y="394124"/>
                </a:cubicBezTo>
                <a:cubicBezTo>
                  <a:pt x="5751" y="394124"/>
                  <a:pt x="6079" y="394124"/>
                  <a:pt x="8543" y="391659"/>
                </a:cubicBezTo>
                <a:cubicBezTo>
                  <a:pt x="63582" y="341552"/>
                  <a:pt x="80832" y="266308"/>
                  <a:pt x="80832" y="197143"/>
                </a:cubicBezTo>
                <a:close/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22" name="path-870">
            <a:extLst xmlns:a="http://schemas.openxmlformats.org/drawingml/2006/main">
              <a:ext uri="{FF2B5EF4-FFF2-40B4-BE49-F238E27FC236}">
                <a16:creationId xmlns:a16="http://schemas.microsoft.com/office/drawing/2014/main" id="{23A1E43A-BD8A-473D-9AD3-7991DAA69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5660" y="7760438"/>
            <a:ext cx="121245" cy="117603"/>
          </a:xfrm>
          <a:custGeom xmlns:a="http://schemas.openxmlformats.org/drawingml/2006/main">
            <a:pathLst>
              <a:path w="121245" h="117603">
                <a:moveTo>
                  <a:pt x="120425" y="3615"/>
                </a:moveTo>
                <a:cubicBezTo>
                  <a:pt x="120754" y="3124"/>
                  <a:pt x="121245" y="1973"/>
                  <a:pt x="121245" y="1316"/>
                </a:cubicBezTo>
                <a:cubicBezTo>
                  <a:pt x="121245" y="165"/>
                  <a:pt x="121082" y="0"/>
                  <a:pt x="117302" y="0"/>
                </a:cubicBezTo>
                <a:lnTo>
                  <a:pt x="3943" y="0"/>
                </a:lnTo>
                <a:cubicBezTo>
                  <a:pt x="163" y="0"/>
                  <a:pt x="0" y="165"/>
                  <a:pt x="0" y="1316"/>
                </a:cubicBezTo>
                <a:cubicBezTo>
                  <a:pt x="0" y="1973"/>
                  <a:pt x="491" y="3124"/>
                  <a:pt x="820" y="3615"/>
                </a:cubicBezTo>
                <a:lnTo>
                  <a:pt x="56187" y="114482"/>
                </a:lnTo>
                <a:cubicBezTo>
                  <a:pt x="57337" y="116617"/>
                  <a:pt x="57829" y="117603"/>
                  <a:pt x="60624" y="117603"/>
                </a:cubicBezTo>
                <a:cubicBezTo>
                  <a:pt x="63416" y="117603"/>
                  <a:pt x="63908" y="116617"/>
                  <a:pt x="65058" y="114482"/>
                </a:cubicBezTo>
                <a:lnTo>
                  <a:pt x="120425" y="3615"/>
                </a:lnTo>
                <a:moveTo>
                  <a:pt x="20371" y="11830"/>
                </a:moveTo>
                <a:lnTo>
                  <a:pt x="110568" y="11830"/>
                </a:lnTo>
                <a:lnTo>
                  <a:pt x="65552" y="102163"/>
                </a:lnTo>
                <a:lnTo>
                  <a:pt x="20371" y="11830"/>
                </a:lnTo>
                <a:close/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23" name="path-871">
            <a:extLst xmlns:a="http://schemas.openxmlformats.org/drawingml/2006/main">
              <a:ext uri="{FF2B5EF4-FFF2-40B4-BE49-F238E27FC236}">
                <a16:creationId xmlns:a16="http://schemas.microsoft.com/office/drawing/2014/main" id="{2F1198F0-7684-4C11-B12A-E60C4659D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1629" y="7816490"/>
            <a:ext cx="62562" cy="81648"/>
          </a:xfrm>
          <a:custGeom xmlns:a="http://schemas.openxmlformats.org/drawingml/2006/main">
            <a:pathLst>
              <a:path w="62562" h="81648">
                <a:moveTo>
                  <a:pt x="62562" y="25513"/>
                </a:moveTo>
                <a:cubicBezTo>
                  <a:pt x="62562" y="5521"/>
                  <a:pt x="50142" y="0"/>
                  <a:pt x="40941" y="0"/>
                </a:cubicBezTo>
                <a:cubicBezTo>
                  <a:pt x="35537" y="0"/>
                  <a:pt x="22886" y="1841"/>
                  <a:pt x="11845" y="17817"/>
                </a:cubicBezTo>
                <a:cubicBezTo>
                  <a:pt x="4026" y="29075"/>
                  <a:pt x="0" y="45974"/>
                  <a:pt x="0" y="56103"/>
                </a:cubicBezTo>
                <a:cubicBezTo>
                  <a:pt x="0" y="73828"/>
                  <a:pt x="10120" y="81648"/>
                  <a:pt x="21735" y="81648"/>
                </a:cubicBezTo>
                <a:cubicBezTo>
                  <a:pt x="27715" y="81648"/>
                  <a:pt x="39216" y="79233"/>
                  <a:pt x="49566" y="65540"/>
                </a:cubicBezTo>
                <a:cubicBezTo>
                  <a:pt x="57731" y="54606"/>
                  <a:pt x="62562" y="37462"/>
                  <a:pt x="62562" y="25513"/>
                </a:cubicBezTo>
                <a:moveTo>
                  <a:pt x="18515" y="37577"/>
                </a:moveTo>
                <a:cubicBezTo>
                  <a:pt x="20701" y="29649"/>
                  <a:pt x="22656" y="22411"/>
                  <a:pt x="26566" y="15748"/>
                </a:cubicBezTo>
                <a:cubicBezTo>
                  <a:pt x="29211" y="11382"/>
                  <a:pt x="34617" y="5291"/>
                  <a:pt x="40712" y="5291"/>
                </a:cubicBezTo>
                <a:cubicBezTo>
                  <a:pt x="44621" y="5291"/>
                  <a:pt x="48877" y="8165"/>
                  <a:pt x="48877" y="18046"/>
                </a:cubicBezTo>
                <a:cubicBezTo>
                  <a:pt x="48877" y="24250"/>
                  <a:pt x="47382" y="30223"/>
                  <a:pt x="45657" y="37577"/>
                </a:cubicBezTo>
                <a:lnTo>
                  <a:pt x="18515" y="37577"/>
                </a:lnTo>
                <a:moveTo>
                  <a:pt x="44046" y="44018"/>
                </a:moveTo>
                <a:cubicBezTo>
                  <a:pt x="42782" y="49082"/>
                  <a:pt x="40252" y="58981"/>
                  <a:pt x="35881" y="66002"/>
                </a:cubicBezTo>
                <a:cubicBezTo>
                  <a:pt x="32087" y="72216"/>
                  <a:pt x="26796" y="76359"/>
                  <a:pt x="21967" y="76359"/>
                </a:cubicBezTo>
                <a:cubicBezTo>
                  <a:pt x="16446" y="76359"/>
                  <a:pt x="13686" y="71066"/>
                  <a:pt x="13686" y="63584"/>
                </a:cubicBezTo>
                <a:cubicBezTo>
                  <a:pt x="13686" y="57714"/>
                  <a:pt x="15527" y="49658"/>
                  <a:pt x="16906" y="44018"/>
                </a:cubicBezTo>
                <a:lnTo>
                  <a:pt x="44046" y="44018"/>
                </a:lnTo>
                <a:close/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24" name="path-872">
            <a:extLst xmlns:a="http://schemas.openxmlformats.org/drawingml/2006/main">
              <a:ext uri="{FF2B5EF4-FFF2-40B4-BE49-F238E27FC236}">
                <a16:creationId xmlns:a16="http://schemas.microsoft.com/office/drawing/2014/main" id="{20B4F115-85CB-4AE8-B3F7-C18FF3044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2237" y="7758512"/>
            <a:ext cx="36473" cy="114073"/>
          </a:xfrm>
          <a:custGeom xmlns:a="http://schemas.openxmlformats.org/drawingml/2006/main">
            <a:pathLst>
              <a:path w="36473" h="114073">
                <a:moveTo>
                  <a:pt x="23657" y="0"/>
                </a:moveTo>
                <a:lnTo>
                  <a:pt x="0" y="1807"/>
                </a:lnTo>
                <a:lnTo>
                  <a:pt x="0" y="6901"/>
                </a:lnTo>
                <a:cubicBezTo>
                  <a:pt x="11502" y="6901"/>
                  <a:pt x="12815" y="8052"/>
                  <a:pt x="12815" y="16107"/>
                </a:cubicBezTo>
                <a:lnTo>
                  <a:pt x="12815" y="101584"/>
                </a:lnTo>
                <a:cubicBezTo>
                  <a:pt x="12815" y="108981"/>
                  <a:pt x="11008" y="108981"/>
                  <a:pt x="0" y="108981"/>
                </a:cubicBezTo>
                <a:lnTo>
                  <a:pt x="0" y="114073"/>
                </a:lnTo>
                <a:cubicBezTo>
                  <a:pt x="5422" y="113910"/>
                  <a:pt x="14129" y="113582"/>
                  <a:pt x="18238" y="113582"/>
                </a:cubicBezTo>
                <a:cubicBezTo>
                  <a:pt x="22344" y="113582"/>
                  <a:pt x="30393" y="113910"/>
                  <a:pt x="36473" y="114073"/>
                </a:cubicBezTo>
                <a:lnTo>
                  <a:pt x="36473" y="108981"/>
                </a:lnTo>
                <a:cubicBezTo>
                  <a:pt x="25465" y="108981"/>
                  <a:pt x="23657" y="108981"/>
                  <a:pt x="23657" y="101584"/>
                </a:cubicBezTo>
                <a:lnTo>
                  <a:pt x="23657" y="0"/>
                </a:lnTo>
                <a:close/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25" name="path-873">
            <a:extLst xmlns:a="http://schemas.openxmlformats.org/drawingml/2006/main">
              <a:ext uri="{FF2B5EF4-FFF2-40B4-BE49-F238E27FC236}">
                <a16:creationId xmlns:a16="http://schemas.microsoft.com/office/drawing/2014/main" id="{578CD440-4D89-48AF-BA6D-C27A99979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7057" y="7798943"/>
            <a:ext cx="72780" cy="75407"/>
          </a:xfrm>
          <a:custGeom xmlns:a="http://schemas.openxmlformats.org/drawingml/2006/main">
            <a:pathLst>
              <a:path w="72780" h="75407">
                <a:moveTo>
                  <a:pt x="72780" y="38443"/>
                </a:moveTo>
                <a:cubicBezTo>
                  <a:pt x="72780" y="17415"/>
                  <a:pt x="56350" y="0"/>
                  <a:pt x="36473" y="0"/>
                </a:cubicBezTo>
                <a:cubicBezTo>
                  <a:pt x="15936" y="0"/>
                  <a:pt x="0" y="17909"/>
                  <a:pt x="0" y="38443"/>
                </a:cubicBezTo>
                <a:cubicBezTo>
                  <a:pt x="0" y="59636"/>
                  <a:pt x="17084" y="75407"/>
                  <a:pt x="36307" y="75407"/>
                </a:cubicBezTo>
                <a:cubicBezTo>
                  <a:pt x="56187" y="75407"/>
                  <a:pt x="72780" y="59308"/>
                  <a:pt x="72780" y="38443"/>
                </a:cubicBezTo>
                <a:moveTo>
                  <a:pt x="36473" y="71301"/>
                </a:moveTo>
                <a:cubicBezTo>
                  <a:pt x="29406" y="71301"/>
                  <a:pt x="22178" y="67851"/>
                  <a:pt x="17741" y="60293"/>
                </a:cubicBezTo>
                <a:cubicBezTo>
                  <a:pt x="13635" y="53066"/>
                  <a:pt x="13635" y="43043"/>
                  <a:pt x="13635" y="37129"/>
                </a:cubicBezTo>
                <a:cubicBezTo>
                  <a:pt x="13635" y="30722"/>
                  <a:pt x="13635" y="21852"/>
                  <a:pt x="17578" y="14623"/>
                </a:cubicBezTo>
                <a:cubicBezTo>
                  <a:pt x="22013" y="7067"/>
                  <a:pt x="29737" y="3615"/>
                  <a:pt x="36307" y="3615"/>
                </a:cubicBezTo>
                <a:cubicBezTo>
                  <a:pt x="43537" y="3615"/>
                  <a:pt x="50601" y="7230"/>
                  <a:pt x="54873" y="14294"/>
                </a:cubicBezTo>
                <a:cubicBezTo>
                  <a:pt x="59145" y="21359"/>
                  <a:pt x="59145" y="30887"/>
                  <a:pt x="59145" y="37129"/>
                </a:cubicBezTo>
                <a:cubicBezTo>
                  <a:pt x="59145" y="43043"/>
                  <a:pt x="59145" y="51915"/>
                  <a:pt x="55530" y="59145"/>
                </a:cubicBezTo>
                <a:cubicBezTo>
                  <a:pt x="51915" y="66538"/>
                  <a:pt x="44685" y="71301"/>
                  <a:pt x="36473" y="71301"/>
                </a:cubicBezTo>
                <a:close/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26" name="path-874">
            <a:extLst xmlns:a="http://schemas.openxmlformats.org/drawingml/2006/main">
              <a:ext uri="{FF2B5EF4-FFF2-40B4-BE49-F238E27FC236}">
                <a16:creationId xmlns:a16="http://schemas.microsoft.com/office/drawing/2014/main" id="{28D2DEBD-E6D3-40E2-8DA7-B09D3876F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9202" y="7798101"/>
            <a:ext cx="75081" cy="108337"/>
          </a:xfrm>
          <a:custGeom xmlns:a="http://schemas.openxmlformats.org/drawingml/2006/main">
            <a:pathLst>
              <a:path w="75081" h="108337">
                <a:moveTo>
                  <a:pt x="31872" y="46159"/>
                </a:moveTo>
                <a:cubicBezTo>
                  <a:pt x="17578" y="46159"/>
                  <a:pt x="17578" y="29732"/>
                  <a:pt x="17578" y="25954"/>
                </a:cubicBezTo>
                <a:cubicBezTo>
                  <a:pt x="17578" y="21519"/>
                  <a:pt x="17741" y="16262"/>
                  <a:pt x="20205" y="12156"/>
                </a:cubicBezTo>
                <a:cubicBezTo>
                  <a:pt x="21522" y="10185"/>
                  <a:pt x="25299" y="5585"/>
                  <a:pt x="31872" y="5585"/>
                </a:cubicBezTo>
                <a:cubicBezTo>
                  <a:pt x="46164" y="5585"/>
                  <a:pt x="46164" y="22013"/>
                  <a:pt x="46164" y="25791"/>
                </a:cubicBezTo>
                <a:cubicBezTo>
                  <a:pt x="46164" y="30225"/>
                  <a:pt x="46001" y="35482"/>
                  <a:pt x="43537" y="39589"/>
                </a:cubicBezTo>
                <a:cubicBezTo>
                  <a:pt x="42221" y="41559"/>
                  <a:pt x="38443" y="46159"/>
                  <a:pt x="31872" y="46159"/>
                </a:cubicBezTo>
                <a:moveTo>
                  <a:pt x="12813" y="52584"/>
                </a:moveTo>
                <a:cubicBezTo>
                  <a:pt x="12813" y="51922"/>
                  <a:pt x="12813" y="48132"/>
                  <a:pt x="15605" y="44846"/>
                </a:cubicBezTo>
                <a:cubicBezTo>
                  <a:pt x="22013" y="49446"/>
                  <a:pt x="28749" y="49937"/>
                  <a:pt x="31872" y="49937"/>
                </a:cubicBezTo>
                <a:cubicBezTo>
                  <a:pt x="47149" y="49937"/>
                  <a:pt x="58485" y="38603"/>
                  <a:pt x="58485" y="25954"/>
                </a:cubicBezTo>
                <a:cubicBezTo>
                  <a:pt x="58485" y="19877"/>
                  <a:pt x="55858" y="13798"/>
                  <a:pt x="51749" y="10020"/>
                </a:cubicBezTo>
                <a:cubicBezTo>
                  <a:pt x="57666" y="4435"/>
                  <a:pt x="63579" y="3612"/>
                  <a:pt x="66538" y="3612"/>
                </a:cubicBezTo>
                <a:cubicBezTo>
                  <a:pt x="66866" y="3612"/>
                  <a:pt x="67686" y="3612"/>
                  <a:pt x="68180" y="3778"/>
                </a:cubicBezTo>
                <a:cubicBezTo>
                  <a:pt x="66372" y="4435"/>
                  <a:pt x="65550" y="6242"/>
                  <a:pt x="65550" y="8213"/>
                </a:cubicBezTo>
                <a:cubicBezTo>
                  <a:pt x="65550" y="11005"/>
                  <a:pt x="67686" y="12978"/>
                  <a:pt x="70315" y="12978"/>
                </a:cubicBezTo>
                <a:cubicBezTo>
                  <a:pt x="71957" y="12978"/>
                  <a:pt x="75081" y="11827"/>
                  <a:pt x="75081" y="8050"/>
                </a:cubicBezTo>
                <a:cubicBezTo>
                  <a:pt x="75081" y="5257"/>
                  <a:pt x="73108" y="0"/>
                  <a:pt x="66700" y="0"/>
                </a:cubicBezTo>
                <a:cubicBezTo>
                  <a:pt x="63414" y="0"/>
                  <a:pt x="56187" y="985"/>
                  <a:pt x="49285" y="7721"/>
                </a:cubicBezTo>
                <a:cubicBezTo>
                  <a:pt x="42386" y="2299"/>
                  <a:pt x="35485" y="1805"/>
                  <a:pt x="31872" y="1805"/>
                </a:cubicBezTo>
                <a:cubicBezTo>
                  <a:pt x="16593" y="1805"/>
                  <a:pt x="5257" y="13141"/>
                  <a:pt x="5257" y="25791"/>
                </a:cubicBezTo>
                <a:cubicBezTo>
                  <a:pt x="5257" y="33018"/>
                  <a:pt x="8869" y="39260"/>
                  <a:pt x="12978" y="42710"/>
                </a:cubicBezTo>
                <a:cubicBezTo>
                  <a:pt x="10842" y="45174"/>
                  <a:pt x="7884" y="50599"/>
                  <a:pt x="7884" y="56390"/>
                </a:cubicBezTo>
                <a:cubicBezTo>
                  <a:pt x="7884" y="61519"/>
                  <a:pt x="10020" y="67776"/>
                  <a:pt x="15114" y="71062"/>
                </a:cubicBezTo>
                <a:cubicBezTo>
                  <a:pt x="5257" y="73855"/>
                  <a:pt x="0" y="80914"/>
                  <a:pt x="0" y="87482"/>
                </a:cubicBezTo>
                <a:cubicBezTo>
                  <a:pt x="0" y="99305"/>
                  <a:pt x="16265" y="108337"/>
                  <a:pt x="36307" y="108337"/>
                </a:cubicBezTo>
                <a:cubicBezTo>
                  <a:pt x="55693" y="108337"/>
                  <a:pt x="72780" y="99962"/>
                  <a:pt x="72780" y="87154"/>
                </a:cubicBezTo>
                <a:cubicBezTo>
                  <a:pt x="72780" y="81408"/>
                  <a:pt x="70481" y="73033"/>
                  <a:pt x="62100" y="68433"/>
                </a:cubicBezTo>
                <a:cubicBezTo>
                  <a:pt x="53394" y="63833"/>
                  <a:pt x="43865" y="63833"/>
                  <a:pt x="33843" y="63833"/>
                </a:cubicBezTo>
                <a:cubicBezTo>
                  <a:pt x="29737" y="63833"/>
                  <a:pt x="22670" y="63833"/>
                  <a:pt x="21522" y="63667"/>
                </a:cubicBezTo>
                <a:cubicBezTo>
                  <a:pt x="16265" y="63005"/>
                  <a:pt x="12813" y="57879"/>
                  <a:pt x="12813" y="52584"/>
                </a:cubicBezTo>
                <a:moveTo>
                  <a:pt x="36473" y="104559"/>
                </a:moveTo>
                <a:cubicBezTo>
                  <a:pt x="19877" y="104559"/>
                  <a:pt x="8541" y="96186"/>
                  <a:pt x="8541" y="87482"/>
                </a:cubicBezTo>
                <a:cubicBezTo>
                  <a:pt x="8541" y="79929"/>
                  <a:pt x="14786" y="73855"/>
                  <a:pt x="22013" y="73361"/>
                </a:cubicBezTo>
                <a:lnTo>
                  <a:pt x="31707" y="73361"/>
                </a:lnTo>
                <a:cubicBezTo>
                  <a:pt x="45836" y="73361"/>
                  <a:pt x="64236" y="73361"/>
                  <a:pt x="64236" y="87482"/>
                </a:cubicBezTo>
                <a:cubicBezTo>
                  <a:pt x="64236" y="96349"/>
                  <a:pt x="52572" y="104559"/>
                  <a:pt x="36473" y="104559"/>
                </a:cubicBezTo>
                <a:close/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27" name="path-875">
            <a:extLst xmlns:a="http://schemas.openxmlformats.org/drawingml/2006/main">
              <a:ext uri="{FF2B5EF4-FFF2-40B4-BE49-F238E27FC236}">
                <a16:creationId xmlns:a16="http://schemas.microsoft.com/office/drawing/2014/main" id="{903855E3-D2E1-46E4-B26E-5487A363C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1152" y="7799906"/>
            <a:ext cx="85760" cy="104607"/>
          </a:xfrm>
          <a:custGeom xmlns:a="http://schemas.openxmlformats.org/drawingml/2006/main">
            <a:pathLst>
              <a:path w="85760" h="104607">
                <a:moveTo>
                  <a:pt x="12652" y="92752"/>
                </a:moveTo>
                <a:cubicBezTo>
                  <a:pt x="11336" y="98360"/>
                  <a:pt x="11008" y="99515"/>
                  <a:pt x="3780" y="99515"/>
                </a:cubicBezTo>
                <a:cubicBezTo>
                  <a:pt x="1807" y="99515"/>
                  <a:pt x="0" y="99515"/>
                  <a:pt x="0" y="102637"/>
                </a:cubicBezTo>
                <a:cubicBezTo>
                  <a:pt x="0" y="103950"/>
                  <a:pt x="822" y="104607"/>
                  <a:pt x="2136" y="104607"/>
                </a:cubicBezTo>
                <a:cubicBezTo>
                  <a:pt x="6573" y="104607"/>
                  <a:pt x="11336" y="104116"/>
                  <a:pt x="15936" y="104116"/>
                </a:cubicBezTo>
                <a:cubicBezTo>
                  <a:pt x="21359" y="104116"/>
                  <a:pt x="26944" y="104607"/>
                  <a:pt x="32201" y="104607"/>
                </a:cubicBezTo>
                <a:cubicBezTo>
                  <a:pt x="33023" y="104607"/>
                  <a:pt x="35159" y="104607"/>
                  <a:pt x="35159" y="101323"/>
                </a:cubicBezTo>
                <a:cubicBezTo>
                  <a:pt x="35159" y="99515"/>
                  <a:pt x="33517" y="99515"/>
                  <a:pt x="31216" y="99515"/>
                </a:cubicBezTo>
                <a:cubicBezTo>
                  <a:pt x="23001" y="99515"/>
                  <a:pt x="23001" y="98360"/>
                  <a:pt x="23001" y="96876"/>
                </a:cubicBezTo>
                <a:cubicBezTo>
                  <a:pt x="23001" y="94898"/>
                  <a:pt x="29902" y="68037"/>
                  <a:pt x="31053" y="63928"/>
                </a:cubicBezTo>
                <a:cubicBezTo>
                  <a:pt x="33189" y="68693"/>
                  <a:pt x="37789" y="74444"/>
                  <a:pt x="46167" y="74444"/>
                </a:cubicBezTo>
                <a:cubicBezTo>
                  <a:pt x="65224" y="74444"/>
                  <a:pt x="85760" y="50453"/>
                  <a:pt x="85760" y="26295"/>
                </a:cubicBezTo>
                <a:cubicBezTo>
                  <a:pt x="85760" y="10847"/>
                  <a:pt x="76397" y="0"/>
                  <a:pt x="63910" y="0"/>
                </a:cubicBezTo>
                <a:cubicBezTo>
                  <a:pt x="55695" y="0"/>
                  <a:pt x="47809" y="5916"/>
                  <a:pt x="42389" y="12326"/>
                </a:cubicBezTo>
                <a:cubicBezTo>
                  <a:pt x="40744" y="3452"/>
                  <a:pt x="33680" y="0"/>
                  <a:pt x="27601" y="0"/>
                </a:cubicBezTo>
                <a:cubicBezTo>
                  <a:pt x="20045" y="0"/>
                  <a:pt x="16924" y="6410"/>
                  <a:pt x="15445" y="9368"/>
                </a:cubicBezTo>
                <a:cubicBezTo>
                  <a:pt x="12487" y="14956"/>
                  <a:pt x="10351" y="24816"/>
                  <a:pt x="10351" y="25309"/>
                </a:cubicBezTo>
                <a:cubicBezTo>
                  <a:pt x="10351" y="26951"/>
                  <a:pt x="11993" y="26951"/>
                  <a:pt x="12324" y="26951"/>
                </a:cubicBezTo>
                <a:cubicBezTo>
                  <a:pt x="13966" y="26951"/>
                  <a:pt x="14129" y="26788"/>
                  <a:pt x="15116" y="23174"/>
                </a:cubicBezTo>
                <a:cubicBezTo>
                  <a:pt x="17909" y="11504"/>
                  <a:pt x="21196" y="3615"/>
                  <a:pt x="27109" y="3615"/>
                </a:cubicBezTo>
                <a:cubicBezTo>
                  <a:pt x="29902" y="3615"/>
                  <a:pt x="32201" y="4931"/>
                  <a:pt x="32201" y="11176"/>
                </a:cubicBezTo>
                <a:cubicBezTo>
                  <a:pt x="32201" y="14956"/>
                  <a:pt x="31709" y="16763"/>
                  <a:pt x="31053" y="19556"/>
                </a:cubicBezTo>
                <a:lnTo>
                  <a:pt x="12652" y="92752"/>
                </a:lnTo>
                <a:moveTo>
                  <a:pt x="41567" y="21364"/>
                </a:moveTo>
                <a:cubicBezTo>
                  <a:pt x="42717" y="16926"/>
                  <a:pt x="47152" y="12326"/>
                  <a:pt x="50110" y="9862"/>
                </a:cubicBezTo>
                <a:cubicBezTo>
                  <a:pt x="55861" y="4766"/>
                  <a:pt x="60624" y="3615"/>
                  <a:pt x="63416" y="3615"/>
                </a:cubicBezTo>
                <a:cubicBezTo>
                  <a:pt x="69989" y="3615"/>
                  <a:pt x="73933" y="9368"/>
                  <a:pt x="73933" y="19065"/>
                </a:cubicBezTo>
                <a:cubicBezTo>
                  <a:pt x="73933" y="28759"/>
                  <a:pt x="68510" y="47658"/>
                  <a:pt x="65552" y="53903"/>
                </a:cubicBezTo>
                <a:cubicBezTo>
                  <a:pt x="59967" y="65407"/>
                  <a:pt x="52080" y="70832"/>
                  <a:pt x="46001" y="70832"/>
                </a:cubicBezTo>
                <a:cubicBezTo>
                  <a:pt x="35159" y="70832"/>
                  <a:pt x="33023" y="57192"/>
                  <a:pt x="33023" y="56204"/>
                </a:cubicBezTo>
                <a:cubicBezTo>
                  <a:pt x="33023" y="55876"/>
                  <a:pt x="33023" y="55547"/>
                  <a:pt x="33517" y="53574"/>
                </a:cubicBezTo>
                <a:lnTo>
                  <a:pt x="41567" y="21364"/>
                </a:lnTo>
                <a:close/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28" name="path-876">
            <a:extLst xmlns:a="http://schemas.openxmlformats.org/drawingml/2006/main">
              <a:ext uri="{FF2B5EF4-FFF2-40B4-BE49-F238E27FC236}">
                <a16:creationId xmlns:a16="http://schemas.microsoft.com/office/drawing/2014/main" id="{CA2EED14-11DA-4886-97E8-6CB15819E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3908" y="7846139"/>
            <a:ext cx="81653" cy="52111"/>
          </a:xfrm>
          <a:custGeom xmlns:a="http://schemas.openxmlformats.org/drawingml/2006/main">
            <a:pathLst>
              <a:path w="81653" h="52111">
                <a:moveTo>
                  <a:pt x="36686" y="12421"/>
                </a:moveTo>
                <a:lnTo>
                  <a:pt x="49796" y="12421"/>
                </a:lnTo>
                <a:cubicBezTo>
                  <a:pt x="48877" y="16332"/>
                  <a:pt x="46692" y="25422"/>
                  <a:pt x="46692" y="33015"/>
                </a:cubicBezTo>
                <a:cubicBezTo>
                  <a:pt x="46692" y="41298"/>
                  <a:pt x="49796" y="52111"/>
                  <a:pt x="56236" y="52111"/>
                </a:cubicBezTo>
                <a:cubicBezTo>
                  <a:pt x="60262" y="52111"/>
                  <a:pt x="64861" y="47971"/>
                  <a:pt x="64861" y="43830"/>
                </a:cubicBezTo>
                <a:cubicBezTo>
                  <a:pt x="64861" y="41989"/>
                  <a:pt x="64058" y="40838"/>
                  <a:pt x="63022" y="39227"/>
                </a:cubicBezTo>
                <a:cubicBezTo>
                  <a:pt x="57042" y="30714"/>
                  <a:pt x="57042" y="21625"/>
                  <a:pt x="57042" y="18634"/>
                </a:cubicBezTo>
                <a:cubicBezTo>
                  <a:pt x="57042" y="18518"/>
                  <a:pt x="57042" y="14837"/>
                  <a:pt x="57387" y="12421"/>
                </a:cubicBezTo>
                <a:lnTo>
                  <a:pt x="72912" y="12421"/>
                </a:lnTo>
                <a:cubicBezTo>
                  <a:pt x="75327" y="12421"/>
                  <a:pt x="76938" y="12421"/>
                  <a:pt x="79123" y="10581"/>
                </a:cubicBezTo>
                <a:cubicBezTo>
                  <a:pt x="79928" y="9892"/>
                  <a:pt x="81653" y="8051"/>
                  <a:pt x="81653" y="5177"/>
                </a:cubicBezTo>
                <a:cubicBezTo>
                  <a:pt x="81653" y="0"/>
                  <a:pt x="77052" y="0"/>
                  <a:pt x="74983" y="0"/>
                </a:cubicBezTo>
                <a:lnTo>
                  <a:pt x="24265" y="0"/>
                </a:lnTo>
                <a:cubicBezTo>
                  <a:pt x="21505" y="0"/>
                  <a:pt x="16100" y="0"/>
                  <a:pt x="8511" y="6326"/>
                </a:cubicBezTo>
                <a:cubicBezTo>
                  <a:pt x="5751" y="8627"/>
                  <a:pt x="0" y="14377"/>
                  <a:pt x="0" y="16218"/>
                </a:cubicBezTo>
                <a:cubicBezTo>
                  <a:pt x="0" y="18289"/>
                  <a:pt x="1725" y="18289"/>
                  <a:pt x="3566" y="18289"/>
                </a:cubicBezTo>
                <a:cubicBezTo>
                  <a:pt x="5865" y="18289"/>
                  <a:pt x="6094" y="18289"/>
                  <a:pt x="6900" y="17367"/>
                </a:cubicBezTo>
                <a:cubicBezTo>
                  <a:pt x="8741" y="15297"/>
                  <a:pt x="11385" y="12421"/>
                  <a:pt x="21391" y="12421"/>
                </a:cubicBezTo>
                <a:lnTo>
                  <a:pt x="28981" y="12421"/>
                </a:lnTo>
                <a:cubicBezTo>
                  <a:pt x="25761" y="22660"/>
                  <a:pt x="18975" y="34970"/>
                  <a:pt x="15525" y="40838"/>
                </a:cubicBezTo>
                <a:cubicBezTo>
                  <a:pt x="14375" y="42795"/>
                  <a:pt x="13456" y="44404"/>
                  <a:pt x="13456" y="46244"/>
                </a:cubicBezTo>
                <a:cubicBezTo>
                  <a:pt x="13456" y="48891"/>
                  <a:pt x="15525" y="51997"/>
                  <a:pt x="19780" y="51997"/>
                </a:cubicBezTo>
                <a:cubicBezTo>
                  <a:pt x="23230" y="51997"/>
                  <a:pt x="26106" y="49466"/>
                  <a:pt x="27256" y="46936"/>
                </a:cubicBezTo>
                <a:cubicBezTo>
                  <a:pt x="27715" y="45901"/>
                  <a:pt x="29096" y="41643"/>
                  <a:pt x="30246" y="37272"/>
                </a:cubicBezTo>
                <a:lnTo>
                  <a:pt x="36686" y="12421"/>
                </a:lnTo>
                <a:close/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29" name="path-877">
            <a:extLst xmlns:a="http://schemas.openxmlformats.org/drawingml/2006/main">
              <a:ext uri="{FF2B5EF4-FFF2-40B4-BE49-F238E27FC236}">
                <a16:creationId xmlns:a16="http://schemas.microsoft.com/office/drawing/2014/main" id="{8A85EF40-1BA9-4EF8-9EEB-1D7FA4165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7488" y="7749367"/>
            <a:ext cx="38115" cy="164291"/>
          </a:xfrm>
          <a:custGeom xmlns:a="http://schemas.openxmlformats.org/drawingml/2006/main">
            <a:pathLst>
              <a:path w="38115" h="164291">
                <a:moveTo>
                  <a:pt x="38115" y="162649"/>
                </a:moveTo>
                <a:cubicBezTo>
                  <a:pt x="38115" y="162157"/>
                  <a:pt x="38115" y="161826"/>
                  <a:pt x="35322" y="159034"/>
                </a:cubicBezTo>
                <a:cubicBezTo>
                  <a:pt x="14786" y="138334"/>
                  <a:pt x="9529" y="107282"/>
                  <a:pt x="9529" y="82145"/>
                </a:cubicBezTo>
                <a:cubicBezTo>
                  <a:pt x="9529" y="53559"/>
                  <a:pt x="15771" y="24973"/>
                  <a:pt x="35979" y="4437"/>
                </a:cubicBezTo>
                <a:cubicBezTo>
                  <a:pt x="38115" y="2467"/>
                  <a:pt x="38115" y="2136"/>
                  <a:pt x="38115" y="1645"/>
                </a:cubicBezTo>
                <a:cubicBezTo>
                  <a:pt x="38115" y="494"/>
                  <a:pt x="37458" y="0"/>
                  <a:pt x="36473" y="0"/>
                </a:cubicBezTo>
                <a:cubicBezTo>
                  <a:pt x="34828" y="0"/>
                  <a:pt x="20042" y="11173"/>
                  <a:pt x="10348" y="32038"/>
                </a:cubicBezTo>
                <a:cubicBezTo>
                  <a:pt x="1970" y="50110"/>
                  <a:pt x="0" y="68345"/>
                  <a:pt x="0" y="82145"/>
                </a:cubicBezTo>
                <a:cubicBezTo>
                  <a:pt x="0" y="94960"/>
                  <a:pt x="1805" y="114840"/>
                  <a:pt x="10842" y="133406"/>
                </a:cubicBezTo>
                <a:cubicBezTo>
                  <a:pt x="20699" y="153614"/>
                  <a:pt x="34828" y="164291"/>
                  <a:pt x="36473" y="164291"/>
                </a:cubicBezTo>
                <a:cubicBezTo>
                  <a:pt x="37458" y="164291"/>
                  <a:pt x="38115" y="163799"/>
                  <a:pt x="38115" y="162649"/>
                </a:cubicBezTo>
                <a:close/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30" name="path-878">
            <a:extLst xmlns:a="http://schemas.openxmlformats.org/drawingml/2006/main">
              <a:ext uri="{FF2B5EF4-FFF2-40B4-BE49-F238E27FC236}">
                <a16:creationId xmlns:a16="http://schemas.microsoft.com/office/drawing/2014/main" id="{B7E28053-2439-4E16-9939-B78747735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0544" y="7758512"/>
            <a:ext cx="41895" cy="115356"/>
          </a:xfrm>
          <a:custGeom xmlns:a="http://schemas.openxmlformats.org/drawingml/2006/main">
            <a:pathLst>
              <a:path w="41895" h="115356">
                <a:moveTo>
                  <a:pt x="41238" y="5751"/>
                </a:moveTo>
                <a:cubicBezTo>
                  <a:pt x="41895" y="3452"/>
                  <a:pt x="41895" y="3124"/>
                  <a:pt x="41895" y="2958"/>
                </a:cubicBezTo>
                <a:cubicBezTo>
                  <a:pt x="41895" y="822"/>
                  <a:pt x="40087" y="0"/>
                  <a:pt x="38280" y="0"/>
                </a:cubicBezTo>
                <a:cubicBezTo>
                  <a:pt x="37623" y="0"/>
                  <a:pt x="37458" y="0"/>
                  <a:pt x="37129" y="165"/>
                </a:cubicBezTo>
                <a:lnTo>
                  <a:pt x="15936" y="1151"/>
                </a:lnTo>
                <a:cubicBezTo>
                  <a:pt x="13637" y="1316"/>
                  <a:pt x="10679" y="1479"/>
                  <a:pt x="10679" y="6079"/>
                </a:cubicBezTo>
                <a:cubicBezTo>
                  <a:pt x="10679" y="9037"/>
                  <a:pt x="13800" y="9037"/>
                  <a:pt x="14951" y="9037"/>
                </a:cubicBezTo>
                <a:cubicBezTo>
                  <a:pt x="16758" y="9037"/>
                  <a:pt x="19717" y="9037"/>
                  <a:pt x="21850" y="9366"/>
                </a:cubicBezTo>
                <a:lnTo>
                  <a:pt x="822" y="93667"/>
                </a:lnTo>
                <a:cubicBezTo>
                  <a:pt x="328" y="95474"/>
                  <a:pt x="0" y="96953"/>
                  <a:pt x="0" y="99255"/>
                </a:cubicBezTo>
                <a:cubicBezTo>
                  <a:pt x="0" y="110099"/>
                  <a:pt x="10845" y="115356"/>
                  <a:pt x="20536" y="115356"/>
                </a:cubicBezTo>
                <a:cubicBezTo>
                  <a:pt x="26616" y="115356"/>
                  <a:pt x="31216" y="111907"/>
                  <a:pt x="34831" y="105993"/>
                </a:cubicBezTo>
                <a:cubicBezTo>
                  <a:pt x="38774" y="99583"/>
                  <a:pt x="41073" y="90709"/>
                  <a:pt x="41073" y="89724"/>
                </a:cubicBezTo>
                <a:cubicBezTo>
                  <a:pt x="41073" y="87422"/>
                  <a:pt x="38608" y="87422"/>
                  <a:pt x="37129" y="87422"/>
                </a:cubicBezTo>
                <a:cubicBezTo>
                  <a:pt x="35322" y="87422"/>
                  <a:pt x="34665" y="87422"/>
                  <a:pt x="33845" y="88245"/>
                </a:cubicBezTo>
                <a:cubicBezTo>
                  <a:pt x="33517" y="88573"/>
                  <a:pt x="33517" y="88901"/>
                  <a:pt x="32529" y="93010"/>
                </a:cubicBezTo>
                <a:cubicBezTo>
                  <a:pt x="29408" y="105499"/>
                  <a:pt x="25793" y="109443"/>
                  <a:pt x="21359" y="109443"/>
                </a:cubicBezTo>
                <a:cubicBezTo>
                  <a:pt x="18894" y="109443"/>
                  <a:pt x="17581" y="107801"/>
                  <a:pt x="17581" y="103526"/>
                </a:cubicBezTo>
                <a:cubicBezTo>
                  <a:pt x="17581" y="100240"/>
                  <a:pt x="18072" y="98598"/>
                  <a:pt x="18566" y="96297"/>
                </a:cubicBezTo>
                <a:lnTo>
                  <a:pt x="41238" y="5751"/>
                </a:lnTo>
                <a:close/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31" name="path-879">
            <a:extLst xmlns:a="http://schemas.openxmlformats.org/drawingml/2006/main">
              <a:ext uri="{FF2B5EF4-FFF2-40B4-BE49-F238E27FC236}">
                <a16:creationId xmlns:a16="http://schemas.microsoft.com/office/drawing/2014/main" id="{A65F8151-BAB3-4FE9-9869-08537CBB5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7143" y="7825422"/>
            <a:ext cx="38871" cy="72940"/>
          </a:xfrm>
          <a:custGeom xmlns:a="http://schemas.openxmlformats.org/drawingml/2006/main">
            <a:pathLst>
              <a:path w="38871" h="72940">
                <a:moveTo>
                  <a:pt x="23460" y="26431"/>
                </a:moveTo>
                <a:lnTo>
                  <a:pt x="35191" y="26431"/>
                </a:lnTo>
                <a:cubicBezTo>
                  <a:pt x="37376" y="26431"/>
                  <a:pt x="38871" y="26431"/>
                  <a:pt x="38871" y="23900"/>
                </a:cubicBezTo>
                <a:cubicBezTo>
                  <a:pt x="38871" y="22290"/>
                  <a:pt x="37376" y="22290"/>
                  <a:pt x="35421" y="22290"/>
                </a:cubicBezTo>
                <a:lnTo>
                  <a:pt x="24495" y="22290"/>
                </a:lnTo>
                <a:lnTo>
                  <a:pt x="28751" y="5287"/>
                </a:lnTo>
                <a:cubicBezTo>
                  <a:pt x="28867" y="4712"/>
                  <a:pt x="29096" y="4138"/>
                  <a:pt x="29096" y="3678"/>
                </a:cubicBezTo>
                <a:cubicBezTo>
                  <a:pt x="29096" y="1609"/>
                  <a:pt x="27486" y="0"/>
                  <a:pt x="25185" y="0"/>
                </a:cubicBezTo>
                <a:cubicBezTo>
                  <a:pt x="22311" y="0"/>
                  <a:pt x="20586" y="1955"/>
                  <a:pt x="19780" y="4942"/>
                </a:cubicBezTo>
                <a:cubicBezTo>
                  <a:pt x="18975" y="7814"/>
                  <a:pt x="20470" y="2299"/>
                  <a:pt x="15411" y="22290"/>
                </a:cubicBezTo>
                <a:lnTo>
                  <a:pt x="3680" y="22290"/>
                </a:lnTo>
                <a:cubicBezTo>
                  <a:pt x="1495" y="22290"/>
                  <a:pt x="0" y="22290"/>
                  <a:pt x="0" y="24820"/>
                </a:cubicBezTo>
                <a:cubicBezTo>
                  <a:pt x="0" y="26431"/>
                  <a:pt x="1379" y="26431"/>
                  <a:pt x="3450" y="26431"/>
                </a:cubicBezTo>
                <a:lnTo>
                  <a:pt x="14375" y="26431"/>
                </a:lnTo>
                <a:lnTo>
                  <a:pt x="7590" y="53530"/>
                </a:lnTo>
                <a:cubicBezTo>
                  <a:pt x="6900" y="56401"/>
                  <a:pt x="5865" y="60536"/>
                  <a:pt x="5865" y="62027"/>
                </a:cubicBezTo>
                <a:cubicBezTo>
                  <a:pt x="5865" y="68803"/>
                  <a:pt x="11615" y="72940"/>
                  <a:pt x="18171" y="72940"/>
                </a:cubicBezTo>
                <a:cubicBezTo>
                  <a:pt x="30936" y="72940"/>
                  <a:pt x="38181" y="56861"/>
                  <a:pt x="38181" y="55368"/>
                </a:cubicBezTo>
                <a:cubicBezTo>
                  <a:pt x="38181" y="53874"/>
                  <a:pt x="36686" y="53874"/>
                  <a:pt x="36340" y="53874"/>
                </a:cubicBezTo>
                <a:cubicBezTo>
                  <a:pt x="34961" y="53874"/>
                  <a:pt x="34845" y="54104"/>
                  <a:pt x="33926" y="56057"/>
                </a:cubicBezTo>
                <a:cubicBezTo>
                  <a:pt x="30706" y="63291"/>
                  <a:pt x="24841" y="69720"/>
                  <a:pt x="18515" y="69720"/>
                </a:cubicBezTo>
                <a:cubicBezTo>
                  <a:pt x="16100" y="69720"/>
                  <a:pt x="14491" y="68229"/>
                  <a:pt x="14491" y="64094"/>
                </a:cubicBezTo>
                <a:cubicBezTo>
                  <a:pt x="14491" y="62947"/>
                  <a:pt x="14951" y="60536"/>
                  <a:pt x="15181" y="59386"/>
                </a:cubicBezTo>
                <a:lnTo>
                  <a:pt x="23460" y="26431"/>
                </a:lnTo>
                <a:close/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32" name="path-880">
            <a:extLst xmlns:a="http://schemas.openxmlformats.org/drawingml/2006/main">
              <a:ext uri="{FF2B5EF4-FFF2-40B4-BE49-F238E27FC236}">
                <a16:creationId xmlns:a16="http://schemas.microsoft.com/office/drawing/2014/main" id="{FA2E72CA-C0D0-4954-9D48-611C7D7E3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9712" y="7749367"/>
            <a:ext cx="6573" cy="164291"/>
          </a:xfrm>
          <a:custGeom xmlns:a="http://schemas.openxmlformats.org/drawingml/2006/main">
            <a:pathLst>
              <a:path w="6573" h="164291">
                <a:moveTo>
                  <a:pt x="6573" y="5916"/>
                </a:moveTo>
                <a:cubicBezTo>
                  <a:pt x="6573" y="2958"/>
                  <a:pt x="6573" y="0"/>
                  <a:pt x="3287" y="0"/>
                </a:cubicBezTo>
                <a:cubicBezTo>
                  <a:pt x="0" y="0"/>
                  <a:pt x="0" y="2958"/>
                  <a:pt x="0" y="5916"/>
                </a:cubicBezTo>
                <a:lnTo>
                  <a:pt x="0" y="158377"/>
                </a:lnTo>
                <a:cubicBezTo>
                  <a:pt x="0" y="161335"/>
                  <a:pt x="0" y="164291"/>
                  <a:pt x="3287" y="164291"/>
                </a:cubicBezTo>
                <a:cubicBezTo>
                  <a:pt x="6573" y="164291"/>
                  <a:pt x="6573" y="161335"/>
                  <a:pt x="6573" y="158377"/>
                </a:cubicBezTo>
                <a:lnTo>
                  <a:pt x="6573" y="5916"/>
                </a:lnTo>
                <a:close/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33" name="path-881">
            <a:extLst xmlns:a="http://schemas.openxmlformats.org/drawingml/2006/main">
              <a:ext uri="{FF2B5EF4-FFF2-40B4-BE49-F238E27FC236}">
                <a16:creationId xmlns:a16="http://schemas.microsoft.com/office/drawing/2014/main" id="{4D300C16-6466-40BF-9BC8-B22EB1F47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5157" y="7798302"/>
            <a:ext cx="68839" cy="75567"/>
          </a:xfrm>
          <a:custGeom xmlns:a="http://schemas.openxmlformats.org/drawingml/2006/main">
            <a:pathLst>
              <a:path w="68839" h="75567">
                <a:moveTo>
                  <a:pt x="58651" y="9571"/>
                </a:moveTo>
                <a:cubicBezTo>
                  <a:pt x="53231" y="11707"/>
                  <a:pt x="51752" y="16636"/>
                  <a:pt x="51752" y="18937"/>
                </a:cubicBezTo>
                <a:cubicBezTo>
                  <a:pt x="51752" y="23206"/>
                  <a:pt x="55201" y="25670"/>
                  <a:pt x="58816" y="25670"/>
                </a:cubicBezTo>
                <a:cubicBezTo>
                  <a:pt x="62760" y="25670"/>
                  <a:pt x="68839" y="22386"/>
                  <a:pt x="68839" y="14500"/>
                </a:cubicBezTo>
                <a:cubicBezTo>
                  <a:pt x="68839" y="5751"/>
                  <a:pt x="60130" y="0"/>
                  <a:pt x="45344" y="0"/>
                </a:cubicBezTo>
                <a:cubicBezTo>
                  <a:pt x="40579" y="0"/>
                  <a:pt x="31379" y="331"/>
                  <a:pt x="23823" y="6082"/>
                </a:cubicBezTo>
                <a:cubicBezTo>
                  <a:pt x="16430" y="11707"/>
                  <a:pt x="13800" y="21236"/>
                  <a:pt x="13800" y="25342"/>
                </a:cubicBezTo>
                <a:cubicBezTo>
                  <a:pt x="13800" y="30271"/>
                  <a:pt x="16102" y="34868"/>
                  <a:pt x="19714" y="37824"/>
                </a:cubicBezTo>
                <a:cubicBezTo>
                  <a:pt x="24314" y="41439"/>
                  <a:pt x="27109" y="41930"/>
                  <a:pt x="38280" y="44066"/>
                </a:cubicBezTo>
                <a:cubicBezTo>
                  <a:pt x="43209" y="44886"/>
                  <a:pt x="53066" y="46693"/>
                  <a:pt x="53066" y="54086"/>
                </a:cubicBezTo>
                <a:cubicBezTo>
                  <a:pt x="53066" y="54743"/>
                  <a:pt x="53066" y="69654"/>
                  <a:pt x="28586" y="69654"/>
                </a:cubicBezTo>
                <a:cubicBezTo>
                  <a:pt x="20536" y="69654"/>
                  <a:pt x="14457" y="68029"/>
                  <a:pt x="10842" y="65422"/>
                </a:cubicBezTo>
                <a:cubicBezTo>
                  <a:pt x="16430" y="63780"/>
                  <a:pt x="19880" y="59014"/>
                  <a:pt x="19880" y="54086"/>
                </a:cubicBezTo>
                <a:cubicBezTo>
                  <a:pt x="19880" y="48172"/>
                  <a:pt x="15114" y="46528"/>
                  <a:pt x="11830" y="46528"/>
                </a:cubicBezTo>
                <a:cubicBezTo>
                  <a:pt x="6242" y="46528"/>
                  <a:pt x="0" y="51130"/>
                  <a:pt x="0" y="59343"/>
                </a:cubicBezTo>
                <a:cubicBezTo>
                  <a:pt x="0" y="69982"/>
                  <a:pt x="11502" y="75567"/>
                  <a:pt x="28258" y="75567"/>
                </a:cubicBezTo>
                <a:cubicBezTo>
                  <a:pt x="65718" y="75567"/>
                  <a:pt x="65718" y="47515"/>
                  <a:pt x="65718" y="47350"/>
                </a:cubicBezTo>
                <a:cubicBezTo>
                  <a:pt x="65718" y="41767"/>
                  <a:pt x="62923" y="37332"/>
                  <a:pt x="59145" y="34048"/>
                </a:cubicBezTo>
                <a:cubicBezTo>
                  <a:pt x="54051" y="29614"/>
                  <a:pt x="47809" y="28463"/>
                  <a:pt x="42058" y="27478"/>
                </a:cubicBezTo>
                <a:cubicBezTo>
                  <a:pt x="33023" y="25836"/>
                  <a:pt x="26616" y="24685"/>
                  <a:pt x="26616" y="18606"/>
                </a:cubicBezTo>
                <a:cubicBezTo>
                  <a:pt x="26616" y="18278"/>
                  <a:pt x="26616" y="5916"/>
                  <a:pt x="45016" y="5916"/>
                </a:cubicBezTo>
                <a:cubicBezTo>
                  <a:pt x="48302" y="5916"/>
                  <a:pt x="54216" y="6247"/>
                  <a:pt x="58651" y="9571"/>
                </a:cubicBezTo>
                <a:close/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34" name="path-882">
            <a:extLst xmlns:a="http://schemas.openxmlformats.org/drawingml/2006/main">
              <a:ext uri="{FF2B5EF4-FFF2-40B4-BE49-F238E27FC236}">
                <a16:creationId xmlns:a16="http://schemas.microsoft.com/office/drawing/2014/main" id="{F92A87DF-F916-4AEF-A8C0-33048822D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7908" y="7825422"/>
            <a:ext cx="38871" cy="72940"/>
          </a:xfrm>
          <a:custGeom xmlns:a="http://schemas.openxmlformats.org/drawingml/2006/main">
            <a:pathLst>
              <a:path w="38871" h="72940">
                <a:moveTo>
                  <a:pt x="23460" y="26431"/>
                </a:moveTo>
                <a:lnTo>
                  <a:pt x="35191" y="26431"/>
                </a:lnTo>
                <a:cubicBezTo>
                  <a:pt x="37376" y="26431"/>
                  <a:pt x="38871" y="26431"/>
                  <a:pt x="38871" y="23900"/>
                </a:cubicBezTo>
                <a:cubicBezTo>
                  <a:pt x="38871" y="22290"/>
                  <a:pt x="37376" y="22290"/>
                  <a:pt x="35421" y="22290"/>
                </a:cubicBezTo>
                <a:lnTo>
                  <a:pt x="24495" y="22290"/>
                </a:lnTo>
                <a:lnTo>
                  <a:pt x="28751" y="5287"/>
                </a:lnTo>
                <a:cubicBezTo>
                  <a:pt x="28867" y="4712"/>
                  <a:pt x="29096" y="4138"/>
                  <a:pt x="29096" y="3678"/>
                </a:cubicBezTo>
                <a:cubicBezTo>
                  <a:pt x="29096" y="1609"/>
                  <a:pt x="27486" y="0"/>
                  <a:pt x="25185" y="0"/>
                </a:cubicBezTo>
                <a:cubicBezTo>
                  <a:pt x="22311" y="0"/>
                  <a:pt x="20586" y="1955"/>
                  <a:pt x="19780" y="4942"/>
                </a:cubicBezTo>
                <a:cubicBezTo>
                  <a:pt x="18975" y="7814"/>
                  <a:pt x="20470" y="2299"/>
                  <a:pt x="15411" y="22290"/>
                </a:cubicBezTo>
                <a:lnTo>
                  <a:pt x="3680" y="22290"/>
                </a:lnTo>
                <a:cubicBezTo>
                  <a:pt x="1495" y="22290"/>
                  <a:pt x="0" y="22290"/>
                  <a:pt x="0" y="24820"/>
                </a:cubicBezTo>
                <a:cubicBezTo>
                  <a:pt x="0" y="26431"/>
                  <a:pt x="1379" y="26431"/>
                  <a:pt x="3450" y="26431"/>
                </a:cubicBezTo>
                <a:lnTo>
                  <a:pt x="14375" y="26431"/>
                </a:lnTo>
                <a:lnTo>
                  <a:pt x="7590" y="53530"/>
                </a:lnTo>
                <a:cubicBezTo>
                  <a:pt x="6900" y="56401"/>
                  <a:pt x="5865" y="60536"/>
                  <a:pt x="5865" y="62027"/>
                </a:cubicBezTo>
                <a:cubicBezTo>
                  <a:pt x="5865" y="68803"/>
                  <a:pt x="11615" y="72940"/>
                  <a:pt x="18171" y="72940"/>
                </a:cubicBezTo>
                <a:cubicBezTo>
                  <a:pt x="30936" y="72940"/>
                  <a:pt x="38181" y="56861"/>
                  <a:pt x="38181" y="55368"/>
                </a:cubicBezTo>
                <a:cubicBezTo>
                  <a:pt x="38181" y="53874"/>
                  <a:pt x="36686" y="53874"/>
                  <a:pt x="36340" y="53874"/>
                </a:cubicBezTo>
                <a:cubicBezTo>
                  <a:pt x="34961" y="53874"/>
                  <a:pt x="34845" y="54104"/>
                  <a:pt x="33926" y="56057"/>
                </a:cubicBezTo>
                <a:cubicBezTo>
                  <a:pt x="30706" y="63291"/>
                  <a:pt x="24841" y="69720"/>
                  <a:pt x="18515" y="69720"/>
                </a:cubicBezTo>
                <a:cubicBezTo>
                  <a:pt x="16100" y="69720"/>
                  <a:pt x="14491" y="68229"/>
                  <a:pt x="14491" y="64094"/>
                </a:cubicBezTo>
                <a:cubicBezTo>
                  <a:pt x="14491" y="62947"/>
                  <a:pt x="14951" y="60536"/>
                  <a:pt x="15181" y="59386"/>
                </a:cubicBezTo>
                <a:lnTo>
                  <a:pt x="23460" y="26431"/>
                </a:lnTo>
                <a:close/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35" name="path-883">
            <a:extLst xmlns:a="http://schemas.openxmlformats.org/drawingml/2006/main">
              <a:ext uri="{FF2B5EF4-FFF2-40B4-BE49-F238E27FC236}">
                <a16:creationId xmlns:a16="http://schemas.microsoft.com/office/drawing/2014/main" id="{2EF8AB18-E42C-4500-A74C-D53D5318F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5135" y="7865568"/>
            <a:ext cx="77743" cy="5636"/>
          </a:xfrm>
          <a:custGeom xmlns:a="http://schemas.openxmlformats.org/drawingml/2006/main">
            <a:pathLst>
              <a:path w="77743" h="5636">
                <a:moveTo>
                  <a:pt x="73142" y="5636"/>
                </a:moveTo>
                <a:cubicBezTo>
                  <a:pt x="74983" y="5636"/>
                  <a:pt x="77743" y="5636"/>
                  <a:pt x="77743" y="2876"/>
                </a:cubicBezTo>
                <a:cubicBezTo>
                  <a:pt x="77743" y="0"/>
                  <a:pt x="75097" y="0"/>
                  <a:pt x="73142" y="0"/>
                </a:cubicBezTo>
                <a:lnTo>
                  <a:pt x="4601" y="0"/>
                </a:lnTo>
                <a:cubicBezTo>
                  <a:pt x="2760" y="0"/>
                  <a:pt x="0" y="0"/>
                  <a:pt x="0" y="2760"/>
                </a:cubicBezTo>
                <a:cubicBezTo>
                  <a:pt x="0" y="5636"/>
                  <a:pt x="2646" y="5636"/>
                  <a:pt x="4601" y="5636"/>
                </a:cubicBezTo>
                <a:lnTo>
                  <a:pt x="73142" y="5636"/>
                </a:lnTo>
                <a:close/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36" name="path-884">
            <a:extLst xmlns:a="http://schemas.openxmlformats.org/drawingml/2006/main">
              <a:ext uri="{FF2B5EF4-FFF2-40B4-BE49-F238E27FC236}">
                <a16:creationId xmlns:a16="http://schemas.microsoft.com/office/drawing/2014/main" id="{70353629-F716-49BD-83BC-386CF8361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7922" y="7820870"/>
            <a:ext cx="41861" cy="76369"/>
          </a:xfrm>
          <a:custGeom xmlns:a="http://schemas.openxmlformats.org/drawingml/2006/main">
            <a:pathLst>
              <a:path w="41861" h="76369">
                <a:moveTo>
                  <a:pt x="25990" y="3213"/>
                </a:moveTo>
                <a:cubicBezTo>
                  <a:pt x="25990" y="116"/>
                  <a:pt x="25761" y="0"/>
                  <a:pt x="22541" y="0"/>
                </a:cubicBezTo>
                <a:cubicBezTo>
                  <a:pt x="15181" y="7202"/>
                  <a:pt x="4715" y="7316"/>
                  <a:pt x="0" y="7316"/>
                </a:cubicBezTo>
                <a:lnTo>
                  <a:pt x="0" y="11455"/>
                </a:lnTo>
                <a:cubicBezTo>
                  <a:pt x="2760" y="11455"/>
                  <a:pt x="10350" y="11455"/>
                  <a:pt x="16676" y="8235"/>
                </a:cubicBezTo>
                <a:lnTo>
                  <a:pt x="16676" y="66935"/>
                </a:lnTo>
                <a:cubicBezTo>
                  <a:pt x="16676" y="70735"/>
                  <a:pt x="16676" y="72230"/>
                  <a:pt x="5175" y="72230"/>
                </a:cubicBezTo>
                <a:lnTo>
                  <a:pt x="805" y="72230"/>
                </a:lnTo>
                <a:lnTo>
                  <a:pt x="805" y="76369"/>
                </a:lnTo>
                <a:cubicBezTo>
                  <a:pt x="2874" y="76255"/>
                  <a:pt x="17020" y="75909"/>
                  <a:pt x="21275" y="75909"/>
                </a:cubicBezTo>
                <a:cubicBezTo>
                  <a:pt x="24841" y="75909"/>
                  <a:pt x="39331" y="76255"/>
                  <a:pt x="41861" y="76369"/>
                </a:cubicBezTo>
                <a:lnTo>
                  <a:pt x="41861" y="72230"/>
                </a:lnTo>
                <a:lnTo>
                  <a:pt x="37491" y="72230"/>
                </a:lnTo>
                <a:cubicBezTo>
                  <a:pt x="25990" y="72230"/>
                  <a:pt x="25990" y="70735"/>
                  <a:pt x="25990" y="66935"/>
                </a:cubicBezTo>
                <a:lnTo>
                  <a:pt x="25990" y="3213"/>
                </a:lnTo>
                <a:close/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37" name="path-885">
            <a:extLst xmlns:a="http://schemas.openxmlformats.org/drawingml/2006/main">
              <a:ext uri="{FF2B5EF4-FFF2-40B4-BE49-F238E27FC236}">
                <a16:creationId xmlns:a16="http://schemas.microsoft.com/office/drawing/2014/main" id="{756F2CD6-63D2-4CFB-8C9A-6D88E0F46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8464" y="7749367"/>
            <a:ext cx="38115" cy="164291"/>
          </a:xfrm>
          <a:custGeom xmlns:a="http://schemas.openxmlformats.org/drawingml/2006/main">
            <a:pathLst>
              <a:path w="38115" h="164291">
                <a:moveTo>
                  <a:pt x="38115" y="82145"/>
                </a:moveTo>
                <a:cubicBezTo>
                  <a:pt x="38115" y="69333"/>
                  <a:pt x="36310" y="49453"/>
                  <a:pt x="27272" y="30887"/>
                </a:cubicBezTo>
                <a:cubicBezTo>
                  <a:pt x="17415" y="10679"/>
                  <a:pt x="3287" y="0"/>
                  <a:pt x="1642" y="0"/>
                </a:cubicBezTo>
                <a:cubicBezTo>
                  <a:pt x="657" y="0"/>
                  <a:pt x="0" y="659"/>
                  <a:pt x="0" y="1645"/>
                </a:cubicBezTo>
                <a:cubicBezTo>
                  <a:pt x="0" y="2136"/>
                  <a:pt x="0" y="2467"/>
                  <a:pt x="3121" y="5422"/>
                </a:cubicBezTo>
                <a:cubicBezTo>
                  <a:pt x="19223" y="21687"/>
                  <a:pt x="28586" y="47809"/>
                  <a:pt x="28586" y="82145"/>
                </a:cubicBezTo>
                <a:cubicBezTo>
                  <a:pt x="28586" y="110240"/>
                  <a:pt x="22509" y="139154"/>
                  <a:pt x="2136" y="159856"/>
                </a:cubicBezTo>
                <a:cubicBezTo>
                  <a:pt x="0" y="161826"/>
                  <a:pt x="0" y="162157"/>
                  <a:pt x="0" y="162649"/>
                </a:cubicBezTo>
                <a:cubicBezTo>
                  <a:pt x="0" y="163634"/>
                  <a:pt x="657" y="164291"/>
                  <a:pt x="1642" y="164291"/>
                </a:cubicBezTo>
                <a:cubicBezTo>
                  <a:pt x="3287" y="164291"/>
                  <a:pt x="18072" y="153120"/>
                  <a:pt x="27766" y="132255"/>
                </a:cubicBezTo>
                <a:cubicBezTo>
                  <a:pt x="36144" y="114183"/>
                  <a:pt x="38115" y="95946"/>
                  <a:pt x="38115" y="82145"/>
                </a:cubicBezTo>
                <a:close/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38" name="path-886">
            <a:extLst xmlns:a="http://schemas.openxmlformats.org/drawingml/2006/main">
              <a:ext uri="{FF2B5EF4-FFF2-40B4-BE49-F238E27FC236}">
                <a16:creationId xmlns:a16="http://schemas.microsoft.com/office/drawing/2014/main" id="{C85D3335-78A9-4A44-9A66-CB682B222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5285" y="7634311"/>
            <a:ext cx="43209" cy="394144"/>
          </a:xfrm>
          <a:custGeom xmlns:a="http://schemas.openxmlformats.org/drawingml/2006/main">
            <a:pathLst>
              <a:path w="43209" h="394144">
                <a:moveTo>
                  <a:pt x="34174" y="385106"/>
                </a:moveTo>
                <a:lnTo>
                  <a:pt x="0" y="385106"/>
                </a:lnTo>
                <a:lnTo>
                  <a:pt x="0" y="394144"/>
                </a:lnTo>
                <a:lnTo>
                  <a:pt x="43209" y="394144"/>
                </a:lnTo>
                <a:lnTo>
                  <a:pt x="43209" y="0"/>
                </a:lnTo>
                <a:lnTo>
                  <a:pt x="0" y="0"/>
                </a:lnTo>
                <a:lnTo>
                  <a:pt x="0" y="9035"/>
                </a:lnTo>
                <a:lnTo>
                  <a:pt x="34174" y="9035"/>
                </a:lnTo>
                <a:lnTo>
                  <a:pt x="34174" y="385106"/>
                </a:lnTo>
                <a:close/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39" name="path-888">
            <a:extLst xmlns:a="http://schemas.openxmlformats.org/drawingml/2006/main">
              <a:ext uri="{FF2B5EF4-FFF2-40B4-BE49-F238E27FC236}">
                <a16:creationId xmlns:a16="http://schemas.microsoft.com/office/drawing/2014/main" id="{7B48A18B-7566-410B-9C8D-E8B9DD579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9887" y="8549853"/>
            <a:ext cx="128146" cy="72519"/>
          </a:xfrm>
          <a:custGeom xmlns:a="http://schemas.openxmlformats.org/drawingml/2006/main">
            <a:pathLst>
              <a:path w="128146" h="72519">
                <a:moveTo>
                  <a:pt x="0" y="1807"/>
                </a:moveTo>
                <a:lnTo>
                  <a:pt x="0" y="6904"/>
                </a:lnTo>
                <a:lnTo>
                  <a:pt x="2464" y="6904"/>
                </a:lnTo>
                <a:cubicBezTo>
                  <a:pt x="7884" y="6904"/>
                  <a:pt x="12813" y="7398"/>
                  <a:pt x="12813" y="15129"/>
                </a:cubicBezTo>
                <a:lnTo>
                  <a:pt x="12813" y="60518"/>
                </a:lnTo>
                <a:cubicBezTo>
                  <a:pt x="12813" y="67262"/>
                  <a:pt x="8213" y="67427"/>
                  <a:pt x="985" y="67427"/>
                </a:cubicBezTo>
                <a:lnTo>
                  <a:pt x="0" y="67427"/>
                </a:lnTo>
                <a:lnTo>
                  <a:pt x="0" y="72519"/>
                </a:lnTo>
                <a:lnTo>
                  <a:pt x="37129" y="72519"/>
                </a:lnTo>
                <a:lnTo>
                  <a:pt x="37129" y="67427"/>
                </a:lnTo>
                <a:lnTo>
                  <a:pt x="32858" y="67427"/>
                </a:lnTo>
                <a:cubicBezTo>
                  <a:pt x="28258" y="67427"/>
                  <a:pt x="24314" y="66768"/>
                  <a:pt x="24314" y="60684"/>
                </a:cubicBezTo>
                <a:lnTo>
                  <a:pt x="24314" y="30586"/>
                </a:lnTo>
                <a:cubicBezTo>
                  <a:pt x="24314" y="18581"/>
                  <a:pt x="30885" y="3615"/>
                  <a:pt x="46658" y="3615"/>
                </a:cubicBezTo>
                <a:cubicBezTo>
                  <a:pt x="57172" y="3615"/>
                  <a:pt x="58322" y="14470"/>
                  <a:pt x="58322" y="22035"/>
                </a:cubicBezTo>
                <a:lnTo>
                  <a:pt x="58322" y="61178"/>
                </a:lnTo>
                <a:cubicBezTo>
                  <a:pt x="58322" y="67099"/>
                  <a:pt x="53394" y="67427"/>
                  <a:pt x="47972" y="67427"/>
                </a:cubicBezTo>
                <a:lnTo>
                  <a:pt x="45507" y="67427"/>
                </a:lnTo>
                <a:lnTo>
                  <a:pt x="45507" y="72519"/>
                </a:lnTo>
                <a:lnTo>
                  <a:pt x="82637" y="72519"/>
                </a:lnTo>
                <a:lnTo>
                  <a:pt x="82637" y="67427"/>
                </a:lnTo>
                <a:lnTo>
                  <a:pt x="78365" y="67427"/>
                </a:lnTo>
                <a:cubicBezTo>
                  <a:pt x="73765" y="67427"/>
                  <a:pt x="69824" y="66768"/>
                  <a:pt x="69824" y="60684"/>
                </a:cubicBezTo>
                <a:lnTo>
                  <a:pt x="69824" y="30586"/>
                </a:lnTo>
                <a:cubicBezTo>
                  <a:pt x="69824" y="18581"/>
                  <a:pt x="76395" y="3615"/>
                  <a:pt x="92165" y="3615"/>
                </a:cubicBezTo>
                <a:cubicBezTo>
                  <a:pt x="102682" y="3615"/>
                  <a:pt x="103830" y="14470"/>
                  <a:pt x="103830" y="22035"/>
                </a:cubicBezTo>
                <a:lnTo>
                  <a:pt x="103830" y="61178"/>
                </a:lnTo>
                <a:cubicBezTo>
                  <a:pt x="103830" y="67099"/>
                  <a:pt x="98901" y="67427"/>
                  <a:pt x="93481" y="67427"/>
                </a:cubicBezTo>
                <a:lnTo>
                  <a:pt x="91017" y="67427"/>
                </a:lnTo>
                <a:lnTo>
                  <a:pt x="91017" y="72519"/>
                </a:lnTo>
                <a:lnTo>
                  <a:pt x="128146" y="72519"/>
                </a:lnTo>
                <a:lnTo>
                  <a:pt x="128146" y="67427"/>
                </a:lnTo>
                <a:lnTo>
                  <a:pt x="124697" y="67427"/>
                </a:lnTo>
                <a:cubicBezTo>
                  <a:pt x="119766" y="67427"/>
                  <a:pt x="115331" y="66934"/>
                  <a:pt x="115331" y="61178"/>
                </a:cubicBezTo>
                <a:lnTo>
                  <a:pt x="115331" y="24008"/>
                </a:lnTo>
                <a:cubicBezTo>
                  <a:pt x="115331" y="17924"/>
                  <a:pt x="115003" y="12497"/>
                  <a:pt x="111060" y="6904"/>
                </a:cubicBezTo>
                <a:cubicBezTo>
                  <a:pt x="106788" y="1479"/>
                  <a:pt x="99724" y="0"/>
                  <a:pt x="93153" y="0"/>
                </a:cubicBezTo>
                <a:cubicBezTo>
                  <a:pt x="82474" y="0"/>
                  <a:pt x="73765" y="6247"/>
                  <a:pt x="69330" y="15786"/>
                </a:cubicBezTo>
                <a:cubicBezTo>
                  <a:pt x="66209" y="4109"/>
                  <a:pt x="58816" y="0"/>
                  <a:pt x="47480" y="0"/>
                </a:cubicBezTo>
                <a:cubicBezTo>
                  <a:pt x="36964" y="0"/>
                  <a:pt x="26944" y="6576"/>
                  <a:pt x="23492" y="16774"/>
                </a:cubicBezTo>
                <a:lnTo>
                  <a:pt x="23329" y="0"/>
                </a:lnTo>
                <a:lnTo>
                  <a:pt x="0" y="1807"/>
                </a:lnTo>
                <a:close/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40" name="path-889">
            <a:extLst xmlns:a="http://schemas.openxmlformats.org/drawingml/2006/main">
              <a:ext uri="{FF2B5EF4-FFF2-40B4-BE49-F238E27FC236}">
                <a16:creationId xmlns:a16="http://schemas.microsoft.com/office/drawing/2014/main" id="{CE9882D1-4C6E-40A4-AEBE-D7AA4041B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921" y="8512468"/>
            <a:ext cx="35322" cy="109904"/>
          </a:xfrm>
          <a:custGeom xmlns:a="http://schemas.openxmlformats.org/drawingml/2006/main">
            <a:pathLst>
              <a:path w="35322" h="109904">
                <a:moveTo>
                  <a:pt x="657" y="39330"/>
                </a:moveTo>
                <a:lnTo>
                  <a:pt x="657" y="44417"/>
                </a:lnTo>
                <a:lnTo>
                  <a:pt x="3780" y="44417"/>
                </a:lnTo>
                <a:cubicBezTo>
                  <a:pt x="8543" y="44417"/>
                  <a:pt x="12815" y="45074"/>
                  <a:pt x="12815" y="52624"/>
                </a:cubicBezTo>
                <a:lnTo>
                  <a:pt x="12815" y="98084"/>
                </a:lnTo>
                <a:cubicBezTo>
                  <a:pt x="12815" y="103827"/>
                  <a:pt x="9857" y="104812"/>
                  <a:pt x="0" y="104812"/>
                </a:cubicBezTo>
                <a:lnTo>
                  <a:pt x="0" y="109904"/>
                </a:lnTo>
                <a:lnTo>
                  <a:pt x="35322" y="109904"/>
                </a:lnTo>
                <a:lnTo>
                  <a:pt x="35322" y="104812"/>
                </a:lnTo>
                <a:lnTo>
                  <a:pt x="32038" y="104812"/>
                </a:lnTo>
                <a:cubicBezTo>
                  <a:pt x="27766" y="104812"/>
                  <a:pt x="23823" y="104319"/>
                  <a:pt x="23823" y="99069"/>
                </a:cubicBezTo>
                <a:lnTo>
                  <a:pt x="23823" y="37523"/>
                </a:lnTo>
                <a:lnTo>
                  <a:pt x="657" y="39330"/>
                </a:lnTo>
                <a:moveTo>
                  <a:pt x="14457" y="163"/>
                </a:moveTo>
                <a:cubicBezTo>
                  <a:pt x="10351" y="664"/>
                  <a:pt x="7064" y="4289"/>
                  <a:pt x="7064" y="8741"/>
                </a:cubicBezTo>
                <a:cubicBezTo>
                  <a:pt x="7064" y="13522"/>
                  <a:pt x="11173" y="17480"/>
                  <a:pt x="15773" y="17480"/>
                </a:cubicBezTo>
                <a:cubicBezTo>
                  <a:pt x="20208" y="17480"/>
                  <a:pt x="24480" y="13853"/>
                  <a:pt x="24480" y="8741"/>
                </a:cubicBezTo>
                <a:cubicBezTo>
                  <a:pt x="24480" y="3961"/>
                  <a:pt x="20373" y="3"/>
                  <a:pt x="15773" y="3"/>
                </a:cubicBezTo>
                <a:cubicBezTo>
                  <a:pt x="15279" y="0"/>
                  <a:pt x="14951" y="163"/>
                  <a:pt x="14457" y="163"/>
                </a:cubicBezTo>
                <a:close/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41" name="path-890">
            <a:extLst xmlns:a="http://schemas.openxmlformats.org/drawingml/2006/main">
              <a:ext uri="{FF2B5EF4-FFF2-40B4-BE49-F238E27FC236}">
                <a16:creationId xmlns:a16="http://schemas.microsoft.com/office/drawing/2014/main" id="{2AE3DA0F-9C02-4A07-A9C3-C01383376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2447" y="8549853"/>
            <a:ext cx="82474" cy="72519"/>
          </a:xfrm>
          <a:custGeom xmlns:a="http://schemas.openxmlformats.org/drawingml/2006/main">
            <a:pathLst>
              <a:path w="82474" h="72519">
                <a:moveTo>
                  <a:pt x="0" y="1807"/>
                </a:moveTo>
                <a:lnTo>
                  <a:pt x="0" y="6904"/>
                </a:lnTo>
                <a:lnTo>
                  <a:pt x="2464" y="6904"/>
                </a:lnTo>
                <a:cubicBezTo>
                  <a:pt x="7884" y="6904"/>
                  <a:pt x="12813" y="7398"/>
                  <a:pt x="12813" y="15129"/>
                </a:cubicBezTo>
                <a:lnTo>
                  <a:pt x="12813" y="60518"/>
                </a:lnTo>
                <a:cubicBezTo>
                  <a:pt x="12813" y="67262"/>
                  <a:pt x="8213" y="67427"/>
                  <a:pt x="985" y="67427"/>
                </a:cubicBezTo>
                <a:lnTo>
                  <a:pt x="0" y="67427"/>
                </a:lnTo>
                <a:lnTo>
                  <a:pt x="0" y="72519"/>
                </a:lnTo>
                <a:lnTo>
                  <a:pt x="37129" y="72519"/>
                </a:lnTo>
                <a:lnTo>
                  <a:pt x="37129" y="67427"/>
                </a:lnTo>
                <a:lnTo>
                  <a:pt x="32858" y="67427"/>
                </a:lnTo>
                <a:cubicBezTo>
                  <a:pt x="28258" y="67427"/>
                  <a:pt x="24314" y="66768"/>
                  <a:pt x="24314" y="60684"/>
                </a:cubicBezTo>
                <a:lnTo>
                  <a:pt x="24314" y="30586"/>
                </a:lnTo>
                <a:cubicBezTo>
                  <a:pt x="24314" y="18746"/>
                  <a:pt x="30393" y="3615"/>
                  <a:pt x="46658" y="3615"/>
                </a:cubicBezTo>
                <a:cubicBezTo>
                  <a:pt x="57172" y="3615"/>
                  <a:pt x="58157" y="14964"/>
                  <a:pt x="58157" y="22035"/>
                </a:cubicBezTo>
                <a:lnTo>
                  <a:pt x="58157" y="61343"/>
                </a:lnTo>
                <a:cubicBezTo>
                  <a:pt x="58157" y="66934"/>
                  <a:pt x="53394" y="67427"/>
                  <a:pt x="48300" y="67427"/>
                </a:cubicBezTo>
                <a:lnTo>
                  <a:pt x="45344" y="67427"/>
                </a:lnTo>
                <a:lnTo>
                  <a:pt x="45344" y="72519"/>
                </a:lnTo>
                <a:lnTo>
                  <a:pt x="82474" y="72519"/>
                </a:lnTo>
                <a:lnTo>
                  <a:pt x="82474" y="67427"/>
                </a:lnTo>
                <a:lnTo>
                  <a:pt x="78365" y="67427"/>
                </a:lnTo>
                <a:cubicBezTo>
                  <a:pt x="73930" y="67427"/>
                  <a:pt x="69659" y="66768"/>
                  <a:pt x="69659" y="61178"/>
                </a:cubicBezTo>
                <a:lnTo>
                  <a:pt x="69659" y="25162"/>
                </a:lnTo>
                <a:cubicBezTo>
                  <a:pt x="69659" y="19734"/>
                  <a:pt x="69493" y="14141"/>
                  <a:pt x="66866" y="9208"/>
                </a:cubicBezTo>
                <a:cubicBezTo>
                  <a:pt x="63088" y="1973"/>
                  <a:pt x="54708" y="0"/>
                  <a:pt x="47152" y="0"/>
                </a:cubicBezTo>
                <a:cubicBezTo>
                  <a:pt x="37129" y="0"/>
                  <a:pt x="26778" y="6904"/>
                  <a:pt x="23492" y="16774"/>
                </a:cubicBezTo>
                <a:lnTo>
                  <a:pt x="23329" y="0"/>
                </a:lnTo>
                <a:lnTo>
                  <a:pt x="0" y="1807"/>
                </a:lnTo>
                <a:close/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42" name="path-891">
            <a:extLst xmlns:a="http://schemas.openxmlformats.org/drawingml/2006/main">
              <a:ext uri="{FF2B5EF4-FFF2-40B4-BE49-F238E27FC236}">
                <a16:creationId xmlns:a16="http://schemas.microsoft.com/office/drawing/2014/main" id="{DAD40003-2745-4C6C-ACBA-B6011F9BB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3808" y="8512468"/>
            <a:ext cx="35322" cy="109904"/>
          </a:xfrm>
          <a:custGeom xmlns:a="http://schemas.openxmlformats.org/drawingml/2006/main">
            <a:pathLst>
              <a:path w="35322" h="109904">
                <a:moveTo>
                  <a:pt x="657" y="39330"/>
                </a:moveTo>
                <a:lnTo>
                  <a:pt x="657" y="44417"/>
                </a:lnTo>
                <a:lnTo>
                  <a:pt x="3780" y="44417"/>
                </a:lnTo>
                <a:cubicBezTo>
                  <a:pt x="8543" y="44417"/>
                  <a:pt x="12815" y="45074"/>
                  <a:pt x="12815" y="52624"/>
                </a:cubicBezTo>
                <a:lnTo>
                  <a:pt x="12815" y="98084"/>
                </a:lnTo>
                <a:cubicBezTo>
                  <a:pt x="12815" y="103827"/>
                  <a:pt x="9857" y="104812"/>
                  <a:pt x="0" y="104812"/>
                </a:cubicBezTo>
                <a:lnTo>
                  <a:pt x="0" y="109904"/>
                </a:lnTo>
                <a:lnTo>
                  <a:pt x="35322" y="109904"/>
                </a:lnTo>
                <a:lnTo>
                  <a:pt x="35322" y="104812"/>
                </a:lnTo>
                <a:lnTo>
                  <a:pt x="32038" y="104812"/>
                </a:lnTo>
                <a:cubicBezTo>
                  <a:pt x="27766" y="104812"/>
                  <a:pt x="23823" y="104319"/>
                  <a:pt x="23823" y="99069"/>
                </a:cubicBezTo>
                <a:lnTo>
                  <a:pt x="23823" y="37523"/>
                </a:lnTo>
                <a:lnTo>
                  <a:pt x="657" y="39330"/>
                </a:lnTo>
                <a:moveTo>
                  <a:pt x="14457" y="163"/>
                </a:moveTo>
                <a:cubicBezTo>
                  <a:pt x="10351" y="664"/>
                  <a:pt x="7064" y="4289"/>
                  <a:pt x="7064" y="8741"/>
                </a:cubicBezTo>
                <a:cubicBezTo>
                  <a:pt x="7064" y="13522"/>
                  <a:pt x="11173" y="17480"/>
                  <a:pt x="15773" y="17480"/>
                </a:cubicBezTo>
                <a:cubicBezTo>
                  <a:pt x="20208" y="17480"/>
                  <a:pt x="24480" y="13853"/>
                  <a:pt x="24480" y="8741"/>
                </a:cubicBezTo>
                <a:cubicBezTo>
                  <a:pt x="24480" y="3961"/>
                  <a:pt x="20373" y="3"/>
                  <a:pt x="15773" y="3"/>
                </a:cubicBezTo>
                <a:cubicBezTo>
                  <a:pt x="15279" y="0"/>
                  <a:pt x="14951" y="163"/>
                  <a:pt x="14457" y="163"/>
                </a:cubicBezTo>
                <a:close/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43" name="path-892">
            <a:extLst xmlns:a="http://schemas.openxmlformats.org/drawingml/2006/main">
              <a:ext uri="{FF2B5EF4-FFF2-40B4-BE49-F238E27FC236}">
                <a16:creationId xmlns:a16="http://schemas.microsoft.com/office/drawing/2014/main" id="{4A5C598F-CADD-42F0-9C79-07E8917F7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9334" y="8549853"/>
            <a:ext cx="128146" cy="72519"/>
          </a:xfrm>
          <a:custGeom xmlns:a="http://schemas.openxmlformats.org/drawingml/2006/main">
            <a:pathLst>
              <a:path w="128146" h="72519">
                <a:moveTo>
                  <a:pt x="0" y="1807"/>
                </a:moveTo>
                <a:lnTo>
                  <a:pt x="0" y="6904"/>
                </a:lnTo>
                <a:lnTo>
                  <a:pt x="2464" y="6904"/>
                </a:lnTo>
                <a:cubicBezTo>
                  <a:pt x="7884" y="6904"/>
                  <a:pt x="12813" y="7398"/>
                  <a:pt x="12813" y="15129"/>
                </a:cubicBezTo>
                <a:lnTo>
                  <a:pt x="12813" y="60518"/>
                </a:lnTo>
                <a:cubicBezTo>
                  <a:pt x="12813" y="67262"/>
                  <a:pt x="8213" y="67427"/>
                  <a:pt x="985" y="67427"/>
                </a:cubicBezTo>
                <a:lnTo>
                  <a:pt x="0" y="67427"/>
                </a:lnTo>
                <a:lnTo>
                  <a:pt x="0" y="72519"/>
                </a:lnTo>
                <a:lnTo>
                  <a:pt x="37129" y="72519"/>
                </a:lnTo>
                <a:lnTo>
                  <a:pt x="37129" y="67427"/>
                </a:lnTo>
                <a:lnTo>
                  <a:pt x="32858" y="67427"/>
                </a:lnTo>
                <a:cubicBezTo>
                  <a:pt x="28258" y="67427"/>
                  <a:pt x="24314" y="66768"/>
                  <a:pt x="24314" y="60684"/>
                </a:cubicBezTo>
                <a:lnTo>
                  <a:pt x="24314" y="30586"/>
                </a:lnTo>
                <a:cubicBezTo>
                  <a:pt x="24314" y="18581"/>
                  <a:pt x="30885" y="3615"/>
                  <a:pt x="46658" y="3615"/>
                </a:cubicBezTo>
                <a:cubicBezTo>
                  <a:pt x="57172" y="3615"/>
                  <a:pt x="58322" y="14470"/>
                  <a:pt x="58322" y="22035"/>
                </a:cubicBezTo>
                <a:lnTo>
                  <a:pt x="58322" y="61178"/>
                </a:lnTo>
                <a:cubicBezTo>
                  <a:pt x="58322" y="67099"/>
                  <a:pt x="53394" y="67427"/>
                  <a:pt x="47972" y="67427"/>
                </a:cubicBezTo>
                <a:lnTo>
                  <a:pt x="45507" y="67427"/>
                </a:lnTo>
                <a:lnTo>
                  <a:pt x="45507" y="72519"/>
                </a:lnTo>
                <a:lnTo>
                  <a:pt x="82637" y="72519"/>
                </a:lnTo>
                <a:lnTo>
                  <a:pt x="82637" y="67427"/>
                </a:lnTo>
                <a:lnTo>
                  <a:pt x="78365" y="67427"/>
                </a:lnTo>
                <a:cubicBezTo>
                  <a:pt x="73765" y="67427"/>
                  <a:pt x="69824" y="66768"/>
                  <a:pt x="69824" y="60684"/>
                </a:cubicBezTo>
                <a:lnTo>
                  <a:pt x="69824" y="30586"/>
                </a:lnTo>
                <a:cubicBezTo>
                  <a:pt x="69824" y="18581"/>
                  <a:pt x="76395" y="3615"/>
                  <a:pt x="92165" y="3615"/>
                </a:cubicBezTo>
                <a:cubicBezTo>
                  <a:pt x="102682" y="3615"/>
                  <a:pt x="103830" y="14470"/>
                  <a:pt x="103830" y="22035"/>
                </a:cubicBezTo>
                <a:lnTo>
                  <a:pt x="103830" y="61178"/>
                </a:lnTo>
                <a:cubicBezTo>
                  <a:pt x="103830" y="67099"/>
                  <a:pt x="98901" y="67427"/>
                  <a:pt x="93481" y="67427"/>
                </a:cubicBezTo>
                <a:lnTo>
                  <a:pt x="91017" y="67427"/>
                </a:lnTo>
                <a:lnTo>
                  <a:pt x="91017" y="72519"/>
                </a:lnTo>
                <a:lnTo>
                  <a:pt x="128146" y="72519"/>
                </a:lnTo>
                <a:lnTo>
                  <a:pt x="128146" y="67427"/>
                </a:lnTo>
                <a:lnTo>
                  <a:pt x="124697" y="67427"/>
                </a:lnTo>
                <a:cubicBezTo>
                  <a:pt x="119766" y="67427"/>
                  <a:pt x="115331" y="66934"/>
                  <a:pt x="115331" y="61178"/>
                </a:cubicBezTo>
                <a:lnTo>
                  <a:pt x="115331" y="24008"/>
                </a:lnTo>
                <a:cubicBezTo>
                  <a:pt x="115331" y="17924"/>
                  <a:pt x="115003" y="12497"/>
                  <a:pt x="111060" y="6904"/>
                </a:cubicBezTo>
                <a:cubicBezTo>
                  <a:pt x="106788" y="1479"/>
                  <a:pt x="99724" y="0"/>
                  <a:pt x="93153" y="0"/>
                </a:cubicBezTo>
                <a:cubicBezTo>
                  <a:pt x="82474" y="0"/>
                  <a:pt x="73765" y="6247"/>
                  <a:pt x="69330" y="15786"/>
                </a:cubicBezTo>
                <a:cubicBezTo>
                  <a:pt x="66209" y="4109"/>
                  <a:pt x="58816" y="0"/>
                  <a:pt x="47480" y="0"/>
                </a:cubicBezTo>
                <a:cubicBezTo>
                  <a:pt x="36964" y="0"/>
                  <a:pt x="26944" y="6576"/>
                  <a:pt x="23492" y="16774"/>
                </a:cubicBezTo>
                <a:lnTo>
                  <a:pt x="23329" y="0"/>
                </a:lnTo>
                <a:lnTo>
                  <a:pt x="0" y="1807"/>
                </a:lnTo>
                <a:close/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44" name="path-893">
            <a:extLst xmlns:a="http://schemas.openxmlformats.org/drawingml/2006/main">
              <a:ext uri="{FF2B5EF4-FFF2-40B4-BE49-F238E27FC236}">
                <a16:creationId xmlns:a16="http://schemas.microsoft.com/office/drawing/2014/main" id="{A0ACAA26-B121-4570-B165-06397229C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6367" y="8512468"/>
            <a:ext cx="35322" cy="109904"/>
          </a:xfrm>
          <a:custGeom xmlns:a="http://schemas.openxmlformats.org/drawingml/2006/main">
            <a:pathLst>
              <a:path w="35322" h="109904">
                <a:moveTo>
                  <a:pt x="657" y="39330"/>
                </a:moveTo>
                <a:lnTo>
                  <a:pt x="657" y="44417"/>
                </a:lnTo>
                <a:lnTo>
                  <a:pt x="3780" y="44417"/>
                </a:lnTo>
                <a:cubicBezTo>
                  <a:pt x="8543" y="44417"/>
                  <a:pt x="12815" y="45074"/>
                  <a:pt x="12815" y="52624"/>
                </a:cubicBezTo>
                <a:lnTo>
                  <a:pt x="12815" y="98084"/>
                </a:lnTo>
                <a:cubicBezTo>
                  <a:pt x="12815" y="103827"/>
                  <a:pt x="9857" y="104812"/>
                  <a:pt x="0" y="104812"/>
                </a:cubicBezTo>
                <a:lnTo>
                  <a:pt x="0" y="109904"/>
                </a:lnTo>
                <a:lnTo>
                  <a:pt x="35322" y="109904"/>
                </a:lnTo>
                <a:lnTo>
                  <a:pt x="35322" y="104812"/>
                </a:lnTo>
                <a:lnTo>
                  <a:pt x="32038" y="104812"/>
                </a:lnTo>
                <a:cubicBezTo>
                  <a:pt x="27766" y="104812"/>
                  <a:pt x="23823" y="104319"/>
                  <a:pt x="23823" y="99069"/>
                </a:cubicBezTo>
                <a:lnTo>
                  <a:pt x="23823" y="37523"/>
                </a:lnTo>
                <a:lnTo>
                  <a:pt x="657" y="39330"/>
                </a:lnTo>
                <a:moveTo>
                  <a:pt x="14457" y="163"/>
                </a:moveTo>
                <a:cubicBezTo>
                  <a:pt x="10351" y="664"/>
                  <a:pt x="7064" y="4289"/>
                  <a:pt x="7064" y="8741"/>
                </a:cubicBezTo>
                <a:cubicBezTo>
                  <a:pt x="7064" y="13522"/>
                  <a:pt x="11173" y="17480"/>
                  <a:pt x="15773" y="17480"/>
                </a:cubicBezTo>
                <a:cubicBezTo>
                  <a:pt x="20208" y="17480"/>
                  <a:pt x="24480" y="13853"/>
                  <a:pt x="24480" y="8741"/>
                </a:cubicBezTo>
                <a:cubicBezTo>
                  <a:pt x="24480" y="3961"/>
                  <a:pt x="20373" y="3"/>
                  <a:pt x="15773" y="3"/>
                </a:cubicBezTo>
                <a:cubicBezTo>
                  <a:pt x="15279" y="0"/>
                  <a:pt x="14951" y="163"/>
                  <a:pt x="14457" y="163"/>
                </a:cubicBezTo>
                <a:close/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45" name="path-894">
            <a:extLst xmlns:a="http://schemas.openxmlformats.org/drawingml/2006/main">
              <a:ext uri="{FF2B5EF4-FFF2-40B4-BE49-F238E27FC236}">
                <a16:creationId xmlns:a16="http://schemas.microsoft.com/office/drawing/2014/main" id="{F4C81A3A-6454-48D3-803D-7CF2761E5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1237" y="8551779"/>
            <a:ext cx="61278" cy="70594"/>
          </a:xfrm>
          <a:custGeom xmlns:a="http://schemas.openxmlformats.org/drawingml/2006/main">
            <a:pathLst>
              <a:path w="61278" h="70594">
                <a:moveTo>
                  <a:pt x="4106" y="0"/>
                </a:moveTo>
                <a:lnTo>
                  <a:pt x="2299" y="26432"/>
                </a:lnTo>
                <a:lnTo>
                  <a:pt x="6405" y="26432"/>
                </a:lnTo>
                <a:cubicBezTo>
                  <a:pt x="6733" y="20689"/>
                  <a:pt x="7064" y="13958"/>
                  <a:pt x="10677" y="9361"/>
                </a:cubicBezTo>
                <a:cubicBezTo>
                  <a:pt x="14620" y="4109"/>
                  <a:pt x="22341" y="3615"/>
                  <a:pt x="28914" y="3615"/>
                </a:cubicBezTo>
                <a:lnTo>
                  <a:pt x="47149" y="3615"/>
                </a:lnTo>
                <a:cubicBezTo>
                  <a:pt x="31707" y="23479"/>
                  <a:pt x="16921" y="44490"/>
                  <a:pt x="1805" y="64682"/>
                </a:cubicBezTo>
                <a:cubicBezTo>
                  <a:pt x="985" y="65668"/>
                  <a:pt x="0" y="67144"/>
                  <a:pt x="0" y="68460"/>
                </a:cubicBezTo>
                <a:cubicBezTo>
                  <a:pt x="0" y="70102"/>
                  <a:pt x="1148" y="70594"/>
                  <a:pt x="2793" y="70594"/>
                </a:cubicBezTo>
                <a:lnTo>
                  <a:pt x="58485" y="70594"/>
                </a:lnTo>
                <a:lnTo>
                  <a:pt x="61278" y="39894"/>
                </a:lnTo>
                <a:lnTo>
                  <a:pt x="57172" y="39894"/>
                </a:lnTo>
                <a:cubicBezTo>
                  <a:pt x="56021" y="51058"/>
                  <a:pt x="55201" y="64517"/>
                  <a:pt x="39428" y="66159"/>
                </a:cubicBezTo>
                <a:cubicBezTo>
                  <a:pt x="35650" y="66487"/>
                  <a:pt x="32035" y="66487"/>
                  <a:pt x="28258" y="66487"/>
                </a:cubicBezTo>
                <a:lnTo>
                  <a:pt x="13963" y="66487"/>
                </a:lnTo>
                <a:cubicBezTo>
                  <a:pt x="25956" y="50072"/>
                  <a:pt x="38115" y="33657"/>
                  <a:pt x="50273" y="17405"/>
                </a:cubicBezTo>
                <a:cubicBezTo>
                  <a:pt x="53885" y="12645"/>
                  <a:pt x="60950" y="4766"/>
                  <a:pt x="60950" y="1973"/>
                </a:cubicBezTo>
                <a:cubicBezTo>
                  <a:pt x="60950" y="494"/>
                  <a:pt x="59636" y="0"/>
                  <a:pt x="58322" y="0"/>
                </a:cubicBezTo>
                <a:lnTo>
                  <a:pt x="4106" y="0"/>
                </a:lnTo>
                <a:close/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46" name="path-895">
            <a:extLst xmlns:a="http://schemas.openxmlformats.org/drawingml/2006/main">
              <a:ext uri="{FF2B5EF4-FFF2-40B4-BE49-F238E27FC236}">
                <a16:creationId xmlns:a16="http://schemas.microsoft.com/office/drawing/2014/main" id="{532EA558-DDD9-4C60-BE56-0FEB06F57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198" y="8548891"/>
            <a:ext cx="63745" cy="75246"/>
          </a:xfrm>
          <a:custGeom xmlns:a="http://schemas.openxmlformats.org/drawingml/2006/main">
            <a:pathLst>
              <a:path w="63745" h="75246">
                <a:moveTo>
                  <a:pt x="13800" y="35457"/>
                </a:moveTo>
                <a:lnTo>
                  <a:pt x="61115" y="35457"/>
                </a:lnTo>
                <a:cubicBezTo>
                  <a:pt x="62923" y="35457"/>
                  <a:pt x="63745" y="34309"/>
                  <a:pt x="63745" y="32502"/>
                </a:cubicBezTo>
                <a:cubicBezTo>
                  <a:pt x="63745" y="15104"/>
                  <a:pt x="53066" y="0"/>
                  <a:pt x="34665" y="0"/>
                </a:cubicBezTo>
                <a:cubicBezTo>
                  <a:pt x="14457" y="0"/>
                  <a:pt x="0" y="17894"/>
                  <a:pt x="0" y="37433"/>
                </a:cubicBezTo>
                <a:cubicBezTo>
                  <a:pt x="0" y="52559"/>
                  <a:pt x="8378" y="66044"/>
                  <a:pt x="22835" y="72619"/>
                </a:cubicBezTo>
                <a:cubicBezTo>
                  <a:pt x="26613" y="74261"/>
                  <a:pt x="31050" y="75246"/>
                  <a:pt x="35156" y="75246"/>
                </a:cubicBezTo>
                <a:lnTo>
                  <a:pt x="35650" y="75246"/>
                </a:lnTo>
                <a:cubicBezTo>
                  <a:pt x="48300" y="75246"/>
                  <a:pt x="58814" y="68180"/>
                  <a:pt x="63251" y="55520"/>
                </a:cubicBezTo>
                <a:cubicBezTo>
                  <a:pt x="63414" y="55026"/>
                  <a:pt x="63414" y="54369"/>
                  <a:pt x="63414" y="53875"/>
                </a:cubicBezTo>
                <a:cubicBezTo>
                  <a:pt x="63414" y="52725"/>
                  <a:pt x="62757" y="51902"/>
                  <a:pt x="61609" y="51902"/>
                </a:cubicBezTo>
                <a:cubicBezTo>
                  <a:pt x="59145" y="51902"/>
                  <a:pt x="58157" y="57327"/>
                  <a:pt x="57172" y="59137"/>
                </a:cubicBezTo>
                <a:cubicBezTo>
                  <a:pt x="53066" y="66372"/>
                  <a:pt x="45179" y="71140"/>
                  <a:pt x="36635" y="71140"/>
                </a:cubicBezTo>
                <a:cubicBezTo>
                  <a:pt x="30556" y="71140"/>
                  <a:pt x="25299" y="67688"/>
                  <a:pt x="20865" y="63248"/>
                </a:cubicBezTo>
                <a:cubicBezTo>
                  <a:pt x="14292" y="55683"/>
                  <a:pt x="13800" y="44996"/>
                  <a:pt x="13800" y="35457"/>
                </a:cubicBezTo>
                <a:moveTo>
                  <a:pt x="13963" y="32008"/>
                </a:moveTo>
                <a:cubicBezTo>
                  <a:pt x="13963" y="19371"/>
                  <a:pt x="20699" y="3615"/>
                  <a:pt x="34171" y="3615"/>
                </a:cubicBezTo>
                <a:lnTo>
                  <a:pt x="34993" y="3615"/>
                </a:lnTo>
                <a:cubicBezTo>
                  <a:pt x="51093" y="5094"/>
                  <a:pt x="50930" y="22161"/>
                  <a:pt x="52572" y="32008"/>
                </a:cubicBezTo>
                <a:lnTo>
                  <a:pt x="13963" y="32008"/>
                </a:lnTo>
                <a:close/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47" name="path-896">
            <a:extLst xmlns:a="http://schemas.openxmlformats.org/drawingml/2006/main">
              <a:ext uri="{FF2B5EF4-FFF2-40B4-BE49-F238E27FC236}">
                <a16:creationId xmlns:a16="http://schemas.microsoft.com/office/drawing/2014/main" id="{579594BB-8ED4-4FF6-BFE3-5B95207F2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0726" y="8650000"/>
            <a:ext cx="89932" cy="80749"/>
          </a:xfrm>
          <a:custGeom xmlns:a="http://schemas.openxmlformats.org/drawingml/2006/main">
            <a:pathLst>
              <a:path w="89932" h="80749">
                <a:moveTo>
                  <a:pt x="73142" y="13673"/>
                </a:moveTo>
                <a:cubicBezTo>
                  <a:pt x="77398" y="7472"/>
                  <a:pt x="81077" y="4601"/>
                  <a:pt x="87288" y="4141"/>
                </a:cubicBezTo>
                <a:cubicBezTo>
                  <a:pt x="88667" y="4026"/>
                  <a:pt x="89932" y="3911"/>
                  <a:pt x="89932" y="1611"/>
                </a:cubicBezTo>
                <a:cubicBezTo>
                  <a:pt x="89932" y="1265"/>
                  <a:pt x="89702" y="0"/>
                  <a:pt x="88323" y="0"/>
                </a:cubicBezTo>
                <a:cubicBezTo>
                  <a:pt x="85563" y="0"/>
                  <a:pt x="81997" y="462"/>
                  <a:pt x="79123" y="462"/>
                </a:cubicBezTo>
                <a:cubicBezTo>
                  <a:pt x="75443" y="462"/>
                  <a:pt x="70612" y="0"/>
                  <a:pt x="67162" y="0"/>
                </a:cubicBezTo>
                <a:cubicBezTo>
                  <a:pt x="66126" y="0"/>
                  <a:pt x="64861" y="346"/>
                  <a:pt x="64861" y="2530"/>
                </a:cubicBezTo>
                <a:cubicBezTo>
                  <a:pt x="64861" y="4026"/>
                  <a:pt x="66472" y="4141"/>
                  <a:pt x="66932" y="4141"/>
                </a:cubicBezTo>
                <a:cubicBezTo>
                  <a:pt x="70612" y="4371"/>
                  <a:pt x="71647" y="5749"/>
                  <a:pt x="71647" y="7472"/>
                </a:cubicBezTo>
                <a:cubicBezTo>
                  <a:pt x="71647" y="9079"/>
                  <a:pt x="70842" y="10229"/>
                  <a:pt x="69576" y="12066"/>
                </a:cubicBezTo>
                <a:lnTo>
                  <a:pt x="31855" y="67653"/>
                </a:lnTo>
                <a:lnTo>
                  <a:pt x="21391" y="8965"/>
                </a:lnTo>
                <a:cubicBezTo>
                  <a:pt x="21161" y="7932"/>
                  <a:pt x="21161" y="7702"/>
                  <a:pt x="21161" y="7242"/>
                </a:cubicBezTo>
                <a:cubicBezTo>
                  <a:pt x="21161" y="4141"/>
                  <a:pt x="27601" y="4141"/>
                  <a:pt x="28405" y="4141"/>
                </a:cubicBezTo>
                <a:cubicBezTo>
                  <a:pt x="30360" y="4141"/>
                  <a:pt x="31855" y="4141"/>
                  <a:pt x="31855" y="1611"/>
                </a:cubicBezTo>
                <a:cubicBezTo>
                  <a:pt x="31855" y="1495"/>
                  <a:pt x="31741" y="0"/>
                  <a:pt x="29900" y="0"/>
                </a:cubicBezTo>
                <a:cubicBezTo>
                  <a:pt x="26566" y="0"/>
                  <a:pt x="18401" y="462"/>
                  <a:pt x="15065" y="462"/>
                </a:cubicBezTo>
                <a:cubicBezTo>
                  <a:pt x="12191" y="462"/>
                  <a:pt x="5175" y="0"/>
                  <a:pt x="2301" y="0"/>
                </a:cubicBezTo>
                <a:cubicBezTo>
                  <a:pt x="1265" y="0"/>
                  <a:pt x="0" y="346"/>
                  <a:pt x="0" y="2530"/>
                </a:cubicBezTo>
                <a:cubicBezTo>
                  <a:pt x="0" y="4141"/>
                  <a:pt x="1609" y="4141"/>
                  <a:pt x="2874" y="4141"/>
                </a:cubicBezTo>
                <a:cubicBezTo>
                  <a:pt x="9315" y="4141"/>
                  <a:pt x="9430" y="4831"/>
                  <a:pt x="10004" y="7816"/>
                </a:cubicBezTo>
                <a:lnTo>
                  <a:pt x="22541" y="77647"/>
                </a:lnTo>
                <a:cubicBezTo>
                  <a:pt x="23000" y="80060"/>
                  <a:pt x="23116" y="80749"/>
                  <a:pt x="25301" y="80749"/>
                </a:cubicBezTo>
                <a:cubicBezTo>
                  <a:pt x="27486" y="80749"/>
                  <a:pt x="28061" y="79946"/>
                  <a:pt x="29211" y="78221"/>
                </a:cubicBezTo>
                <a:lnTo>
                  <a:pt x="73142" y="13673"/>
                </a:lnTo>
                <a:close/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48" name="path-897">
            <a:extLst xmlns:a="http://schemas.openxmlformats.org/drawingml/2006/main">
              <a:ext uri="{FF2B5EF4-FFF2-40B4-BE49-F238E27FC236}">
                <a16:creationId xmlns:a16="http://schemas.microsoft.com/office/drawing/2014/main" id="{08C054A5-FCEF-4E5F-A99F-6E44A84FE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3361" y="8659137"/>
            <a:ext cx="66045" cy="37383"/>
          </a:xfrm>
          <a:custGeom xmlns:a="http://schemas.openxmlformats.org/drawingml/2006/main">
            <a:pathLst>
              <a:path w="66045" h="37383">
                <a:moveTo>
                  <a:pt x="59637" y="9366"/>
                </a:moveTo>
                <a:cubicBezTo>
                  <a:pt x="65798" y="9366"/>
                  <a:pt x="66045" y="4601"/>
                  <a:pt x="66045" y="3943"/>
                </a:cubicBezTo>
                <a:cubicBezTo>
                  <a:pt x="66045" y="0"/>
                  <a:pt x="62347" y="0"/>
                  <a:pt x="61034" y="0"/>
                </a:cubicBezTo>
                <a:lnTo>
                  <a:pt x="19550" y="0"/>
                </a:lnTo>
                <a:cubicBezTo>
                  <a:pt x="17742" y="0"/>
                  <a:pt x="13225" y="0"/>
                  <a:pt x="7064" y="4272"/>
                </a:cubicBezTo>
                <a:cubicBezTo>
                  <a:pt x="5668" y="5258"/>
                  <a:pt x="0" y="9858"/>
                  <a:pt x="0" y="11584"/>
                </a:cubicBezTo>
                <a:cubicBezTo>
                  <a:pt x="0" y="13392"/>
                  <a:pt x="1396" y="13392"/>
                  <a:pt x="3449" y="13392"/>
                </a:cubicBezTo>
                <a:cubicBezTo>
                  <a:pt x="5668" y="13392"/>
                  <a:pt x="5750" y="13309"/>
                  <a:pt x="6571" y="12569"/>
                </a:cubicBezTo>
                <a:cubicBezTo>
                  <a:pt x="7968" y="11255"/>
                  <a:pt x="9857" y="9366"/>
                  <a:pt x="17168" y="9366"/>
                </a:cubicBezTo>
                <a:lnTo>
                  <a:pt x="23410" y="9366"/>
                </a:lnTo>
                <a:cubicBezTo>
                  <a:pt x="21850" y="14213"/>
                  <a:pt x="18810" y="21525"/>
                  <a:pt x="14457" y="28674"/>
                </a:cubicBezTo>
                <a:cubicBezTo>
                  <a:pt x="13142" y="30811"/>
                  <a:pt x="12732" y="31468"/>
                  <a:pt x="12732" y="32864"/>
                </a:cubicBezTo>
                <a:cubicBezTo>
                  <a:pt x="12732" y="35576"/>
                  <a:pt x="14868" y="37301"/>
                  <a:pt x="17414" y="37301"/>
                </a:cubicBezTo>
                <a:cubicBezTo>
                  <a:pt x="22014" y="37301"/>
                  <a:pt x="23740" y="32535"/>
                  <a:pt x="25382" y="27606"/>
                </a:cubicBezTo>
                <a:cubicBezTo>
                  <a:pt x="25793" y="26702"/>
                  <a:pt x="27682" y="21197"/>
                  <a:pt x="30558" y="9366"/>
                </a:cubicBezTo>
                <a:lnTo>
                  <a:pt x="40169" y="9366"/>
                </a:lnTo>
                <a:cubicBezTo>
                  <a:pt x="39018" y="15281"/>
                  <a:pt x="38773" y="18486"/>
                  <a:pt x="38773" y="21115"/>
                </a:cubicBezTo>
                <a:cubicBezTo>
                  <a:pt x="38773" y="30153"/>
                  <a:pt x="42797" y="37383"/>
                  <a:pt x="46986" y="37383"/>
                </a:cubicBezTo>
                <a:cubicBezTo>
                  <a:pt x="50109" y="37383"/>
                  <a:pt x="53312" y="34261"/>
                  <a:pt x="53312" y="31221"/>
                </a:cubicBezTo>
                <a:cubicBezTo>
                  <a:pt x="53312" y="29660"/>
                  <a:pt x="52409" y="28592"/>
                  <a:pt x="52079" y="28181"/>
                </a:cubicBezTo>
                <a:cubicBezTo>
                  <a:pt x="50765" y="26538"/>
                  <a:pt x="47069" y="22101"/>
                  <a:pt x="47069" y="13556"/>
                </a:cubicBezTo>
                <a:cubicBezTo>
                  <a:pt x="47069" y="13228"/>
                  <a:pt x="47069" y="9694"/>
                  <a:pt x="47479" y="9447"/>
                </a:cubicBezTo>
                <a:cubicBezTo>
                  <a:pt x="47644" y="9366"/>
                  <a:pt x="47809" y="9366"/>
                  <a:pt x="49041" y="9366"/>
                </a:cubicBezTo>
                <a:lnTo>
                  <a:pt x="59637" y="9366"/>
                </a:lnTo>
                <a:close/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49" name="path-898">
            <a:extLst xmlns:a="http://schemas.openxmlformats.org/drawingml/2006/main">
              <a:ext uri="{FF2B5EF4-FFF2-40B4-BE49-F238E27FC236}">
                <a16:creationId xmlns:a16="http://schemas.microsoft.com/office/drawing/2014/main" id="{D2A1B7C8-913E-47F3-B053-51A77CFE6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6439" y="8510064"/>
            <a:ext cx="102682" cy="112468"/>
          </a:xfrm>
          <a:custGeom xmlns:a="http://schemas.openxmlformats.org/drawingml/2006/main">
            <a:pathLst>
              <a:path w="102682" h="112468">
                <a:moveTo>
                  <a:pt x="40250" y="57277"/>
                </a:moveTo>
                <a:cubicBezTo>
                  <a:pt x="44359" y="57277"/>
                  <a:pt x="52243" y="57277"/>
                  <a:pt x="57994" y="60727"/>
                </a:cubicBezTo>
                <a:cubicBezTo>
                  <a:pt x="65881" y="65821"/>
                  <a:pt x="66538" y="74690"/>
                  <a:pt x="66538" y="75675"/>
                </a:cubicBezTo>
                <a:cubicBezTo>
                  <a:pt x="66703" y="77974"/>
                  <a:pt x="66703" y="80110"/>
                  <a:pt x="69496" y="80110"/>
                </a:cubicBezTo>
                <a:cubicBezTo>
                  <a:pt x="72288" y="80110"/>
                  <a:pt x="72288" y="77811"/>
                  <a:pt x="72288" y="74853"/>
                </a:cubicBezTo>
                <a:lnTo>
                  <a:pt x="72288" y="30363"/>
                </a:lnTo>
                <a:cubicBezTo>
                  <a:pt x="72288" y="27736"/>
                  <a:pt x="72288" y="25111"/>
                  <a:pt x="69496" y="25111"/>
                </a:cubicBezTo>
                <a:cubicBezTo>
                  <a:pt x="66703" y="25111"/>
                  <a:pt x="66538" y="27573"/>
                  <a:pt x="66538" y="28887"/>
                </a:cubicBezTo>
                <a:cubicBezTo>
                  <a:pt x="65552" y="50052"/>
                  <a:pt x="48794" y="51200"/>
                  <a:pt x="40250" y="51363"/>
                </a:cubicBezTo>
                <a:lnTo>
                  <a:pt x="40250" y="16743"/>
                </a:lnTo>
                <a:cubicBezTo>
                  <a:pt x="40250" y="5751"/>
                  <a:pt x="43374" y="5751"/>
                  <a:pt x="47315" y="5751"/>
                </a:cubicBezTo>
                <a:lnTo>
                  <a:pt x="55201" y="5751"/>
                </a:lnTo>
                <a:cubicBezTo>
                  <a:pt x="77382" y="5751"/>
                  <a:pt x="88387" y="17072"/>
                  <a:pt x="89375" y="28393"/>
                </a:cubicBezTo>
                <a:cubicBezTo>
                  <a:pt x="89538" y="29706"/>
                  <a:pt x="89704" y="32168"/>
                  <a:pt x="92331" y="32168"/>
                </a:cubicBezTo>
                <a:cubicBezTo>
                  <a:pt x="95123" y="32168"/>
                  <a:pt x="95123" y="29541"/>
                  <a:pt x="95123" y="26753"/>
                </a:cubicBezTo>
                <a:lnTo>
                  <a:pt x="95123" y="5422"/>
                </a:lnTo>
                <a:cubicBezTo>
                  <a:pt x="95123" y="331"/>
                  <a:pt x="94795" y="0"/>
                  <a:pt x="89704" y="0"/>
                </a:cubicBezTo>
                <a:lnTo>
                  <a:pt x="5585" y="0"/>
                </a:lnTo>
                <a:cubicBezTo>
                  <a:pt x="2630" y="0"/>
                  <a:pt x="0" y="0"/>
                  <a:pt x="0" y="2958"/>
                </a:cubicBezTo>
                <a:cubicBezTo>
                  <a:pt x="0" y="5751"/>
                  <a:pt x="3121" y="5751"/>
                  <a:pt x="4435" y="5751"/>
                </a:cubicBezTo>
                <a:cubicBezTo>
                  <a:pt x="13800" y="5751"/>
                  <a:pt x="14457" y="7064"/>
                  <a:pt x="14457" y="15104"/>
                </a:cubicBezTo>
                <a:lnTo>
                  <a:pt x="14457" y="97357"/>
                </a:lnTo>
                <a:cubicBezTo>
                  <a:pt x="14457" y="105078"/>
                  <a:pt x="13966" y="106720"/>
                  <a:pt x="5257" y="106720"/>
                </a:cubicBezTo>
                <a:cubicBezTo>
                  <a:pt x="2793" y="106720"/>
                  <a:pt x="0" y="106720"/>
                  <a:pt x="0" y="109513"/>
                </a:cubicBezTo>
                <a:cubicBezTo>
                  <a:pt x="0" y="112468"/>
                  <a:pt x="2630" y="112468"/>
                  <a:pt x="5585" y="112468"/>
                </a:cubicBezTo>
                <a:lnTo>
                  <a:pt x="92659" y="112468"/>
                </a:lnTo>
                <a:cubicBezTo>
                  <a:pt x="95783" y="112468"/>
                  <a:pt x="97425" y="112468"/>
                  <a:pt x="97919" y="110170"/>
                </a:cubicBezTo>
                <a:cubicBezTo>
                  <a:pt x="98082" y="110004"/>
                  <a:pt x="102682" y="82574"/>
                  <a:pt x="102682" y="81752"/>
                </a:cubicBezTo>
                <a:cubicBezTo>
                  <a:pt x="102682" y="79947"/>
                  <a:pt x="101203" y="78796"/>
                  <a:pt x="99889" y="78796"/>
                </a:cubicBezTo>
                <a:cubicBezTo>
                  <a:pt x="97588" y="78796"/>
                  <a:pt x="96931" y="80932"/>
                  <a:pt x="96931" y="81095"/>
                </a:cubicBezTo>
                <a:cubicBezTo>
                  <a:pt x="95946" y="85367"/>
                  <a:pt x="94304" y="92266"/>
                  <a:pt x="82311" y="99327"/>
                </a:cubicBezTo>
                <a:cubicBezTo>
                  <a:pt x="73767" y="104419"/>
                  <a:pt x="65387" y="106720"/>
                  <a:pt x="56352" y="106720"/>
                </a:cubicBezTo>
                <a:lnTo>
                  <a:pt x="47315" y="106720"/>
                </a:lnTo>
                <a:cubicBezTo>
                  <a:pt x="43374" y="106720"/>
                  <a:pt x="40250" y="106720"/>
                  <a:pt x="40250" y="95715"/>
                </a:cubicBezTo>
                <a:lnTo>
                  <a:pt x="40250" y="57277"/>
                </a:lnTo>
                <a:moveTo>
                  <a:pt x="89375" y="5751"/>
                </a:moveTo>
                <a:lnTo>
                  <a:pt x="89375" y="13627"/>
                </a:lnTo>
                <a:cubicBezTo>
                  <a:pt x="86582" y="10509"/>
                  <a:pt x="83459" y="7884"/>
                  <a:pt x="80009" y="5751"/>
                </a:cubicBezTo>
                <a:lnTo>
                  <a:pt x="89375" y="5751"/>
                </a:lnTo>
                <a:moveTo>
                  <a:pt x="57337" y="53828"/>
                </a:moveTo>
                <a:cubicBezTo>
                  <a:pt x="59967" y="52677"/>
                  <a:pt x="63579" y="50215"/>
                  <a:pt x="66538" y="46771"/>
                </a:cubicBezTo>
                <a:lnTo>
                  <a:pt x="66538" y="60564"/>
                </a:lnTo>
                <a:cubicBezTo>
                  <a:pt x="62594" y="56129"/>
                  <a:pt x="57503" y="53993"/>
                  <a:pt x="57337" y="53993"/>
                </a:cubicBezTo>
                <a:lnTo>
                  <a:pt x="57337" y="53828"/>
                </a:lnTo>
                <a:moveTo>
                  <a:pt x="20208" y="14776"/>
                </a:moveTo>
                <a:cubicBezTo>
                  <a:pt x="20208" y="12805"/>
                  <a:pt x="20208" y="8704"/>
                  <a:pt x="18894" y="5751"/>
                </a:cubicBezTo>
                <a:lnTo>
                  <a:pt x="36307" y="5751"/>
                </a:lnTo>
                <a:cubicBezTo>
                  <a:pt x="34502" y="9524"/>
                  <a:pt x="34502" y="14938"/>
                  <a:pt x="34502" y="16415"/>
                </a:cubicBezTo>
                <a:lnTo>
                  <a:pt x="34502" y="96043"/>
                </a:lnTo>
                <a:cubicBezTo>
                  <a:pt x="34502" y="101957"/>
                  <a:pt x="35650" y="105241"/>
                  <a:pt x="36307" y="106720"/>
                </a:cubicBezTo>
                <a:lnTo>
                  <a:pt x="18894" y="106720"/>
                </a:lnTo>
                <a:cubicBezTo>
                  <a:pt x="20208" y="103762"/>
                  <a:pt x="20208" y="99656"/>
                  <a:pt x="20208" y="97685"/>
                </a:cubicBezTo>
                <a:lnTo>
                  <a:pt x="20208" y="14776"/>
                </a:lnTo>
                <a:moveTo>
                  <a:pt x="81323" y="106720"/>
                </a:moveTo>
                <a:lnTo>
                  <a:pt x="81323" y="106555"/>
                </a:lnTo>
                <a:cubicBezTo>
                  <a:pt x="86582" y="103928"/>
                  <a:pt x="91017" y="100478"/>
                  <a:pt x="94304" y="97520"/>
                </a:cubicBezTo>
                <a:cubicBezTo>
                  <a:pt x="94138" y="98179"/>
                  <a:pt x="92988" y="105407"/>
                  <a:pt x="92825" y="106720"/>
                </a:cubicBezTo>
                <a:lnTo>
                  <a:pt x="81323" y="106720"/>
                </a:lnTo>
                <a:close/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50" name="path-899">
            <a:extLst xmlns:a="http://schemas.openxmlformats.org/drawingml/2006/main">
              <a:ext uri="{FF2B5EF4-FFF2-40B4-BE49-F238E27FC236}">
                <a16:creationId xmlns:a16="http://schemas.microsoft.com/office/drawing/2014/main" id="{B93A9D64-7389-4BCE-88D6-9BEB73C53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119" y="8384244"/>
            <a:ext cx="43209" cy="394144"/>
          </a:xfrm>
          <a:custGeom xmlns:a="http://schemas.openxmlformats.org/drawingml/2006/main">
            <a:pathLst>
              <a:path w="43209" h="394144">
                <a:moveTo>
                  <a:pt x="0" y="394144"/>
                </a:moveTo>
                <a:lnTo>
                  <a:pt x="43209" y="394144"/>
                </a:lnTo>
                <a:lnTo>
                  <a:pt x="43209" y="385106"/>
                </a:lnTo>
                <a:lnTo>
                  <a:pt x="9035" y="385106"/>
                </a:lnTo>
                <a:lnTo>
                  <a:pt x="9035" y="9035"/>
                </a:lnTo>
                <a:lnTo>
                  <a:pt x="43209" y="9035"/>
                </a:lnTo>
                <a:lnTo>
                  <a:pt x="43209" y="0"/>
                </a:lnTo>
                <a:lnTo>
                  <a:pt x="0" y="0"/>
                </a:lnTo>
                <a:lnTo>
                  <a:pt x="0" y="394144"/>
                </a:lnTo>
                <a:close/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51" name="path-900">
            <a:extLst xmlns:a="http://schemas.openxmlformats.org/drawingml/2006/main">
              <a:ext uri="{FF2B5EF4-FFF2-40B4-BE49-F238E27FC236}">
                <a16:creationId xmlns:a16="http://schemas.microsoft.com/office/drawing/2014/main" id="{E44A9BD4-F2F7-4D37-BB14-4DBD9DE82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6955" y="8510385"/>
            <a:ext cx="117139" cy="115838"/>
          </a:xfrm>
          <a:custGeom xmlns:a="http://schemas.openxmlformats.org/drawingml/2006/main">
            <a:pathLst>
              <a:path w="117139" h="115838">
                <a:moveTo>
                  <a:pt x="93973" y="18731"/>
                </a:moveTo>
                <a:cubicBezTo>
                  <a:pt x="102022" y="5916"/>
                  <a:pt x="108924" y="5422"/>
                  <a:pt x="115003" y="5094"/>
                </a:cubicBezTo>
                <a:cubicBezTo>
                  <a:pt x="116973" y="4931"/>
                  <a:pt x="117139" y="2136"/>
                  <a:pt x="117139" y="1973"/>
                </a:cubicBezTo>
                <a:cubicBezTo>
                  <a:pt x="117139" y="659"/>
                  <a:pt x="116317" y="0"/>
                  <a:pt x="115003" y="0"/>
                </a:cubicBezTo>
                <a:cubicBezTo>
                  <a:pt x="110731" y="0"/>
                  <a:pt x="105966" y="494"/>
                  <a:pt x="101531" y="494"/>
                </a:cubicBezTo>
                <a:cubicBezTo>
                  <a:pt x="96109" y="494"/>
                  <a:pt x="90523" y="0"/>
                  <a:pt x="85266" y="0"/>
                </a:cubicBezTo>
                <a:cubicBezTo>
                  <a:pt x="84281" y="0"/>
                  <a:pt x="82145" y="0"/>
                  <a:pt x="82145" y="3124"/>
                </a:cubicBezTo>
                <a:cubicBezTo>
                  <a:pt x="82145" y="4931"/>
                  <a:pt x="83622" y="5094"/>
                  <a:pt x="84773" y="5094"/>
                </a:cubicBezTo>
                <a:cubicBezTo>
                  <a:pt x="89210" y="5422"/>
                  <a:pt x="92331" y="7067"/>
                  <a:pt x="92331" y="10516"/>
                </a:cubicBezTo>
                <a:cubicBezTo>
                  <a:pt x="92331" y="12981"/>
                  <a:pt x="89866" y="16596"/>
                  <a:pt x="89866" y="16761"/>
                </a:cubicBezTo>
                <a:lnTo>
                  <a:pt x="39428" y="96943"/>
                </a:lnTo>
                <a:lnTo>
                  <a:pt x="28258" y="10022"/>
                </a:lnTo>
                <a:cubicBezTo>
                  <a:pt x="28258" y="7230"/>
                  <a:pt x="32035" y="5094"/>
                  <a:pt x="39594" y="5094"/>
                </a:cubicBezTo>
                <a:cubicBezTo>
                  <a:pt x="41892" y="5094"/>
                  <a:pt x="43700" y="5094"/>
                  <a:pt x="43700" y="1807"/>
                </a:cubicBezTo>
                <a:cubicBezTo>
                  <a:pt x="43700" y="331"/>
                  <a:pt x="42386" y="0"/>
                  <a:pt x="41401" y="0"/>
                </a:cubicBezTo>
                <a:cubicBezTo>
                  <a:pt x="34828" y="0"/>
                  <a:pt x="27764" y="494"/>
                  <a:pt x="21028" y="494"/>
                </a:cubicBezTo>
                <a:cubicBezTo>
                  <a:pt x="18070" y="494"/>
                  <a:pt x="14949" y="331"/>
                  <a:pt x="11993" y="331"/>
                </a:cubicBezTo>
                <a:cubicBezTo>
                  <a:pt x="9035" y="331"/>
                  <a:pt x="5914" y="0"/>
                  <a:pt x="3121" y="0"/>
                </a:cubicBezTo>
                <a:cubicBezTo>
                  <a:pt x="1970" y="0"/>
                  <a:pt x="0" y="0"/>
                  <a:pt x="0" y="3124"/>
                </a:cubicBezTo>
                <a:cubicBezTo>
                  <a:pt x="0" y="5094"/>
                  <a:pt x="1477" y="5094"/>
                  <a:pt x="4106" y="5094"/>
                </a:cubicBezTo>
                <a:cubicBezTo>
                  <a:pt x="13306" y="5094"/>
                  <a:pt x="13469" y="6573"/>
                  <a:pt x="13963" y="10682"/>
                </a:cubicBezTo>
                <a:lnTo>
                  <a:pt x="26941" y="112060"/>
                </a:lnTo>
                <a:cubicBezTo>
                  <a:pt x="27435" y="115346"/>
                  <a:pt x="28092" y="115838"/>
                  <a:pt x="30228" y="115838"/>
                </a:cubicBezTo>
                <a:cubicBezTo>
                  <a:pt x="32858" y="115838"/>
                  <a:pt x="33514" y="115018"/>
                  <a:pt x="34828" y="112882"/>
                </a:cubicBezTo>
                <a:lnTo>
                  <a:pt x="93973" y="18731"/>
                </a:lnTo>
                <a:close/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52" name="path-901">
            <a:extLst xmlns:a="http://schemas.openxmlformats.org/drawingml/2006/main">
              <a:ext uri="{FF2B5EF4-FFF2-40B4-BE49-F238E27FC236}">
                <a16:creationId xmlns:a16="http://schemas.microsoft.com/office/drawing/2014/main" id="{5DFC6AAB-4CF1-4656-8A9A-07BD89463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4922" y="8503591"/>
            <a:ext cx="81653" cy="52111"/>
          </a:xfrm>
          <a:custGeom xmlns:a="http://schemas.openxmlformats.org/drawingml/2006/main">
            <a:pathLst>
              <a:path w="81653" h="52111">
                <a:moveTo>
                  <a:pt x="36686" y="12421"/>
                </a:moveTo>
                <a:lnTo>
                  <a:pt x="49796" y="12421"/>
                </a:lnTo>
                <a:cubicBezTo>
                  <a:pt x="48877" y="16332"/>
                  <a:pt x="46692" y="25422"/>
                  <a:pt x="46692" y="33015"/>
                </a:cubicBezTo>
                <a:cubicBezTo>
                  <a:pt x="46692" y="41298"/>
                  <a:pt x="49796" y="52111"/>
                  <a:pt x="56236" y="52111"/>
                </a:cubicBezTo>
                <a:cubicBezTo>
                  <a:pt x="60262" y="52111"/>
                  <a:pt x="64861" y="47971"/>
                  <a:pt x="64861" y="43830"/>
                </a:cubicBezTo>
                <a:cubicBezTo>
                  <a:pt x="64861" y="41989"/>
                  <a:pt x="64058" y="40838"/>
                  <a:pt x="63022" y="39227"/>
                </a:cubicBezTo>
                <a:cubicBezTo>
                  <a:pt x="57042" y="30714"/>
                  <a:pt x="57042" y="21625"/>
                  <a:pt x="57042" y="18634"/>
                </a:cubicBezTo>
                <a:cubicBezTo>
                  <a:pt x="57042" y="18518"/>
                  <a:pt x="57042" y="14837"/>
                  <a:pt x="57387" y="12421"/>
                </a:cubicBezTo>
                <a:lnTo>
                  <a:pt x="72912" y="12421"/>
                </a:lnTo>
                <a:cubicBezTo>
                  <a:pt x="75327" y="12421"/>
                  <a:pt x="76938" y="12421"/>
                  <a:pt x="79123" y="10581"/>
                </a:cubicBezTo>
                <a:cubicBezTo>
                  <a:pt x="79928" y="9892"/>
                  <a:pt x="81653" y="8051"/>
                  <a:pt x="81653" y="5177"/>
                </a:cubicBezTo>
                <a:cubicBezTo>
                  <a:pt x="81653" y="0"/>
                  <a:pt x="77052" y="0"/>
                  <a:pt x="74983" y="0"/>
                </a:cubicBezTo>
                <a:lnTo>
                  <a:pt x="24265" y="0"/>
                </a:lnTo>
                <a:cubicBezTo>
                  <a:pt x="21505" y="0"/>
                  <a:pt x="16100" y="0"/>
                  <a:pt x="8511" y="6326"/>
                </a:cubicBezTo>
                <a:cubicBezTo>
                  <a:pt x="5751" y="8627"/>
                  <a:pt x="0" y="14377"/>
                  <a:pt x="0" y="16218"/>
                </a:cubicBezTo>
                <a:cubicBezTo>
                  <a:pt x="0" y="18289"/>
                  <a:pt x="1725" y="18289"/>
                  <a:pt x="3566" y="18289"/>
                </a:cubicBezTo>
                <a:cubicBezTo>
                  <a:pt x="5865" y="18289"/>
                  <a:pt x="6094" y="18289"/>
                  <a:pt x="6900" y="17367"/>
                </a:cubicBezTo>
                <a:cubicBezTo>
                  <a:pt x="8741" y="15297"/>
                  <a:pt x="11385" y="12421"/>
                  <a:pt x="21391" y="12421"/>
                </a:cubicBezTo>
                <a:lnTo>
                  <a:pt x="28981" y="12421"/>
                </a:lnTo>
                <a:cubicBezTo>
                  <a:pt x="25761" y="22660"/>
                  <a:pt x="18975" y="34970"/>
                  <a:pt x="15525" y="40838"/>
                </a:cubicBezTo>
                <a:cubicBezTo>
                  <a:pt x="14375" y="42795"/>
                  <a:pt x="13456" y="44404"/>
                  <a:pt x="13456" y="46244"/>
                </a:cubicBezTo>
                <a:cubicBezTo>
                  <a:pt x="13456" y="48891"/>
                  <a:pt x="15525" y="51997"/>
                  <a:pt x="19780" y="51997"/>
                </a:cubicBezTo>
                <a:cubicBezTo>
                  <a:pt x="23230" y="51997"/>
                  <a:pt x="26106" y="49466"/>
                  <a:pt x="27256" y="46936"/>
                </a:cubicBezTo>
                <a:cubicBezTo>
                  <a:pt x="27715" y="45901"/>
                  <a:pt x="29096" y="41643"/>
                  <a:pt x="30246" y="37272"/>
                </a:cubicBezTo>
                <a:lnTo>
                  <a:pt x="36686" y="12421"/>
                </a:lnTo>
                <a:close/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53" name="path-902">
            <a:extLst xmlns:a="http://schemas.openxmlformats.org/drawingml/2006/main">
              <a:ext uri="{FF2B5EF4-FFF2-40B4-BE49-F238E27FC236}">
                <a16:creationId xmlns:a16="http://schemas.microsoft.com/office/drawing/2014/main" id="{9DFBB54F-B2B3-4585-8A86-C3AA0F3AC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518" y="8499315"/>
            <a:ext cx="38115" cy="164291"/>
          </a:xfrm>
          <a:custGeom xmlns:a="http://schemas.openxmlformats.org/drawingml/2006/main">
            <a:pathLst>
              <a:path w="38115" h="164291">
                <a:moveTo>
                  <a:pt x="38115" y="162649"/>
                </a:moveTo>
                <a:cubicBezTo>
                  <a:pt x="38115" y="162157"/>
                  <a:pt x="38115" y="161826"/>
                  <a:pt x="35322" y="159034"/>
                </a:cubicBezTo>
                <a:cubicBezTo>
                  <a:pt x="14786" y="138334"/>
                  <a:pt x="9529" y="107282"/>
                  <a:pt x="9529" y="82145"/>
                </a:cubicBezTo>
                <a:cubicBezTo>
                  <a:pt x="9529" y="53559"/>
                  <a:pt x="15771" y="24973"/>
                  <a:pt x="35979" y="4437"/>
                </a:cubicBezTo>
                <a:cubicBezTo>
                  <a:pt x="38115" y="2467"/>
                  <a:pt x="38115" y="2136"/>
                  <a:pt x="38115" y="1645"/>
                </a:cubicBezTo>
                <a:cubicBezTo>
                  <a:pt x="38115" y="494"/>
                  <a:pt x="37458" y="0"/>
                  <a:pt x="36473" y="0"/>
                </a:cubicBezTo>
                <a:cubicBezTo>
                  <a:pt x="34828" y="0"/>
                  <a:pt x="20042" y="11173"/>
                  <a:pt x="10348" y="32038"/>
                </a:cubicBezTo>
                <a:cubicBezTo>
                  <a:pt x="1970" y="50110"/>
                  <a:pt x="0" y="68345"/>
                  <a:pt x="0" y="82145"/>
                </a:cubicBezTo>
                <a:cubicBezTo>
                  <a:pt x="0" y="94960"/>
                  <a:pt x="1805" y="114840"/>
                  <a:pt x="10842" y="133406"/>
                </a:cubicBezTo>
                <a:cubicBezTo>
                  <a:pt x="20699" y="153614"/>
                  <a:pt x="34828" y="164291"/>
                  <a:pt x="36473" y="164291"/>
                </a:cubicBezTo>
                <a:cubicBezTo>
                  <a:pt x="37458" y="164291"/>
                  <a:pt x="38115" y="163799"/>
                  <a:pt x="38115" y="162649"/>
                </a:cubicBezTo>
                <a:close/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54" name="path-903">
            <a:extLst xmlns:a="http://schemas.openxmlformats.org/drawingml/2006/main">
              <a:ext uri="{FF2B5EF4-FFF2-40B4-BE49-F238E27FC236}">
                <a16:creationId xmlns:a16="http://schemas.microsoft.com/office/drawing/2014/main" id="{2BB1B3D7-44F3-4155-A00A-EE939E2F5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518" y="8548249"/>
            <a:ext cx="68839" cy="75567"/>
          </a:xfrm>
          <a:custGeom xmlns:a="http://schemas.openxmlformats.org/drawingml/2006/main">
            <a:pathLst>
              <a:path w="68839" h="75567">
                <a:moveTo>
                  <a:pt x="58651" y="9571"/>
                </a:moveTo>
                <a:cubicBezTo>
                  <a:pt x="53231" y="11707"/>
                  <a:pt x="51752" y="16636"/>
                  <a:pt x="51752" y="18937"/>
                </a:cubicBezTo>
                <a:cubicBezTo>
                  <a:pt x="51752" y="23206"/>
                  <a:pt x="55201" y="25670"/>
                  <a:pt x="58816" y="25670"/>
                </a:cubicBezTo>
                <a:cubicBezTo>
                  <a:pt x="62760" y="25670"/>
                  <a:pt x="68839" y="22386"/>
                  <a:pt x="68839" y="14500"/>
                </a:cubicBezTo>
                <a:cubicBezTo>
                  <a:pt x="68839" y="5751"/>
                  <a:pt x="60130" y="0"/>
                  <a:pt x="45344" y="0"/>
                </a:cubicBezTo>
                <a:cubicBezTo>
                  <a:pt x="40579" y="0"/>
                  <a:pt x="31379" y="331"/>
                  <a:pt x="23823" y="6082"/>
                </a:cubicBezTo>
                <a:cubicBezTo>
                  <a:pt x="16430" y="11707"/>
                  <a:pt x="13800" y="21236"/>
                  <a:pt x="13800" y="25342"/>
                </a:cubicBezTo>
                <a:cubicBezTo>
                  <a:pt x="13800" y="30271"/>
                  <a:pt x="16102" y="34868"/>
                  <a:pt x="19714" y="37824"/>
                </a:cubicBezTo>
                <a:cubicBezTo>
                  <a:pt x="24314" y="41439"/>
                  <a:pt x="27109" y="41930"/>
                  <a:pt x="38280" y="44066"/>
                </a:cubicBezTo>
                <a:cubicBezTo>
                  <a:pt x="43209" y="44886"/>
                  <a:pt x="53066" y="46693"/>
                  <a:pt x="53066" y="54086"/>
                </a:cubicBezTo>
                <a:cubicBezTo>
                  <a:pt x="53066" y="54743"/>
                  <a:pt x="53066" y="69654"/>
                  <a:pt x="28586" y="69654"/>
                </a:cubicBezTo>
                <a:cubicBezTo>
                  <a:pt x="20536" y="69654"/>
                  <a:pt x="14457" y="68029"/>
                  <a:pt x="10842" y="65422"/>
                </a:cubicBezTo>
                <a:cubicBezTo>
                  <a:pt x="16430" y="63780"/>
                  <a:pt x="19880" y="59014"/>
                  <a:pt x="19880" y="54086"/>
                </a:cubicBezTo>
                <a:cubicBezTo>
                  <a:pt x="19880" y="48172"/>
                  <a:pt x="15114" y="46528"/>
                  <a:pt x="11830" y="46528"/>
                </a:cubicBezTo>
                <a:cubicBezTo>
                  <a:pt x="6242" y="46528"/>
                  <a:pt x="0" y="51130"/>
                  <a:pt x="0" y="59343"/>
                </a:cubicBezTo>
                <a:cubicBezTo>
                  <a:pt x="0" y="69982"/>
                  <a:pt x="11502" y="75567"/>
                  <a:pt x="28258" y="75567"/>
                </a:cubicBezTo>
                <a:cubicBezTo>
                  <a:pt x="65718" y="75567"/>
                  <a:pt x="65718" y="47515"/>
                  <a:pt x="65718" y="47350"/>
                </a:cubicBezTo>
                <a:cubicBezTo>
                  <a:pt x="65718" y="41767"/>
                  <a:pt x="62923" y="37332"/>
                  <a:pt x="59145" y="34048"/>
                </a:cubicBezTo>
                <a:cubicBezTo>
                  <a:pt x="54051" y="29614"/>
                  <a:pt x="47809" y="28463"/>
                  <a:pt x="42058" y="27478"/>
                </a:cubicBezTo>
                <a:cubicBezTo>
                  <a:pt x="33023" y="25836"/>
                  <a:pt x="26616" y="24685"/>
                  <a:pt x="26616" y="18606"/>
                </a:cubicBezTo>
                <a:cubicBezTo>
                  <a:pt x="26616" y="18278"/>
                  <a:pt x="26616" y="5916"/>
                  <a:pt x="45016" y="5916"/>
                </a:cubicBezTo>
                <a:cubicBezTo>
                  <a:pt x="48302" y="5916"/>
                  <a:pt x="54216" y="6247"/>
                  <a:pt x="58651" y="9571"/>
                </a:cubicBezTo>
                <a:close/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55" name="path-904">
            <a:extLst xmlns:a="http://schemas.openxmlformats.org/drawingml/2006/main">
              <a:ext uri="{FF2B5EF4-FFF2-40B4-BE49-F238E27FC236}">
                <a16:creationId xmlns:a16="http://schemas.microsoft.com/office/drawing/2014/main" id="{D61672AB-0024-40E1-9B01-ACC5C0824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8253" y="8575353"/>
            <a:ext cx="38871" cy="72940"/>
          </a:xfrm>
          <a:custGeom xmlns:a="http://schemas.openxmlformats.org/drawingml/2006/main">
            <a:pathLst>
              <a:path w="38871" h="72940">
                <a:moveTo>
                  <a:pt x="23460" y="26431"/>
                </a:moveTo>
                <a:lnTo>
                  <a:pt x="35191" y="26431"/>
                </a:lnTo>
                <a:cubicBezTo>
                  <a:pt x="37376" y="26431"/>
                  <a:pt x="38871" y="26431"/>
                  <a:pt x="38871" y="23900"/>
                </a:cubicBezTo>
                <a:cubicBezTo>
                  <a:pt x="38871" y="22290"/>
                  <a:pt x="37376" y="22290"/>
                  <a:pt x="35421" y="22290"/>
                </a:cubicBezTo>
                <a:lnTo>
                  <a:pt x="24495" y="22290"/>
                </a:lnTo>
                <a:lnTo>
                  <a:pt x="28751" y="5287"/>
                </a:lnTo>
                <a:cubicBezTo>
                  <a:pt x="28867" y="4712"/>
                  <a:pt x="29096" y="4138"/>
                  <a:pt x="29096" y="3678"/>
                </a:cubicBezTo>
                <a:cubicBezTo>
                  <a:pt x="29096" y="1609"/>
                  <a:pt x="27486" y="0"/>
                  <a:pt x="25185" y="0"/>
                </a:cubicBezTo>
                <a:cubicBezTo>
                  <a:pt x="22311" y="0"/>
                  <a:pt x="20586" y="1955"/>
                  <a:pt x="19780" y="4942"/>
                </a:cubicBezTo>
                <a:cubicBezTo>
                  <a:pt x="18975" y="7814"/>
                  <a:pt x="20470" y="2299"/>
                  <a:pt x="15411" y="22290"/>
                </a:cubicBezTo>
                <a:lnTo>
                  <a:pt x="3680" y="22290"/>
                </a:lnTo>
                <a:cubicBezTo>
                  <a:pt x="1495" y="22290"/>
                  <a:pt x="0" y="22290"/>
                  <a:pt x="0" y="24820"/>
                </a:cubicBezTo>
                <a:cubicBezTo>
                  <a:pt x="0" y="26431"/>
                  <a:pt x="1379" y="26431"/>
                  <a:pt x="3450" y="26431"/>
                </a:cubicBezTo>
                <a:lnTo>
                  <a:pt x="14375" y="26431"/>
                </a:lnTo>
                <a:lnTo>
                  <a:pt x="7590" y="53530"/>
                </a:lnTo>
                <a:cubicBezTo>
                  <a:pt x="6900" y="56401"/>
                  <a:pt x="5865" y="60536"/>
                  <a:pt x="5865" y="62027"/>
                </a:cubicBezTo>
                <a:cubicBezTo>
                  <a:pt x="5865" y="68803"/>
                  <a:pt x="11615" y="72940"/>
                  <a:pt x="18171" y="72940"/>
                </a:cubicBezTo>
                <a:cubicBezTo>
                  <a:pt x="30936" y="72940"/>
                  <a:pt x="38181" y="56861"/>
                  <a:pt x="38181" y="55368"/>
                </a:cubicBezTo>
                <a:cubicBezTo>
                  <a:pt x="38181" y="53874"/>
                  <a:pt x="36686" y="53874"/>
                  <a:pt x="36340" y="53874"/>
                </a:cubicBezTo>
                <a:cubicBezTo>
                  <a:pt x="34961" y="53874"/>
                  <a:pt x="34845" y="54104"/>
                  <a:pt x="33926" y="56057"/>
                </a:cubicBezTo>
                <a:cubicBezTo>
                  <a:pt x="30706" y="63291"/>
                  <a:pt x="24841" y="69720"/>
                  <a:pt x="18515" y="69720"/>
                </a:cubicBezTo>
                <a:cubicBezTo>
                  <a:pt x="16100" y="69720"/>
                  <a:pt x="14491" y="68229"/>
                  <a:pt x="14491" y="64094"/>
                </a:cubicBezTo>
                <a:cubicBezTo>
                  <a:pt x="14491" y="62947"/>
                  <a:pt x="14951" y="60536"/>
                  <a:pt x="15181" y="59386"/>
                </a:cubicBezTo>
                <a:lnTo>
                  <a:pt x="23460" y="26431"/>
                </a:lnTo>
                <a:close/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56" name="path-905">
            <a:extLst xmlns:a="http://schemas.openxmlformats.org/drawingml/2006/main">
              <a:ext uri="{FF2B5EF4-FFF2-40B4-BE49-F238E27FC236}">
                <a16:creationId xmlns:a16="http://schemas.microsoft.com/office/drawing/2014/main" id="{390D8049-8ED3-440C-86E5-D15C5406C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5480" y="8615500"/>
            <a:ext cx="77743" cy="5636"/>
          </a:xfrm>
          <a:custGeom xmlns:a="http://schemas.openxmlformats.org/drawingml/2006/main">
            <a:pathLst>
              <a:path w="77743" h="5636">
                <a:moveTo>
                  <a:pt x="73142" y="5636"/>
                </a:moveTo>
                <a:cubicBezTo>
                  <a:pt x="74983" y="5636"/>
                  <a:pt x="77743" y="5636"/>
                  <a:pt x="77743" y="2876"/>
                </a:cubicBezTo>
                <a:cubicBezTo>
                  <a:pt x="77743" y="0"/>
                  <a:pt x="75097" y="0"/>
                  <a:pt x="73142" y="0"/>
                </a:cubicBezTo>
                <a:lnTo>
                  <a:pt x="4601" y="0"/>
                </a:lnTo>
                <a:cubicBezTo>
                  <a:pt x="2760" y="0"/>
                  <a:pt x="0" y="0"/>
                  <a:pt x="0" y="2760"/>
                </a:cubicBezTo>
                <a:cubicBezTo>
                  <a:pt x="0" y="5636"/>
                  <a:pt x="2646" y="5636"/>
                  <a:pt x="4601" y="5636"/>
                </a:cubicBezTo>
                <a:lnTo>
                  <a:pt x="73142" y="5636"/>
                </a:lnTo>
                <a:close/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57" name="path-906">
            <a:extLst xmlns:a="http://schemas.openxmlformats.org/drawingml/2006/main">
              <a:ext uri="{FF2B5EF4-FFF2-40B4-BE49-F238E27FC236}">
                <a16:creationId xmlns:a16="http://schemas.microsoft.com/office/drawing/2014/main" id="{20A748FA-3137-4A54-B0D6-F52BD0F0F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8283" y="8570801"/>
            <a:ext cx="41861" cy="76369"/>
          </a:xfrm>
          <a:custGeom xmlns:a="http://schemas.openxmlformats.org/drawingml/2006/main">
            <a:pathLst>
              <a:path w="41861" h="76369">
                <a:moveTo>
                  <a:pt x="25990" y="3213"/>
                </a:moveTo>
                <a:cubicBezTo>
                  <a:pt x="25990" y="116"/>
                  <a:pt x="25761" y="0"/>
                  <a:pt x="22541" y="0"/>
                </a:cubicBezTo>
                <a:cubicBezTo>
                  <a:pt x="15181" y="7202"/>
                  <a:pt x="4715" y="7316"/>
                  <a:pt x="0" y="7316"/>
                </a:cubicBezTo>
                <a:lnTo>
                  <a:pt x="0" y="11455"/>
                </a:lnTo>
                <a:cubicBezTo>
                  <a:pt x="2760" y="11455"/>
                  <a:pt x="10350" y="11455"/>
                  <a:pt x="16676" y="8235"/>
                </a:cubicBezTo>
                <a:lnTo>
                  <a:pt x="16676" y="66935"/>
                </a:lnTo>
                <a:cubicBezTo>
                  <a:pt x="16676" y="70735"/>
                  <a:pt x="16676" y="72230"/>
                  <a:pt x="5175" y="72230"/>
                </a:cubicBezTo>
                <a:lnTo>
                  <a:pt x="805" y="72230"/>
                </a:lnTo>
                <a:lnTo>
                  <a:pt x="805" y="76369"/>
                </a:lnTo>
                <a:cubicBezTo>
                  <a:pt x="2874" y="76255"/>
                  <a:pt x="17020" y="75909"/>
                  <a:pt x="21275" y="75909"/>
                </a:cubicBezTo>
                <a:cubicBezTo>
                  <a:pt x="24841" y="75909"/>
                  <a:pt x="39331" y="76255"/>
                  <a:pt x="41861" y="76369"/>
                </a:cubicBezTo>
                <a:lnTo>
                  <a:pt x="41861" y="72230"/>
                </a:lnTo>
                <a:lnTo>
                  <a:pt x="37491" y="72230"/>
                </a:lnTo>
                <a:cubicBezTo>
                  <a:pt x="25990" y="72230"/>
                  <a:pt x="25990" y="70735"/>
                  <a:pt x="25990" y="66935"/>
                </a:cubicBezTo>
                <a:lnTo>
                  <a:pt x="25990" y="3213"/>
                </a:lnTo>
                <a:close/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58" name="path-907">
            <a:extLst xmlns:a="http://schemas.openxmlformats.org/drawingml/2006/main">
              <a:ext uri="{FF2B5EF4-FFF2-40B4-BE49-F238E27FC236}">
                <a16:creationId xmlns:a16="http://schemas.microsoft.com/office/drawing/2014/main" id="{C3641DF4-F8FD-4096-965F-06A0D1891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8809" y="8499315"/>
            <a:ext cx="38115" cy="164291"/>
          </a:xfrm>
          <a:custGeom xmlns:a="http://schemas.openxmlformats.org/drawingml/2006/main">
            <a:pathLst>
              <a:path w="38115" h="164291">
                <a:moveTo>
                  <a:pt x="38115" y="82145"/>
                </a:moveTo>
                <a:cubicBezTo>
                  <a:pt x="38115" y="69333"/>
                  <a:pt x="36310" y="49453"/>
                  <a:pt x="27272" y="30887"/>
                </a:cubicBezTo>
                <a:cubicBezTo>
                  <a:pt x="17415" y="10679"/>
                  <a:pt x="3287" y="0"/>
                  <a:pt x="1642" y="0"/>
                </a:cubicBezTo>
                <a:cubicBezTo>
                  <a:pt x="657" y="0"/>
                  <a:pt x="0" y="659"/>
                  <a:pt x="0" y="1645"/>
                </a:cubicBezTo>
                <a:cubicBezTo>
                  <a:pt x="0" y="2136"/>
                  <a:pt x="0" y="2467"/>
                  <a:pt x="3121" y="5422"/>
                </a:cubicBezTo>
                <a:cubicBezTo>
                  <a:pt x="19223" y="21687"/>
                  <a:pt x="28586" y="47809"/>
                  <a:pt x="28586" y="82145"/>
                </a:cubicBezTo>
                <a:cubicBezTo>
                  <a:pt x="28586" y="110240"/>
                  <a:pt x="22509" y="139154"/>
                  <a:pt x="2136" y="159856"/>
                </a:cubicBezTo>
                <a:cubicBezTo>
                  <a:pt x="0" y="161826"/>
                  <a:pt x="0" y="162157"/>
                  <a:pt x="0" y="162649"/>
                </a:cubicBezTo>
                <a:cubicBezTo>
                  <a:pt x="0" y="163634"/>
                  <a:pt x="657" y="164291"/>
                  <a:pt x="1642" y="164291"/>
                </a:cubicBezTo>
                <a:cubicBezTo>
                  <a:pt x="3287" y="164291"/>
                  <a:pt x="18072" y="153120"/>
                  <a:pt x="27766" y="132255"/>
                </a:cubicBezTo>
                <a:cubicBezTo>
                  <a:pt x="36144" y="114183"/>
                  <a:pt x="38115" y="95946"/>
                  <a:pt x="38115" y="82145"/>
                </a:cubicBezTo>
                <a:close/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59" name="path-908">
            <a:extLst xmlns:a="http://schemas.openxmlformats.org/drawingml/2006/main">
              <a:ext uri="{FF2B5EF4-FFF2-40B4-BE49-F238E27FC236}">
                <a16:creationId xmlns:a16="http://schemas.microsoft.com/office/drawing/2014/main" id="{1C483318-0728-4250-8571-F05B7DF8D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3476" y="8578098"/>
            <a:ext cx="100383" cy="6571"/>
          </a:xfrm>
          <a:custGeom xmlns:a="http://schemas.openxmlformats.org/drawingml/2006/main">
            <a:pathLst>
              <a:path w="100383" h="6571">
                <a:moveTo>
                  <a:pt x="94632" y="6571"/>
                </a:moveTo>
                <a:cubicBezTo>
                  <a:pt x="97425" y="6571"/>
                  <a:pt x="100383" y="6571"/>
                  <a:pt x="100383" y="3287"/>
                </a:cubicBezTo>
                <a:cubicBezTo>
                  <a:pt x="100383" y="0"/>
                  <a:pt x="97425" y="0"/>
                  <a:pt x="94632" y="0"/>
                </a:cubicBezTo>
                <a:lnTo>
                  <a:pt x="5751" y="0"/>
                </a:lnTo>
                <a:cubicBezTo>
                  <a:pt x="2958" y="0"/>
                  <a:pt x="0" y="0"/>
                  <a:pt x="0" y="3287"/>
                </a:cubicBezTo>
                <a:cubicBezTo>
                  <a:pt x="0" y="6571"/>
                  <a:pt x="2958" y="6571"/>
                  <a:pt x="5751" y="6571"/>
                </a:cubicBezTo>
                <a:lnTo>
                  <a:pt x="94632" y="6571"/>
                </a:lnTo>
                <a:close/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60" name="path-909">
            <a:extLst xmlns:a="http://schemas.openxmlformats.org/drawingml/2006/main">
              <a:ext uri="{FF2B5EF4-FFF2-40B4-BE49-F238E27FC236}">
                <a16:creationId xmlns:a16="http://schemas.microsoft.com/office/drawing/2014/main" id="{33196BB5-A83E-4F1B-8E2A-57B5E39C8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3339" y="8466450"/>
            <a:ext cx="218670" cy="230071"/>
          </a:xfrm>
          <a:custGeom xmlns:a="http://schemas.openxmlformats.org/drawingml/2006/main">
            <a:pathLst>
              <a:path w="218670" h="230071">
                <a:moveTo>
                  <a:pt x="198790" y="230071"/>
                </a:moveTo>
                <a:lnTo>
                  <a:pt x="218670" y="177487"/>
                </a:lnTo>
                <a:lnTo>
                  <a:pt x="214564" y="177487"/>
                </a:lnTo>
                <a:cubicBezTo>
                  <a:pt x="208156" y="194579"/>
                  <a:pt x="190741" y="205754"/>
                  <a:pt x="171846" y="210685"/>
                </a:cubicBezTo>
                <a:cubicBezTo>
                  <a:pt x="168397" y="211505"/>
                  <a:pt x="152298" y="215779"/>
                  <a:pt x="120754" y="215779"/>
                </a:cubicBezTo>
                <a:lnTo>
                  <a:pt x="21684" y="215779"/>
                </a:lnTo>
                <a:lnTo>
                  <a:pt x="105309" y="117668"/>
                </a:lnTo>
                <a:cubicBezTo>
                  <a:pt x="106460" y="116352"/>
                  <a:pt x="106788" y="115858"/>
                  <a:pt x="106788" y="115038"/>
                </a:cubicBezTo>
                <a:cubicBezTo>
                  <a:pt x="106788" y="114710"/>
                  <a:pt x="106788" y="114216"/>
                  <a:pt x="105637" y="112571"/>
                </a:cubicBezTo>
                <a:lnTo>
                  <a:pt x="29077" y="7887"/>
                </a:lnTo>
                <a:lnTo>
                  <a:pt x="119109" y="7887"/>
                </a:lnTo>
                <a:cubicBezTo>
                  <a:pt x="141125" y="7887"/>
                  <a:pt x="156076" y="10185"/>
                  <a:pt x="157555" y="10516"/>
                </a:cubicBezTo>
                <a:cubicBezTo>
                  <a:pt x="166426" y="11830"/>
                  <a:pt x="180718" y="14625"/>
                  <a:pt x="193699" y="22840"/>
                </a:cubicBezTo>
                <a:cubicBezTo>
                  <a:pt x="197805" y="25470"/>
                  <a:pt x="208976" y="32865"/>
                  <a:pt x="214564" y="46177"/>
                </a:cubicBezTo>
                <a:lnTo>
                  <a:pt x="218670" y="46177"/>
                </a:lnTo>
                <a:lnTo>
                  <a:pt x="198790" y="0"/>
                </a:lnTo>
                <a:lnTo>
                  <a:pt x="4600" y="0"/>
                </a:lnTo>
                <a:cubicBezTo>
                  <a:pt x="820" y="0"/>
                  <a:pt x="657" y="165"/>
                  <a:pt x="163" y="1151"/>
                </a:cubicBezTo>
                <a:cubicBezTo>
                  <a:pt x="0" y="1645"/>
                  <a:pt x="0" y="4766"/>
                  <a:pt x="0" y="6573"/>
                </a:cubicBezTo>
                <a:lnTo>
                  <a:pt x="86908" y="125554"/>
                </a:lnTo>
                <a:lnTo>
                  <a:pt x="1805" y="225308"/>
                </a:lnTo>
                <a:cubicBezTo>
                  <a:pt x="163" y="227278"/>
                  <a:pt x="163" y="228101"/>
                  <a:pt x="163" y="228266"/>
                </a:cubicBezTo>
                <a:cubicBezTo>
                  <a:pt x="163" y="230071"/>
                  <a:pt x="1642" y="230071"/>
                  <a:pt x="4600" y="230071"/>
                </a:cubicBezTo>
                <a:lnTo>
                  <a:pt x="198790" y="230071"/>
                </a:lnTo>
                <a:close/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61" name="path-910">
            <a:extLst xmlns:a="http://schemas.openxmlformats.org/drawingml/2006/main">
              <a:ext uri="{FF2B5EF4-FFF2-40B4-BE49-F238E27FC236}">
                <a16:creationId xmlns:a16="http://schemas.microsoft.com/office/drawing/2014/main" id="{F00B347D-D627-480A-AA75-E41988FAF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6386" y="8412944"/>
            <a:ext cx="85907" cy="77698"/>
          </a:xfrm>
          <a:custGeom xmlns:a="http://schemas.openxmlformats.org/drawingml/2006/main">
            <a:pathLst>
              <a:path w="85907" h="77698">
                <a:moveTo>
                  <a:pt x="50946" y="8163"/>
                </a:moveTo>
                <a:cubicBezTo>
                  <a:pt x="51751" y="4831"/>
                  <a:pt x="51981" y="4485"/>
                  <a:pt x="54511" y="4255"/>
                </a:cubicBezTo>
                <a:cubicBezTo>
                  <a:pt x="55085" y="4141"/>
                  <a:pt x="59111" y="4141"/>
                  <a:pt x="61411" y="4141"/>
                </a:cubicBezTo>
                <a:cubicBezTo>
                  <a:pt x="68427" y="4141"/>
                  <a:pt x="71415" y="4141"/>
                  <a:pt x="74292" y="5061"/>
                </a:cubicBezTo>
                <a:cubicBezTo>
                  <a:pt x="79466" y="6670"/>
                  <a:pt x="79696" y="10002"/>
                  <a:pt x="79696" y="14140"/>
                </a:cubicBezTo>
                <a:cubicBezTo>
                  <a:pt x="79696" y="15979"/>
                  <a:pt x="79696" y="17473"/>
                  <a:pt x="78891" y="23450"/>
                </a:cubicBezTo>
                <a:lnTo>
                  <a:pt x="78661" y="24713"/>
                </a:lnTo>
                <a:cubicBezTo>
                  <a:pt x="78661" y="25862"/>
                  <a:pt x="79466" y="26438"/>
                  <a:pt x="80616" y="26438"/>
                </a:cubicBezTo>
                <a:cubicBezTo>
                  <a:pt x="82341" y="26438"/>
                  <a:pt x="82571" y="25403"/>
                  <a:pt x="82802" y="23564"/>
                </a:cubicBezTo>
                <a:lnTo>
                  <a:pt x="85907" y="1611"/>
                </a:lnTo>
                <a:cubicBezTo>
                  <a:pt x="85907" y="0"/>
                  <a:pt x="84527" y="0"/>
                  <a:pt x="82457" y="0"/>
                </a:cubicBezTo>
                <a:lnTo>
                  <a:pt x="11729" y="0"/>
                </a:lnTo>
                <a:cubicBezTo>
                  <a:pt x="8855" y="0"/>
                  <a:pt x="8625" y="0"/>
                  <a:pt x="7819" y="2416"/>
                </a:cubicBezTo>
                <a:lnTo>
                  <a:pt x="574" y="22760"/>
                </a:lnTo>
                <a:cubicBezTo>
                  <a:pt x="460" y="23220"/>
                  <a:pt x="0" y="24253"/>
                  <a:pt x="0" y="24829"/>
                </a:cubicBezTo>
                <a:cubicBezTo>
                  <a:pt x="0" y="25289"/>
                  <a:pt x="230" y="26438"/>
                  <a:pt x="1955" y="26438"/>
                </a:cubicBezTo>
                <a:cubicBezTo>
                  <a:pt x="3450" y="26438"/>
                  <a:pt x="3680" y="25862"/>
                  <a:pt x="4369" y="23679"/>
                </a:cubicBezTo>
                <a:cubicBezTo>
                  <a:pt x="11039" y="5291"/>
                  <a:pt x="14835" y="4141"/>
                  <a:pt x="32315" y="4141"/>
                </a:cubicBezTo>
                <a:lnTo>
                  <a:pt x="37146" y="4141"/>
                </a:lnTo>
                <a:cubicBezTo>
                  <a:pt x="40596" y="4141"/>
                  <a:pt x="40710" y="4255"/>
                  <a:pt x="40710" y="5291"/>
                </a:cubicBezTo>
                <a:cubicBezTo>
                  <a:pt x="40710" y="5405"/>
                  <a:pt x="40710" y="5980"/>
                  <a:pt x="40250" y="7704"/>
                </a:cubicBezTo>
                <a:lnTo>
                  <a:pt x="25069" y="68157"/>
                </a:lnTo>
                <a:cubicBezTo>
                  <a:pt x="24036" y="72409"/>
                  <a:pt x="23690" y="73558"/>
                  <a:pt x="11615" y="73558"/>
                </a:cubicBezTo>
                <a:cubicBezTo>
                  <a:pt x="7474" y="73558"/>
                  <a:pt x="6440" y="73558"/>
                  <a:pt x="6440" y="76088"/>
                </a:cubicBezTo>
                <a:cubicBezTo>
                  <a:pt x="6440" y="76434"/>
                  <a:pt x="6670" y="77698"/>
                  <a:pt x="8395" y="77698"/>
                </a:cubicBezTo>
                <a:cubicBezTo>
                  <a:pt x="11615" y="77698"/>
                  <a:pt x="15065" y="77354"/>
                  <a:pt x="18285" y="77354"/>
                </a:cubicBezTo>
                <a:cubicBezTo>
                  <a:pt x="21505" y="77354"/>
                  <a:pt x="24955" y="77238"/>
                  <a:pt x="28175" y="77238"/>
                </a:cubicBezTo>
                <a:cubicBezTo>
                  <a:pt x="31395" y="77238"/>
                  <a:pt x="35305" y="77238"/>
                  <a:pt x="38525" y="77354"/>
                </a:cubicBezTo>
                <a:cubicBezTo>
                  <a:pt x="41631" y="77468"/>
                  <a:pt x="45081" y="77698"/>
                  <a:pt x="48185" y="77698"/>
                </a:cubicBezTo>
                <a:cubicBezTo>
                  <a:pt x="49105" y="77698"/>
                  <a:pt x="50832" y="77698"/>
                  <a:pt x="50832" y="75169"/>
                </a:cubicBezTo>
                <a:cubicBezTo>
                  <a:pt x="50832" y="73558"/>
                  <a:pt x="49680" y="73558"/>
                  <a:pt x="46116" y="73558"/>
                </a:cubicBezTo>
                <a:cubicBezTo>
                  <a:pt x="43930" y="73558"/>
                  <a:pt x="41631" y="73444"/>
                  <a:pt x="39445" y="73328"/>
                </a:cubicBezTo>
                <a:cubicBezTo>
                  <a:pt x="35535" y="72984"/>
                  <a:pt x="35305" y="72524"/>
                  <a:pt x="35305" y="71145"/>
                </a:cubicBezTo>
                <a:cubicBezTo>
                  <a:pt x="35305" y="70340"/>
                  <a:pt x="35305" y="70110"/>
                  <a:pt x="35765" y="68501"/>
                </a:cubicBezTo>
                <a:lnTo>
                  <a:pt x="50946" y="8163"/>
                </a:lnTo>
                <a:close/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62" name="path-911">
            <a:extLst xmlns:a="http://schemas.openxmlformats.org/drawingml/2006/main">
              <a:ext uri="{FF2B5EF4-FFF2-40B4-BE49-F238E27FC236}">
                <a16:creationId xmlns:a16="http://schemas.microsoft.com/office/drawing/2014/main" id="{B36B4494-0444-4B28-AFBC-65BA412DF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6270" y="8649281"/>
            <a:ext cx="38871" cy="72940"/>
          </a:xfrm>
          <a:custGeom xmlns:a="http://schemas.openxmlformats.org/drawingml/2006/main">
            <a:pathLst>
              <a:path w="38871" h="72940">
                <a:moveTo>
                  <a:pt x="23460" y="26431"/>
                </a:moveTo>
                <a:lnTo>
                  <a:pt x="35191" y="26431"/>
                </a:lnTo>
                <a:cubicBezTo>
                  <a:pt x="37376" y="26431"/>
                  <a:pt x="38871" y="26431"/>
                  <a:pt x="38871" y="23900"/>
                </a:cubicBezTo>
                <a:cubicBezTo>
                  <a:pt x="38871" y="22290"/>
                  <a:pt x="37376" y="22290"/>
                  <a:pt x="35421" y="22290"/>
                </a:cubicBezTo>
                <a:lnTo>
                  <a:pt x="24495" y="22290"/>
                </a:lnTo>
                <a:lnTo>
                  <a:pt x="28751" y="5287"/>
                </a:lnTo>
                <a:cubicBezTo>
                  <a:pt x="28867" y="4712"/>
                  <a:pt x="29096" y="4138"/>
                  <a:pt x="29096" y="3678"/>
                </a:cubicBezTo>
                <a:cubicBezTo>
                  <a:pt x="29096" y="1609"/>
                  <a:pt x="27486" y="0"/>
                  <a:pt x="25185" y="0"/>
                </a:cubicBezTo>
                <a:cubicBezTo>
                  <a:pt x="22311" y="0"/>
                  <a:pt x="20586" y="1955"/>
                  <a:pt x="19780" y="4942"/>
                </a:cubicBezTo>
                <a:cubicBezTo>
                  <a:pt x="18975" y="7814"/>
                  <a:pt x="20470" y="2299"/>
                  <a:pt x="15411" y="22290"/>
                </a:cubicBezTo>
                <a:lnTo>
                  <a:pt x="3680" y="22290"/>
                </a:lnTo>
                <a:cubicBezTo>
                  <a:pt x="1495" y="22290"/>
                  <a:pt x="0" y="22290"/>
                  <a:pt x="0" y="24820"/>
                </a:cubicBezTo>
                <a:cubicBezTo>
                  <a:pt x="0" y="26431"/>
                  <a:pt x="1379" y="26431"/>
                  <a:pt x="3450" y="26431"/>
                </a:cubicBezTo>
                <a:lnTo>
                  <a:pt x="14375" y="26431"/>
                </a:lnTo>
                <a:lnTo>
                  <a:pt x="7590" y="53530"/>
                </a:lnTo>
                <a:cubicBezTo>
                  <a:pt x="6900" y="56401"/>
                  <a:pt x="5865" y="60536"/>
                  <a:pt x="5865" y="62027"/>
                </a:cubicBezTo>
                <a:cubicBezTo>
                  <a:pt x="5865" y="68803"/>
                  <a:pt x="11615" y="72940"/>
                  <a:pt x="18171" y="72940"/>
                </a:cubicBezTo>
                <a:cubicBezTo>
                  <a:pt x="30936" y="72940"/>
                  <a:pt x="38181" y="56861"/>
                  <a:pt x="38181" y="55368"/>
                </a:cubicBezTo>
                <a:cubicBezTo>
                  <a:pt x="38181" y="53874"/>
                  <a:pt x="36686" y="53874"/>
                  <a:pt x="36340" y="53874"/>
                </a:cubicBezTo>
                <a:cubicBezTo>
                  <a:pt x="34961" y="53874"/>
                  <a:pt x="34845" y="54104"/>
                  <a:pt x="33926" y="56057"/>
                </a:cubicBezTo>
                <a:cubicBezTo>
                  <a:pt x="30706" y="63291"/>
                  <a:pt x="24841" y="69720"/>
                  <a:pt x="18515" y="69720"/>
                </a:cubicBezTo>
                <a:cubicBezTo>
                  <a:pt x="16100" y="69720"/>
                  <a:pt x="14491" y="68229"/>
                  <a:pt x="14491" y="64094"/>
                </a:cubicBezTo>
                <a:cubicBezTo>
                  <a:pt x="14491" y="62947"/>
                  <a:pt x="14951" y="60536"/>
                  <a:pt x="15181" y="59386"/>
                </a:cubicBezTo>
                <a:lnTo>
                  <a:pt x="23460" y="26431"/>
                </a:lnTo>
                <a:close/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63" name="path-912">
            <a:extLst xmlns:a="http://schemas.openxmlformats.org/drawingml/2006/main">
              <a:ext uri="{FF2B5EF4-FFF2-40B4-BE49-F238E27FC236}">
                <a16:creationId xmlns:a16="http://schemas.microsoft.com/office/drawing/2014/main" id="{E1012A39-3E2C-4F05-BFCB-47B85D47B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8716" y="8642325"/>
            <a:ext cx="22755" cy="42795"/>
          </a:xfrm>
          <a:custGeom xmlns:a="http://schemas.openxmlformats.org/drawingml/2006/main">
            <a:pathLst>
              <a:path w="22755" h="42795">
                <a:moveTo>
                  <a:pt x="21934" y="7721"/>
                </a:moveTo>
                <a:cubicBezTo>
                  <a:pt x="22015" y="7638"/>
                  <a:pt x="22755" y="6078"/>
                  <a:pt x="22755" y="4846"/>
                </a:cubicBezTo>
                <a:cubicBezTo>
                  <a:pt x="22755" y="1889"/>
                  <a:pt x="20126" y="0"/>
                  <a:pt x="17662" y="0"/>
                </a:cubicBezTo>
                <a:cubicBezTo>
                  <a:pt x="14294" y="0"/>
                  <a:pt x="13390" y="2546"/>
                  <a:pt x="12979" y="3778"/>
                </a:cubicBezTo>
                <a:lnTo>
                  <a:pt x="330" y="39345"/>
                </a:lnTo>
                <a:cubicBezTo>
                  <a:pt x="0" y="40331"/>
                  <a:pt x="0" y="40578"/>
                  <a:pt x="0" y="40660"/>
                </a:cubicBezTo>
                <a:cubicBezTo>
                  <a:pt x="0" y="41974"/>
                  <a:pt x="3451" y="42795"/>
                  <a:pt x="3532" y="42795"/>
                </a:cubicBezTo>
                <a:cubicBezTo>
                  <a:pt x="4272" y="42795"/>
                  <a:pt x="4436" y="42385"/>
                  <a:pt x="4930" y="41399"/>
                </a:cubicBezTo>
                <a:lnTo>
                  <a:pt x="21934" y="7721"/>
                </a:lnTo>
                <a:close/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64" name="path-913">
            <a:extLst xmlns:a="http://schemas.openxmlformats.org/drawingml/2006/main">
              <a:ext uri="{FF2B5EF4-FFF2-40B4-BE49-F238E27FC236}">
                <a16:creationId xmlns:a16="http://schemas.microsoft.com/office/drawing/2014/main" id="{A8A5155C-AD12-4520-9C24-ECC6B2C06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3569" y="8676830"/>
            <a:ext cx="84643" cy="30925"/>
          </a:xfrm>
          <a:custGeom xmlns:a="http://schemas.openxmlformats.org/drawingml/2006/main">
            <a:pathLst>
              <a:path w="84643" h="30925">
                <a:moveTo>
                  <a:pt x="80272" y="5635"/>
                </a:moveTo>
                <a:cubicBezTo>
                  <a:pt x="81997" y="5635"/>
                  <a:pt x="84643" y="5635"/>
                  <a:pt x="84643" y="2760"/>
                </a:cubicBezTo>
                <a:cubicBezTo>
                  <a:pt x="84643" y="0"/>
                  <a:pt x="81883" y="0"/>
                  <a:pt x="80388" y="0"/>
                </a:cubicBezTo>
                <a:lnTo>
                  <a:pt x="4255" y="0"/>
                </a:lnTo>
                <a:cubicBezTo>
                  <a:pt x="2760" y="0"/>
                  <a:pt x="0" y="0"/>
                  <a:pt x="0" y="2760"/>
                </a:cubicBezTo>
                <a:cubicBezTo>
                  <a:pt x="0" y="5635"/>
                  <a:pt x="2644" y="5635"/>
                  <a:pt x="4369" y="5635"/>
                </a:cubicBezTo>
                <a:lnTo>
                  <a:pt x="80272" y="5635"/>
                </a:lnTo>
                <a:moveTo>
                  <a:pt x="80388" y="30925"/>
                </a:moveTo>
                <a:cubicBezTo>
                  <a:pt x="81883" y="30925"/>
                  <a:pt x="84643" y="30925"/>
                  <a:pt x="84643" y="28165"/>
                </a:cubicBezTo>
                <a:cubicBezTo>
                  <a:pt x="84643" y="25289"/>
                  <a:pt x="81997" y="25289"/>
                  <a:pt x="80272" y="25289"/>
                </a:cubicBezTo>
                <a:lnTo>
                  <a:pt x="4369" y="25289"/>
                </a:lnTo>
                <a:cubicBezTo>
                  <a:pt x="2644" y="25289"/>
                  <a:pt x="0" y="25289"/>
                  <a:pt x="0" y="28165"/>
                </a:cubicBezTo>
                <a:cubicBezTo>
                  <a:pt x="0" y="30925"/>
                  <a:pt x="2760" y="30925"/>
                  <a:pt x="4255" y="30925"/>
                </a:cubicBezTo>
                <a:lnTo>
                  <a:pt x="80388" y="30925"/>
                </a:lnTo>
                <a:close/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65" name="path-914">
            <a:extLst xmlns:a="http://schemas.openxmlformats.org/drawingml/2006/main">
              <a:ext uri="{FF2B5EF4-FFF2-40B4-BE49-F238E27FC236}">
                <a16:creationId xmlns:a16="http://schemas.microsoft.com/office/drawing/2014/main" id="{C4688943-EB9B-47C2-A704-C2902955A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1207" y="8649281"/>
            <a:ext cx="38871" cy="72940"/>
          </a:xfrm>
          <a:custGeom xmlns:a="http://schemas.openxmlformats.org/drawingml/2006/main">
            <a:pathLst>
              <a:path w="38871" h="72940">
                <a:moveTo>
                  <a:pt x="23460" y="26431"/>
                </a:moveTo>
                <a:lnTo>
                  <a:pt x="35191" y="26431"/>
                </a:lnTo>
                <a:cubicBezTo>
                  <a:pt x="37376" y="26431"/>
                  <a:pt x="38871" y="26431"/>
                  <a:pt x="38871" y="23900"/>
                </a:cubicBezTo>
                <a:cubicBezTo>
                  <a:pt x="38871" y="22290"/>
                  <a:pt x="37376" y="22290"/>
                  <a:pt x="35421" y="22290"/>
                </a:cubicBezTo>
                <a:lnTo>
                  <a:pt x="24495" y="22290"/>
                </a:lnTo>
                <a:lnTo>
                  <a:pt x="28751" y="5287"/>
                </a:lnTo>
                <a:cubicBezTo>
                  <a:pt x="28867" y="4712"/>
                  <a:pt x="29096" y="4138"/>
                  <a:pt x="29096" y="3678"/>
                </a:cubicBezTo>
                <a:cubicBezTo>
                  <a:pt x="29096" y="1609"/>
                  <a:pt x="27486" y="0"/>
                  <a:pt x="25185" y="0"/>
                </a:cubicBezTo>
                <a:cubicBezTo>
                  <a:pt x="22311" y="0"/>
                  <a:pt x="20586" y="1955"/>
                  <a:pt x="19780" y="4942"/>
                </a:cubicBezTo>
                <a:cubicBezTo>
                  <a:pt x="18975" y="7814"/>
                  <a:pt x="20470" y="2299"/>
                  <a:pt x="15411" y="22290"/>
                </a:cubicBezTo>
                <a:lnTo>
                  <a:pt x="3680" y="22290"/>
                </a:lnTo>
                <a:cubicBezTo>
                  <a:pt x="1495" y="22290"/>
                  <a:pt x="0" y="22290"/>
                  <a:pt x="0" y="24820"/>
                </a:cubicBezTo>
                <a:cubicBezTo>
                  <a:pt x="0" y="26431"/>
                  <a:pt x="1379" y="26431"/>
                  <a:pt x="3450" y="26431"/>
                </a:cubicBezTo>
                <a:lnTo>
                  <a:pt x="14375" y="26431"/>
                </a:lnTo>
                <a:lnTo>
                  <a:pt x="7590" y="53530"/>
                </a:lnTo>
                <a:cubicBezTo>
                  <a:pt x="6900" y="56401"/>
                  <a:pt x="5865" y="60536"/>
                  <a:pt x="5865" y="62027"/>
                </a:cubicBezTo>
                <a:cubicBezTo>
                  <a:pt x="5865" y="68803"/>
                  <a:pt x="11615" y="72940"/>
                  <a:pt x="18171" y="72940"/>
                </a:cubicBezTo>
                <a:cubicBezTo>
                  <a:pt x="30936" y="72940"/>
                  <a:pt x="38181" y="56861"/>
                  <a:pt x="38181" y="55368"/>
                </a:cubicBezTo>
                <a:cubicBezTo>
                  <a:pt x="38181" y="53874"/>
                  <a:pt x="36686" y="53874"/>
                  <a:pt x="36340" y="53874"/>
                </a:cubicBezTo>
                <a:cubicBezTo>
                  <a:pt x="34961" y="53874"/>
                  <a:pt x="34845" y="54104"/>
                  <a:pt x="33926" y="56057"/>
                </a:cubicBezTo>
                <a:cubicBezTo>
                  <a:pt x="30706" y="63291"/>
                  <a:pt x="24841" y="69720"/>
                  <a:pt x="18515" y="69720"/>
                </a:cubicBezTo>
                <a:cubicBezTo>
                  <a:pt x="16100" y="69720"/>
                  <a:pt x="14491" y="68229"/>
                  <a:pt x="14491" y="64094"/>
                </a:cubicBezTo>
                <a:cubicBezTo>
                  <a:pt x="14491" y="62947"/>
                  <a:pt x="14951" y="60536"/>
                  <a:pt x="15181" y="59386"/>
                </a:cubicBezTo>
                <a:lnTo>
                  <a:pt x="23460" y="26431"/>
                </a:lnTo>
                <a:close/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66" name="path-915">
            <a:extLst xmlns:a="http://schemas.openxmlformats.org/drawingml/2006/main">
              <a:ext uri="{FF2B5EF4-FFF2-40B4-BE49-F238E27FC236}">
                <a16:creationId xmlns:a16="http://schemas.microsoft.com/office/drawing/2014/main" id="{70290B94-6234-48A6-B577-8A0ACE7B5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4557" y="8549853"/>
            <a:ext cx="86254" cy="107976"/>
          </a:xfrm>
          <a:custGeom xmlns:a="http://schemas.openxmlformats.org/drawingml/2006/main">
            <a:pathLst>
              <a:path w="86254" h="107976">
                <a:moveTo>
                  <a:pt x="3778" y="30895"/>
                </a:moveTo>
                <a:cubicBezTo>
                  <a:pt x="10185" y="11995"/>
                  <a:pt x="28095" y="11830"/>
                  <a:pt x="29902" y="11830"/>
                </a:cubicBezTo>
                <a:cubicBezTo>
                  <a:pt x="54710" y="11830"/>
                  <a:pt x="56518" y="40591"/>
                  <a:pt x="56518" y="53577"/>
                </a:cubicBezTo>
                <a:cubicBezTo>
                  <a:pt x="56518" y="63602"/>
                  <a:pt x="55695" y="66397"/>
                  <a:pt x="54545" y="69684"/>
                </a:cubicBezTo>
                <a:cubicBezTo>
                  <a:pt x="50930" y="81682"/>
                  <a:pt x="46001" y="100746"/>
                  <a:pt x="46001" y="105021"/>
                </a:cubicBezTo>
                <a:cubicBezTo>
                  <a:pt x="46001" y="106828"/>
                  <a:pt x="46823" y="107976"/>
                  <a:pt x="48137" y="107976"/>
                </a:cubicBezTo>
                <a:cubicBezTo>
                  <a:pt x="50273" y="107976"/>
                  <a:pt x="51586" y="104364"/>
                  <a:pt x="53394" y="98117"/>
                </a:cubicBezTo>
                <a:cubicBezTo>
                  <a:pt x="57174" y="84311"/>
                  <a:pt x="58816" y="74943"/>
                  <a:pt x="59473" y="69849"/>
                </a:cubicBezTo>
                <a:cubicBezTo>
                  <a:pt x="59802" y="67711"/>
                  <a:pt x="60130" y="65575"/>
                  <a:pt x="60789" y="63439"/>
                </a:cubicBezTo>
                <a:cubicBezTo>
                  <a:pt x="66046" y="47167"/>
                  <a:pt x="76560" y="22677"/>
                  <a:pt x="83131" y="9694"/>
                </a:cubicBezTo>
                <a:cubicBezTo>
                  <a:pt x="84281" y="7724"/>
                  <a:pt x="86254" y="4109"/>
                  <a:pt x="86254" y="3452"/>
                </a:cubicBezTo>
                <a:cubicBezTo>
                  <a:pt x="86254" y="1807"/>
                  <a:pt x="84610" y="1807"/>
                  <a:pt x="84281" y="1807"/>
                </a:cubicBezTo>
                <a:cubicBezTo>
                  <a:pt x="83790" y="1807"/>
                  <a:pt x="82802" y="1807"/>
                  <a:pt x="82311" y="2958"/>
                </a:cubicBezTo>
                <a:cubicBezTo>
                  <a:pt x="73767" y="18568"/>
                  <a:pt x="67194" y="35004"/>
                  <a:pt x="60624" y="51604"/>
                </a:cubicBezTo>
                <a:cubicBezTo>
                  <a:pt x="60458" y="46510"/>
                  <a:pt x="60295" y="34018"/>
                  <a:pt x="53888" y="18075"/>
                </a:cubicBezTo>
                <a:cubicBezTo>
                  <a:pt x="49944" y="8052"/>
                  <a:pt x="43374" y="0"/>
                  <a:pt x="32038" y="0"/>
                </a:cubicBezTo>
                <a:cubicBezTo>
                  <a:pt x="11502" y="0"/>
                  <a:pt x="0" y="24979"/>
                  <a:pt x="0" y="30072"/>
                </a:cubicBezTo>
                <a:cubicBezTo>
                  <a:pt x="0" y="31717"/>
                  <a:pt x="1479" y="31717"/>
                  <a:pt x="3121" y="31717"/>
                </a:cubicBezTo>
                <a:lnTo>
                  <a:pt x="3778" y="30895"/>
                </a:lnTo>
                <a:close/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67" name="path-916">
            <a:extLst xmlns:a="http://schemas.openxmlformats.org/drawingml/2006/main">
              <a:ext uri="{FF2B5EF4-FFF2-40B4-BE49-F238E27FC236}">
                <a16:creationId xmlns:a16="http://schemas.microsoft.com/office/drawing/2014/main" id="{997A5BA3-C5BC-48D7-BC9E-B7737F6DF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0610" y="8482874"/>
            <a:ext cx="38871" cy="72940"/>
          </a:xfrm>
          <a:custGeom xmlns:a="http://schemas.openxmlformats.org/drawingml/2006/main">
            <a:pathLst>
              <a:path w="38871" h="72940">
                <a:moveTo>
                  <a:pt x="23460" y="26431"/>
                </a:moveTo>
                <a:lnTo>
                  <a:pt x="35191" y="26431"/>
                </a:lnTo>
                <a:cubicBezTo>
                  <a:pt x="37376" y="26431"/>
                  <a:pt x="38871" y="26431"/>
                  <a:pt x="38871" y="23900"/>
                </a:cubicBezTo>
                <a:cubicBezTo>
                  <a:pt x="38871" y="22290"/>
                  <a:pt x="37376" y="22290"/>
                  <a:pt x="35421" y="22290"/>
                </a:cubicBezTo>
                <a:lnTo>
                  <a:pt x="24495" y="22290"/>
                </a:lnTo>
                <a:lnTo>
                  <a:pt x="28751" y="5287"/>
                </a:lnTo>
                <a:cubicBezTo>
                  <a:pt x="28867" y="4712"/>
                  <a:pt x="29096" y="4138"/>
                  <a:pt x="29096" y="3678"/>
                </a:cubicBezTo>
                <a:cubicBezTo>
                  <a:pt x="29096" y="1609"/>
                  <a:pt x="27486" y="0"/>
                  <a:pt x="25185" y="0"/>
                </a:cubicBezTo>
                <a:cubicBezTo>
                  <a:pt x="22311" y="0"/>
                  <a:pt x="20586" y="1955"/>
                  <a:pt x="19780" y="4942"/>
                </a:cubicBezTo>
                <a:cubicBezTo>
                  <a:pt x="18975" y="7814"/>
                  <a:pt x="20470" y="2299"/>
                  <a:pt x="15411" y="22290"/>
                </a:cubicBezTo>
                <a:lnTo>
                  <a:pt x="3680" y="22290"/>
                </a:lnTo>
                <a:cubicBezTo>
                  <a:pt x="1495" y="22290"/>
                  <a:pt x="0" y="22290"/>
                  <a:pt x="0" y="24820"/>
                </a:cubicBezTo>
                <a:cubicBezTo>
                  <a:pt x="0" y="26431"/>
                  <a:pt x="1379" y="26431"/>
                  <a:pt x="3450" y="26431"/>
                </a:cubicBezTo>
                <a:lnTo>
                  <a:pt x="14375" y="26431"/>
                </a:lnTo>
                <a:lnTo>
                  <a:pt x="7590" y="53530"/>
                </a:lnTo>
                <a:cubicBezTo>
                  <a:pt x="6900" y="56401"/>
                  <a:pt x="5865" y="60536"/>
                  <a:pt x="5865" y="62027"/>
                </a:cubicBezTo>
                <a:cubicBezTo>
                  <a:pt x="5865" y="68803"/>
                  <a:pt x="11615" y="72940"/>
                  <a:pt x="18171" y="72940"/>
                </a:cubicBezTo>
                <a:cubicBezTo>
                  <a:pt x="30936" y="72940"/>
                  <a:pt x="38181" y="56861"/>
                  <a:pt x="38181" y="55368"/>
                </a:cubicBezTo>
                <a:cubicBezTo>
                  <a:pt x="38181" y="53874"/>
                  <a:pt x="36686" y="53874"/>
                  <a:pt x="36340" y="53874"/>
                </a:cubicBezTo>
                <a:cubicBezTo>
                  <a:pt x="34961" y="53874"/>
                  <a:pt x="34845" y="54104"/>
                  <a:pt x="33926" y="56057"/>
                </a:cubicBezTo>
                <a:cubicBezTo>
                  <a:pt x="30706" y="63291"/>
                  <a:pt x="24841" y="69720"/>
                  <a:pt x="18515" y="69720"/>
                </a:cubicBezTo>
                <a:cubicBezTo>
                  <a:pt x="16100" y="69720"/>
                  <a:pt x="14491" y="68229"/>
                  <a:pt x="14491" y="64094"/>
                </a:cubicBezTo>
                <a:cubicBezTo>
                  <a:pt x="14491" y="62947"/>
                  <a:pt x="14951" y="60536"/>
                  <a:pt x="15181" y="59386"/>
                </a:cubicBezTo>
                <a:lnTo>
                  <a:pt x="23460" y="26431"/>
                </a:lnTo>
                <a:close/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68" name="path-917">
            <a:extLst xmlns:a="http://schemas.openxmlformats.org/drawingml/2006/main">
              <a:ext uri="{FF2B5EF4-FFF2-40B4-BE49-F238E27FC236}">
                <a16:creationId xmlns:a16="http://schemas.microsoft.com/office/drawing/2014/main" id="{F99C4340-4F87-4549-9C84-AF6AF0913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3056" y="8459195"/>
            <a:ext cx="22755" cy="42795"/>
          </a:xfrm>
          <a:custGeom xmlns:a="http://schemas.openxmlformats.org/drawingml/2006/main">
            <a:pathLst>
              <a:path w="22755" h="42795">
                <a:moveTo>
                  <a:pt x="21934" y="7721"/>
                </a:moveTo>
                <a:cubicBezTo>
                  <a:pt x="22015" y="7638"/>
                  <a:pt x="22755" y="6078"/>
                  <a:pt x="22755" y="4846"/>
                </a:cubicBezTo>
                <a:cubicBezTo>
                  <a:pt x="22755" y="1889"/>
                  <a:pt x="20126" y="0"/>
                  <a:pt x="17662" y="0"/>
                </a:cubicBezTo>
                <a:cubicBezTo>
                  <a:pt x="14294" y="0"/>
                  <a:pt x="13390" y="2546"/>
                  <a:pt x="12979" y="3778"/>
                </a:cubicBezTo>
                <a:lnTo>
                  <a:pt x="330" y="39345"/>
                </a:lnTo>
                <a:cubicBezTo>
                  <a:pt x="0" y="40331"/>
                  <a:pt x="0" y="40578"/>
                  <a:pt x="0" y="40660"/>
                </a:cubicBezTo>
                <a:cubicBezTo>
                  <a:pt x="0" y="41974"/>
                  <a:pt x="3451" y="42795"/>
                  <a:pt x="3532" y="42795"/>
                </a:cubicBezTo>
                <a:cubicBezTo>
                  <a:pt x="4272" y="42795"/>
                  <a:pt x="4436" y="42385"/>
                  <a:pt x="4930" y="41399"/>
                </a:cubicBezTo>
                <a:lnTo>
                  <a:pt x="21934" y="7721"/>
                </a:lnTo>
                <a:close/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69" name="path-918">
            <a:extLst xmlns:a="http://schemas.openxmlformats.org/drawingml/2006/main">
              <a:ext uri="{FF2B5EF4-FFF2-40B4-BE49-F238E27FC236}">
                <a16:creationId xmlns:a16="http://schemas.microsoft.com/office/drawing/2014/main" id="{8A1D3719-8FCE-46B3-BCCA-CF6E331E0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2262" y="8523021"/>
            <a:ext cx="77743" cy="5636"/>
          </a:xfrm>
          <a:custGeom xmlns:a="http://schemas.openxmlformats.org/drawingml/2006/main">
            <a:pathLst>
              <a:path w="77743" h="5636">
                <a:moveTo>
                  <a:pt x="73142" y="5636"/>
                </a:moveTo>
                <a:cubicBezTo>
                  <a:pt x="74983" y="5636"/>
                  <a:pt x="77743" y="5636"/>
                  <a:pt x="77743" y="2876"/>
                </a:cubicBezTo>
                <a:cubicBezTo>
                  <a:pt x="77743" y="0"/>
                  <a:pt x="75097" y="0"/>
                  <a:pt x="73142" y="0"/>
                </a:cubicBezTo>
                <a:lnTo>
                  <a:pt x="4601" y="0"/>
                </a:lnTo>
                <a:cubicBezTo>
                  <a:pt x="2760" y="0"/>
                  <a:pt x="0" y="0"/>
                  <a:pt x="0" y="2760"/>
                </a:cubicBezTo>
                <a:cubicBezTo>
                  <a:pt x="0" y="5636"/>
                  <a:pt x="2646" y="5636"/>
                  <a:pt x="4601" y="5636"/>
                </a:cubicBezTo>
                <a:lnTo>
                  <a:pt x="73142" y="5636"/>
                </a:lnTo>
                <a:close/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70" name="path-919">
            <a:extLst xmlns:a="http://schemas.openxmlformats.org/drawingml/2006/main">
              <a:ext uri="{FF2B5EF4-FFF2-40B4-BE49-F238E27FC236}">
                <a16:creationId xmlns:a16="http://schemas.microsoft.com/office/drawing/2014/main" id="{CD49AD18-8A9C-4F48-896E-6E855F40D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7361" y="8482874"/>
            <a:ext cx="38871" cy="72940"/>
          </a:xfrm>
          <a:custGeom xmlns:a="http://schemas.openxmlformats.org/drawingml/2006/main">
            <a:pathLst>
              <a:path w="38871" h="72940">
                <a:moveTo>
                  <a:pt x="23460" y="26431"/>
                </a:moveTo>
                <a:lnTo>
                  <a:pt x="35191" y="26431"/>
                </a:lnTo>
                <a:cubicBezTo>
                  <a:pt x="37376" y="26431"/>
                  <a:pt x="38871" y="26431"/>
                  <a:pt x="38871" y="23900"/>
                </a:cubicBezTo>
                <a:cubicBezTo>
                  <a:pt x="38871" y="22290"/>
                  <a:pt x="37376" y="22290"/>
                  <a:pt x="35421" y="22290"/>
                </a:cubicBezTo>
                <a:lnTo>
                  <a:pt x="24495" y="22290"/>
                </a:lnTo>
                <a:lnTo>
                  <a:pt x="28751" y="5287"/>
                </a:lnTo>
                <a:cubicBezTo>
                  <a:pt x="28867" y="4712"/>
                  <a:pt x="29096" y="4138"/>
                  <a:pt x="29096" y="3678"/>
                </a:cubicBezTo>
                <a:cubicBezTo>
                  <a:pt x="29096" y="1609"/>
                  <a:pt x="27486" y="0"/>
                  <a:pt x="25185" y="0"/>
                </a:cubicBezTo>
                <a:cubicBezTo>
                  <a:pt x="22311" y="0"/>
                  <a:pt x="20586" y="1955"/>
                  <a:pt x="19780" y="4942"/>
                </a:cubicBezTo>
                <a:cubicBezTo>
                  <a:pt x="18975" y="7814"/>
                  <a:pt x="20470" y="2299"/>
                  <a:pt x="15411" y="22290"/>
                </a:cubicBezTo>
                <a:lnTo>
                  <a:pt x="3680" y="22290"/>
                </a:lnTo>
                <a:cubicBezTo>
                  <a:pt x="1495" y="22290"/>
                  <a:pt x="0" y="22290"/>
                  <a:pt x="0" y="24820"/>
                </a:cubicBezTo>
                <a:cubicBezTo>
                  <a:pt x="0" y="26431"/>
                  <a:pt x="1379" y="26431"/>
                  <a:pt x="3450" y="26431"/>
                </a:cubicBezTo>
                <a:lnTo>
                  <a:pt x="14375" y="26431"/>
                </a:lnTo>
                <a:lnTo>
                  <a:pt x="7590" y="53530"/>
                </a:lnTo>
                <a:cubicBezTo>
                  <a:pt x="6900" y="56401"/>
                  <a:pt x="5865" y="60536"/>
                  <a:pt x="5865" y="62027"/>
                </a:cubicBezTo>
                <a:cubicBezTo>
                  <a:pt x="5865" y="68803"/>
                  <a:pt x="11615" y="72940"/>
                  <a:pt x="18171" y="72940"/>
                </a:cubicBezTo>
                <a:cubicBezTo>
                  <a:pt x="30936" y="72940"/>
                  <a:pt x="38181" y="56861"/>
                  <a:pt x="38181" y="55368"/>
                </a:cubicBezTo>
                <a:cubicBezTo>
                  <a:pt x="38181" y="53874"/>
                  <a:pt x="36686" y="53874"/>
                  <a:pt x="36340" y="53874"/>
                </a:cubicBezTo>
                <a:cubicBezTo>
                  <a:pt x="34961" y="53874"/>
                  <a:pt x="34845" y="54104"/>
                  <a:pt x="33926" y="56057"/>
                </a:cubicBezTo>
                <a:cubicBezTo>
                  <a:pt x="30706" y="63291"/>
                  <a:pt x="24841" y="69720"/>
                  <a:pt x="18515" y="69720"/>
                </a:cubicBezTo>
                <a:cubicBezTo>
                  <a:pt x="16100" y="69720"/>
                  <a:pt x="14491" y="68229"/>
                  <a:pt x="14491" y="64094"/>
                </a:cubicBezTo>
                <a:cubicBezTo>
                  <a:pt x="14491" y="62947"/>
                  <a:pt x="14951" y="60536"/>
                  <a:pt x="15181" y="59386"/>
                </a:cubicBezTo>
                <a:lnTo>
                  <a:pt x="23460" y="26431"/>
                </a:lnTo>
                <a:close/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71" name="path-920">
            <a:extLst xmlns:a="http://schemas.openxmlformats.org/drawingml/2006/main">
              <a:ext uri="{FF2B5EF4-FFF2-40B4-BE49-F238E27FC236}">
                <a16:creationId xmlns:a16="http://schemas.microsoft.com/office/drawing/2014/main" id="{E9F62FF7-485D-4D25-9B54-7506CC703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4020" y="8499315"/>
            <a:ext cx="38115" cy="164291"/>
          </a:xfrm>
          <a:custGeom xmlns:a="http://schemas.openxmlformats.org/drawingml/2006/main">
            <a:pathLst>
              <a:path w="38115" h="164291">
                <a:moveTo>
                  <a:pt x="38115" y="162649"/>
                </a:moveTo>
                <a:cubicBezTo>
                  <a:pt x="38115" y="162157"/>
                  <a:pt x="38115" y="161826"/>
                  <a:pt x="35322" y="159034"/>
                </a:cubicBezTo>
                <a:cubicBezTo>
                  <a:pt x="14786" y="138334"/>
                  <a:pt x="9529" y="107282"/>
                  <a:pt x="9529" y="82145"/>
                </a:cubicBezTo>
                <a:cubicBezTo>
                  <a:pt x="9529" y="53559"/>
                  <a:pt x="15771" y="24973"/>
                  <a:pt x="35979" y="4437"/>
                </a:cubicBezTo>
                <a:cubicBezTo>
                  <a:pt x="38115" y="2467"/>
                  <a:pt x="38115" y="2136"/>
                  <a:pt x="38115" y="1645"/>
                </a:cubicBezTo>
                <a:cubicBezTo>
                  <a:pt x="38115" y="494"/>
                  <a:pt x="37458" y="0"/>
                  <a:pt x="36473" y="0"/>
                </a:cubicBezTo>
                <a:cubicBezTo>
                  <a:pt x="34828" y="0"/>
                  <a:pt x="20042" y="11173"/>
                  <a:pt x="10348" y="32038"/>
                </a:cubicBezTo>
                <a:cubicBezTo>
                  <a:pt x="1970" y="50110"/>
                  <a:pt x="0" y="68345"/>
                  <a:pt x="0" y="82145"/>
                </a:cubicBezTo>
                <a:cubicBezTo>
                  <a:pt x="0" y="94960"/>
                  <a:pt x="1805" y="114840"/>
                  <a:pt x="10842" y="133406"/>
                </a:cubicBezTo>
                <a:cubicBezTo>
                  <a:pt x="20699" y="153614"/>
                  <a:pt x="34828" y="164291"/>
                  <a:pt x="36473" y="164291"/>
                </a:cubicBezTo>
                <a:cubicBezTo>
                  <a:pt x="37458" y="164291"/>
                  <a:pt x="38115" y="163799"/>
                  <a:pt x="38115" y="162649"/>
                </a:cubicBezTo>
                <a:close/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72" name="path-921">
            <a:extLst xmlns:a="http://schemas.openxmlformats.org/drawingml/2006/main">
              <a:ext uri="{FF2B5EF4-FFF2-40B4-BE49-F238E27FC236}">
                <a16:creationId xmlns:a16="http://schemas.microsoft.com/office/drawing/2014/main" id="{44C215FA-484B-4021-B87C-E7A519FFF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6420" y="8549853"/>
            <a:ext cx="66866" cy="74444"/>
          </a:xfrm>
          <a:custGeom xmlns:a="http://schemas.openxmlformats.org/drawingml/2006/main">
            <a:pathLst>
              <a:path w="66866" h="74444">
                <a:moveTo>
                  <a:pt x="9694" y="62943"/>
                </a:moveTo>
                <a:cubicBezTo>
                  <a:pt x="9200" y="65407"/>
                  <a:pt x="8215" y="69187"/>
                  <a:pt x="8215" y="70010"/>
                </a:cubicBezTo>
                <a:cubicBezTo>
                  <a:pt x="8215" y="72968"/>
                  <a:pt x="10514" y="74444"/>
                  <a:pt x="12978" y="74444"/>
                </a:cubicBezTo>
                <a:cubicBezTo>
                  <a:pt x="14951" y="74444"/>
                  <a:pt x="17907" y="73131"/>
                  <a:pt x="19057" y="69844"/>
                </a:cubicBezTo>
                <a:cubicBezTo>
                  <a:pt x="19386" y="69187"/>
                  <a:pt x="24973" y="46836"/>
                  <a:pt x="25630" y="43878"/>
                </a:cubicBezTo>
                <a:cubicBezTo>
                  <a:pt x="26944" y="38455"/>
                  <a:pt x="29902" y="26951"/>
                  <a:pt x="30887" y="22514"/>
                </a:cubicBezTo>
                <a:cubicBezTo>
                  <a:pt x="31544" y="20376"/>
                  <a:pt x="36144" y="12655"/>
                  <a:pt x="40087" y="9042"/>
                </a:cubicBezTo>
                <a:cubicBezTo>
                  <a:pt x="41401" y="7892"/>
                  <a:pt x="46167" y="3615"/>
                  <a:pt x="53231" y="3615"/>
                </a:cubicBezTo>
                <a:cubicBezTo>
                  <a:pt x="57503" y="3615"/>
                  <a:pt x="59967" y="5590"/>
                  <a:pt x="60130" y="5590"/>
                </a:cubicBezTo>
                <a:cubicBezTo>
                  <a:pt x="55201" y="6413"/>
                  <a:pt x="51586" y="10356"/>
                  <a:pt x="51586" y="14628"/>
                </a:cubicBezTo>
                <a:cubicBezTo>
                  <a:pt x="51586" y="17255"/>
                  <a:pt x="53394" y="20376"/>
                  <a:pt x="57831" y="20376"/>
                </a:cubicBezTo>
                <a:cubicBezTo>
                  <a:pt x="62266" y="20376"/>
                  <a:pt x="66866" y="16598"/>
                  <a:pt x="66866" y="10684"/>
                </a:cubicBezTo>
                <a:cubicBezTo>
                  <a:pt x="66866" y="4934"/>
                  <a:pt x="61609" y="0"/>
                  <a:pt x="53231" y="0"/>
                </a:cubicBezTo>
                <a:cubicBezTo>
                  <a:pt x="42552" y="0"/>
                  <a:pt x="35322" y="8055"/>
                  <a:pt x="32201" y="12655"/>
                </a:cubicBezTo>
                <a:cubicBezTo>
                  <a:pt x="30887" y="5262"/>
                  <a:pt x="24973" y="0"/>
                  <a:pt x="17250" y="0"/>
                </a:cubicBezTo>
                <a:cubicBezTo>
                  <a:pt x="9694" y="0"/>
                  <a:pt x="6571" y="6413"/>
                  <a:pt x="5094" y="9371"/>
                </a:cubicBezTo>
                <a:cubicBezTo>
                  <a:pt x="2136" y="14956"/>
                  <a:pt x="0" y="24816"/>
                  <a:pt x="0" y="25307"/>
                </a:cubicBezTo>
                <a:cubicBezTo>
                  <a:pt x="0" y="26951"/>
                  <a:pt x="1642" y="26951"/>
                  <a:pt x="1970" y="26951"/>
                </a:cubicBezTo>
                <a:cubicBezTo>
                  <a:pt x="3615" y="26951"/>
                  <a:pt x="3778" y="26786"/>
                  <a:pt x="4766" y="23171"/>
                </a:cubicBezTo>
                <a:cubicBezTo>
                  <a:pt x="7558" y="11507"/>
                  <a:pt x="10842" y="3615"/>
                  <a:pt x="16758" y="3615"/>
                </a:cubicBezTo>
                <a:cubicBezTo>
                  <a:pt x="19551" y="3615"/>
                  <a:pt x="21850" y="4934"/>
                  <a:pt x="21850" y="11176"/>
                </a:cubicBezTo>
                <a:cubicBezTo>
                  <a:pt x="21850" y="14628"/>
                  <a:pt x="21359" y="16435"/>
                  <a:pt x="19223" y="24979"/>
                </a:cubicBezTo>
                <a:lnTo>
                  <a:pt x="9694" y="62943"/>
                </a:lnTo>
                <a:close/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73" name="path-922">
            <a:extLst xmlns:a="http://schemas.openxmlformats.org/drawingml/2006/main">
              <a:ext uri="{FF2B5EF4-FFF2-40B4-BE49-F238E27FC236}">
                <a16:creationId xmlns:a16="http://schemas.microsoft.com/office/drawing/2014/main" id="{9B82D547-E60F-4993-888E-FF455520C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0596" y="8575353"/>
            <a:ext cx="38871" cy="72940"/>
          </a:xfrm>
          <a:custGeom xmlns:a="http://schemas.openxmlformats.org/drawingml/2006/main">
            <a:pathLst>
              <a:path w="38871" h="72940">
                <a:moveTo>
                  <a:pt x="23460" y="26431"/>
                </a:moveTo>
                <a:lnTo>
                  <a:pt x="35191" y="26431"/>
                </a:lnTo>
                <a:cubicBezTo>
                  <a:pt x="37376" y="26431"/>
                  <a:pt x="38871" y="26431"/>
                  <a:pt x="38871" y="23900"/>
                </a:cubicBezTo>
                <a:cubicBezTo>
                  <a:pt x="38871" y="22290"/>
                  <a:pt x="37376" y="22290"/>
                  <a:pt x="35421" y="22290"/>
                </a:cubicBezTo>
                <a:lnTo>
                  <a:pt x="24495" y="22290"/>
                </a:lnTo>
                <a:lnTo>
                  <a:pt x="28751" y="5287"/>
                </a:lnTo>
                <a:cubicBezTo>
                  <a:pt x="28867" y="4712"/>
                  <a:pt x="29096" y="4138"/>
                  <a:pt x="29096" y="3678"/>
                </a:cubicBezTo>
                <a:cubicBezTo>
                  <a:pt x="29096" y="1609"/>
                  <a:pt x="27486" y="0"/>
                  <a:pt x="25185" y="0"/>
                </a:cubicBezTo>
                <a:cubicBezTo>
                  <a:pt x="22311" y="0"/>
                  <a:pt x="20586" y="1955"/>
                  <a:pt x="19780" y="4942"/>
                </a:cubicBezTo>
                <a:cubicBezTo>
                  <a:pt x="18975" y="7814"/>
                  <a:pt x="20470" y="2299"/>
                  <a:pt x="15411" y="22290"/>
                </a:cubicBezTo>
                <a:lnTo>
                  <a:pt x="3680" y="22290"/>
                </a:lnTo>
                <a:cubicBezTo>
                  <a:pt x="1495" y="22290"/>
                  <a:pt x="0" y="22290"/>
                  <a:pt x="0" y="24820"/>
                </a:cubicBezTo>
                <a:cubicBezTo>
                  <a:pt x="0" y="26431"/>
                  <a:pt x="1379" y="26431"/>
                  <a:pt x="3450" y="26431"/>
                </a:cubicBezTo>
                <a:lnTo>
                  <a:pt x="14375" y="26431"/>
                </a:lnTo>
                <a:lnTo>
                  <a:pt x="7590" y="53530"/>
                </a:lnTo>
                <a:cubicBezTo>
                  <a:pt x="6900" y="56401"/>
                  <a:pt x="5865" y="60536"/>
                  <a:pt x="5865" y="62027"/>
                </a:cubicBezTo>
                <a:cubicBezTo>
                  <a:pt x="5865" y="68803"/>
                  <a:pt x="11615" y="72940"/>
                  <a:pt x="18171" y="72940"/>
                </a:cubicBezTo>
                <a:cubicBezTo>
                  <a:pt x="30936" y="72940"/>
                  <a:pt x="38181" y="56861"/>
                  <a:pt x="38181" y="55368"/>
                </a:cubicBezTo>
                <a:cubicBezTo>
                  <a:pt x="38181" y="53874"/>
                  <a:pt x="36686" y="53874"/>
                  <a:pt x="36340" y="53874"/>
                </a:cubicBezTo>
                <a:cubicBezTo>
                  <a:pt x="34961" y="53874"/>
                  <a:pt x="34845" y="54104"/>
                  <a:pt x="33926" y="56057"/>
                </a:cubicBezTo>
                <a:cubicBezTo>
                  <a:pt x="30706" y="63291"/>
                  <a:pt x="24841" y="69720"/>
                  <a:pt x="18515" y="69720"/>
                </a:cubicBezTo>
                <a:cubicBezTo>
                  <a:pt x="16100" y="69720"/>
                  <a:pt x="14491" y="68229"/>
                  <a:pt x="14491" y="64094"/>
                </a:cubicBezTo>
                <a:cubicBezTo>
                  <a:pt x="14491" y="62947"/>
                  <a:pt x="14951" y="60536"/>
                  <a:pt x="15181" y="59386"/>
                </a:cubicBezTo>
                <a:lnTo>
                  <a:pt x="23460" y="26431"/>
                </a:lnTo>
                <a:close/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74" name="path-923">
            <a:extLst xmlns:a="http://schemas.openxmlformats.org/drawingml/2006/main">
              <a:ext uri="{FF2B5EF4-FFF2-40B4-BE49-F238E27FC236}">
                <a16:creationId xmlns:a16="http://schemas.microsoft.com/office/drawing/2014/main" id="{F8104D3A-5078-4187-9219-C195F7C74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3042" y="8568398"/>
            <a:ext cx="22755" cy="42795"/>
          </a:xfrm>
          <a:custGeom xmlns:a="http://schemas.openxmlformats.org/drawingml/2006/main">
            <a:pathLst>
              <a:path w="22755" h="42795">
                <a:moveTo>
                  <a:pt x="21934" y="7721"/>
                </a:moveTo>
                <a:cubicBezTo>
                  <a:pt x="22015" y="7638"/>
                  <a:pt x="22755" y="6078"/>
                  <a:pt x="22755" y="4846"/>
                </a:cubicBezTo>
                <a:cubicBezTo>
                  <a:pt x="22755" y="1889"/>
                  <a:pt x="20126" y="0"/>
                  <a:pt x="17662" y="0"/>
                </a:cubicBezTo>
                <a:cubicBezTo>
                  <a:pt x="14294" y="0"/>
                  <a:pt x="13390" y="2546"/>
                  <a:pt x="12979" y="3778"/>
                </a:cubicBezTo>
                <a:lnTo>
                  <a:pt x="330" y="39345"/>
                </a:lnTo>
                <a:cubicBezTo>
                  <a:pt x="0" y="40331"/>
                  <a:pt x="0" y="40578"/>
                  <a:pt x="0" y="40660"/>
                </a:cubicBezTo>
                <a:cubicBezTo>
                  <a:pt x="0" y="41974"/>
                  <a:pt x="3451" y="42795"/>
                  <a:pt x="3532" y="42795"/>
                </a:cubicBezTo>
                <a:cubicBezTo>
                  <a:pt x="4272" y="42795"/>
                  <a:pt x="4436" y="42385"/>
                  <a:pt x="4930" y="41399"/>
                </a:cubicBezTo>
                <a:lnTo>
                  <a:pt x="21934" y="7721"/>
                </a:lnTo>
                <a:close/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75" name="path-924">
            <a:extLst xmlns:a="http://schemas.openxmlformats.org/drawingml/2006/main">
              <a:ext uri="{FF2B5EF4-FFF2-40B4-BE49-F238E27FC236}">
                <a16:creationId xmlns:a16="http://schemas.microsoft.com/office/drawing/2014/main" id="{2AEC0A00-A94C-4341-996A-9D313493E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8204" y="8578098"/>
            <a:ext cx="100383" cy="6571"/>
          </a:xfrm>
          <a:custGeom xmlns:a="http://schemas.openxmlformats.org/drawingml/2006/main">
            <a:pathLst>
              <a:path w="100383" h="6571">
                <a:moveTo>
                  <a:pt x="94632" y="6571"/>
                </a:moveTo>
                <a:cubicBezTo>
                  <a:pt x="97425" y="6571"/>
                  <a:pt x="100383" y="6571"/>
                  <a:pt x="100383" y="3287"/>
                </a:cubicBezTo>
                <a:cubicBezTo>
                  <a:pt x="100383" y="0"/>
                  <a:pt x="97425" y="0"/>
                  <a:pt x="94632" y="0"/>
                </a:cubicBezTo>
                <a:lnTo>
                  <a:pt x="5751" y="0"/>
                </a:lnTo>
                <a:cubicBezTo>
                  <a:pt x="2958" y="0"/>
                  <a:pt x="0" y="0"/>
                  <a:pt x="0" y="3287"/>
                </a:cubicBezTo>
                <a:cubicBezTo>
                  <a:pt x="0" y="6571"/>
                  <a:pt x="2958" y="6571"/>
                  <a:pt x="5751" y="6571"/>
                </a:cubicBezTo>
                <a:lnTo>
                  <a:pt x="94632" y="6571"/>
                </a:lnTo>
                <a:close/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76" name="path-925">
            <a:extLst xmlns:a="http://schemas.openxmlformats.org/drawingml/2006/main">
              <a:ext uri="{FF2B5EF4-FFF2-40B4-BE49-F238E27FC236}">
                <a16:creationId xmlns:a16="http://schemas.microsoft.com/office/drawing/2014/main" id="{225C4E6A-8508-4BF0-89C6-558D893C3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3613" y="8549853"/>
            <a:ext cx="66866" cy="74444"/>
          </a:xfrm>
          <a:custGeom xmlns:a="http://schemas.openxmlformats.org/drawingml/2006/main">
            <a:pathLst>
              <a:path w="66866" h="74444">
                <a:moveTo>
                  <a:pt x="9694" y="62943"/>
                </a:moveTo>
                <a:cubicBezTo>
                  <a:pt x="9200" y="65407"/>
                  <a:pt x="8215" y="69187"/>
                  <a:pt x="8215" y="70010"/>
                </a:cubicBezTo>
                <a:cubicBezTo>
                  <a:pt x="8215" y="72968"/>
                  <a:pt x="10514" y="74444"/>
                  <a:pt x="12978" y="74444"/>
                </a:cubicBezTo>
                <a:cubicBezTo>
                  <a:pt x="14951" y="74444"/>
                  <a:pt x="17907" y="73131"/>
                  <a:pt x="19057" y="69844"/>
                </a:cubicBezTo>
                <a:cubicBezTo>
                  <a:pt x="19386" y="69187"/>
                  <a:pt x="24973" y="46836"/>
                  <a:pt x="25630" y="43878"/>
                </a:cubicBezTo>
                <a:cubicBezTo>
                  <a:pt x="26944" y="38455"/>
                  <a:pt x="29902" y="26951"/>
                  <a:pt x="30887" y="22514"/>
                </a:cubicBezTo>
                <a:cubicBezTo>
                  <a:pt x="31544" y="20376"/>
                  <a:pt x="36144" y="12655"/>
                  <a:pt x="40087" y="9042"/>
                </a:cubicBezTo>
                <a:cubicBezTo>
                  <a:pt x="41401" y="7892"/>
                  <a:pt x="46167" y="3615"/>
                  <a:pt x="53231" y="3615"/>
                </a:cubicBezTo>
                <a:cubicBezTo>
                  <a:pt x="57503" y="3615"/>
                  <a:pt x="59967" y="5590"/>
                  <a:pt x="60130" y="5590"/>
                </a:cubicBezTo>
                <a:cubicBezTo>
                  <a:pt x="55201" y="6413"/>
                  <a:pt x="51586" y="10356"/>
                  <a:pt x="51586" y="14628"/>
                </a:cubicBezTo>
                <a:cubicBezTo>
                  <a:pt x="51586" y="17255"/>
                  <a:pt x="53394" y="20376"/>
                  <a:pt x="57831" y="20376"/>
                </a:cubicBezTo>
                <a:cubicBezTo>
                  <a:pt x="62266" y="20376"/>
                  <a:pt x="66866" y="16598"/>
                  <a:pt x="66866" y="10684"/>
                </a:cubicBezTo>
                <a:cubicBezTo>
                  <a:pt x="66866" y="4934"/>
                  <a:pt x="61609" y="0"/>
                  <a:pt x="53231" y="0"/>
                </a:cubicBezTo>
                <a:cubicBezTo>
                  <a:pt x="42552" y="0"/>
                  <a:pt x="35322" y="8055"/>
                  <a:pt x="32201" y="12655"/>
                </a:cubicBezTo>
                <a:cubicBezTo>
                  <a:pt x="30887" y="5262"/>
                  <a:pt x="24973" y="0"/>
                  <a:pt x="17250" y="0"/>
                </a:cubicBezTo>
                <a:cubicBezTo>
                  <a:pt x="9694" y="0"/>
                  <a:pt x="6571" y="6413"/>
                  <a:pt x="5094" y="9371"/>
                </a:cubicBezTo>
                <a:cubicBezTo>
                  <a:pt x="2136" y="14956"/>
                  <a:pt x="0" y="24816"/>
                  <a:pt x="0" y="25307"/>
                </a:cubicBezTo>
                <a:cubicBezTo>
                  <a:pt x="0" y="26951"/>
                  <a:pt x="1642" y="26951"/>
                  <a:pt x="1970" y="26951"/>
                </a:cubicBezTo>
                <a:cubicBezTo>
                  <a:pt x="3615" y="26951"/>
                  <a:pt x="3778" y="26786"/>
                  <a:pt x="4766" y="23171"/>
                </a:cubicBezTo>
                <a:cubicBezTo>
                  <a:pt x="7558" y="11507"/>
                  <a:pt x="10842" y="3615"/>
                  <a:pt x="16758" y="3615"/>
                </a:cubicBezTo>
                <a:cubicBezTo>
                  <a:pt x="19551" y="3615"/>
                  <a:pt x="21850" y="4934"/>
                  <a:pt x="21850" y="11176"/>
                </a:cubicBezTo>
                <a:cubicBezTo>
                  <a:pt x="21850" y="14628"/>
                  <a:pt x="21359" y="16435"/>
                  <a:pt x="19223" y="24979"/>
                </a:cubicBezTo>
                <a:lnTo>
                  <a:pt x="9694" y="62943"/>
                </a:lnTo>
                <a:close/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77" name="path-926">
            <a:extLst xmlns:a="http://schemas.openxmlformats.org/drawingml/2006/main">
              <a:ext uri="{FF2B5EF4-FFF2-40B4-BE49-F238E27FC236}">
                <a16:creationId xmlns:a16="http://schemas.microsoft.com/office/drawing/2014/main" id="{93CA33D5-32E2-4BB8-957F-CC3CB856C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7804" y="8575353"/>
            <a:ext cx="38871" cy="72940"/>
          </a:xfrm>
          <a:custGeom xmlns:a="http://schemas.openxmlformats.org/drawingml/2006/main">
            <a:pathLst>
              <a:path w="38871" h="72940">
                <a:moveTo>
                  <a:pt x="23460" y="26431"/>
                </a:moveTo>
                <a:lnTo>
                  <a:pt x="35191" y="26431"/>
                </a:lnTo>
                <a:cubicBezTo>
                  <a:pt x="37376" y="26431"/>
                  <a:pt x="38871" y="26431"/>
                  <a:pt x="38871" y="23900"/>
                </a:cubicBezTo>
                <a:cubicBezTo>
                  <a:pt x="38871" y="22290"/>
                  <a:pt x="37376" y="22290"/>
                  <a:pt x="35421" y="22290"/>
                </a:cubicBezTo>
                <a:lnTo>
                  <a:pt x="24495" y="22290"/>
                </a:lnTo>
                <a:lnTo>
                  <a:pt x="28751" y="5287"/>
                </a:lnTo>
                <a:cubicBezTo>
                  <a:pt x="28867" y="4712"/>
                  <a:pt x="29096" y="4138"/>
                  <a:pt x="29096" y="3678"/>
                </a:cubicBezTo>
                <a:cubicBezTo>
                  <a:pt x="29096" y="1609"/>
                  <a:pt x="27486" y="0"/>
                  <a:pt x="25185" y="0"/>
                </a:cubicBezTo>
                <a:cubicBezTo>
                  <a:pt x="22311" y="0"/>
                  <a:pt x="20586" y="1955"/>
                  <a:pt x="19780" y="4942"/>
                </a:cubicBezTo>
                <a:cubicBezTo>
                  <a:pt x="18975" y="7814"/>
                  <a:pt x="20470" y="2299"/>
                  <a:pt x="15411" y="22290"/>
                </a:cubicBezTo>
                <a:lnTo>
                  <a:pt x="3680" y="22290"/>
                </a:lnTo>
                <a:cubicBezTo>
                  <a:pt x="1495" y="22290"/>
                  <a:pt x="0" y="22290"/>
                  <a:pt x="0" y="24820"/>
                </a:cubicBezTo>
                <a:cubicBezTo>
                  <a:pt x="0" y="26431"/>
                  <a:pt x="1379" y="26431"/>
                  <a:pt x="3450" y="26431"/>
                </a:cubicBezTo>
                <a:lnTo>
                  <a:pt x="14375" y="26431"/>
                </a:lnTo>
                <a:lnTo>
                  <a:pt x="7590" y="53530"/>
                </a:lnTo>
                <a:cubicBezTo>
                  <a:pt x="6900" y="56401"/>
                  <a:pt x="5865" y="60536"/>
                  <a:pt x="5865" y="62027"/>
                </a:cubicBezTo>
                <a:cubicBezTo>
                  <a:pt x="5865" y="68803"/>
                  <a:pt x="11615" y="72940"/>
                  <a:pt x="18171" y="72940"/>
                </a:cubicBezTo>
                <a:cubicBezTo>
                  <a:pt x="30936" y="72940"/>
                  <a:pt x="38181" y="56861"/>
                  <a:pt x="38181" y="55368"/>
                </a:cubicBezTo>
                <a:cubicBezTo>
                  <a:pt x="38181" y="53874"/>
                  <a:pt x="36686" y="53874"/>
                  <a:pt x="36340" y="53874"/>
                </a:cubicBezTo>
                <a:cubicBezTo>
                  <a:pt x="34961" y="53874"/>
                  <a:pt x="34845" y="54104"/>
                  <a:pt x="33926" y="56057"/>
                </a:cubicBezTo>
                <a:cubicBezTo>
                  <a:pt x="30706" y="63291"/>
                  <a:pt x="24841" y="69720"/>
                  <a:pt x="18515" y="69720"/>
                </a:cubicBezTo>
                <a:cubicBezTo>
                  <a:pt x="16100" y="69720"/>
                  <a:pt x="14491" y="68229"/>
                  <a:pt x="14491" y="64094"/>
                </a:cubicBezTo>
                <a:cubicBezTo>
                  <a:pt x="14491" y="62947"/>
                  <a:pt x="14951" y="60536"/>
                  <a:pt x="15181" y="59386"/>
                </a:cubicBezTo>
                <a:lnTo>
                  <a:pt x="23460" y="26431"/>
                </a:lnTo>
                <a:close/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78" name="path-927">
            <a:extLst xmlns:a="http://schemas.openxmlformats.org/drawingml/2006/main">
              <a:ext uri="{FF2B5EF4-FFF2-40B4-BE49-F238E27FC236}">
                <a16:creationId xmlns:a16="http://schemas.microsoft.com/office/drawing/2014/main" id="{C56EC5DD-414F-426F-A74B-EEB3A6CAA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0235" y="8568398"/>
            <a:ext cx="22755" cy="42795"/>
          </a:xfrm>
          <a:custGeom xmlns:a="http://schemas.openxmlformats.org/drawingml/2006/main">
            <a:pathLst>
              <a:path w="22755" h="42795">
                <a:moveTo>
                  <a:pt x="21934" y="7721"/>
                </a:moveTo>
                <a:cubicBezTo>
                  <a:pt x="22015" y="7638"/>
                  <a:pt x="22755" y="6078"/>
                  <a:pt x="22755" y="4846"/>
                </a:cubicBezTo>
                <a:cubicBezTo>
                  <a:pt x="22755" y="1889"/>
                  <a:pt x="20126" y="0"/>
                  <a:pt x="17662" y="0"/>
                </a:cubicBezTo>
                <a:cubicBezTo>
                  <a:pt x="14294" y="0"/>
                  <a:pt x="13390" y="2546"/>
                  <a:pt x="12979" y="3778"/>
                </a:cubicBezTo>
                <a:lnTo>
                  <a:pt x="330" y="39345"/>
                </a:lnTo>
                <a:cubicBezTo>
                  <a:pt x="0" y="40331"/>
                  <a:pt x="0" y="40578"/>
                  <a:pt x="0" y="40660"/>
                </a:cubicBezTo>
                <a:cubicBezTo>
                  <a:pt x="0" y="41974"/>
                  <a:pt x="3451" y="42795"/>
                  <a:pt x="3532" y="42795"/>
                </a:cubicBezTo>
                <a:cubicBezTo>
                  <a:pt x="4272" y="42795"/>
                  <a:pt x="4436" y="42385"/>
                  <a:pt x="4930" y="41399"/>
                </a:cubicBezTo>
                <a:lnTo>
                  <a:pt x="21934" y="7721"/>
                </a:lnTo>
                <a:close/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79" name="path-928">
            <a:extLst xmlns:a="http://schemas.openxmlformats.org/drawingml/2006/main">
              <a:ext uri="{FF2B5EF4-FFF2-40B4-BE49-F238E27FC236}">
                <a16:creationId xmlns:a16="http://schemas.microsoft.com/office/drawing/2014/main" id="{A31C4EB1-5A3D-4766-AE62-B0F6740E9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9458" y="8615500"/>
            <a:ext cx="77743" cy="5636"/>
          </a:xfrm>
          <a:custGeom xmlns:a="http://schemas.openxmlformats.org/drawingml/2006/main">
            <a:pathLst>
              <a:path w="77743" h="5636">
                <a:moveTo>
                  <a:pt x="73142" y="5636"/>
                </a:moveTo>
                <a:cubicBezTo>
                  <a:pt x="74983" y="5636"/>
                  <a:pt x="77743" y="5636"/>
                  <a:pt x="77743" y="2876"/>
                </a:cubicBezTo>
                <a:cubicBezTo>
                  <a:pt x="77743" y="0"/>
                  <a:pt x="75097" y="0"/>
                  <a:pt x="73142" y="0"/>
                </a:cubicBezTo>
                <a:lnTo>
                  <a:pt x="4601" y="0"/>
                </a:lnTo>
                <a:cubicBezTo>
                  <a:pt x="2760" y="0"/>
                  <a:pt x="0" y="0"/>
                  <a:pt x="0" y="2760"/>
                </a:cubicBezTo>
                <a:cubicBezTo>
                  <a:pt x="0" y="5636"/>
                  <a:pt x="2646" y="5636"/>
                  <a:pt x="4601" y="5636"/>
                </a:cubicBezTo>
                <a:lnTo>
                  <a:pt x="73142" y="5636"/>
                </a:lnTo>
                <a:close/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80" name="path-929">
            <a:extLst xmlns:a="http://schemas.openxmlformats.org/drawingml/2006/main">
              <a:ext uri="{FF2B5EF4-FFF2-40B4-BE49-F238E27FC236}">
                <a16:creationId xmlns:a16="http://schemas.microsoft.com/office/drawing/2014/main" id="{0527BCF1-E9D8-4688-87A2-7E9DB4367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2261" y="8570801"/>
            <a:ext cx="41861" cy="76369"/>
          </a:xfrm>
          <a:custGeom xmlns:a="http://schemas.openxmlformats.org/drawingml/2006/main">
            <a:pathLst>
              <a:path w="41861" h="76369">
                <a:moveTo>
                  <a:pt x="25990" y="3213"/>
                </a:moveTo>
                <a:cubicBezTo>
                  <a:pt x="25990" y="116"/>
                  <a:pt x="25761" y="0"/>
                  <a:pt x="22541" y="0"/>
                </a:cubicBezTo>
                <a:cubicBezTo>
                  <a:pt x="15181" y="7202"/>
                  <a:pt x="4715" y="7316"/>
                  <a:pt x="0" y="7316"/>
                </a:cubicBezTo>
                <a:lnTo>
                  <a:pt x="0" y="11455"/>
                </a:lnTo>
                <a:cubicBezTo>
                  <a:pt x="2760" y="11455"/>
                  <a:pt x="10350" y="11455"/>
                  <a:pt x="16676" y="8235"/>
                </a:cubicBezTo>
                <a:lnTo>
                  <a:pt x="16676" y="66935"/>
                </a:lnTo>
                <a:cubicBezTo>
                  <a:pt x="16676" y="70735"/>
                  <a:pt x="16676" y="72230"/>
                  <a:pt x="5175" y="72230"/>
                </a:cubicBezTo>
                <a:lnTo>
                  <a:pt x="805" y="72230"/>
                </a:lnTo>
                <a:lnTo>
                  <a:pt x="805" y="76369"/>
                </a:lnTo>
                <a:cubicBezTo>
                  <a:pt x="2874" y="76255"/>
                  <a:pt x="17020" y="75909"/>
                  <a:pt x="21275" y="75909"/>
                </a:cubicBezTo>
                <a:cubicBezTo>
                  <a:pt x="24841" y="75909"/>
                  <a:pt x="39331" y="76255"/>
                  <a:pt x="41861" y="76369"/>
                </a:cubicBezTo>
                <a:lnTo>
                  <a:pt x="41861" y="72230"/>
                </a:lnTo>
                <a:lnTo>
                  <a:pt x="37491" y="72230"/>
                </a:lnTo>
                <a:cubicBezTo>
                  <a:pt x="25990" y="72230"/>
                  <a:pt x="25990" y="70735"/>
                  <a:pt x="25990" y="66935"/>
                </a:cubicBezTo>
                <a:lnTo>
                  <a:pt x="25990" y="3213"/>
                </a:lnTo>
                <a:close/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81" name="path-930">
            <a:extLst xmlns:a="http://schemas.openxmlformats.org/drawingml/2006/main">
              <a:ext uri="{FF2B5EF4-FFF2-40B4-BE49-F238E27FC236}">
                <a16:creationId xmlns:a16="http://schemas.microsoft.com/office/drawing/2014/main" id="{2228118A-58EB-4C53-B349-F002CFF5A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87" y="8499315"/>
            <a:ext cx="38115" cy="164291"/>
          </a:xfrm>
          <a:custGeom xmlns:a="http://schemas.openxmlformats.org/drawingml/2006/main">
            <a:pathLst>
              <a:path w="38115" h="164291">
                <a:moveTo>
                  <a:pt x="38115" y="82145"/>
                </a:moveTo>
                <a:cubicBezTo>
                  <a:pt x="38115" y="69333"/>
                  <a:pt x="36310" y="49453"/>
                  <a:pt x="27272" y="30887"/>
                </a:cubicBezTo>
                <a:cubicBezTo>
                  <a:pt x="17415" y="10679"/>
                  <a:pt x="3287" y="0"/>
                  <a:pt x="1642" y="0"/>
                </a:cubicBezTo>
                <a:cubicBezTo>
                  <a:pt x="657" y="0"/>
                  <a:pt x="0" y="659"/>
                  <a:pt x="0" y="1645"/>
                </a:cubicBezTo>
                <a:cubicBezTo>
                  <a:pt x="0" y="2136"/>
                  <a:pt x="0" y="2467"/>
                  <a:pt x="3121" y="5422"/>
                </a:cubicBezTo>
                <a:cubicBezTo>
                  <a:pt x="19223" y="21687"/>
                  <a:pt x="28586" y="47809"/>
                  <a:pt x="28586" y="82145"/>
                </a:cubicBezTo>
                <a:cubicBezTo>
                  <a:pt x="28586" y="110240"/>
                  <a:pt x="22509" y="139154"/>
                  <a:pt x="2136" y="159856"/>
                </a:cubicBezTo>
                <a:cubicBezTo>
                  <a:pt x="0" y="161826"/>
                  <a:pt x="0" y="162157"/>
                  <a:pt x="0" y="162649"/>
                </a:cubicBezTo>
                <a:cubicBezTo>
                  <a:pt x="0" y="163634"/>
                  <a:pt x="657" y="164291"/>
                  <a:pt x="1642" y="164291"/>
                </a:cubicBezTo>
                <a:cubicBezTo>
                  <a:pt x="3287" y="164291"/>
                  <a:pt x="18072" y="153120"/>
                  <a:pt x="27766" y="132255"/>
                </a:cubicBezTo>
                <a:cubicBezTo>
                  <a:pt x="36144" y="114183"/>
                  <a:pt x="38115" y="95946"/>
                  <a:pt x="38115" y="82145"/>
                </a:cubicBezTo>
                <a:close/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82" name="path-931">
            <a:extLst xmlns:a="http://schemas.openxmlformats.org/drawingml/2006/main">
              <a:ext uri="{FF2B5EF4-FFF2-40B4-BE49-F238E27FC236}">
                <a16:creationId xmlns:a16="http://schemas.microsoft.com/office/drawing/2014/main" id="{B626413A-A849-4BA0-9787-37808ECEF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624" y="8384244"/>
            <a:ext cx="43209" cy="394144"/>
          </a:xfrm>
          <a:custGeom xmlns:a="http://schemas.openxmlformats.org/drawingml/2006/main">
            <a:pathLst>
              <a:path w="43209" h="394144">
                <a:moveTo>
                  <a:pt x="34174" y="385106"/>
                </a:moveTo>
                <a:lnTo>
                  <a:pt x="0" y="385106"/>
                </a:lnTo>
                <a:lnTo>
                  <a:pt x="0" y="394144"/>
                </a:lnTo>
                <a:lnTo>
                  <a:pt x="43209" y="394144"/>
                </a:lnTo>
                <a:lnTo>
                  <a:pt x="43209" y="0"/>
                </a:lnTo>
                <a:lnTo>
                  <a:pt x="0" y="0"/>
                </a:lnTo>
                <a:lnTo>
                  <a:pt x="0" y="9035"/>
                </a:lnTo>
                <a:lnTo>
                  <a:pt x="34174" y="9035"/>
                </a:lnTo>
                <a:lnTo>
                  <a:pt x="34174" y="385106"/>
                </a:lnTo>
                <a:close/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83" name="path-932">
            <a:extLst xmlns:a="http://schemas.openxmlformats.org/drawingml/2006/main">
              <a:ext uri="{FF2B5EF4-FFF2-40B4-BE49-F238E27FC236}">
                <a16:creationId xmlns:a16="http://schemas.microsoft.com/office/drawing/2014/main" id="{8345FAAB-311F-4695-9A7F-42562CC76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1277" y="8348557"/>
            <a:ext cx="50832" cy="76369"/>
          </a:xfrm>
          <a:custGeom xmlns:a="http://schemas.openxmlformats.org/drawingml/2006/main">
            <a:pathLst>
              <a:path w="50832" h="76369">
                <a:moveTo>
                  <a:pt x="50832" y="55434"/>
                </a:moveTo>
                <a:lnTo>
                  <a:pt x="46922" y="55434"/>
                </a:lnTo>
                <a:cubicBezTo>
                  <a:pt x="46576" y="57967"/>
                  <a:pt x="45427" y="64754"/>
                  <a:pt x="43932" y="65905"/>
                </a:cubicBezTo>
                <a:cubicBezTo>
                  <a:pt x="43012" y="66595"/>
                  <a:pt x="34157" y="66595"/>
                  <a:pt x="32546" y="66595"/>
                </a:cubicBezTo>
                <a:lnTo>
                  <a:pt x="11385" y="66595"/>
                </a:lnTo>
                <a:cubicBezTo>
                  <a:pt x="23462" y="55894"/>
                  <a:pt x="27486" y="52674"/>
                  <a:pt x="34387" y="47266"/>
                </a:cubicBezTo>
                <a:cubicBezTo>
                  <a:pt x="42896" y="40478"/>
                  <a:pt x="50832" y="33345"/>
                  <a:pt x="50832" y="22416"/>
                </a:cubicBezTo>
                <a:cubicBezTo>
                  <a:pt x="50832" y="8507"/>
                  <a:pt x="38641" y="0"/>
                  <a:pt x="23922" y="0"/>
                </a:cubicBezTo>
                <a:cubicBezTo>
                  <a:pt x="9660" y="0"/>
                  <a:pt x="0" y="10001"/>
                  <a:pt x="0" y="20575"/>
                </a:cubicBezTo>
                <a:cubicBezTo>
                  <a:pt x="0" y="26441"/>
                  <a:pt x="4945" y="27015"/>
                  <a:pt x="6096" y="27015"/>
                </a:cubicBezTo>
                <a:cubicBezTo>
                  <a:pt x="8857" y="27015"/>
                  <a:pt x="12191" y="25060"/>
                  <a:pt x="12191" y="20921"/>
                </a:cubicBezTo>
                <a:cubicBezTo>
                  <a:pt x="12191" y="18850"/>
                  <a:pt x="11385" y="14825"/>
                  <a:pt x="5405" y="14825"/>
                </a:cubicBezTo>
                <a:cubicBezTo>
                  <a:pt x="8971" y="6668"/>
                  <a:pt x="16792" y="4141"/>
                  <a:pt x="22197" y="4141"/>
                </a:cubicBezTo>
                <a:cubicBezTo>
                  <a:pt x="33696" y="4141"/>
                  <a:pt x="39676" y="13101"/>
                  <a:pt x="39676" y="22416"/>
                </a:cubicBezTo>
                <a:cubicBezTo>
                  <a:pt x="39676" y="32424"/>
                  <a:pt x="32546" y="40362"/>
                  <a:pt x="28867" y="44504"/>
                </a:cubicBezTo>
                <a:lnTo>
                  <a:pt x="1151" y="71886"/>
                </a:lnTo>
                <a:cubicBezTo>
                  <a:pt x="0" y="72919"/>
                  <a:pt x="0" y="73149"/>
                  <a:pt x="0" y="76369"/>
                </a:cubicBezTo>
                <a:lnTo>
                  <a:pt x="47382" y="76369"/>
                </a:lnTo>
                <a:lnTo>
                  <a:pt x="50832" y="55434"/>
                </a:lnTo>
                <a:close/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84" name="path-933">
            <a:extLst xmlns:a="http://schemas.openxmlformats.org/drawingml/2006/main">
              <a:ext uri="{FF2B5EF4-FFF2-40B4-BE49-F238E27FC236}">
                <a16:creationId xmlns:a16="http://schemas.microsoft.com/office/drawing/2014/main" id="{FFFEC1FB-90BA-47A6-B3DE-B77BD3311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7619" y="7606685"/>
            <a:ext cx="1982926" cy="443601"/>
          </a:xfrm>
          <a:custGeom xmlns:a="http://schemas.openxmlformats.org/drawingml/2006/main">
            <a:pathLst>
              <a:path w="1982926" h="443601">
                <a:moveTo>
                  <a:pt x="0" y="0"/>
                </a:moveTo>
                <a:lnTo>
                  <a:pt x="0" y="443601"/>
                </a:lnTo>
                <a:lnTo>
                  <a:pt x="1982926" y="443601"/>
                </a:lnTo>
                <a:lnTo>
                  <a:pt x="1982926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245">
            <a:solidFill>
              <a:srgbClr val="000000"/>
            </a:solidFill>
            <a:prstDash val="dash"/>
          </a:ln>
        </p:spPr>
      </p:sp>
      <p:sp>
        <p:nvSpPr>
          <p:cNvPr id="985" name="path-934">
            <a:extLst xmlns:a="http://schemas.openxmlformats.org/drawingml/2006/main">
              <a:ext uri="{FF2B5EF4-FFF2-40B4-BE49-F238E27FC236}">
                <a16:creationId xmlns:a16="http://schemas.microsoft.com/office/drawing/2014/main" id="{B4AE111E-E217-42CC-BC9B-BCE04CEAD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8253" y="8447878"/>
            <a:ext cx="677768" cy="269296"/>
          </a:xfrm>
          <a:custGeom xmlns:a="http://schemas.openxmlformats.org/drawingml/2006/main">
            <a:pathLst>
              <a:path w="677768" h="269296">
                <a:moveTo>
                  <a:pt x="0" y="0"/>
                </a:moveTo>
                <a:lnTo>
                  <a:pt x="0" y="269296"/>
                </a:lnTo>
                <a:lnTo>
                  <a:pt x="677768" y="269296"/>
                </a:lnTo>
                <a:lnTo>
                  <a:pt x="677768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245">
            <a:solidFill>
              <a:srgbClr val="000000"/>
            </a:solidFill>
            <a:prstDash val="dash"/>
          </a:ln>
        </p:spPr>
      </p:sp>
      <p:sp>
        <p:nvSpPr>
          <p:cNvPr id="986" name="path-935">
            <a:extLst xmlns:a="http://schemas.openxmlformats.org/drawingml/2006/main">
              <a:ext uri="{FF2B5EF4-FFF2-40B4-BE49-F238E27FC236}">
                <a16:creationId xmlns:a16="http://schemas.microsoft.com/office/drawing/2014/main" id="{88686543-DAA9-473F-B420-8F8302330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9525" y="8069828"/>
            <a:ext cx="416638" cy="378051"/>
          </a:xfrm>
          <a:custGeom xmlns:a="http://schemas.openxmlformats.org/drawingml/2006/main">
            <a:pathLst>
              <a:path w="416638" h="378051">
                <a:moveTo>
                  <a:pt x="6763" y="378051"/>
                </a:moveTo>
                <a:cubicBezTo>
                  <a:pt x="0" y="296094"/>
                  <a:pt x="42466" y="186595"/>
                  <a:pt x="241424" y="78828"/>
                </a:cubicBezTo>
                <a:cubicBezTo>
                  <a:pt x="293289" y="50712"/>
                  <a:pt x="352655" y="24493"/>
                  <a:pt x="416638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8245">
            <a:solidFill>
              <a:srgbClr val="000000"/>
            </a:solidFill>
            <a:prstDash val="dash"/>
          </a:ln>
        </p:spPr>
      </p:sp>
      <p:sp>
        <p:nvSpPr>
          <p:cNvPr id="987" name="path-936">
            <a:extLst xmlns:a="http://schemas.openxmlformats.org/drawingml/2006/main">
              <a:ext uri="{FF2B5EF4-FFF2-40B4-BE49-F238E27FC236}">
                <a16:creationId xmlns:a16="http://schemas.microsoft.com/office/drawing/2014/main" id="{5869B6E9-2BF4-4D7D-ACC1-ECE8BF749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4388" y="8055170"/>
            <a:ext cx="70449" cy="46437"/>
          </a:xfrm>
          <a:custGeom xmlns:a="http://schemas.openxmlformats.org/drawingml/2006/main">
            <a:pathLst>
              <a:path w="70449" h="46437">
                <a:moveTo>
                  <a:pt x="70449" y="486"/>
                </a:moveTo>
                <a:lnTo>
                  <a:pt x="0" y="0"/>
                </a:lnTo>
                <a:lnTo>
                  <a:pt x="31745" y="14693"/>
                </a:lnTo>
                <a:lnTo>
                  <a:pt x="17051" y="46437"/>
                </a:lnTo>
                <a:lnTo>
                  <a:pt x="70449" y="486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88" name="path-937">
            <a:extLst xmlns:a="http://schemas.openxmlformats.org/drawingml/2006/main">
              <a:ext uri="{FF2B5EF4-FFF2-40B4-BE49-F238E27FC236}">
                <a16:creationId xmlns:a16="http://schemas.microsoft.com/office/drawing/2014/main" id="{185BC2BE-DE4C-4F93-8910-4C22E610C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4418" y="8055153"/>
            <a:ext cx="70417" cy="46419"/>
          </a:xfrm>
          <a:custGeom xmlns:a="http://schemas.openxmlformats.org/drawingml/2006/main">
            <a:pathLst>
              <a:path w="70417" h="46419">
                <a:moveTo>
                  <a:pt x="70417" y="494"/>
                </a:moveTo>
                <a:lnTo>
                  <a:pt x="0" y="0"/>
                </a:lnTo>
                <a:lnTo>
                  <a:pt x="31745" y="14674"/>
                </a:lnTo>
                <a:lnTo>
                  <a:pt x="16985" y="46419"/>
                </a:lnTo>
                <a:lnTo>
                  <a:pt x="70417" y="494"/>
                </a:lnTo>
              </a:path>
            </a:pathLst>
          </a:custGeom>
          <a:noFill xmlns:a="http://schemas.openxmlformats.org/drawingml/2006/main"/>
          <a:ln xmlns:a="http://schemas.openxmlformats.org/drawingml/2006/main" w="8245">
            <a:solidFill>
              <a:srgbClr val="000000"/>
            </a:solidFill>
            <a:prstDash val="solid"/>
          </a:ln>
        </p:spPr>
      </p:sp>
      <p:sp>
        <p:nvSpPr>
          <p:cNvPr id="989" name="text-938 Offer">
            <a:extLst xmlns:a="http://schemas.openxmlformats.org/drawingml/2006/main">
              <a:ext uri="{FF2B5EF4-FFF2-40B4-BE49-F238E27FC236}">
                <a16:creationId xmlns:a16="http://schemas.microsoft.com/office/drawing/2014/main" id="{38C67AAF-C659-406B-8441-38E2E44E9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39561" y="8767566"/>
            <a:ext cx="314612" cy="1847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3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3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39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Offer</a:t>
            </a:r>
          </a:p>
        </p:txBody>
      </p:sp>
      <p:sp>
        <p:nvSpPr>
          <p:cNvPr id="990" name="text-938 a">
            <a:extLst xmlns:a="http://schemas.openxmlformats.org/drawingml/2006/main">
              <a:ext uri="{FF2B5EF4-FFF2-40B4-BE49-F238E27FC236}">
                <a16:creationId xmlns:a16="http://schemas.microsoft.com/office/drawing/2014/main" id="{54E46765-6CFB-446F-8009-F2EB988C4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67064" y="8767584"/>
            <a:ext cx="97127" cy="1847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3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3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39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991" name="text-938 Baseline">
            <a:extLst xmlns:a="http://schemas.openxmlformats.org/drawingml/2006/main">
              <a:ext uri="{FF2B5EF4-FFF2-40B4-BE49-F238E27FC236}">
                <a16:creationId xmlns:a16="http://schemas.microsoft.com/office/drawing/2014/main" id="{19436EAF-65F5-4C62-91DD-E7787B0D6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77091" y="8767553"/>
            <a:ext cx="529853" cy="1848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3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3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39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Baseline</a:t>
            </a:r>
          </a:p>
        </p:txBody>
      </p:sp>
      <p:sp>
        <p:nvSpPr>
          <p:cNvPr id="992" name="text-938 Function">
            <a:extLst xmlns:a="http://schemas.openxmlformats.org/drawingml/2006/main">
              <a:ext uri="{FF2B5EF4-FFF2-40B4-BE49-F238E27FC236}">
                <a16:creationId xmlns:a16="http://schemas.microsoft.com/office/drawing/2014/main" id="{0FD13E30-0009-41FF-990D-0922204AA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19839" y="8767573"/>
            <a:ext cx="529770" cy="18478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3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3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39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Function</a:t>
            </a:r>
          </a:p>
        </p:txBody>
      </p:sp>
      <p:sp>
        <p:nvSpPr>
          <p:cNvPr id="993" name="text-938 for">
            <a:extLst xmlns:a="http://schemas.openxmlformats.org/drawingml/2006/main">
              <a:ext uri="{FF2B5EF4-FFF2-40B4-BE49-F238E27FC236}">
                <a16:creationId xmlns:a16="http://schemas.microsoft.com/office/drawing/2014/main" id="{D2B58D01-B7F2-4CF8-AE9E-141111A93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62508" y="8767604"/>
            <a:ext cx="177711" cy="1847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3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3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39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for</a:t>
            </a:r>
          </a:p>
        </p:txBody>
      </p:sp>
      <p:sp>
        <p:nvSpPr>
          <p:cNvPr id="994" name="text-938 Stabilizing">
            <a:extLst xmlns:a="http://schemas.openxmlformats.org/drawingml/2006/main">
              <a:ext uri="{FF2B5EF4-FFF2-40B4-BE49-F238E27FC236}">
                <a16:creationId xmlns:a16="http://schemas.microsoft.com/office/drawing/2014/main" id="{8B972314-5D9B-4DC8-AFB0-7F306BC29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53117" y="8767559"/>
            <a:ext cx="625131" cy="1848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3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3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39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Stabilizing</a:t>
            </a:r>
          </a:p>
        </p:txBody>
      </p:sp>
      <p:sp>
        <p:nvSpPr>
          <p:cNvPr id="995" name="text-938 Training">
            <a:extLst xmlns:a="http://schemas.openxmlformats.org/drawingml/2006/main">
              <a:ext uri="{FF2B5EF4-FFF2-40B4-BE49-F238E27FC236}">
                <a16:creationId xmlns:a16="http://schemas.microsoft.com/office/drawing/2014/main" id="{C836B057-70CC-4FEF-88D0-FAABB2662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88771" y="8767561"/>
            <a:ext cx="495512" cy="18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3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3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39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Training</a:t>
            </a:r>
          </a:p>
        </p:txBody>
      </p:sp>
      <p:sp>
        <p:nvSpPr>
          <p:cNvPr id="996" name="path-939">
            <a:extLst xmlns:a="http://schemas.openxmlformats.org/drawingml/2006/main">
              <a:ext uri="{FF2B5EF4-FFF2-40B4-BE49-F238E27FC236}">
                <a16:creationId xmlns:a16="http://schemas.microsoft.com/office/drawing/2014/main" id="{C3524707-7648-4B07-8B0F-E2783C962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1357" y="7688548"/>
            <a:ext cx="735000" cy="420374"/>
          </a:xfrm>
          <a:custGeom xmlns:a="http://schemas.openxmlformats.org/drawingml/2006/main">
            <a:pathLst>
              <a:path w="735000" h="420374">
                <a:moveTo>
                  <a:pt x="0" y="260652"/>
                </a:moveTo>
                <a:lnTo>
                  <a:pt x="17216" y="63810"/>
                </a:lnTo>
                <a:lnTo>
                  <a:pt x="565394" y="111765"/>
                </a:lnTo>
                <a:lnTo>
                  <a:pt x="575122" y="0"/>
                </a:lnTo>
                <a:lnTo>
                  <a:pt x="735000" y="225783"/>
                </a:lnTo>
                <a:lnTo>
                  <a:pt x="538348" y="420374"/>
                </a:lnTo>
                <a:lnTo>
                  <a:pt x="548160" y="308607"/>
                </a:lnTo>
                <a:lnTo>
                  <a:pt x="0" y="260652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97" name="path-940">
            <a:extLst xmlns:a="http://schemas.openxmlformats.org/drawingml/2006/main">
              <a:ext uri="{FF2B5EF4-FFF2-40B4-BE49-F238E27FC236}">
                <a16:creationId xmlns:a16="http://schemas.microsoft.com/office/drawing/2014/main" id="{B64288B1-D75C-4263-BC7E-0A7521F56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1364" y="7688563"/>
            <a:ext cx="734987" cy="420352"/>
          </a:xfrm>
          <a:custGeom xmlns:a="http://schemas.openxmlformats.org/drawingml/2006/main">
            <a:pathLst>
              <a:path w="734987" h="420352">
                <a:moveTo>
                  <a:pt x="0" y="260635"/>
                </a:moveTo>
                <a:lnTo>
                  <a:pt x="17230" y="63819"/>
                </a:lnTo>
                <a:lnTo>
                  <a:pt x="565384" y="111725"/>
                </a:lnTo>
                <a:lnTo>
                  <a:pt x="575117" y="0"/>
                </a:lnTo>
                <a:lnTo>
                  <a:pt x="734987" y="225762"/>
                </a:lnTo>
                <a:lnTo>
                  <a:pt x="538335" y="420352"/>
                </a:lnTo>
                <a:lnTo>
                  <a:pt x="548154" y="308621"/>
                </a:lnTo>
                <a:lnTo>
                  <a:pt x="0" y="260635"/>
                </a:lnTo>
              </a:path>
            </a:pathLst>
          </a:custGeom>
          <a:noFill xmlns:a="http://schemas.openxmlformats.org/drawingml/2006/main"/>
          <a:ln xmlns:a="http://schemas.openxmlformats.org/drawingml/2006/main" w="16491">
            <a:solidFill>
              <a:srgbClr val="000000"/>
            </a:solidFill>
            <a:prstDash val="solid"/>
          </a:ln>
        </p:spPr>
      </p:sp>
      <p:sp>
        <p:nvSpPr>
          <p:cNvPr id="998" name="text-941 Address">
            <a:extLst xmlns:a="http://schemas.openxmlformats.org/drawingml/2006/main">
              <a:ext uri="{FF2B5EF4-FFF2-40B4-BE49-F238E27FC236}">
                <a16:creationId xmlns:a16="http://schemas.microsoft.com/office/drawing/2014/main" id="{DC9F7CCF-92A6-4E84-9EBD-BE73FF98D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300000">
            <a:off x="8029376" y="7795408"/>
            <a:ext cx="484907" cy="1764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2" b="0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2" b="0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92" b="0" i="1">
                <a:solidFill>
                  <a:srgbClr val="000000"/>
                </a:solidFill>
                <a:latin typeface="Arial"/>
                <a:ea typeface="Arial"/>
                <a:cs typeface="Arial"/>
              </a:rPr>
              <a:t>Address</a:t>
            </a:r>
          </a:p>
        </p:txBody>
      </p:sp>
      <p:sp>
        <p:nvSpPr>
          <p:cNvPr id="999" name="path-942">
            <a:extLst xmlns:a="http://schemas.openxmlformats.org/drawingml/2006/main">
              <a:ext uri="{FF2B5EF4-FFF2-40B4-BE49-F238E27FC236}">
                <a16:creationId xmlns:a16="http://schemas.microsoft.com/office/drawing/2014/main" id="{7BCC44A9-FBB5-4C51-A7E8-BB535DF93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1814" y="8273849"/>
            <a:ext cx="1166439" cy="443870"/>
          </a:xfrm>
          <a:custGeom xmlns:a="http://schemas.openxmlformats.org/drawingml/2006/main">
            <a:pathLst>
              <a:path w="1166439" h="443870">
                <a:moveTo>
                  <a:pt x="27498" y="443870"/>
                </a:moveTo>
                <a:lnTo>
                  <a:pt x="0" y="248196"/>
                </a:lnTo>
                <a:lnTo>
                  <a:pt x="975476" y="111099"/>
                </a:lnTo>
                <a:lnTo>
                  <a:pt x="959893" y="0"/>
                </a:lnTo>
                <a:lnTo>
                  <a:pt x="1166439" y="184036"/>
                </a:lnTo>
                <a:lnTo>
                  <a:pt x="1018600" y="417872"/>
                </a:lnTo>
                <a:lnTo>
                  <a:pt x="1003017" y="306773"/>
                </a:lnTo>
                <a:lnTo>
                  <a:pt x="27498" y="443870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00" name="path-943">
            <a:extLst xmlns:a="http://schemas.openxmlformats.org/drawingml/2006/main">
              <a:ext uri="{FF2B5EF4-FFF2-40B4-BE49-F238E27FC236}">
                <a16:creationId xmlns:a16="http://schemas.microsoft.com/office/drawing/2014/main" id="{16C990DF-C6C5-4439-AE70-E58C28946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1778" y="8273822"/>
            <a:ext cx="1166470" cy="443931"/>
          </a:xfrm>
          <a:custGeom xmlns:a="http://schemas.openxmlformats.org/drawingml/2006/main">
            <a:pathLst>
              <a:path w="1166470" h="443931">
                <a:moveTo>
                  <a:pt x="27542" y="443931"/>
                </a:moveTo>
                <a:lnTo>
                  <a:pt x="0" y="248267"/>
                </a:lnTo>
                <a:lnTo>
                  <a:pt x="975514" y="111146"/>
                </a:lnTo>
                <a:lnTo>
                  <a:pt x="959926" y="0"/>
                </a:lnTo>
                <a:lnTo>
                  <a:pt x="1166470" y="184034"/>
                </a:lnTo>
                <a:lnTo>
                  <a:pt x="1018633" y="417871"/>
                </a:lnTo>
                <a:lnTo>
                  <a:pt x="1003051" y="306810"/>
                </a:lnTo>
                <a:lnTo>
                  <a:pt x="27542" y="443931"/>
                </a:lnTo>
              </a:path>
            </a:pathLst>
          </a:custGeom>
          <a:noFill xmlns:a="http://schemas.openxmlformats.org/drawingml/2006/main"/>
          <a:ln xmlns:a="http://schemas.openxmlformats.org/drawingml/2006/main" w="16491">
            <a:solidFill>
              <a:srgbClr val="000000"/>
            </a:solidFill>
            <a:prstDash val="solid"/>
          </a:ln>
        </p:spPr>
      </p:sp>
      <p:sp>
        <p:nvSpPr>
          <p:cNvPr id="1001" name="text-944 Address">
            <a:extLst xmlns:a="http://schemas.openxmlformats.org/drawingml/2006/main">
              <a:ext uri="{FF2B5EF4-FFF2-40B4-BE49-F238E27FC236}">
                <a16:creationId xmlns:a16="http://schemas.microsoft.com/office/drawing/2014/main" id="{3CCBB0AD-A3E5-48B0-871D-503BFEF44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0000">
            <a:off x="7842461" y="8462083"/>
            <a:ext cx="478789" cy="1741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80" b="0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80" b="0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80" b="0" i="1">
                <a:solidFill>
                  <a:srgbClr val="000000"/>
                </a:solidFill>
                <a:latin typeface="Arial"/>
                <a:ea typeface="Arial"/>
                <a:cs typeface="Arial"/>
              </a:rPr>
              <a:t>Address</a:t>
            </a:r>
          </a:p>
        </p:txBody>
      </p:sp>
      <p:sp>
        <p:nvSpPr>
          <p:cNvPr id="1002" name="path-945">
            <a:extLst xmlns:a="http://schemas.openxmlformats.org/drawingml/2006/main">
              <a:ext uri="{FF2B5EF4-FFF2-40B4-BE49-F238E27FC236}">
                <a16:creationId xmlns:a16="http://schemas.microsoft.com/office/drawing/2014/main" id="{7D9DFF02-1E46-4011-A8E1-68E102949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021" y="3647920"/>
            <a:ext cx="4120033" cy="2930373"/>
          </a:xfrm>
          <a:custGeom xmlns:a="http://schemas.openxmlformats.org/drawingml/2006/main">
            <a:pathLst>
              <a:path w="4120033" h="2930373">
                <a:moveTo>
                  <a:pt x="4120033" y="2930373"/>
                </a:moveTo>
                <a:lnTo>
                  <a:pt x="4120033" y="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5963">
            <a:solidFill>
              <a:srgbClr val="EEEFF3"/>
            </a:solidFill>
            <a:prstDash val="solid"/>
          </a:ln>
        </p:spPr>
      </p:sp>
      <p:sp>
        <p:nvSpPr>
          <p:cNvPr id="1003" name="path-946">
            <a:extLst xmlns:a="http://schemas.openxmlformats.org/drawingml/2006/main">
              <a:ext uri="{FF2B5EF4-FFF2-40B4-BE49-F238E27FC236}">
                <a16:creationId xmlns:a16="http://schemas.microsoft.com/office/drawing/2014/main" id="{24DFCBB8-C2D4-49EB-B7C5-C91D15F63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021" y="3273977"/>
            <a:ext cx="4120038" cy="474126"/>
          </a:xfrm>
          <a:custGeom xmlns:a="http://schemas.openxmlformats.org/drawingml/2006/main">
            <a:pathLst>
              <a:path w="4120038" h="474126">
                <a:moveTo>
                  <a:pt x="0" y="0"/>
                </a:moveTo>
                <a:lnTo>
                  <a:pt x="4120038" y="0"/>
                </a:lnTo>
                <a:lnTo>
                  <a:pt x="4120038" y="474126"/>
                </a:lnTo>
                <a:lnTo>
                  <a:pt x="0" y="474126"/>
                </a:lnTo>
                <a:close/>
              </a:path>
            </a:pathLst>
          </a:custGeom>
          <a:solidFill xmlns:a="http://schemas.openxmlformats.org/drawingml/2006/main">
            <a:srgbClr val="EEEF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04" name="path-947">
            <a:extLst xmlns:a="http://schemas.openxmlformats.org/drawingml/2006/main">
              <a:ext uri="{FF2B5EF4-FFF2-40B4-BE49-F238E27FC236}">
                <a16:creationId xmlns:a16="http://schemas.microsoft.com/office/drawing/2014/main" id="{B74F72DF-E86D-4743-82D1-6C8F9D1EA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021" y="3273993"/>
            <a:ext cx="4120033" cy="474108"/>
          </a:xfrm>
          <a:custGeom xmlns:a="http://schemas.openxmlformats.org/drawingml/2006/main">
            <a:pathLst>
              <a:path w="4120033" h="474108">
                <a:moveTo>
                  <a:pt x="0" y="474108"/>
                </a:moveTo>
                <a:lnTo>
                  <a:pt x="4120033" y="474108"/>
                </a:lnTo>
                <a:lnTo>
                  <a:pt x="4120033" y="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2981">
            <a:solidFill>
              <a:srgbClr val="EEEFF3"/>
            </a:solidFill>
            <a:prstDash val="solid"/>
          </a:ln>
        </p:spPr>
      </p:sp>
      <p:sp>
        <p:nvSpPr>
          <p:cNvPr id="1005" name="path-948">
            <a:extLst xmlns:a="http://schemas.openxmlformats.org/drawingml/2006/main">
              <a:ext uri="{FF2B5EF4-FFF2-40B4-BE49-F238E27FC236}">
                <a16:creationId xmlns:a16="http://schemas.microsoft.com/office/drawing/2014/main" id="{52BB8F8F-EC32-4F8D-B812-566290EAB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0608" y="3475591"/>
            <a:ext cx="888850" cy="191"/>
          </a:xfrm>
          <a:custGeom xmlns:a="http://schemas.openxmlformats.org/drawingml/2006/main">
            <a:pathLst>
              <a:path w="888850" h="191">
                <a:moveTo>
                  <a:pt x="0" y="0"/>
                </a:moveTo>
                <a:lnTo>
                  <a:pt x="8888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4736">
            <a:solidFill>
              <a:srgbClr val="000000"/>
            </a:solidFill>
            <a:prstDash val="solid"/>
          </a:ln>
        </p:spPr>
      </p:sp>
      <p:sp>
        <p:nvSpPr>
          <p:cNvPr id="1006" name="text-949 Theorem">
            <a:extLst xmlns:a="http://schemas.openxmlformats.org/drawingml/2006/main">
              <a:ext uri="{FF2B5EF4-FFF2-40B4-BE49-F238E27FC236}">
                <a16:creationId xmlns:a16="http://schemas.microsoft.com/office/drawing/2014/main" id="{AE27B727-D03A-4337-A991-EE71B6B22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60608" y="3289859"/>
            <a:ext cx="725909" cy="2308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98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98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98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Theorem</a:t>
            </a:r>
          </a:p>
        </p:txBody>
      </p:sp>
      <p:sp>
        <p:nvSpPr>
          <p:cNvPr id="1007" name="text-949 1:">
            <a:extLst xmlns:a="http://schemas.openxmlformats.org/drawingml/2006/main">
              <a:ext uri="{FF2B5EF4-FFF2-40B4-BE49-F238E27FC236}">
                <a16:creationId xmlns:a16="http://schemas.microsoft.com/office/drawing/2014/main" id="{22D52367-C6AC-4E17-856D-3189B991D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02592" y="3289846"/>
            <a:ext cx="176251" cy="2308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98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98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98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1:</a:t>
            </a:r>
          </a:p>
        </p:txBody>
      </p:sp>
      <p:sp>
        <p:nvSpPr>
          <p:cNvPr id="1008" name="text-950 Enabling">
            <a:extLst xmlns:a="http://schemas.openxmlformats.org/drawingml/2006/main">
              <a:ext uri="{FF2B5EF4-FFF2-40B4-BE49-F238E27FC236}">
                <a16:creationId xmlns:a16="http://schemas.microsoft.com/office/drawing/2014/main" id="{03580395-3AE1-4AAC-B28A-77AE532FB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72104" y="3512432"/>
            <a:ext cx="671559" cy="2308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9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9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99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Enabling</a:t>
            </a:r>
          </a:p>
        </p:txBody>
      </p:sp>
      <p:sp>
        <p:nvSpPr>
          <p:cNvPr id="1009" name="text-950 End-to-end">
            <a:extLst xmlns:a="http://schemas.openxmlformats.org/drawingml/2006/main">
              <a:ext uri="{FF2B5EF4-FFF2-40B4-BE49-F238E27FC236}">
                <a16:creationId xmlns:a16="http://schemas.microsoft.com/office/drawing/2014/main" id="{692CD4EE-6C1C-45F0-9B0D-A728A5BF5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59798" y="3512443"/>
            <a:ext cx="845642" cy="2308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9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9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99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End-to-end</a:t>
            </a:r>
          </a:p>
        </p:txBody>
      </p:sp>
      <p:sp>
        <p:nvSpPr>
          <p:cNvPr id="1010" name="text-950 Optimization">
            <a:extLst xmlns:a="http://schemas.openxmlformats.org/drawingml/2006/main">
              <a:ext uri="{FF2B5EF4-FFF2-40B4-BE49-F238E27FC236}">
                <a16:creationId xmlns:a16="http://schemas.microsoft.com/office/drawing/2014/main" id="{EE9B2447-3123-41C4-BB4C-8526FC9EE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21576" y="3512449"/>
            <a:ext cx="946196" cy="2308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9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9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99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Optimization</a:t>
            </a:r>
          </a:p>
        </p:txBody>
      </p:sp>
      <p:sp>
        <p:nvSpPr>
          <p:cNvPr id="1011" name="path-951">
            <a:extLst xmlns:a="http://schemas.openxmlformats.org/drawingml/2006/main">
              <a:ext uri="{FF2B5EF4-FFF2-40B4-BE49-F238E27FC236}">
                <a16:creationId xmlns:a16="http://schemas.microsoft.com/office/drawing/2014/main" id="{B24A8D1D-4752-4B51-B60C-7102C34E7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1692" y="5281048"/>
            <a:ext cx="345613" cy="467183"/>
          </a:xfrm>
          <a:custGeom xmlns:a="http://schemas.openxmlformats.org/drawingml/2006/main">
            <a:pathLst>
              <a:path w="345613" h="467183">
                <a:moveTo>
                  <a:pt x="172807" y="0"/>
                </a:moveTo>
                <a:lnTo>
                  <a:pt x="345613" y="162813"/>
                </a:lnTo>
                <a:lnTo>
                  <a:pt x="274323" y="162813"/>
                </a:lnTo>
                <a:lnTo>
                  <a:pt x="274323" y="304362"/>
                </a:lnTo>
                <a:lnTo>
                  <a:pt x="345613" y="304362"/>
                </a:lnTo>
                <a:lnTo>
                  <a:pt x="172807" y="467183"/>
                </a:lnTo>
                <a:lnTo>
                  <a:pt x="0" y="304362"/>
                </a:lnTo>
                <a:lnTo>
                  <a:pt x="71298" y="304362"/>
                </a:lnTo>
                <a:lnTo>
                  <a:pt x="71298" y="162813"/>
                </a:lnTo>
                <a:lnTo>
                  <a:pt x="0" y="162813"/>
                </a:lnTo>
                <a:lnTo>
                  <a:pt x="172807" y="0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12" name="path-952">
            <a:extLst xmlns:a="http://schemas.openxmlformats.org/drawingml/2006/main">
              <a:ext uri="{FF2B5EF4-FFF2-40B4-BE49-F238E27FC236}">
                <a16:creationId xmlns:a16="http://schemas.microsoft.com/office/drawing/2014/main" id="{52A9633C-7670-4FEA-8D1E-8A15C3C50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1715" y="5281082"/>
            <a:ext cx="345568" cy="467180"/>
          </a:xfrm>
          <a:custGeom xmlns:a="http://schemas.openxmlformats.org/drawingml/2006/main">
            <a:pathLst>
              <a:path w="345568" h="467180">
                <a:moveTo>
                  <a:pt x="172824" y="0"/>
                </a:moveTo>
                <a:lnTo>
                  <a:pt x="345568" y="162761"/>
                </a:lnTo>
                <a:lnTo>
                  <a:pt x="274321" y="162761"/>
                </a:lnTo>
                <a:lnTo>
                  <a:pt x="274321" y="304334"/>
                </a:lnTo>
                <a:lnTo>
                  <a:pt x="345568" y="304334"/>
                </a:lnTo>
                <a:lnTo>
                  <a:pt x="172824" y="467180"/>
                </a:lnTo>
                <a:lnTo>
                  <a:pt x="0" y="304334"/>
                </a:lnTo>
                <a:lnTo>
                  <a:pt x="71241" y="304334"/>
                </a:lnTo>
                <a:lnTo>
                  <a:pt x="71241" y="162761"/>
                </a:lnTo>
                <a:lnTo>
                  <a:pt x="0" y="162761"/>
                </a:lnTo>
                <a:lnTo>
                  <a:pt x="172824" y="0"/>
                </a:lnTo>
              </a:path>
            </a:pathLst>
          </a:custGeom>
          <a:noFill xmlns:a="http://schemas.openxmlformats.org/drawingml/2006/main"/>
          <a:ln xmlns:a="http://schemas.openxmlformats.org/drawingml/2006/main" w="16491">
            <a:solidFill>
              <a:srgbClr val="000000"/>
            </a:solidFill>
            <a:prstDash val="solid"/>
          </a:ln>
        </p:spPr>
      </p:sp>
      <p:sp>
        <p:nvSpPr>
          <p:cNvPr id="1013" name="path-953">
            <a:extLst xmlns:a="http://schemas.openxmlformats.org/drawingml/2006/main">
              <a:ext uri="{FF2B5EF4-FFF2-40B4-BE49-F238E27FC236}">
                <a16:creationId xmlns:a16="http://schemas.microsoft.com/office/drawing/2014/main" id="{B8304C1E-18A1-4390-AAC4-15E6D3CAD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903" y="5425909"/>
            <a:ext cx="828272" cy="177468"/>
          </a:xfrm>
          <a:custGeom xmlns:a="http://schemas.openxmlformats.org/drawingml/2006/main">
            <a:pathLst>
              <a:path w="828272" h="177468">
                <a:moveTo>
                  <a:pt x="0" y="0"/>
                </a:moveTo>
                <a:lnTo>
                  <a:pt x="828272" y="0"/>
                </a:lnTo>
                <a:lnTo>
                  <a:pt x="828272" y="177468"/>
                </a:lnTo>
                <a:lnTo>
                  <a:pt x="0" y="177468"/>
                </a:lnTo>
                <a:close/>
              </a:path>
            </a:pathLst>
          </a:custGeom>
          <a:solidFill xmlns:a="http://schemas.openxmlformats.org/drawingml/2006/main">
            <a:srgbClr val="FFFFFF">
              <a:alpha val="8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14" name="text-954 Equivalent">
            <a:extLst xmlns:a="http://schemas.openxmlformats.org/drawingml/2006/main">
              <a:ext uri="{FF2B5EF4-FFF2-40B4-BE49-F238E27FC236}">
                <a16:creationId xmlns:a16="http://schemas.microsoft.com/office/drawing/2014/main" id="{C8D7957F-EF8A-403F-A0FC-9115B9622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90871" y="5425800"/>
            <a:ext cx="690851" cy="1847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39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39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39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Equivalent</a:t>
            </a:r>
          </a:p>
        </p:txBody>
      </p:sp>
      <p:sp>
        <p:nvSpPr>
          <p:cNvPr id="1015" name="text-954 to">
            <a:extLst xmlns:a="http://schemas.openxmlformats.org/drawingml/2006/main">
              <a:ext uri="{FF2B5EF4-FFF2-40B4-BE49-F238E27FC236}">
                <a16:creationId xmlns:a16="http://schemas.microsoft.com/office/drawing/2014/main" id="{E9557DA0-CE11-4260-B59F-778A0F416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94613" y="5425841"/>
            <a:ext cx="148269" cy="1847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39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39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39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to</a:t>
            </a:r>
          </a:p>
        </p:txBody>
      </p:sp>
      <p:sp>
        <p:nvSpPr>
          <p:cNvPr id="1016" name="path-955">
            <a:extLst xmlns:a="http://schemas.openxmlformats.org/drawingml/2006/main">
              <a:ext uri="{FF2B5EF4-FFF2-40B4-BE49-F238E27FC236}">
                <a16:creationId xmlns:a16="http://schemas.microsoft.com/office/drawing/2014/main" id="{BE90F217-2F3B-49D7-9325-1B656BA2C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107" y="5824699"/>
            <a:ext cx="2997931" cy="627635"/>
          </a:xfrm>
          <a:custGeom xmlns:a="http://schemas.openxmlformats.org/drawingml/2006/main">
            <a:pathLst>
              <a:path w="2997931" h="627635">
                <a:moveTo>
                  <a:pt x="0" y="0"/>
                </a:moveTo>
                <a:lnTo>
                  <a:pt x="0" y="627635"/>
                </a:lnTo>
                <a:lnTo>
                  <a:pt x="2997931" y="627635"/>
                </a:lnTo>
                <a:lnTo>
                  <a:pt x="2997931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245">
            <a:solidFill>
              <a:srgbClr val="000000"/>
            </a:solidFill>
            <a:prstDash val="dash"/>
          </a:ln>
        </p:spPr>
      </p:sp>
      <p:sp>
        <p:nvSpPr>
          <p:cNvPr id="1017" name="text-956 Integration">
            <a:extLst xmlns:a="http://schemas.openxmlformats.org/drawingml/2006/main">
              <a:ext uri="{FF2B5EF4-FFF2-40B4-BE49-F238E27FC236}">
                <a16:creationId xmlns:a16="http://schemas.microsoft.com/office/drawing/2014/main" id="{F7335F91-2836-476D-9C91-A6D1BB69B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49887" y="5867367"/>
            <a:ext cx="793508" cy="2078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69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69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69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Integration</a:t>
            </a:r>
          </a:p>
        </p:txBody>
      </p:sp>
      <p:sp>
        <p:nvSpPr>
          <p:cNvPr id="1018" name="text-956 of">
            <a:extLst xmlns:a="http://schemas.openxmlformats.org/drawingml/2006/main">
              <a:ext uri="{FF2B5EF4-FFF2-40B4-BE49-F238E27FC236}">
                <a16:creationId xmlns:a16="http://schemas.microsoft.com/office/drawing/2014/main" id="{7589012F-6AA8-470E-BD62-BA77F5DC9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57904" y="5867348"/>
            <a:ext cx="166801" cy="2078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69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69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69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of</a:t>
            </a:r>
          </a:p>
        </p:txBody>
      </p:sp>
      <p:sp>
        <p:nvSpPr>
          <p:cNvPr id="1019" name="text-957 Representation">
            <a:extLst xmlns:a="http://schemas.openxmlformats.org/drawingml/2006/main">
              <a:ext uri="{FF2B5EF4-FFF2-40B4-BE49-F238E27FC236}">
                <a16:creationId xmlns:a16="http://schemas.microsoft.com/office/drawing/2014/main" id="{47F4C112-4612-4AAC-8198-23D77813D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85841" y="6037064"/>
            <a:ext cx="1107102" cy="2078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69" b="1" i="0">
                <a:solidFill>
                  <a:srgbClr val="531B9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69" b="1" i="0">
                <a:solidFill>
                  <a:srgbClr val="531B93"/>
                </a:solidFill>
                <a:latin typeface="Arial"/>
                <a:ea typeface="Arial"/>
                <a:cs typeface="Arial"/>
              </a:defRPr>
            </a:pPr>
            <a:r>
              <a:rPr sz="1169" b="1" i="0">
                <a:solidFill>
                  <a:srgbClr val="531B93"/>
                </a:solidFill>
                <a:latin typeface="Arial"/>
                <a:ea typeface="Arial"/>
                <a:cs typeface="Arial"/>
              </a:rPr>
              <a:t>Representation</a:t>
            </a:r>
          </a:p>
        </p:txBody>
      </p:sp>
      <p:sp>
        <p:nvSpPr>
          <p:cNvPr id="1020" name="text-957 Learning">
            <a:extLst xmlns:a="http://schemas.openxmlformats.org/drawingml/2006/main">
              <a:ext uri="{FF2B5EF4-FFF2-40B4-BE49-F238E27FC236}">
                <a16:creationId xmlns:a16="http://schemas.microsoft.com/office/drawing/2014/main" id="{874E2F55-B3B7-42BB-926D-C78018D7E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07449" y="6037062"/>
            <a:ext cx="653427" cy="2078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69" b="1" i="0">
                <a:solidFill>
                  <a:srgbClr val="531B9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69" b="1" i="0">
                <a:solidFill>
                  <a:srgbClr val="531B93"/>
                </a:solidFill>
                <a:latin typeface="Arial"/>
                <a:ea typeface="Arial"/>
                <a:cs typeface="Arial"/>
              </a:defRPr>
            </a:pPr>
            <a:r>
              <a:rPr sz="1169" b="1" i="0">
                <a:solidFill>
                  <a:srgbClr val="531B93"/>
                </a:solidFill>
                <a:latin typeface="Arial"/>
                <a:ea typeface="Arial"/>
                <a:cs typeface="Arial"/>
              </a:rPr>
              <a:t>Learning</a:t>
            </a:r>
          </a:p>
        </p:txBody>
      </p:sp>
      <p:sp>
        <p:nvSpPr>
          <p:cNvPr id="1021" name="text-958 +">
            <a:extLst xmlns:a="http://schemas.openxmlformats.org/drawingml/2006/main">
              <a:ext uri="{FF2B5EF4-FFF2-40B4-BE49-F238E27FC236}">
                <a16:creationId xmlns:a16="http://schemas.microsoft.com/office/drawing/2014/main" id="{48B0413E-8FAC-4609-B567-743A4C11B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75335" y="6037105"/>
            <a:ext cx="113387" cy="2077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69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69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69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+</a:t>
            </a:r>
          </a:p>
        </p:txBody>
      </p:sp>
      <p:sp>
        <p:nvSpPr>
          <p:cNvPr id="1022" name="text-959 Self-rewarding">
            <a:extLst xmlns:a="http://schemas.openxmlformats.org/drawingml/2006/main">
              <a:ext uri="{FF2B5EF4-FFF2-40B4-BE49-F238E27FC236}">
                <a16:creationId xmlns:a16="http://schemas.microsoft.com/office/drawing/2014/main" id="{FA4DA27B-225C-4FFF-891D-9A4EC4325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34324" y="6206834"/>
            <a:ext cx="1057589" cy="2078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69" b="1" i="0">
                <a:solidFill>
                  <a:srgbClr val="9353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69" b="1" i="0">
                <a:solidFill>
                  <a:srgbClr val="935300"/>
                </a:solidFill>
                <a:latin typeface="Arial"/>
                <a:ea typeface="Arial"/>
                <a:cs typeface="Arial"/>
              </a:defRPr>
            </a:pPr>
            <a:r>
              <a:rPr sz="1169" b="1" i="0">
                <a:solidFill>
                  <a:srgbClr val="935300"/>
                </a:solidFill>
                <a:latin typeface="Arial"/>
                <a:ea typeface="Arial"/>
                <a:cs typeface="Arial"/>
              </a:rPr>
              <a:t>Self-rewarding</a:t>
            </a:r>
          </a:p>
        </p:txBody>
      </p:sp>
      <p:sp>
        <p:nvSpPr>
          <p:cNvPr id="1023" name="text-959 Reinforcement">
            <a:extLst xmlns:a="http://schemas.openxmlformats.org/drawingml/2006/main">
              <a:ext uri="{FF2B5EF4-FFF2-40B4-BE49-F238E27FC236}">
                <a16:creationId xmlns:a16="http://schemas.microsoft.com/office/drawing/2014/main" id="{7D9EE9EF-7504-47C9-877F-0FD627735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06423" y="6206836"/>
            <a:ext cx="1065862" cy="2078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69" b="1" i="0">
                <a:solidFill>
                  <a:srgbClr val="9353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69" b="1" i="0">
                <a:solidFill>
                  <a:srgbClr val="935300"/>
                </a:solidFill>
                <a:latin typeface="Arial"/>
                <a:ea typeface="Arial"/>
                <a:cs typeface="Arial"/>
              </a:defRPr>
            </a:pPr>
            <a:r>
              <a:rPr sz="1169" b="1" i="0">
                <a:solidFill>
                  <a:srgbClr val="935300"/>
                </a:solidFill>
                <a:latin typeface="Arial"/>
                <a:ea typeface="Arial"/>
                <a:cs typeface="Arial"/>
              </a:rPr>
              <a:t>Reinforcement</a:t>
            </a:r>
          </a:p>
        </p:txBody>
      </p:sp>
      <p:sp>
        <p:nvSpPr>
          <p:cNvPr id="1024" name="text-959 Learning">
            <a:extLst xmlns:a="http://schemas.openxmlformats.org/drawingml/2006/main">
              <a:ext uri="{FF2B5EF4-FFF2-40B4-BE49-F238E27FC236}">
                <a16:creationId xmlns:a16="http://schemas.microsoft.com/office/drawing/2014/main" id="{73B62581-7D21-4C0D-AD3B-AAE5D9481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86797" y="6206835"/>
            <a:ext cx="653433" cy="2078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69" b="1" i="0">
                <a:solidFill>
                  <a:srgbClr val="9353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69" b="1" i="0">
                <a:solidFill>
                  <a:srgbClr val="935300"/>
                </a:solidFill>
                <a:latin typeface="Arial"/>
                <a:ea typeface="Arial"/>
                <a:cs typeface="Arial"/>
              </a:defRPr>
            </a:pPr>
            <a:r>
              <a:rPr sz="1169" b="1" i="0">
                <a:solidFill>
                  <a:srgbClr val="935300"/>
                </a:solidFill>
                <a:latin typeface="Arial"/>
                <a:ea typeface="Arial"/>
                <a:cs typeface="Arial"/>
              </a:rPr>
              <a:t>Learning</a:t>
            </a:r>
          </a:p>
        </p:txBody>
      </p:sp>
      <p:sp>
        <p:nvSpPr>
          <p:cNvPr id="1025" name="path-960">
            <a:extLst xmlns:a="http://schemas.openxmlformats.org/drawingml/2006/main">
              <a:ext uri="{FF2B5EF4-FFF2-40B4-BE49-F238E27FC236}">
                <a16:creationId xmlns:a16="http://schemas.microsoft.com/office/drawing/2014/main" id="{097F5C76-3C05-400C-A24C-6D52A4B98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8202" y="6018531"/>
            <a:ext cx="90501" cy="90501"/>
          </a:xfrm>
          <a:custGeom xmlns:a="http://schemas.openxmlformats.org/drawingml/2006/main">
            <a:pathLst>
              <a:path w="90501" h="90501">
                <a:moveTo>
                  <a:pt x="16103" y="16094"/>
                </a:moveTo>
                <a:cubicBezTo>
                  <a:pt x="0" y="32198"/>
                  <a:pt x="0" y="58303"/>
                  <a:pt x="16103" y="74405"/>
                </a:cubicBezTo>
                <a:cubicBezTo>
                  <a:pt x="32198" y="90501"/>
                  <a:pt x="58303" y="90501"/>
                  <a:pt x="74406" y="74405"/>
                </a:cubicBezTo>
                <a:cubicBezTo>
                  <a:pt x="90501" y="58303"/>
                  <a:pt x="90501" y="32198"/>
                  <a:pt x="74406" y="16094"/>
                </a:cubicBezTo>
                <a:cubicBezTo>
                  <a:pt x="58303" y="0"/>
                  <a:pt x="32198" y="0"/>
                  <a:pt x="16103" y="16094"/>
                </a:cubicBezTo>
              </a:path>
            </a:pathLst>
          </a:custGeom>
          <a:solidFill xmlns:a="http://schemas.openxmlformats.org/drawingml/2006/main">
            <a:srgbClr val="6666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26" name="path-961">
            <a:extLst xmlns:a="http://schemas.openxmlformats.org/drawingml/2006/main">
              <a:ext uri="{FF2B5EF4-FFF2-40B4-BE49-F238E27FC236}">
                <a16:creationId xmlns:a16="http://schemas.microsoft.com/office/drawing/2014/main" id="{FF03FFC2-D79D-4744-8A9C-EF09085D2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919" y="3802935"/>
            <a:ext cx="3900222" cy="1401710"/>
          </a:xfrm>
          <a:custGeom xmlns:a="http://schemas.openxmlformats.org/drawingml/2006/main">
            <a:pathLst>
              <a:path w="3900222" h="1401710">
                <a:moveTo>
                  <a:pt x="0" y="0"/>
                </a:moveTo>
                <a:lnTo>
                  <a:pt x="0" y="1401710"/>
                </a:lnTo>
                <a:lnTo>
                  <a:pt x="3900222" y="1401710"/>
                </a:lnTo>
                <a:lnTo>
                  <a:pt x="3900222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245">
            <a:solidFill>
              <a:srgbClr val="000000"/>
            </a:solidFill>
            <a:prstDash val="dash"/>
          </a:ln>
        </p:spPr>
      </p:sp>
      <p:sp>
        <p:nvSpPr>
          <p:cNvPr id="1027" name="text-962 Minimize">
            <a:extLst xmlns:a="http://schemas.openxmlformats.org/drawingml/2006/main">
              <a:ext uri="{FF2B5EF4-FFF2-40B4-BE49-F238E27FC236}">
                <a16:creationId xmlns:a16="http://schemas.microsoft.com/office/drawing/2014/main" id="{F8712628-D972-4262-B4D5-FE33ECDC1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2537" y="3852395"/>
            <a:ext cx="726024" cy="2308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99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99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99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Minimize</a:t>
            </a:r>
          </a:p>
        </p:txBody>
      </p:sp>
      <p:sp>
        <p:nvSpPr>
          <p:cNvPr id="1028" name="path-964">
            <a:extLst xmlns:a="http://schemas.openxmlformats.org/drawingml/2006/main">
              <a:ext uri="{FF2B5EF4-FFF2-40B4-BE49-F238E27FC236}">
                <a16:creationId xmlns:a16="http://schemas.microsoft.com/office/drawing/2014/main" id="{41ABF281-EECD-4499-9195-BBE814014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6557" y="3891303"/>
            <a:ext cx="123218" cy="134962"/>
          </a:xfrm>
          <a:custGeom xmlns:a="http://schemas.openxmlformats.org/drawingml/2006/main">
            <a:pathLst>
              <a:path w="123218" h="134962">
                <a:moveTo>
                  <a:pt x="48300" y="68733"/>
                </a:moveTo>
                <a:cubicBezTo>
                  <a:pt x="53231" y="68733"/>
                  <a:pt x="62692" y="68733"/>
                  <a:pt x="69593" y="72872"/>
                </a:cubicBezTo>
                <a:cubicBezTo>
                  <a:pt x="79057" y="78985"/>
                  <a:pt x="79845" y="89628"/>
                  <a:pt x="79845" y="90810"/>
                </a:cubicBezTo>
                <a:cubicBezTo>
                  <a:pt x="80044" y="93569"/>
                  <a:pt x="80044" y="96132"/>
                  <a:pt x="83395" y="96132"/>
                </a:cubicBezTo>
                <a:cubicBezTo>
                  <a:pt x="86746" y="96132"/>
                  <a:pt x="86746" y="93373"/>
                  <a:pt x="86746" y="89823"/>
                </a:cubicBezTo>
                <a:lnTo>
                  <a:pt x="86746" y="36436"/>
                </a:lnTo>
                <a:cubicBezTo>
                  <a:pt x="86746" y="33283"/>
                  <a:pt x="86746" y="30134"/>
                  <a:pt x="83395" y="30134"/>
                </a:cubicBezTo>
                <a:cubicBezTo>
                  <a:pt x="80044" y="30134"/>
                  <a:pt x="79845" y="33088"/>
                  <a:pt x="79845" y="34664"/>
                </a:cubicBezTo>
                <a:cubicBezTo>
                  <a:pt x="78663" y="60063"/>
                  <a:pt x="58553" y="61441"/>
                  <a:pt x="48300" y="61636"/>
                </a:cubicBezTo>
                <a:lnTo>
                  <a:pt x="48300" y="20092"/>
                </a:lnTo>
                <a:cubicBezTo>
                  <a:pt x="48300" y="6901"/>
                  <a:pt x="52049" y="6901"/>
                  <a:pt x="56778" y="6901"/>
                </a:cubicBezTo>
                <a:lnTo>
                  <a:pt x="66242" y="6901"/>
                </a:lnTo>
                <a:cubicBezTo>
                  <a:pt x="92859" y="6901"/>
                  <a:pt x="106065" y="20486"/>
                  <a:pt x="107250" y="34071"/>
                </a:cubicBezTo>
                <a:cubicBezTo>
                  <a:pt x="107446" y="35648"/>
                  <a:pt x="107644" y="38602"/>
                  <a:pt x="110797" y="38602"/>
                </a:cubicBezTo>
                <a:cubicBezTo>
                  <a:pt x="114148" y="38602"/>
                  <a:pt x="114148" y="35449"/>
                  <a:pt x="114148" y="32104"/>
                </a:cubicBezTo>
                <a:lnTo>
                  <a:pt x="114148" y="6507"/>
                </a:lnTo>
                <a:cubicBezTo>
                  <a:pt x="114148" y="397"/>
                  <a:pt x="113754" y="0"/>
                  <a:pt x="107644" y="0"/>
                </a:cubicBezTo>
                <a:lnTo>
                  <a:pt x="6702" y="0"/>
                </a:lnTo>
                <a:cubicBezTo>
                  <a:pt x="3156" y="0"/>
                  <a:pt x="0" y="0"/>
                  <a:pt x="0" y="3550"/>
                </a:cubicBezTo>
                <a:cubicBezTo>
                  <a:pt x="0" y="6901"/>
                  <a:pt x="3745" y="6901"/>
                  <a:pt x="5322" y="6901"/>
                </a:cubicBezTo>
                <a:cubicBezTo>
                  <a:pt x="16560" y="6901"/>
                  <a:pt x="17349" y="8477"/>
                  <a:pt x="17349" y="18125"/>
                </a:cubicBezTo>
                <a:lnTo>
                  <a:pt x="17349" y="116828"/>
                </a:lnTo>
                <a:cubicBezTo>
                  <a:pt x="17349" y="126094"/>
                  <a:pt x="16759" y="128064"/>
                  <a:pt x="6308" y="128064"/>
                </a:cubicBezTo>
                <a:cubicBezTo>
                  <a:pt x="3351" y="128064"/>
                  <a:pt x="0" y="128064"/>
                  <a:pt x="0" y="131415"/>
                </a:cubicBezTo>
                <a:cubicBezTo>
                  <a:pt x="0" y="134962"/>
                  <a:pt x="3156" y="134962"/>
                  <a:pt x="6702" y="134962"/>
                </a:cubicBezTo>
                <a:lnTo>
                  <a:pt x="111191" y="134962"/>
                </a:lnTo>
                <a:cubicBezTo>
                  <a:pt x="114939" y="134962"/>
                  <a:pt x="116910" y="134962"/>
                  <a:pt x="117502" y="132204"/>
                </a:cubicBezTo>
                <a:cubicBezTo>
                  <a:pt x="117698" y="132005"/>
                  <a:pt x="123218" y="99089"/>
                  <a:pt x="123218" y="98102"/>
                </a:cubicBezTo>
                <a:cubicBezTo>
                  <a:pt x="123218" y="95936"/>
                  <a:pt x="121443" y="94555"/>
                  <a:pt x="119867" y="94555"/>
                </a:cubicBezTo>
                <a:cubicBezTo>
                  <a:pt x="117105" y="94555"/>
                  <a:pt x="116317" y="97118"/>
                  <a:pt x="116317" y="97314"/>
                </a:cubicBezTo>
                <a:cubicBezTo>
                  <a:pt x="115135" y="102440"/>
                  <a:pt x="113164" y="110719"/>
                  <a:pt x="98773" y="119193"/>
                </a:cubicBezTo>
                <a:cubicBezTo>
                  <a:pt x="88521" y="125303"/>
                  <a:pt x="78464" y="128064"/>
                  <a:pt x="67622" y="128064"/>
                </a:cubicBezTo>
                <a:lnTo>
                  <a:pt x="56778" y="128064"/>
                </a:lnTo>
                <a:cubicBezTo>
                  <a:pt x="52049" y="128064"/>
                  <a:pt x="48300" y="128064"/>
                  <a:pt x="48300" y="114858"/>
                </a:cubicBezTo>
                <a:lnTo>
                  <a:pt x="48300" y="68733"/>
                </a:lnTo>
                <a:moveTo>
                  <a:pt x="107250" y="6901"/>
                </a:moveTo>
                <a:lnTo>
                  <a:pt x="107250" y="16353"/>
                </a:lnTo>
                <a:cubicBezTo>
                  <a:pt x="103899" y="12611"/>
                  <a:pt x="100151" y="9461"/>
                  <a:pt x="96011" y="6901"/>
                </a:cubicBezTo>
                <a:lnTo>
                  <a:pt x="107250" y="6901"/>
                </a:lnTo>
                <a:moveTo>
                  <a:pt x="68805" y="64593"/>
                </a:moveTo>
                <a:cubicBezTo>
                  <a:pt x="71960" y="63212"/>
                  <a:pt x="76295" y="60258"/>
                  <a:pt x="79845" y="56125"/>
                </a:cubicBezTo>
                <a:lnTo>
                  <a:pt x="79845" y="72676"/>
                </a:lnTo>
                <a:cubicBezTo>
                  <a:pt x="75113" y="67355"/>
                  <a:pt x="69003" y="64792"/>
                  <a:pt x="68805" y="64792"/>
                </a:cubicBezTo>
                <a:lnTo>
                  <a:pt x="68805" y="64593"/>
                </a:lnTo>
                <a:moveTo>
                  <a:pt x="24250" y="17731"/>
                </a:moveTo>
                <a:cubicBezTo>
                  <a:pt x="24250" y="15366"/>
                  <a:pt x="24250" y="10445"/>
                  <a:pt x="22673" y="6901"/>
                </a:cubicBezTo>
                <a:lnTo>
                  <a:pt x="43569" y="6901"/>
                </a:lnTo>
                <a:cubicBezTo>
                  <a:pt x="41403" y="11428"/>
                  <a:pt x="41403" y="17926"/>
                  <a:pt x="41403" y="19698"/>
                </a:cubicBezTo>
                <a:lnTo>
                  <a:pt x="41403" y="115252"/>
                </a:lnTo>
                <a:cubicBezTo>
                  <a:pt x="41403" y="122349"/>
                  <a:pt x="42780" y="126289"/>
                  <a:pt x="43569" y="128064"/>
                </a:cubicBezTo>
                <a:lnTo>
                  <a:pt x="22673" y="128064"/>
                </a:lnTo>
                <a:cubicBezTo>
                  <a:pt x="24250" y="124515"/>
                  <a:pt x="24250" y="119587"/>
                  <a:pt x="24250" y="117223"/>
                </a:cubicBezTo>
                <a:lnTo>
                  <a:pt x="24250" y="17731"/>
                </a:lnTo>
                <a:moveTo>
                  <a:pt x="97588" y="128064"/>
                </a:moveTo>
                <a:lnTo>
                  <a:pt x="97588" y="127866"/>
                </a:lnTo>
                <a:cubicBezTo>
                  <a:pt x="103899" y="124713"/>
                  <a:pt x="109221" y="120574"/>
                  <a:pt x="113164" y="117024"/>
                </a:cubicBezTo>
                <a:cubicBezTo>
                  <a:pt x="112966" y="117815"/>
                  <a:pt x="111585" y="126488"/>
                  <a:pt x="111390" y="128064"/>
                </a:cubicBezTo>
                <a:lnTo>
                  <a:pt x="97588" y="12806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29" name="path-965">
            <a:extLst xmlns:a="http://schemas.openxmlformats.org/drawingml/2006/main">
              <a:ext uri="{FF2B5EF4-FFF2-40B4-BE49-F238E27FC236}">
                <a16:creationId xmlns:a16="http://schemas.microsoft.com/office/drawing/2014/main" id="{5CB717E6-52F6-4C25-8E3B-FD3EE8D64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3101" y="3961242"/>
            <a:ext cx="135106" cy="94608"/>
          </a:xfrm>
          <a:custGeom xmlns:a="http://schemas.openxmlformats.org/drawingml/2006/main">
            <a:pathLst>
              <a:path w="135106" h="94608">
                <a:moveTo>
                  <a:pt x="81976" y="42892"/>
                </a:moveTo>
                <a:cubicBezTo>
                  <a:pt x="81837" y="42753"/>
                  <a:pt x="81009" y="41376"/>
                  <a:pt x="81009" y="41237"/>
                </a:cubicBezTo>
                <a:cubicBezTo>
                  <a:pt x="81009" y="41100"/>
                  <a:pt x="83768" y="38618"/>
                  <a:pt x="85286" y="37238"/>
                </a:cubicBezTo>
                <a:lnTo>
                  <a:pt x="108470" y="16004"/>
                </a:lnTo>
                <a:cubicBezTo>
                  <a:pt x="116062" y="9246"/>
                  <a:pt x="117580" y="7867"/>
                  <a:pt x="131794" y="7730"/>
                </a:cubicBezTo>
                <a:cubicBezTo>
                  <a:pt x="134554" y="7730"/>
                  <a:pt x="135106" y="4142"/>
                  <a:pt x="135106" y="3037"/>
                </a:cubicBezTo>
                <a:cubicBezTo>
                  <a:pt x="135106" y="830"/>
                  <a:pt x="133312" y="0"/>
                  <a:pt x="132070" y="0"/>
                </a:cubicBezTo>
                <a:cubicBezTo>
                  <a:pt x="128620" y="0"/>
                  <a:pt x="120202" y="554"/>
                  <a:pt x="116752" y="554"/>
                </a:cubicBezTo>
                <a:cubicBezTo>
                  <a:pt x="113853" y="554"/>
                  <a:pt x="110128" y="554"/>
                  <a:pt x="107230" y="415"/>
                </a:cubicBezTo>
                <a:cubicBezTo>
                  <a:pt x="104194" y="278"/>
                  <a:pt x="100742" y="0"/>
                  <a:pt x="97845" y="0"/>
                </a:cubicBezTo>
                <a:cubicBezTo>
                  <a:pt x="96878" y="0"/>
                  <a:pt x="93568" y="0"/>
                  <a:pt x="93568" y="4694"/>
                </a:cubicBezTo>
                <a:cubicBezTo>
                  <a:pt x="93568" y="7591"/>
                  <a:pt x="96465" y="7730"/>
                  <a:pt x="97569" y="7730"/>
                </a:cubicBezTo>
                <a:cubicBezTo>
                  <a:pt x="99502" y="7730"/>
                  <a:pt x="101433" y="8006"/>
                  <a:pt x="103503" y="8695"/>
                </a:cubicBezTo>
                <a:lnTo>
                  <a:pt x="76317" y="33379"/>
                </a:lnTo>
                <a:lnTo>
                  <a:pt x="61689" y="8282"/>
                </a:lnTo>
                <a:cubicBezTo>
                  <a:pt x="64586" y="7867"/>
                  <a:pt x="65138" y="7867"/>
                  <a:pt x="68865" y="7730"/>
                </a:cubicBezTo>
                <a:cubicBezTo>
                  <a:pt x="72175" y="7591"/>
                  <a:pt x="72453" y="4003"/>
                  <a:pt x="72453" y="3037"/>
                </a:cubicBezTo>
                <a:cubicBezTo>
                  <a:pt x="72453" y="967"/>
                  <a:pt x="70796" y="0"/>
                  <a:pt x="69278" y="0"/>
                </a:cubicBezTo>
                <a:cubicBezTo>
                  <a:pt x="66932" y="0"/>
                  <a:pt x="61689" y="278"/>
                  <a:pt x="59067" y="415"/>
                </a:cubicBezTo>
                <a:cubicBezTo>
                  <a:pt x="55891" y="554"/>
                  <a:pt x="50785" y="554"/>
                  <a:pt x="47611" y="554"/>
                </a:cubicBezTo>
                <a:cubicBezTo>
                  <a:pt x="44575" y="554"/>
                  <a:pt x="41126" y="415"/>
                  <a:pt x="38089" y="415"/>
                </a:cubicBezTo>
                <a:cubicBezTo>
                  <a:pt x="34916" y="415"/>
                  <a:pt x="31464" y="0"/>
                  <a:pt x="28430" y="0"/>
                </a:cubicBezTo>
                <a:cubicBezTo>
                  <a:pt x="27463" y="0"/>
                  <a:pt x="24151" y="0"/>
                  <a:pt x="24151" y="4694"/>
                </a:cubicBezTo>
                <a:cubicBezTo>
                  <a:pt x="24151" y="7730"/>
                  <a:pt x="26912" y="7730"/>
                  <a:pt x="29946" y="7730"/>
                </a:cubicBezTo>
                <a:cubicBezTo>
                  <a:pt x="31740" y="7730"/>
                  <a:pt x="33534" y="7730"/>
                  <a:pt x="35329" y="7867"/>
                </a:cubicBezTo>
                <a:cubicBezTo>
                  <a:pt x="37537" y="8006"/>
                  <a:pt x="37674" y="8143"/>
                  <a:pt x="38641" y="9798"/>
                </a:cubicBezTo>
                <a:lnTo>
                  <a:pt x="60722" y="47580"/>
                </a:lnTo>
                <a:lnTo>
                  <a:pt x="23048" y="81778"/>
                </a:lnTo>
                <a:cubicBezTo>
                  <a:pt x="20287" y="84260"/>
                  <a:pt x="16560" y="86743"/>
                  <a:pt x="5382" y="86880"/>
                </a:cubicBezTo>
                <a:cubicBezTo>
                  <a:pt x="2898" y="86880"/>
                  <a:pt x="0" y="86880"/>
                  <a:pt x="0" y="91574"/>
                </a:cubicBezTo>
                <a:cubicBezTo>
                  <a:pt x="0" y="93229"/>
                  <a:pt x="1379" y="94608"/>
                  <a:pt x="3037" y="94608"/>
                </a:cubicBezTo>
                <a:cubicBezTo>
                  <a:pt x="6486" y="94608"/>
                  <a:pt x="14905" y="94056"/>
                  <a:pt x="18354" y="94056"/>
                </a:cubicBezTo>
                <a:cubicBezTo>
                  <a:pt x="21254" y="94056"/>
                  <a:pt x="24979" y="94056"/>
                  <a:pt x="27876" y="94195"/>
                </a:cubicBezTo>
                <a:cubicBezTo>
                  <a:pt x="30913" y="94332"/>
                  <a:pt x="34364" y="94608"/>
                  <a:pt x="37398" y="94608"/>
                </a:cubicBezTo>
                <a:cubicBezTo>
                  <a:pt x="39468" y="94608"/>
                  <a:pt x="41677" y="93644"/>
                  <a:pt x="41677" y="89916"/>
                </a:cubicBezTo>
                <a:cubicBezTo>
                  <a:pt x="41677" y="89641"/>
                  <a:pt x="41677" y="87019"/>
                  <a:pt x="38089" y="86880"/>
                </a:cubicBezTo>
                <a:cubicBezTo>
                  <a:pt x="35329" y="86880"/>
                  <a:pt x="33534" y="86467"/>
                  <a:pt x="31603" y="85915"/>
                </a:cubicBezTo>
                <a:lnTo>
                  <a:pt x="65138" y="55441"/>
                </a:lnTo>
                <a:lnTo>
                  <a:pt x="83216" y="86328"/>
                </a:lnTo>
                <a:cubicBezTo>
                  <a:pt x="80870" y="86604"/>
                  <a:pt x="77697" y="86743"/>
                  <a:pt x="76039" y="86880"/>
                </a:cubicBezTo>
                <a:cubicBezTo>
                  <a:pt x="75075" y="87019"/>
                  <a:pt x="72453" y="87434"/>
                  <a:pt x="72453" y="91574"/>
                </a:cubicBezTo>
                <a:cubicBezTo>
                  <a:pt x="72453" y="92816"/>
                  <a:pt x="73418" y="94608"/>
                  <a:pt x="75764" y="94608"/>
                </a:cubicBezTo>
                <a:cubicBezTo>
                  <a:pt x="78939" y="94608"/>
                  <a:pt x="82803" y="94332"/>
                  <a:pt x="85976" y="94195"/>
                </a:cubicBezTo>
                <a:cubicBezTo>
                  <a:pt x="89013" y="94056"/>
                  <a:pt x="94256" y="94056"/>
                  <a:pt x="97293" y="94056"/>
                </a:cubicBezTo>
                <a:cubicBezTo>
                  <a:pt x="100329" y="94056"/>
                  <a:pt x="103779" y="94195"/>
                  <a:pt x="106815" y="94195"/>
                </a:cubicBezTo>
                <a:cubicBezTo>
                  <a:pt x="109989" y="94195"/>
                  <a:pt x="113577" y="94608"/>
                  <a:pt x="116613" y="94608"/>
                </a:cubicBezTo>
                <a:cubicBezTo>
                  <a:pt x="118546" y="94608"/>
                  <a:pt x="120892" y="93780"/>
                  <a:pt x="120892" y="89916"/>
                </a:cubicBezTo>
                <a:cubicBezTo>
                  <a:pt x="120892" y="86880"/>
                  <a:pt x="117993" y="86880"/>
                  <a:pt x="114958" y="86880"/>
                </a:cubicBezTo>
                <a:cubicBezTo>
                  <a:pt x="113164" y="86880"/>
                  <a:pt x="111370" y="86880"/>
                  <a:pt x="109576" y="86743"/>
                </a:cubicBezTo>
                <a:cubicBezTo>
                  <a:pt x="107367" y="86604"/>
                  <a:pt x="107230" y="86467"/>
                  <a:pt x="106263" y="84812"/>
                </a:cubicBezTo>
                <a:lnTo>
                  <a:pt x="81976" y="4289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30" name="path-966">
            <a:extLst xmlns:a="http://schemas.openxmlformats.org/drawingml/2006/main">
              <a:ext uri="{FF2B5EF4-FFF2-40B4-BE49-F238E27FC236}">
                <a16:creationId xmlns:a16="http://schemas.microsoft.com/office/drawing/2014/main" id="{A56F0455-80CB-4194-83A7-0950D65D2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6569" y="4039981"/>
            <a:ext cx="17526" cy="42551"/>
          </a:xfrm>
          <a:custGeom xmlns:a="http://schemas.openxmlformats.org/drawingml/2006/main">
            <a:pathLst>
              <a:path w="17526" h="42551">
                <a:moveTo>
                  <a:pt x="13662" y="13662"/>
                </a:moveTo>
                <a:cubicBezTo>
                  <a:pt x="13662" y="21262"/>
                  <a:pt x="12281" y="30113"/>
                  <a:pt x="2898" y="38961"/>
                </a:cubicBezTo>
                <a:cubicBezTo>
                  <a:pt x="2346" y="39515"/>
                  <a:pt x="1931" y="39930"/>
                  <a:pt x="1931" y="40618"/>
                </a:cubicBezTo>
                <a:cubicBezTo>
                  <a:pt x="1931" y="41585"/>
                  <a:pt x="3034" y="42551"/>
                  <a:pt x="3864" y="42551"/>
                </a:cubicBezTo>
                <a:cubicBezTo>
                  <a:pt x="5795" y="42551"/>
                  <a:pt x="17526" y="31494"/>
                  <a:pt x="17526" y="15042"/>
                </a:cubicBezTo>
                <a:cubicBezTo>
                  <a:pt x="17526" y="6486"/>
                  <a:pt x="14214" y="0"/>
                  <a:pt x="7865" y="0"/>
                </a:cubicBezTo>
                <a:cubicBezTo>
                  <a:pt x="3310" y="0"/>
                  <a:pt x="0" y="3588"/>
                  <a:pt x="0" y="7865"/>
                </a:cubicBezTo>
                <a:cubicBezTo>
                  <a:pt x="0" y="12283"/>
                  <a:pt x="3173" y="15869"/>
                  <a:pt x="8004" y="15869"/>
                </a:cubicBezTo>
                <a:cubicBezTo>
                  <a:pt x="11316" y="15869"/>
                  <a:pt x="13523" y="13662"/>
                  <a:pt x="13662" y="1366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31" name="path-967">
            <a:extLst xmlns:a="http://schemas.openxmlformats.org/drawingml/2006/main">
              <a:ext uri="{FF2B5EF4-FFF2-40B4-BE49-F238E27FC236}">
                <a16:creationId xmlns:a16="http://schemas.microsoft.com/office/drawing/2014/main" id="{F88FEE52-58DA-4E05-8C15-97C195E86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4424" y="3994935"/>
            <a:ext cx="70796" cy="89082"/>
          </a:xfrm>
          <a:custGeom xmlns:a="http://schemas.openxmlformats.org/drawingml/2006/main">
            <a:pathLst>
              <a:path w="70796" h="89082">
                <a:moveTo>
                  <a:pt x="70244" y="8836"/>
                </a:moveTo>
                <a:cubicBezTo>
                  <a:pt x="70796" y="6903"/>
                  <a:pt x="70796" y="6627"/>
                  <a:pt x="70796" y="5797"/>
                </a:cubicBezTo>
                <a:cubicBezTo>
                  <a:pt x="70796" y="3037"/>
                  <a:pt x="68587" y="1381"/>
                  <a:pt x="66241" y="1381"/>
                </a:cubicBezTo>
                <a:cubicBezTo>
                  <a:pt x="64723" y="1381"/>
                  <a:pt x="62101" y="2072"/>
                  <a:pt x="60583" y="4694"/>
                </a:cubicBezTo>
                <a:cubicBezTo>
                  <a:pt x="60168" y="5521"/>
                  <a:pt x="59065" y="9939"/>
                  <a:pt x="58374" y="12702"/>
                </a:cubicBezTo>
                <a:lnTo>
                  <a:pt x="55477" y="24162"/>
                </a:lnTo>
                <a:cubicBezTo>
                  <a:pt x="54649" y="27474"/>
                  <a:pt x="50370" y="44870"/>
                  <a:pt x="49957" y="46388"/>
                </a:cubicBezTo>
                <a:cubicBezTo>
                  <a:pt x="49818" y="46388"/>
                  <a:pt x="43747" y="58399"/>
                  <a:pt x="32983" y="58399"/>
                </a:cubicBezTo>
                <a:cubicBezTo>
                  <a:pt x="23597" y="58399"/>
                  <a:pt x="23597" y="49427"/>
                  <a:pt x="23597" y="46942"/>
                </a:cubicBezTo>
                <a:cubicBezTo>
                  <a:pt x="23597" y="39485"/>
                  <a:pt x="26773" y="30788"/>
                  <a:pt x="30913" y="20156"/>
                </a:cubicBezTo>
                <a:cubicBezTo>
                  <a:pt x="32568" y="15739"/>
                  <a:pt x="33259" y="14081"/>
                  <a:pt x="33259" y="11735"/>
                </a:cubicBezTo>
                <a:cubicBezTo>
                  <a:pt x="33259" y="5109"/>
                  <a:pt x="27600" y="0"/>
                  <a:pt x="20148" y="0"/>
                </a:cubicBezTo>
                <a:cubicBezTo>
                  <a:pt x="6210" y="0"/>
                  <a:pt x="0" y="18775"/>
                  <a:pt x="0" y="21123"/>
                </a:cubicBezTo>
                <a:cubicBezTo>
                  <a:pt x="0" y="22917"/>
                  <a:pt x="1931" y="22917"/>
                  <a:pt x="2346" y="22917"/>
                </a:cubicBezTo>
                <a:cubicBezTo>
                  <a:pt x="4277" y="22917"/>
                  <a:pt x="4416" y="22229"/>
                  <a:pt x="4829" y="20708"/>
                </a:cubicBezTo>
                <a:cubicBezTo>
                  <a:pt x="8280" y="9251"/>
                  <a:pt x="14214" y="3866"/>
                  <a:pt x="19733" y="3866"/>
                </a:cubicBezTo>
                <a:cubicBezTo>
                  <a:pt x="22079" y="3866"/>
                  <a:pt x="23185" y="5384"/>
                  <a:pt x="23185" y="8697"/>
                </a:cubicBezTo>
                <a:cubicBezTo>
                  <a:pt x="23185" y="11872"/>
                  <a:pt x="21942" y="14911"/>
                  <a:pt x="21251" y="16705"/>
                </a:cubicBezTo>
                <a:cubicBezTo>
                  <a:pt x="14629" y="33549"/>
                  <a:pt x="13247" y="38658"/>
                  <a:pt x="13247" y="44733"/>
                </a:cubicBezTo>
                <a:cubicBezTo>
                  <a:pt x="13247" y="47079"/>
                  <a:pt x="13247" y="53569"/>
                  <a:pt x="18630" y="57987"/>
                </a:cubicBezTo>
                <a:cubicBezTo>
                  <a:pt x="22909" y="61575"/>
                  <a:pt x="28704" y="62263"/>
                  <a:pt x="32431" y="62263"/>
                </a:cubicBezTo>
                <a:cubicBezTo>
                  <a:pt x="37950" y="62263"/>
                  <a:pt x="42918" y="60193"/>
                  <a:pt x="47472" y="56053"/>
                </a:cubicBezTo>
                <a:cubicBezTo>
                  <a:pt x="45678" y="63645"/>
                  <a:pt x="44160" y="69442"/>
                  <a:pt x="38365" y="76343"/>
                </a:cubicBezTo>
                <a:cubicBezTo>
                  <a:pt x="34638" y="80622"/>
                  <a:pt x="29119" y="85218"/>
                  <a:pt x="21803" y="85218"/>
                </a:cubicBezTo>
                <a:cubicBezTo>
                  <a:pt x="20839" y="85218"/>
                  <a:pt x="14351" y="85218"/>
                  <a:pt x="11453" y="80622"/>
                </a:cubicBezTo>
                <a:cubicBezTo>
                  <a:pt x="18906" y="79794"/>
                  <a:pt x="18906" y="73169"/>
                  <a:pt x="18906" y="73030"/>
                </a:cubicBezTo>
                <a:cubicBezTo>
                  <a:pt x="18906" y="68614"/>
                  <a:pt x="14905" y="67787"/>
                  <a:pt x="13523" y="67787"/>
                </a:cubicBezTo>
                <a:cubicBezTo>
                  <a:pt x="10074" y="67787"/>
                  <a:pt x="5519" y="70548"/>
                  <a:pt x="5519" y="76894"/>
                </a:cubicBezTo>
                <a:cubicBezTo>
                  <a:pt x="5519" y="83965"/>
                  <a:pt x="12144" y="89082"/>
                  <a:pt x="21942" y="89082"/>
                </a:cubicBezTo>
                <a:cubicBezTo>
                  <a:pt x="35880" y="89082"/>
                  <a:pt x="52855" y="78276"/>
                  <a:pt x="57134" y="61023"/>
                </a:cubicBezTo>
                <a:lnTo>
                  <a:pt x="70244" y="883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32" name="path-968">
            <a:extLst xmlns:a="http://schemas.openxmlformats.org/drawingml/2006/main">
              <a:ext uri="{FF2B5EF4-FFF2-40B4-BE49-F238E27FC236}">
                <a16:creationId xmlns:a16="http://schemas.microsoft.com/office/drawing/2014/main" id="{539EF79F-8559-4B4C-9271-174CBBCD3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8308" y="4039981"/>
            <a:ext cx="17526" cy="42551"/>
          </a:xfrm>
          <a:custGeom xmlns:a="http://schemas.openxmlformats.org/drawingml/2006/main">
            <a:pathLst>
              <a:path w="17526" h="42551">
                <a:moveTo>
                  <a:pt x="13662" y="13662"/>
                </a:moveTo>
                <a:cubicBezTo>
                  <a:pt x="13662" y="21262"/>
                  <a:pt x="12281" y="30113"/>
                  <a:pt x="2898" y="38961"/>
                </a:cubicBezTo>
                <a:cubicBezTo>
                  <a:pt x="2346" y="39515"/>
                  <a:pt x="1931" y="39930"/>
                  <a:pt x="1931" y="40618"/>
                </a:cubicBezTo>
                <a:cubicBezTo>
                  <a:pt x="1931" y="41585"/>
                  <a:pt x="3034" y="42551"/>
                  <a:pt x="3864" y="42551"/>
                </a:cubicBezTo>
                <a:cubicBezTo>
                  <a:pt x="5795" y="42551"/>
                  <a:pt x="17526" y="31494"/>
                  <a:pt x="17526" y="15042"/>
                </a:cubicBezTo>
                <a:cubicBezTo>
                  <a:pt x="17526" y="6486"/>
                  <a:pt x="14214" y="0"/>
                  <a:pt x="7865" y="0"/>
                </a:cubicBezTo>
                <a:cubicBezTo>
                  <a:pt x="3310" y="0"/>
                  <a:pt x="0" y="3588"/>
                  <a:pt x="0" y="7865"/>
                </a:cubicBezTo>
                <a:cubicBezTo>
                  <a:pt x="0" y="12283"/>
                  <a:pt x="3173" y="15869"/>
                  <a:pt x="8004" y="15869"/>
                </a:cubicBezTo>
                <a:cubicBezTo>
                  <a:pt x="11316" y="15869"/>
                  <a:pt x="13523" y="13662"/>
                  <a:pt x="13662" y="1366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33" name="path-969">
            <a:extLst xmlns:a="http://schemas.openxmlformats.org/drawingml/2006/main">
              <a:ext uri="{FF2B5EF4-FFF2-40B4-BE49-F238E27FC236}">
                <a16:creationId xmlns:a16="http://schemas.microsoft.com/office/drawing/2014/main" id="{2B3A870A-3678-45F8-A45C-E16092D3B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5471" y="3969670"/>
            <a:ext cx="46645" cy="87528"/>
          </a:xfrm>
          <a:custGeom xmlns:a="http://schemas.openxmlformats.org/drawingml/2006/main">
            <a:pathLst>
              <a:path w="46645" h="87528">
                <a:moveTo>
                  <a:pt x="28152" y="31717"/>
                </a:moveTo>
                <a:lnTo>
                  <a:pt x="42229" y="31717"/>
                </a:lnTo>
                <a:cubicBezTo>
                  <a:pt x="44851" y="31717"/>
                  <a:pt x="46645" y="31717"/>
                  <a:pt x="46645" y="28681"/>
                </a:cubicBezTo>
                <a:cubicBezTo>
                  <a:pt x="46645" y="26747"/>
                  <a:pt x="44851" y="26747"/>
                  <a:pt x="42505" y="26747"/>
                </a:cubicBezTo>
                <a:lnTo>
                  <a:pt x="29394" y="26747"/>
                </a:lnTo>
                <a:lnTo>
                  <a:pt x="34501" y="6345"/>
                </a:lnTo>
                <a:cubicBezTo>
                  <a:pt x="34640" y="5654"/>
                  <a:pt x="34916" y="4965"/>
                  <a:pt x="34916" y="4414"/>
                </a:cubicBezTo>
                <a:cubicBezTo>
                  <a:pt x="34916" y="1931"/>
                  <a:pt x="32983" y="0"/>
                  <a:pt x="30222" y="0"/>
                </a:cubicBezTo>
                <a:cubicBezTo>
                  <a:pt x="26773" y="0"/>
                  <a:pt x="24703" y="2346"/>
                  <a:pt x="23736" y="5930"/>
                </a:cubicBezTo>
                <a:cubicBezTo>
                  <a:pt x="22770" y="9377"/>
                  <a:pt x="24564" y="2759"/>
                  <a:pt x="18493" y="26747"/>
                </a:cubicBezTo>
                <a:lnTo>
                  <a:pt x="4416" y="26747"/>
                </a:lnTo>
                <a:cubicBezTo>
                  <a:pt x="1794" y="26747"/>
                  <a:pt x="0" y="26747"/>
                  <a:pt x="0" y="29784"/>
                </a:cubicBezTo>
                <a:cubicBezTo>
                  <a:pt x="0" y="31717"/>
                  <a:pt x="1655" y="31717"/>
                  <a:pt x="4140" y="31717"/>
                </a:cubicBezTo>
                <a:lnTo>
                  <a:pt x="17250" y="31717"/>
                </a:lnTo>
                <a:lnTo>
                  <a:pt x="9107" y="64237"/>
                </a:lnTo>
                <a:cubicBezTo>
                  <a:pt x="8280" y="67682"/>
                  <a:pt x="7037" y="72643"/>
                  <a:pt x="7037" y="74433"/>
                </a:cubicBezTo>
                <a:cubicBezTo>
                  <a:pt x="7037" y="82563"/>
                  <a:pt x="13938" y="87528"/>
                  <a:pt x="21805" y="87528"/>
                </a:cubicBezTo>
                <a:cubicBezTo>
                  <a:pt x="37123" y="87528"/>
                  <a:pt x="45817" y="68233"/>
                  <a:pt x="45817" y="66441"/>
                </a:cubicBezTo>
                <a:cubicBezTo>
                  <a:pt x="45817" y="64649"/>
                  <a:pt x="44023" y="64649"/>
                  <a:pt x="43608" y="64649"/>
                </a:cubicBezTo>
                <a:cubicBezTo>
                  <a:pt x="41953" y="64649"/>
                  <a:pt x="41814" y="64925"/>
                  <a:pt x="40711" y="67269"/>
                </a:cubicBezTo>
                <a:cubicBezTo>
                  <a:pt x="36847" y="75949"/>
                  <a:pt x="29809" y="83664"/>
                  <a:pt x="22218" y="83664"/>
                </a:cubicBezTo>
                <a:cubicBezTo>
                  <a:pt x="19320" y="83664"/>
                  <a:pt x="17389" y="81874"/>
                  <a:pt x="17389" y="76913"/>
                </a:cubicBezTo>
                <a:cubicBezTo>
                  <a:pt x="17389" y="75536"/>
                  <a:pt x="17941" y="72643"/>
                  <a:pt x="18217" y="71263"/>
                </a:cubicBezTo>
                <a:lnTo>
                  <a:pt x="28152" y="3171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34" name="path-970">
            <a:extLst xmlns:a="http://schemas.openxmlformats.org/drawingml/2006/main">
              <a:ext uri="{FF2B5EF4-FFF2-40B4-BE49-F238E27FC236}">
                <a16:creationId xmlns:a16="http://schemas.microsoft.com/office/drawing/2014/main" id="{C57AC809-88EC-46BF-935A-F1B3C7E13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5639" y="4031277"/>
            <a:ext cx="54118" cy="45244"/>
          </a:xfrm>
          <a:custGeom xmlns:a="http://schemas.openxmlformats.org/drawingml/2006/main">
            <a:pathLst>
              <a:path w="54118" h="45244">
                <a:moveTo>
                  <a:pt x="25236" y="99"/>
                </a:moveTo>
                <a:cubicBezTo>
                  <a:pt x="15477" y="1184"/>
                  <a:pt x="5126" y="5422"/>
                  <a:pt x="1084" y="16660"/>
                </a:cubicBezTo>
                <a:cubicBezTo>
                  <a:pt x="394" y="18729"/>
                  <a:pt x="0" y="20898"/>
                  <a:pt x="0" y="23066"/>
                </a:cubicBezTo>
                <a:cubicBezTo>
                  <a:pt x="0" y="37557"/>
                  <a:pt x="14787" y="45244"/>
                  <a:pt x="27306" y="45244"/>
                </a:cubicBezTo>
                <a:cubicBezTo>
                  <a:pt x="37656" y="45244"/>
                  <a:pt x="48893" y="40120"/>
                  <a:pt x="52935" y="29770"/>
                </a:cubicBezTo>
                <a:cubicBezTo>
                  <a:pt x="53625" y="27798"/>
                  <a:pt x="54118" y="25629"/>
                  <a:pt x="54118" y="23559"/>
                </a:cubicBezTo>
                <a:cubicBezTo>
                  <a:pt x="54118" y="8774"/>
                  <a:pt x="40022" y="0"/>
                  <a:pt x="27010" y="0"/>
                </a:cubicBezTo>
                <a:cubicBezTo>
                  <a:pt x="26418" y="0"/>
                  <a:pt x="25827" y="0"/>
                  <a:pt x="25236" y="99"/>
                </a:cubicBezTo>
                <a:moveTo>
                  <a:pt x="9858" y="24544"/>
                </a:moveTo>
                <a:lnTo>
                  <a:pt x="9858" y="23066"/>
                </a:lnTo>
                <a:cubicBezTo>
                  <a:pt x="9858" y="14393"/>
                  <a:pt x="11830" y="3450"/>
                  <a:pt x="27010" y="3450"/>
                </a:cubicBezTo>
                <a:cubicBezTo>
                  <a:pt x="32136" y="3450"/>
                  <a:pt x="37361" y="5126"/>
                  <a:pt x="40712" y="9070"/>
                </a:cubicBezTo>
                <a:cubicBezTo>
                  <a:pt x="43570" y="12421"/>
                  <a:pt x="44260" y="17152"/>
                  <a:pt x="44260" y="21292"/>
                </a:cubicBezTo>
                <a:cubicBezTo>
                  <a:pt x="44260" y="26813"/>
                  <a:pt x="43866" y="32627"/>
                  <a:pt x="39923" y="36866"/>
                </a:cubicBezTo>
                <a:cubicBezTo>
                  <a:pt x="36671" y="40120"/>
                  <a:pt x="31939" y="41696"/>
                  <a:pt x="27207" y="41696"/>
                </a:cubicBezTo>
                <a:cubicBezTo>
                  <a:pt x="19123" y="41696"/>
                  <a:pt x="12027" y="37754"/>
                  <a:pt x="10252" y="28488"/>
                </a:cubicBezTo>
                <a:cubicBezTo>
                  <a:pt x="10055" y="27207"/>
                  <a:pt x="10055" y="25826"/>
                  <a:pt x="9858" y="2454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35" name="path-971">
            <a:extLst xmlns:a="http://schemas.openxmlformats.org/drawingml/2006/main">
              <a:ext uri="{FF2B5EF4-FFF2-40B4-BE49-F238E27FC236}">
                <a16:creationId xmlns:a16="http://schemas.microsoft.com/office/drawing/2014/main" id="{AFC1D9F4-960A-4139-87E3-0DD292BE5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1609" y="4039981"/>
            <a:ext cx="17526" cy="42551"/>
          </a:xfrm>
          <a:custGeom xmlns:a="http://schemas.openxmlformats.org/drawingml/2006/main">
            <a:pathLst>
              <a:path w="17526" h="42551">
                <a:moveTo>
                  <a:pt x="13662" y="13662"/>
                </a:moveTo>
                <a:cubicBezTo>
                  <a:pt x="13662" y="21262"/>
                  <a:pt x="12281" y="30113"/>
                  <a:pt x="2898" y="38961"/>
                </a:cubicBezTo>
                <a:cubicBezTo>
                  <a:pt x="2346" y="39515"/>
                  <a:pt x="1931" y="39930"/>
                  <a:pt x="1931" y="40618"/>
                </a:cubicBezTo>
                <a:cubicBezTo>
                  <a:pt x="1931" y="41585"/>
                  <a:pt x="3034" y="42551"/>
                  <a:pt x="3864" y="42551"/>
                </a:cubicBezTo>
                <a:cubicBezTo>
                  <a:pt x="5795" y="42551"/>
                  <a:pt x="17526" y="31494"/>
                  <a:pt x="17526" y="15042"/>
                </a:cubicBezTo>
                <a:cubicBezTo>
                  <a:pt x="17526" y="6486"/>
                  <a:pt x="14214" y="0"/>
                  <a:pt x="7865" y="0"/>
                </a:cubicBezTo>
                <a:cubicBezTo>
                  <a:pt x="3310" y="0"/>
                  <a:pt x="0" y="3588"/>
                  <a:pt x="0" y="7865"/>
                </a:cubicBezTo>
                <a:cubicBezTo>
                  <a:pt x="0" y="12283"/>
                  <a:pt x="3173" y="15869"/>
                  <a:pt x="8004" y="15869"/>
                </a:cubicBezTo>
                <a:cubicBezTo>
                  <a:pt x="11316" y="15869"/>
                  <a:pt x="13523" y="13662"/>
                  <a:pt x="13662" y="1366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36" name="path-972">
            <a:extLst xmlns:a="http://schemas.openxmlformats.org/drawingml/2006/main">
              <a:ext uri="{FF2B5EF4-FFF2-40B4-BE49-F238E27FC236}">
                <a16:creationId xmlns:a16="http://schemas.microsoft.com/office/drawing/2014/main" id="{447309C8-3C02-49F0-AB73-7F1E283B1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8768" y="3960029"/>
            <a:ext cx="38780" cy="96899"/>
          </a:xfrm>
          <a:custGeom xmlns:a="http://schemas.openxmlformats.org/drawingml/2006/main">
            <a:pathLst>
              <a:path w="38780" h="96899">
                <a:moveTo>
                  <a:pt x="36156" y="5936"/>
                </a:moveTo>
                <a:cubicBezTo>
                  <a:pt x="36710" y="4003"/>
                  <a:pt x="36710" y="3727"/>
                  <a:pt x="36710" y="3037"/>
                </a:cubicBezTo>
                <a:cubicBezTo>
                  <a:pt x="36710" y="2348"/>
                  <a:pt x="36295" y="0"/>
                  <a:pt x="33122" y="0"/>
                </a:cubicBezTo>
                <a:cubicBezTo>
                  <a:pt x="32570" y="0"/>
                  <a:pt x="32292" y="0"/>
                  <a:pt x="32155" y="139"/>
                </a:cubicBezTo>
                <a:lnTo>
                  <a:pt x="13525" y="967"/>
                </a:lnTo>
                <a:cubicBezTo>
                  <a:pt x="12007" y="1106"/>
                  <a:pt x="8695" y="1242"/>
                  <a:pt x="8695" y="5797"/>
                </a:cubicBezTo>
                <a:cubicBezTo>
                  <a:pt x="8695" y="8834"/>
                  <a:pt x="11731" y="8834"/>
                  <a:pt x="13525" y="8834"/>
                </a:cubicBezTo>
                <a:cubicBezTo>
                  <a:pt x="16008" y="8834"/>
                  <a:pt x="17941" y="8834"/>
                  <a:pt x="17941" y="9522"/>
                </a:cubicBezTo>
                <a:cubicBezTo>
                  <a:pt x="17941" y="9800"/>
                  <a:pt x="17802" y="10628"/>
                  <a:pt x="17526" y="11455"/>
                </a:cubicBezTo>
                <a:lnTo>
                  <a:pt x="691" y="78543"/>
                </a:lnTo>
                <a:cubicBezTo>
                  <a:pt x="276" y="80061"/>
                  <a:pt x="0" y="81304"/>
                  <a:pt x="0" y="83237"/>
                </a:cubicBezTo>
                <a:cubicBezTo>
                  <a:pt x="0" y="92898"/>
                  <a:pt x="10765" y="96899"/>
                  <a:pt x="19459" y="96899"/>
                </a:cubicBezTo>
                <a:cubicBezTo>
                  <a:pt x="34225" y="96899"/>
                  <a:pt x="38780" y="76058"/>
                  <a:pt x="38780" y="75368"/>
                </a:cubicBezTo>
                <a:cubicBezTo>
                  <a:pt x="38780" y="72883"/>
                  <a:pt x="36434" y="72883"/>
                  <a:pt x="34364" y="72883"/>
                </a:cubicBezTo>
                <a:cubicBezTo>
                  <a:pt x="31189" y="72883"/>
                  <a:pt x="30637" y="73022"/>
                  <a:pt x="29946" y="75921"/>
                </a:cubicBezTo>
                <a:cubicBezTo>
                  <a:pt x="28291" y="82409"/>
                  <a:pt x="25669" y="90552"/>
                  <a:pt x="20424" y="90552"/>
                </a:cubicBezTo>
                <a:cubicBezTo>
                  <a:pt x="17111" y="90552"/>
                  <a:pt x="16699" y="87101"/>
                  <a:pt x="16699" y="85031"/>
                </a:cubicBezTo>
                <a:cubicBezTo>
                  <a:pt x="16699" y="83513"/>
                  <a:pt x="16699" y="83098"/>
                  <a:pt x="17389" y="80476"/>
                </a:cubicBezTo>
                <a:lnTo>
                  <a:pt x="36156" y="593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37" name="path-973">
            <a:extLst xmlns:a="http://schemas.openxmlformats.org/drawingml/2006/main">
              <a:ext uri="{FF2B5EF4-FFF2-40B4-BE49-F238E27FC236}">
                <a16:creationId xmlns:a16="http://schemas.microsoft.com/office/drawing/2014/main" id="{8C55C3D9-4767-49A8-B7F6-2943B1AD6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2813" y="4009907"/>
            <a:ext cx="40515" cy="65652"/>
          </a:xfrm>
          <a:custGeom xmlns:a="http://schemas.openxmlformats.org/drawingml/2006/main">
            <a:pathLst>
              <a:path w="40515" h="65652">
                <a:moveTo>
                  <a:pt x="25137" y="2968"/>
                </a:moveTo>
                <a:cubicBezTo>
                  <a:pt x="25137" y="0"/>
                  <a:pt x="24841" y="0"/>
                  <a:pt x="21589" y="0"/>
                </a:cubicBezTo>
                <a:cubicBezTo>
                  <a:pt x="14590" y="6349"/>
                  <a:pt x="3648" y="6349"/>
                  <a:pt x="1676" y="6349"/>
                </a:cubicBezTo>
                <a:lnTo>
                  <a:pt x="0" y="6349"/>
                </a:lnTo>
                <a:lnTo>
                  <a:pt x="0" y="10685"/>
                </a:lnTo>
                <a:lnTo>
                  <a:pt x="1676" y="10685"/>
                </a:lnTo>
                <a:cubicBezTo>
                  <a:pt x="3944" y="10685"/>
                  <a:pt x="10350" y="10390"/>
                  <a:pt x="16069" y="7925"/>
                </a:cubicBezTo>
                <a:lnTo>
                  <a:pt x="16069" y="57178"/>
                </a:lnTo>
                <a:cubicBezTo>
                  <a:pt x="16069" y="60233"/>
                  <a:pt x="16069" y="61316"/>
                  <a:pt x="5619" y="61316"/>
                </a:cubicBezTo>
                <a:lnTo>
                  <a:pt x="690" y="61316"/>
                </a:lnTo>
                <a:lnTo>
                  <a:pt x="690" y="65652"/>
                </a:lnTo>
                <a:cubicBezTo>
                  <a:pt x="6111" y="65258"/>
                  <a:pt x="14885" y="65258"/>
                  <a:pt x="20602" y="65258"/>
                </a:cubicBezTo>
                <a:cubicBezTo>
                  <a:pt x="26319" y="65258"/>
                  <a:pt x="35093" y="65258"/>
                  <a:pt x="40515" y="65652"/>
                </a:cubicBezTo>
                <a:lnTo>
                  <a:pt x="40515" y="61316"/>
                </a:lnTo>
                <a:lnTo>
                  <a:pt x="35586" y="61316"/>
                </a:lnTo>
                <a:cubicBezTo>
                  <a:pt x="25137" y="61316"/>
                  <a:pt x="25137" y="60233"/>
                  <a:pt x="25137" y="57178"/>
                </a:cubicBezTo>
                <a:lnTo>
                  <a:pt x="25137" y="296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38" name="path-974">
            <a:extLst xmlns:a="http://schemas.openxmlformats.org/drawingml/2006/main">
              <a:ext uri="{FF2B5EF4-FFF2-40B4-BE49-F238E27FC236}">
                <a16:creationId xmlns:a16="http://schemas.microsoft.com/office/drawing/2014/main" id="{A1832248-0429-4BE0-87E8-CB1505728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9607" y="4033106"/>
            <a:ext cx="12025" cy="42452"/>
          </a:xfrm>
          <a:custGeom xmlns:a="http://schemas.openxmlformats.org/drawingml/2006/main">
            <a:pathLst>
              <a:path w="12025" h="42452">
                <a:moveTo>
                  <a:pt x="12025" y="6013"/>
                </a:moveTo>
                <a:cubicBezTo>
                  <a:pt x="12025" y="2662"/>
                  <a:pt x="9363" y="0"/>
                  <a:pt x="6012" y="0"/>
                </a:cubicBezTo>
                <a:cubicBezTo>
                  <a:pt x="2760" y="0"/>
                  <a:pt x="0" y="2662"/>
                  <a:pt x="0" y="6013"/>
                </a:cubicBezTo>
                <a:cubicBezTo>
                  <a:pt x="0" y="9365"/>
                  <a:pt x="2661" y="12027"/>
                  <a:pt x="6012" y="12027"/>
                </a:cubicBezTo>
                <a:cubicBezTo>
                  <a:pt x="9265" y="12027"/>
                  <a:pt x="12025" y="9365"/>
                  <a:pt x="12025" y="6013"/>
                </a:cubicBezTo>
                <a:moveTo>
                  <a:pt x="12025" y="36440"/>
                </a:moveTo>
                <a:cubicBezTo>
                  <a:pt x="12025" y="33089"/>
                  <a:pt x="9363" y="30427"/>
                  <a:pt x="6012" y="30427"/>
                </a:cubicBezTo>
                <a:cubicBezTo>
                  <a:pt x="2760" y="30427"/>
                  <a:pt x="0" y="33089"/>
                  <a:pt x="0" y="36440"/>
                </a:cubicBezTo>
                <a:cubicBezTo>
                  <a:pt x="0" y="39792"/>
                  <a:pt x="2661" y="42452"/>
                  <a:pt x="6012" y="42452"/>
                </a:cubicBezTo>
                <a:cubicBezTo>
                  <a:pt x="9265" y="42452"/>
                  <a:pt x="12025" y="39792"/>
                  <a:pt x="12025" y="3644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39" name="path-975">
            <a:extLst xmlns:a="http://schemas.openxmlformats.org/drawingml/2006/main">
              <a:ext uri="{FF2B5EF4-FFF2-40B4-BE49-F238E27FC236}">
                <a16:creationId xmlns:a16="http://schemas.microsoft.com/office/drawing/2014/main" id="{4A606132-758D-49DC-8648-5D11A2AE0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3799" y="4013905"/>
            <a:ext cx="38345" cy="62713"/>
          </a:xfrm>
          <a:custGeom xmlns:a="http://schemas.openxmlformats.org/drawingml/2006/main">
            <a:pathLst>
              <a:path w="38345" h="62713">
                <a:moveTo>
                  <a:pt x="22672" y="23637"/>
                </a:moveTo>
                <a:lnTo>
                  <a:pt x="34303" y="23637"/>
                </a:lnTo>
                <a:cubicBezTo>
                  <a:pt x="36373" y="23637"/>
                  <a:pt x="36472" y="23540"/>
                  <a:pt x="36965" y="23145"/>
                </a:cubicBezTo>
                <a:cubicBezTo>
                  <a:pt x="37457" y="22751"/>
                  <a:pt x="37754" y="21470"/>
                  <a:pt x="37754" y="20879"/>
                </a:cubicBezTo>
                <a:cubicBezTo>
                  <a:pt x="37754" y="19202"/>
                  <a:pt x="36275" y="19202"/>
                  <a:pt x="34599" y="19202"/>
                </a:cubicBezTo>
                <a:lnTo>
                  <a:pt x="23756" y="19202"/>
                </a:lnTo>
                <a:lnTo>
                  <a:pt x="25826" y="11030"/>
                </a:lnTo>
                <a:cubicBezTo>
                  <a:pt x="26417" y="8470"/>
                  <a:pt x="27601" y="4039"/>
                  <a:pt x="27601" y="3447"/>
                </a:cubicBezTo>
                <a:cubicBezTo>
                  <a:pt x="27601" y="1773"/>
                  <a:pt x="26319" y="0"/>
                  <a:pt x="23953" y="0"/>
                </a:cubicBezTo>
                <a:cubicBezTo>
                  <a:pt x="22278" y="0"/>
                  <a:pt x="19912" y="1084"/>
                  <a:pt x="19123" y="3744"/>
                </a:cubicBezTo>
                <a:cubicBezTo>
                  <a:pt x="18630" y="5418"/>
                  <a:pt x="19812" y="788"/>
                  <a:pt x="15180" y="19202"/>
                </a:cubicBezTo>
                <a:lnTo>
                  <a:pt x="3449" y="19202"/>
                </a:lnTo>
                <a:cubicBezTo>
                  <a:pt x="1479" y="19202"/>
                  <a:pt x="0" y="19202"/>
                  <a:pt x="0" y="21963"/>
                </a:cubicBezTo>
                <a:cubicBezTo>
                  <a:pt x="0" y="23637"/>
                  <a:pt x="1379" y="23637"/>
                  <a:pt x="3154" y="23637"/>
                </a:cubicBezTo>
                <a:lnTo>
                  <a:pt x="14095" y="23637"/>
                </a:lnTo>
                <a:lnTo>
                  <a:pt x="8280" y="46765"/>
                </a:lnTo>
                <a:cubicBezTo>
                  <a:pt x="7787" y="48931"/>
                  <a:pt x="6999" y="51981"/>
                  <a:pt x="6999" y="53162"/>
                </a:cubicBezTo>
                <a:cubicBezTo>
                  <a:pt x="6999" y="58772"/>
                  <a:pt x="12223" y="62713"/>
                  <a:pt x="19123" y="62713"/>
                </a:cubicBezTo>
                <a:cubicBezTo>
                  <a:pt x="31050" y="62713"/>
                  <a:pt x="38345" y="49423"/>
                  <a:pt x="38345" y="47454"/>
                </a:cubicBezTo>
                <a:cubicBezTo>
                  <a:pt x="38345" y="46076"/>
                  <a:pt x="36669" y="46076"/>
                  <a:pt x="36275" y="46076"/>
                </a:cubicBezTo>
                <a:cubicBezTo>
                  <a:pt x="34697" y="46076"/>
                  <a:pt x="34500" y="46470"/>
                  <a:pt x="34008" y="47750"/>
                </a:cubicBezTo>
                <a:cubicBezTo>
                  <a:pt x="30755" y="54836"/>
                  <a:pt x="24644" y="59362"/>
                  <a:pt x="19518" y="59362"/>
                </a:cubicBezTo>
                <a:cubicBezTo>
                  <a:pt x="16363" y="59362"/>
                  <a:pt x="15377" y="57098"/>
                  <a:pt x="15377" y="54147"/>
                </a:cubicBezTo>
                <a:cubicBezTo>
                  <a:pt x="15377" y="52572"/>
                  <a:pt x="15476" y="52276"/>
                  <a:pt x="15673" y="51391"/>
                </a:cubicBezTo>
                <a:lnTo>
                  <a:pt x="22672" y="2363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40" name="path-976">
            <a:extLst xmlns:a="http://schemas.openxmlformats.org/drawingml/2006/main">
              <a:ext uri="{FF2B5EF4-FFF2-40B4-BE49-F238E27FC236}">
                <a16:creationId xmlns:a16="http://schemas.microsoft.com/office/drawing/2014/main" id="{81A73411-A251-4461-B492-C1C8A7B82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7472" y="4050988"/>
            <a:ext cx="54118" cy="45244"/>
          </a:xfrm>
          <a:custGeom xmlns:a="http://schemas.openxmlformats.org/drawingml/2006/main">
            <a:pathLst>
              <a:path w="54118" h="45244">
                <a:moveTo>
                  <a:pt x="25236" y="99"/>
                </a:moveTo>
                <a:cubicBezTo>
                  <a:pt x="15477" y="1184"/>
                  <a:pt x="5126" y="5422"/>
                  <a:pt x="1084" y="16660"/>
                </a:cubicBezTo>
                <a:cubicBezTo>
                  <a:pt x="394" y="18729"/>
                  <a:pt x="0" y="20898"/>
                  <a:pt x="0" y="23066"/>
                </a:cubicBezTo>
                <a:cubicBezTo>
                  <a:pt x="0" y="37557"/>
                  <a:pt x="14787" y="45244"/>
                  <a:pt x="27306" y="45244"/>
                </a:cubicBezTo>
                <a:cubicBezTo>
                  <a:pt x="37656" y="45244"/>
                  <a:pt x="48893" y="40120"/>
                  <a:pt x="52935" y="29770"/>
                </a:cubicBezTo>
                <a:cubicBezTo>
                  <a:pt x="53625" y="27798"/>
                  <a:pt x="54118" y="25629"/>
                  <a:pt x="54118" y="23559"/>
                </a:cubicBezTo>
                <a:cubicBezTo>
                  <a:pt x="54118" y="8774"/>
                  <a:pt x="40022" y="0"/>
                  <a:pt x="27010" y="0"/>
                </a:cubicBezTo>
                <a:cubicBezTo>
                  <a:pt x="26418" y="0"/>
                  <a:pt x="25827" y="0"/>
                  <a:pt x="25236" y="99"/>
                </a:cubicBezTo>
                <a:moveTo>
                  <a:pt x="9858" y="24544"/>
                </a:moveTo>
                <a:lnTo>
                  <a:pt x="9858" y="23066"/>
                </a:lnTo>
                <a:cubicBezTo>
                  <a:pt x="9858" y="14393"/>
                  <a:pt x="11830" y="3450"/>
                  <a:pt x="27010" y="3450"/>
                </a:cubicBezTo>
                <a:cubicBezTo>
                  <a:pt x="32136" y="3450"/>
                  <a:pt x="37361" y="5126"/>
                  <a:pt x="40712" y="9070"/>
                </a:cubicBezTo>
                <a:cubicBezTo>
                  <a:pt x="43570" y="12421"/>
                  <a:pt x="44260" y="17152"/>
                  <a:pt x="44260" y="21292"/>
                </a:cubicBezTo>
                <a:cubicBezTo>
                  <a:pt x="44260" y="26813"/>
                  <a:pt x="43866" y="32627"/>
                  <a:pt x="39923" y="36866"/>
                </a:cubicBezTo>
                <a:cubicBezTo>
                  <a:pt x="36671" y="40120"/>
                  <a:pt x="31939" y="41696"/>
                  <a:pt x="27207" y="41696"/>
                </a:cubicBezTo>
                <a:cubicBezTo>
                  <a:pt x="19123" y="41696"/>
                  <a:pt x="12027" y="37754"/>
                  <a:pt x="10252" y="28488"/>
                </a:cubicBezTo>
                <a:cubicBezTo>
                  <a:pt x="10055" y="27207"/>
                  <a:pt x="10055" y="25826"/>
                  <a:pt x="9858" y="2454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41" name="path-977">
            <a:extLst xmlns:a="http://schemas.openxmlformats.org/drawingml/2006/main">
              <a:ext uri="{FF2B5EF4-FFF2-40B4-BE49-F238E27FC236}">
                <a16:creationId xmlns:a16="http://schemas.microsoft.com/office/drawing/2014/main" id="{21C09570-BE8E-4E2C-AD8E-71AD6ECCC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3827" y="3878404"/>
            <a:ext cx="27008" cy="197149"/>
          </a:xfrm>
          <a:custGeom xmlns:a="http://schemas.openxmlformats.org/drawingml/2006/main">
            <a:pathLst>
              <a:path w="27008" h="197149">
                <a:moveTo>
                  <a:pt x="27008" y="197149"/>
                </a:moveTo>
                <a:lnTo>
                  <a:pt x="27008" y="189264"/>
                </a:lnTo>
                <a:lnTo>
                  <a:pt x="7885" y="189264"/>
                </a:lnTo>
                <a:lnTo>
                  <a:pt x="7885" y="7888"/>
                </a:lnTo>
                <a:lnTo>
                  <a:pt x="27008" y="7888"/>
                </a:lnTo>
                <a:lnTo>
                  <a:pt x="27008" y="0"/>
                </a:lnTo>
                <a:lnTo>
                  <a:pt x="0" y="0"/>
                </a:lnTo>
                <a:lnTo>
                  <a:pt x="0" y="197149"/>
                </a:lnTo>
                <a:lnTo>
                  <a:pt x="27008" y="19714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42" name="path-978">
            <a:extLst xmlns:a="http://schemas.openxmlformats.org/drawingml/2006/main">
              <a:ext uri="{FF2B5EF4-FFF2-40B4-BE49-F238E27FC236}">
                <a16:creationId xmlns:a16="http://schemas.microsoft.com/office/drawing/2014/main" id="{A3B32972-7907-443E-ACBC-D933DE511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1450" y="3887260"/>
            <a:ext cx="123022" cy="143433"/>
          </a:xfrm>
          <a:custGeom xmlns:a="http://schemas.openxmlformats.org/drawingml/2006/main">
            <a:pathLst>
              <a:path w="123022" h="143433">
                <a:moveTo>
                  <a:pt x="29376" y="120754"/>
                </a:moveTo>
                <a:cubicBezTo>
                  <a:pt x="40022" y="104179"/>
                  <a:pt x="43373" y="91550"/>
                  <a:pt x="45936" y="81090"/>
                </a:cubicBezTo>
                <a:cubicBezTo>
                  <a:pt x="52837" y="53860"/>
                  <a:pt x="60327" y="30182"/>
                  <a:pt x="72550" y="16566"/>
                </a:cubicBezTo>
                <a:cubicBezTo>
                  <a:pt x="74917" y="14000"/>
                  <a:pt x="76494" y="12226"/>
                  <a:pt x="82802" y="12226"/>
                </a:cubicBezTo>
                <a:cubicBezTo>
                  <a:pt x="96405" y="12226"/>
                  <a:pt x="96800" y="25841"/>
                  <a:pt x="96800" y="28602"/>
                </a:cubicBezTo>
                <a:cubicBezTo>
                  <a:pt x="96800" y="32155"/>
                  <a:pt x="95816" y="34917"/>
                  <a:pt x="95816" y="35903"/>
                </a:cubicBezTo>
                <a:cubicBezTo>
                  <a:pt x="95816" y="37284"/>
                  <a:pt x="96998" y="37284"/>
                  <a:pt x="97194" y="37284"/>
                </a:cubicBezTo>
                <a:cubicBezTo>
                  <a:pt x="100349" y="37284"/>
                  <a:pt x="105671" y="35115"/>
                  <a:pt x="110601" y="31563"/>
                </a:cubicBezTo>
                <a:cubicBezTo>
                  <a:pt x="114151" y="28801"/>
                  <a:pt x="115923" y="26828"/>
                  <a:pt x="115923" y="18735"/>
                </a:cubicBezTo>
                <a:cubicBezTo>
                  <a:pt x="115923" y="8083"/>
                  <a:pt x="110403" y="0"/>
                  <a:pt x="99363" y="0"/>
                </a:cubicBezTo>
                <a:cubicBezTo>
                  <a:pt x="93054" y="0"/>
                  <a:pt x="75706" y="1579"/>
                  <a:pt x="56384" y="21103"/>
                </a:cubicBezTo>
                <a:cubicBezTo>
                  <a:pt x="40614" y="37284"/>
                  <a:pt x="31346" y="72803"/>
                  <a:pt x="27601" y="87603"/>
                </a:cubicBezTo>
                <a:cubicBezTo>
                  <a:pt x="24054" y="101219"/>
                  <a:pt x="22475" y="107334"/>
                  <a:pt x="16560" y="119175"/>
                </a:cubicBezTo>
                <a:cubicBezTo>
                  <a:pt x="15180" y="121542"/>
                  <a:pt x="10054" y="130224"/>
                  <a:pt x="7295" y="132790"/>
                </a:cubicBezTo>
                <a:cubicBezTo>
                  <a:pt x="1970" y="137718"/>
                  <a:pt x="0" y="141267"/>
                  <a:pt x="0" y="142251"/>
                </a:cubicBezTo>
                <a:cubicBezTo>
                  <a:pt x="0" y="142645"/>
                  <a:pt x="394" y="143433"/>
                  <a:pt x="1775" y="143433"/>
                </a:cubicBezTo>
                <a:cubicBezTo>
                  <a:pt x="2563" y="143433"/>
                  <a:pt x="6702" y="142645"/>
                  <a:pt x="11828" y="139294"/>
                </a:cubicBezTo>
                <a:cubicBezTo>
                  <a:pt x="15180" y="137324"/>
                  <a:pt x="15574" y="136930"/>
                  <a:pt x="20110" y="132198"/>
                </a:cubicBezTo>
                <a:cubicBezTo>
                  <a:pt x="29968" y="132393"/>
                  <a:pt x="36866" y="134168"/>
                  <a:pt x="49287" y="137718"/>
                </a:cubicBezTo>
                <a:cubicBezTo>
                  <a:pt x="59341" y="140476"/>
                  <a:pt x="69397" y="143433"/>
                  <a:pt x="79451" y="143433"/>
                </a:cubicBezTo>
                <a:cubicBezTo>
                  <a:pt x="95422" y="143433"/>
                  <a:pt x="111588" y="131409"/>
                  <a:pt x="117896" y="122728"/>
                </a:cubicBezTo>
                <a:cubicBezTo>
                  <a:pt x="121837" y="117400"/>
                  <a:pt x="123022" y="112466"/>
                  <a:pt x="123022" y="111874"/>
                </a:cubicBezTo>
                <a:cubicBezTo>
                  <a:pt x="123022" y="110493"/>
                  <a:pt x="121837" y="110493"/>
                  <a:pt x="121642" y="110493"/>
                </a:cubicBezTo>
                <a:cubicBezTo>
                  <a:pt x="118486" y="110493"/>
                  <a:pt x="113754" y="112662"/>
                  <a:pt x="110403" y="115030"/>
                </a:cubicBezTo>
                <a:cubicBezTo>
                  <a:pt x="105081" y="118387"/>
                  <a:pt x="104687" y="119569"/>
                  <a:pt x="103505" y="122923"/>
                </a:cubicBezTo>
                <a:cubicBezTo>
                  <a:pt x="102518" y="126082"/>
                  <a:pt x="101336" y="127661"/>
                  <a:pt x="100548" y="128843"/>
                </a:cubicBezTo>
                <a:cubicBezTo>
                  <a:pt x="98968" y="131211"/>
                  <a:pt x="98773" y="131211"/>
                  <a:pt x="95816" y="131211"/>
                </a:cubicBezTo>
                <a:cubicBezTo>
                  <a:pt x="86352" y="131211"/>
                  <a:pt x="76494" y="128251"/>
                  <a:pt x="63483" y="124701"/>
                </a:cubicBezTo>
                <a:cubicBezTo>
                  <a:pt x="57963" y="123122"/>
                  <a:pt x="47118" y="119963"/>
                  <a:pt x="37260" y="119963"/>
                </a:cubicBezTo>
                <a:cubicBezTo>
                  <a:pt x="34697" y="119963"/>
                  <a:pt x="31939" y="120162"/>
                  <a:pt x="29376" y="12075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43" name="path-979">
            <a:extLst xmlns:a="http://schemas.openxmlformats.org/drawingml/2006/main">
              <a:ext uri="{FF2B5EF4-FFF2-40B4-BE49-F238E27FC236}">
                <a16:creationId xmlns:a16="http://schemas.microsoft.com/office/drawing/2014/main" id="{A91F91B2-7185-4972-B111-55BCDBD15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0827" y="3878404"/>
            <a:ext cx="45737" cy="197149"/>
          </a:xfrm>
          <a:custGeom xmlns:a="http://schemas.openxmlformats.org/drawingml/2006/main">
            <a:pathLst>
              <a:path w="45737" h="197149">
                <a:moveTo>
                  <a:pt x="45737" y="195178"/>
                </a:moveTo>
                <a:cubicBezTo>
                  <a:pt x="45737" y="194589"/>
                  <a:pt x="45737" y="194192"/>
                  <a:pt x="42386" y="190840"/>
                </a:cubicBezTo>
                <a:cubicBezTo>
                  <a:pt x="17743" y="166001"/>
                  <a:pt x="11434" y="128738"/>
                  <a:pt x="11434" y="98574"/>
                </a:cubicBezTo>
                <a:cubicBezTo>
                  <a:pt x="11434" y="64271"/>
                  <a:pt x="18925" y="29968"/>
                  <a:pt x="43174" y="5325"/>
                </a:cubicBezTo>
                <a:cubicBezTo>
                  <a:pt x="45737" y="2960"/>
                  <a:pt x="45737" y="2563"/>
                  <a:pt x="45737" y="1973"/>
                </a:cubicBezTo>
                <a:cubicBezTo>
                  <a:pt x="45737" y="593"/>
                  <a:pt x="44949" y="0"/>
                  <a:pt x="43767" y="0"/>
                </a:cubicBezTo>
                <a:cubicBezTo>
                  <a:pt x="41794" y="0"/>
                  <a:pt x="24051" y="13408"/>
                  <a:pt x="12418" y="38445"/>
                </a:cubicBezTo>
                <a:cubicBezTo>
                  <a:pt x="2364" y="60132"/>
                  <a:pt x="0" y="82014"/>
                  <a:pt x="0" y="98574"/>
                </a:cubicBezTo>
                <a:cubicBezTo>
                  <a:pt x="0" y="113953"/>
                  <a:pt x="2166" y="137808"/>
                  <a:pt x="13011" y="160087"/>
                </a:cubicBezTo>
                <a:cubicBezTo>
                  <a:pt x="24839" y="184337"/>
                  <a:pt x="41794" y="197149"/>
                  <a:pt x="43767" y="197149"/>
                </a:cubicBezTo>
                <a:cubicBezTo>
                  <a:pt x="44949" y="197149"/>
                  <a:pt x="45737" y="196559"/>
                  <a:pt x="45737" y="19517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44" name="path-980">
            <a:extLst xmlns:a="http://schemas.openxmlformats.org/drawingml/2006/main">
              <a:ext uri="{FF2B5EF4-FFF2-40B4-BE49-F238E27FC236}">
                <a16:creationId xmlns:a16="http://schemas.microsoft.com/office/drawing/2014/main" id="{323833D6-E704-4119-8181-A1F7DF7F0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3707" y="3939050"/>
            <a:ext cx="90885" cy="127646"/>
          </a:xfrm>
          <a:custGeom xmlns:a="http://schemas.openxmlformats.org/drawingml/2006/main">
            <a:pathLst>
              <a:path w="90885" h="127646">
                <a:moveTo>
                  <a:pt x="90097" y="12030"/>
                </a:moveTo>
                <a:cubicBezTo>
                  <a:pt x="90885" y="9268"/>
                  <a:pt x="90885" y="8874"/>
                  <a:pt x="90885" y="7494"/>
                </a:cubicBezTo>
                <a:cubicBezTo>
                  <a:pt x="90885" y="3944"/>
                  <a:pt x="88127" y="2169"/>
                  <a:pt x="85170" y="2169"/>
                </a:cubicBezTo>
                <a:cubicBezTo>
                  <a:pt x="83196" y="2169"/>
                  <a:pt x="80044" y="3354"/>
                  <a:pt x="78269" y="6311"/>
                </a:cubicBezTo>
                <a:cubicBezTo>
                  <a:pt x="77875" y="7298"/>
                  <a:pt x="76298" y="13411"/>
                  <a:pt x="75507" y="16961"/>
                </a:cubicBezTo>
                <a:cubicBezTo>
                  <a:pt x="74129" y="22087"/>
                  <a:pt x="72749" y="27411"/>
                  <a:pt x="71566" y="32736"/>
                </a:cubicBezTo>
                <a:lnTo>
                  <a:pt x="62695" y="68233"/>
                </a:lnTo>
                <a:cubicBezTo>
                  <a:pt x="61904" y="71193"/>
                  <a:pt x="53427" y="84998"/>
                  <a:pt x="40416" y="84998"/>
                </a:cubicBezTo>
                <a:cubicBezTo>
                  <a:pt x="30362" y="84998"/>
                  <a:pt x="28193" y="76319"/>
                  <a:pt x="28193" y="69024"/>
                </a:cubicBezTo>
                <a:cubicBezTo>
                  <a:pt x="28193" y="59951"/>
                  <a:pt x="31545" y="47726"/>
                  <a:pt x="38247" y="30371"/>
                </a:cubicBezTo>
                <a:cubicBezTo>
                  <a:pt x="41403" y="22285"/>
                  <a:pt x="42191" y="20116"/>
                  <a:pt x="42191" y="16172"/>
                </a:cubicBezTo>
                <a:cubicBezTo>
                  <a:pt x="42191" y="7298"/>
                  <a:pt x="35882" y="0"/>
                  <a:pt x="26024" y="0"/>
                </a:cubicBezTo>
                <a:cubicBezTo>
                  <a:pt x="7295" y="0"/>
                  <a:pt x="0" y="28596"/>
                  <a:pt x="0" y="30371"/>
                </a:cubicBezTo>
                <a:cubicBezTo>
                  <a:pt x="0" y="32342"/>
                  <a:pt x="1970" y="32342"/>
                  <a:pt x="2364" y="32342"/>
                </a:cubicBezTo>
                <a:cubicBezTo>
                  <a:pt x="4338" y="32342"/>
                  <a:pt x="4533" y="31948"/>
                  <a:pt x="5520" y="28792"/>
                </a:cubicBezTo>
                <a:cubicBezTo>
                  <a:pt x="10845" y="10255"/>
                  <a:pt x="18729" y="4338"/>
                  <a:pt x="25432" y="4338"/>
                </a:cubicBezTo>
                <a:cubicBezTo>
                  <a:pt x="27008" y="4338"/>
                  <a:pt x="30362" y="4338"/>
                  <a:pt x="30362" y="10649"/>
                </a:cubicBezTo>
                <a:cubicBezTo>
                  <a:pt x="30362" y="15580"/>
                  <a:pt x="28389" y="20709"/>
                  <a:pt x="27008" y="24454"/>
                </a:cubicBezTo>
                <a:cubicBezTo>
                  <a:pt x="19123" y="45358"/>
                  <a:pt x="15574" y="56600"/>
                  <a:pt x="15574" y="65869"/>
                </a:cubicBezTo>
                <a:cubicBezTo>
                  <a:pt x="15574" y="83419"/>
                  <a:pt x="27995" y="89333"/>
                  <a:pt x="39628" y="89333"/>
                </a:cubicBezTo>
                <a:cubicBezTo>
                  <a:pt x="47317" y="89333"/>
                  <a:pt x="54019" y="85982"/>
                  <a:pt x="59539" y="80462"/>
                </a:cubicBezTo>
                <a:cubicBezTo>
                  <a:pt x="56976" y="90714"/>
                  <a:pt x="54612" y="100373"/>
                  <a:pt x="46724" y="110821"/>
                </a:cubicBezTo>
                <a:cubicBezTo>
                  <a:pt x="41598" y="117547"/>
                  <a:pt x="34108" y="123311"/>
                  <a:pt x="25038" y="123311"/>
                </a:cubicBezTo>
                <a:cubicBezTo>
                  <a:pt x="22279" y="123311"/>
                  <a:pt x="13408" y="122713"/>
                  <a:pt x="10054" y="114963"/>
                </a:cubicBezTo>
                <a:cubicBezTo>
                  <a:pt x="13209" y="114963"/>
                  <a:pt x="15772" y="114963"/>
                  <a:pt x="18531" y="112596"/>
                </a:cubicBezTo>
                <a:cubicBezTo>
                  <a:pt x="20504" y="110821"/>
                  <a:pt x="22475" y="108258"/>
                  <a:pt x="22475" y="104513"/>
                </a:cubicBezTo>
                <a:cubicBezTo>
                  <a:pt x="22475" y="98403"/>
                  <a:pt x="17153" y="97612"/>
                  <a:pt x="15180" y="97612"/>
                </a:cubicBezTo>
                <a:cubicBezTo>
                  <a:pt x="10646" y="97612"/>
                  <a:pt x="4139" y="100767"/>
                  <a:pt x="4139" y="110427"/>
                </a:cubicBezTo>
                <a:cubicBezTo>
                  <a:pt x="4139" y="120330"/>
                  <a:pt x="12815" y="127646"/>
                  <a:pt x="25038" y="127646"/>
                </a:cubicBezTo>
                <a:cubicBezTo>
                  <a:pt x="45343" y="127646"/>
                  <a:pt x="65652" y="109639"/>
                  <a:pt x="71172" y="87363"/>
                </a:cubicBezTo>
                <a:lnTo>
                  <a:pt x="90097" y="1203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45" name="path-981">
            <a:extLst xmlns:a="http://schemas.openxmlformats.org/drawingml/2006/main">
              <a:ext uri="{FF2B5EF4-FFF2-40B4-BE49-F238E27FC236}">
                <a16:creationId xmlns:a16="http://schemas.microsoft.com/office/drawing/2014/main" id="{556A9DB7-40A7-49F3-9136-958AB6DB3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8705" y="4005370"/>
            <a:ext cx="23064" cy="59016"/>
          </a:xfrm>
          <a:custGeom xmlns:a="http://schemas.openxmlformats.org/drawingml/2006/main">
            <a:pathLst>
              <a:path w="23064" h="59016">
                <a:moveTo>
                  <a:pt x="23064" y="20700"/>
                </a:moveTo>
                <a:cubicBezTo>
                  <a:pt x="23064" y="7689"/>
                  <a:pt x="18137" y="0"/>
                  <a:pt x="10448" y="0"/>
                </a:cubicBezTo>
                <a:cubicBezTo>
                  <a:pt x="3941" y="0"/>
                  <a:pt x="0" y="4928"/>
                  <a:pt x="0" y="10448"/>
                </a:cubicBezTo>
                <a:cubicBezTo>
                  <a:pt x="0" y="15772"/>
                  <a:pt x="3941" y="20895"/>
                  <a:pt x="10448" y="20895"/>
                </a:cubicBezTo>
                <a:cubicBezTo>
                  <a:pt x="12812" y="20895"/>
                  <a:pt x="15375" y="20107"/>
                  <a:pt x="17349" y="18335"/>
                </a:cubicBezTo>
                <a:cubicBezTo>
                  <a:pt x="17938" y="17938"/>
                  <a:pt x="18137" y="17743"/>
                  <a:pt x="18332" y="17743"/>
                </a:cubicBezTo>
                <a:cubicBezTo>
                  <a:pt x="18531" y="17743"/>
                  <a:pt x="18729" y="17938"/>
                  <a:pt x="18729" y="20700"/>
                </a:cubicBezTo>
                <a:cubicBezTo>
                  <a:pt x="18729" y="35320"/>
                  <a:pt x="11828" y="47172"/>
                  <a:pt x="5322" y="53691"/>
                </a:cubicBezTo>
                <a:cubicBezTo>
                  <a:pt x="3153" y="55863"/>
                  <a:pt x="3153" y="56257"/>
                  <a:pt x="3153" y="56850"/>
                </a:cubicBezTo>
                <a:cubicBezTo>
                  <a:pt x="3153" y="58228"/>
                  <a:pt x="4139" y="59016"/>
                  <a:pt x="5126" y="59016"/>
                </a:cubicBezTo>
                <a:cubicBezTo>
                  <a:pt x="7292" y="59016"/>
                  <a:pt x="23064" y="43815"/>
                  <a:pt x="23064" y="2070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46" name="path-982">
            <a:extLst xmlns:a="http://schemas.openxmlformats.org/drawingml/2006/main">
              <a:ext uri="{FF2B5EF4-FFF2-40B4-BE49-F238E27FC236}">
                <a16:creationId xmlns:a16="http://schemas.microsoft.com/office/drawing/2014/main" id="{61DD62B1-D4EA-4588-B2CE-4E0B7C0BA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228" y="3939050"/>
            <a:ext cx="81226" cy="125528"/>
          </a:xfrm>
          <a:custGeom xmlns:a="http://schemas.openxmlformats.org/drawingml/2006/main">
            <a:pathLst>
              <a:path w="81226" h="125528">
                <a:moveTo>
                  <a:pt x="81226" y="2169"/>
                </a:moveTo>
                <a:cubicBezTo>
                  <a:pt x="81226" y="1381"/>
                  <a:pt x="80633" y="199"/>
                  <a:pt x="79252" y="199"/>
                </a:cubicBezTo>
                <a:cubicBezTo>
                  <a:pt x="77086" y="199"/>
                  <a:pt x="69199" y="8086"/>
                  <a:pt x="65848" y="13805"/>
                </a:cubicBezTo>
                <a:cubicBezTo>
                  <a:pt x="61510" y="3156"/>
                  <a:pt x="53821" y="0"/>
                  <a:pt x="47512" y="0"/>
                </a:cubicBezTo>
                <a:cubicBezTo>
                  <a:pt x="24250" y="0"/>
                  <a:pt x="0" y="29186"/>
                  <a:pt x="0" y="57782"/>
                </a:cubicBezTo>
                <a:cubicBezTo>
                  <a:pt x="0" y="77107"/>
                  <a:pt x="11633" y="89333"/>
                  <a:pt x="26024" y="89333"/>
                </a:cubicBezTo>
                <a:cubicBezTo>
                  <a:pt x="34502" y="89333"/>
                  <a:pt x="42191" y="84604"/>
                  <a:pt x="49287" y="77505"/>
                </a:cubicBezTo>
                <a:cubicBezTo>
                  <a:pt x="47512" y="84406"/>
                  <a:pt x="41005" y="111107"/>
                  <a:pt x="40416" y="112888"/>
                </a:cubicBezTo>
                <a:cubicBezTo>
                  <a:pt x="38840" y="118429"/>
                  <a:pt x="37260" y="119220"/>
                  <a:pt x="26220" y="119419"/>
                </a:cubicBezTo>
                <a:cubicBezTo>
                  <a:pt x="23657" y="119419"/>
                  <a:pt x="21686" y="119419"/>
                  <a:pt x="21686" y="123362"/>
                </a:cubicBezTo>
                <a:cubicBezTo>
                  <a:pt x="21686" y="123558"/>
                  <a:pt x="21686" y="125528"/>
                  <a:pt x="24250" y="125528"/>
                </a:cubicBezTo>
                <a:cubicBezTo>
                  <a:pt x="30558" y="125528"/>
                  <a:pt x="37459" y="124939"/>
                  <a:pt x="43966" y="124939"/>
                </a:cubicBezTo>
                <a:cubicBezTo>
                  <a:pt x="50668" y="124939"/>
                  <a:pt x="57764" y="125528"/>
                  <a:pt x="64271" y="125528"/>
                </a:cubicBezTo>
                <a:cubicBezTo>
                  <a:pt x="65255" y="125528"/>
                  <a:pt x="67818" y="125528"/>
                  <a:pt x="67818" y="121587"/>
                </a:cubicBezTo>
                <a:cubicBezTo>
                  <a:pt x="67818" y="119419"/>
                  <a:pt x="65848" y="119419"/>
                  <a:pt x="62692" y="119419"/>
                </a:cubicBezTo>
                <a:cubicBezTo>
                  <a:pt x="53231" y="119419"/>
                  <a:pt x="53231" y="118032"/>
                  <a:pt x="53231" y="116251"/>
                </a:cubicBezTo>
                <a:cubicBezTo>
                  <a:pt x="53231" y="114867"/>
                  <a:pt x="53625" y="113679"/>
                  <a:pt x="54019" y="111898"/>
                </a:cubicBezTo>
                <a:lnTo>
                  <a:pt x="81226" y="2169"/>
                </a:lnTo>
                <a:moveTo>
                  <a:pt x="26614" y="84998"/>
                </a:moveTo>
                <a:cubicBezTo>
                  <a:pt x="14786" y="84998"/>
                  <a:pt x="13997" y="69812"/>
                  <a:pt x="13997" y="66458"/>
                </a:cubicBezTo>
                <a:cubicBezTo>
                  <a:pt x="13997" y="56994"/>
                  <a:pt x="19716" y="35497"/>
                  <a:pt x="23067" y="27216"/>
                </a:cubicBezTo>
                <a:cubicBezTo>
                  <a:pt x="29177" y="12623"/>
                  <a:pt x="39429" y="4338"/>
                  <a:pt x="47512" y="4338"/>
                </a:cubicBezTo>
                <a:cubicBezTo>
                  <a:pt x="60327" y="4338"/>
                  <a:pt x="63089" y="20312"/>
                  <a:pt x="63089" y="21692"/>
                </a:cubicBezTo>
                <a:cubicBezTo>
                  <a:pt x="63089" y="22878"/>
                  <a:pt x="52244" y="66064"/>
                  <a:pt x="51652" y="66855"/>
                </a:cubicBezTo>
                <a:cubicBezTo>
                  <a:pt x="48695" y="72376"/>
                  <a:pt x="37654" y="84998"/>
                  <a:pt x="26614" y="8499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47" name="path-983">
            <a:extLst xmlns:a="http://schemas.openxmlformats.org/drawingml/2006/main">
              <a:ext uri="{FF2B5EF4-FFF2-40B4-BE49-F238E27FC236}">
                <a16:creationId xmlns:a16="http://schemas.microsoft.com/office/drawing/2014/main" id="{955915F2-6028-4C13-A6A5-ED9EEC0FB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3934" y="3878404"/>
            <a:ext cx="45737" cy="197149"/>
          </a:xfrm>
          <a:custGeom xmlns:a="http://schemas.openxmlformats.org/drawingml/2006/main">
            <a:pathLst>
              <a:path w="45737" h="197149">
                <a:moveTo>
                  <a:pt x="45737" y="195178"/>
                </a:moveTo>
                <a:cubicBezTo>
                  <a:pt x="45737" y="194589"/>
                  <a:pt x="45737" y="194192"/>
                  <a:pt x="42386" y="190840"/>
                </a:cubicBezTo>
                <a:cubicBezTo>
                  <a:pt x="17743" y="166001"/>
                  <a:pt x="11434" y="128738"/>
                  <a:pt x="11434" y="98574"/>
                </a:cubicBezTo>
                <a:cubicBezTo>
                  <a:pt x="11434" y="64271"/>
                  <a:pt x="18925" y="29968"/>
                  <a:pt x="43174" y="5325"/>
                </a:cubicBezTo>
                <a:cubicBezTo>
                  <a:pt x="45737" y="2960"/>
                  <a:pt x="45737" y="2563"/>
                  <a:pt x="45737" y="1973"/>
                </a:cubicBezTo>
                <a:cubicBezTo>
                  <a:pt x="45737" y="593"/>
                  <a:pt x="44949" y="0"/>
                  <a:pt x="43767" y="0"/>
                </a:cubicBezTo>
                <a:cubicBezTo>
                  <a:pt x="41794" y="0"/>
                  <a:pt x="24051" y="13408"/>
                  <a:pt x="12418" y="38445"/>
                </a:cubicBezTo>
                <a:cubicBezTo>
                  <a:pt x="2364" y="60132"/>
                  <a:pt x="0" y="82014"/>
                  <a:pt x="0" y="98574"/>
                </a:cubicBezTo>
                <a:cubicBezTo>
                  <a:pt x="0" y="113953"/>
                  <a:pt x="2166" y="137808"/>
                  <a:pt x="13011" y="160087"/>
                </a:cubicBezTo>
                <a:cubicBezTo>
                  <a:pt x="24839" y="184337"/>
                  <a:pt x="41794" y="197149"/>
                  <a:pt x="43767" y="197149"/>
                </a:cubicBezTo>
                <a:cubicBezTo>
                  <a:pt x="44949" y="197149"/>
                  <a:pt x="45737" y="196559"/>
                  <a:pt x="45737" y="19517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48" name="path-984">
            <a:extLst xmlns:a="http://schemas.openxmlformats.org/drawingml/2006/main">
              <a:ext uri="{FF2B5EF4-FFF2-40B4-BE49-F238E27FC236}">
                <a16:creationId xmlns:a16="http://schemas.microsoft.com/office/drawing/2014/main" id="{11A7A1AB-0F55-48E4-9ED4-4F6C52755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0165" y="3887837"/>
            <a:ext cx="98773" cy="139968"/>
          </a:xfrm>
          <a:custGeom xmlns:a="http://schemas.openxmlformats.org/drawingml/2006/main">
            <a:pathLst>
              <a:path w="98773" h="139968">
                <a:moveTo>
                  <a:pt x="98773" y="41788"/>
                </a:moveTo>
                <a:cubicBezTo>
                  <a:pt x="98773" y="7099"/>
                  <a:pt x="78269" y="0"/>
                  <a:pt x="66242" y="0"/>
                </a:cubicBezTo>
                <a:cubicBezTo>
                  <a:pt x="50668" y="0"/>
                  <a:pt x="30952" y="10252"/>
                  <a:pt x="16166" y="37056"/>
                </a:cubicBezTo>
                <a:cubicBezTo>
                  <a:pt x="6113" y="55583"/>
                  <a:pt x="0" y="82393"/>
                  <a:pt x="0" y="98364"/>
                </a:cubicBezTo>
                <a:cubicBezTo>
                  <a:pt x="0" y="126957"/>
                  <a:pt x="14984" y="139968"/>
                  <a:pt x="32727" y="139968"/>
                </a:cubicBezTo>
                <a:cubicBezTo>
                  <a:pt x="45936" y="139968"/>
                  <a:pt x="63285" y="132282"/>
                  <a:pt x="76888" y="112169"/>
                </a:cubicBezTo>
                <a:cubicBezTo>
                  <a:pt x="93448" y="87913"/>
                  <a:pt x="98773" y="56567"/>
                  <a:pt x="98773" y="41788"/>
                </a:cubicBezTo>
                <a:moveTo>
                  <a:pt x="29968" y="65240"/>
                </a:moveTo>
                <a:cubicBezTo>
                  <a:pt x="32727" y="53809"/>
                  <a:pt x="37853" y="35873"/>
                  <a:pt x="43767" y="25624"/>
                </a:cubicBezTo>
                <a:cubicBezTo>
                  <a:pt x="48303" y="17544"/>
                  <a:pt x="56384" y="7099"/>
                  <a:pt x="65848" y="7099"/>
                </a:cubicBezTo>
                <a:cubicBezTo>
                  <a:pt x="74129" y="7099"/>
                  <a:pt x="77676" y="15772"/>
                  <a:pt x="77676" y="27399"/>
                </a:cubicBezTo>
                <a:cubicBezTo>
                  <a:pt x="77676" y="39814"/>
                  <a:pt x="73341" y="56961"/>
                  <a:pt x="71172" y="65240"/>
                </a:cubicBezTo>
                <a:lnTo>
                  <a:pt x="29968" y="65240"/>
                </a:lnTo>
                <a:moveTo>
                  <a:pt x="68805" y="74701"/>
                </a:moveTo>
                <a:cubicBezTo>
                  <a:pt x="56582" y="127547"/>
                  <a:pt x="40022" y="132871"/>
                  <a:pt x="33121" y="132871"/>
                </a:cubicBezTo>
                <a:cubicBezTo>
                  <a:pt x="30362" y="132871"/>
                  <a:pt x="26220" y="132083"/>
                  <a:pt x="23461" y="125971"/>
                </a:cubicBezTo>
                <a:cubicBezTo>
                  <a:pt x="21097" y="120646"/>
                  <a:pt x="21097" y="112957"/>
                  <a:pt x="21097" y="112758"/>
                </a:cubicBezTo>
                <a:cubicBezTo>
                  <a:pt x="21097" y="101519"/>
                  <a:pt x="25432" y="83181"/>
                  <a:pt x="27601" y="74701"/>
                </a:cubicBezTo>
                <a:lnTo>
                  <a:pt x="68805" y="7470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49" name="path-985">
            <a:extLst xmlns:a="http://schemas.openxmlformats.org/drawingml/2006/main">
              <a:ext uri="{FF2B5EF4-FFF2-40B4-BE49-F238E27FC236}">
                <a16:creationId xmlns:a16="http://schemas.microsoft.com/office/drawing/2014/main" id="{493644C3-55FA-43EE-A542-8F15F0BEB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5103" y="4005370"/>
            <a:ext cx="23064" cy="59016"/>
          </a:xfrm>
          <a:custGeom xmlns:a="http://schemas.openxmlformats.org/drawingml/2006/main">
            <a:pathLst>
              <a:path w="23064" h="59016">
                <a:moveTo>
                  <a:pt x="23064" y="20700"/>
                </a:moveTo>
                <a:cubicBezTo>
                  <a:pt x="23064" y="7689"/>
                  <a:pt x="18137" y="0"/>
                  <a:pt x="10448" y="0"/>
                </a:cubicBezTo>
                <a:cubicBezTo>
                  <a:pt x="3941" y="0"/>
                  <a:pt x="0" y="4928"/>
                  <a:pt x="0" y="10448"/>
                </a:cubicBezTo>
                <a:cubicBezTo>
                  <a:pt x="0" y="15772"/>
                  <a:pt x="3941" y="20895"/>
                  <a:pt x="10448" y="20895"/>
                </a:cubicBezTo>
                <a:cubicBezTo>
                  <a:pt x="12812" y="20895"/>
                  <a:pt x="15375" y="20107"/>
                  <a:pt x="17349" y="18335"/>
                </a:cubicBezTo>
                <a:cubicBezTo>
                  <a:pt x="17938" y="17938"/>
                  <a:pt x="18137" y="17743"/>
                  <a:pt x="18332" y="17743"/>
                </a:cubicBezTo>
                <a:cubicBezTo>
                  <a:pt x="18531" y="17743"/>
                  <a:pt x="18729" y="17938"/>
                  <a:pt x="18729" y="20700"/>
                </a:cubicBezTo>
                <a:cubicBezTo>
                  <a:pt x="18729" y="35320"/>
                  <a:pt x="11828" y="47172"/>
                  <a:pt x="5322" y="53691"/>
                </a:cubicBezTo>
                <a:cubicBezTo>
                  <a:pt x="3153" y="55863"/>
                  <a:pt x="3153" y="56257"/>
                  <a:pt x="3153" y="56850"/>
                </a:cubicBezTo>
                <a:cubicBezTo>
                  <a:pt x="3153" y="58228"/>
                  <a:pt x="4139" y="59016"/>
                  <a:pt x="5126" y="59016"/>
                </a:cubicBezTo>
                <a:cubicBezTo>
                  <a:pt x="7292" y="59016"/>
                  <a:pt x="23064" y="43815"/>
                  <a:pt x="23064" y="2070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50" name="path-986">
            <a:extLst xmlns:a="http://schemas.openxmlformats.org/drawingml/2006/main">
              <a:ext uri="{FF2B5EF4-FFF2-40B4-BE49-F238E27FC236}">
                <a16:creationId xmlns:a16="http://schemas.microsoft.com/office/drawing/2014/main" id="{ADB2F742-4EE5-4419-802C-B29CB5ADA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3461" y="3891110"/>
            <a:ext cx="180194" cy="135155"/>
          </a:xfrm>
          <a:custGeom xmlns:a="http://schemas.openxmlformats.org/drawingml/2006/main">
            <a:pathLst>
              <a:path w="180194" h="135155">
                <a:moveTo>
                  <a:pt x="107055" y="57334"/>
                </a:moveTo>
                <a:lnTo>
                  <a:pt x="133076" y="31725"/>
                </a:lnTo>
                <a:lnTo>
                  <a:pt x="145302" y="19316"/>
                </a:lnTo>
                <a:cubicBezTo>
                  <a:pt x="153186" y="11828"/>
                  <a:pt x="155551" y="9464"/>
                  <a:pt x="176055" y="9268"/>
                </a:cubicBezTo>
                <a:cubicBezTo>
                  <a:pt x="179800" y="9268"/>
                  <a:pt x="180194" y="4142"/>
                  <a:pt x="180194" y="3550"/>
                </a:cubicBezTo>
                <a:cubicBezTo>
                  <a:pt x="180194" y="2368"/>
                  <a:pt x="179406" y="0"/>
                  <a:pt x="176253" y="0"/>
                </a:cubicBezTo>
                <a:cubicBezTo>
                  <a:pt x="169353" y="0"/>
                  <a:pt x="161862" y="593"/>
                  <a:pt x="154762" y="593"/>
                </a:cubicBezTo>
                <a:cubicBezTo>
                  <a:pt x="149047" y="593"/>
                  <a:pt x="134851" y="0"/>
                  <a:pt x="129135" y="0"/>
                </a:cubicBezTo>
                <a:cubicBezTo>
                  <a:pt x="127556" y="0"/>
                  <a:pt x="123615" y="0"/>
                  <a:pt x="123615" y="5523"/>
                </a:cubicBezTo>
                <a:cubicBezTo>
                  <a:pt x="123615" y="9070"/>
                  <a:pt x="126768" y="9268"/>
                  <a:pt x="128543" y="9268"/>
                </a:cubicBezTo>
                <a:cubicBezTo>
                  <a:pt x="134457" y="9464"/>
                  <a:pt x="139583" y="11040"/>
                  <a:pt x="140371" y="11239"/>
                </a:cubicBezTo>
                <a:lnTo>
                  <a:pt x="102717" y="48472"/>
                </a:lnTo>
                <a:lnTo>
                  <a:pt x="84577" y="10451"/>
                </a:lnTo>
                <a:cubicBezTo>
                  <a:pt x="86550" y="10057"/>
                  <a:pt x="92660" y="9268"/>
                  <a:pt x="96014" y="9268"/>
                </a:cubicBezTo>
                <a:cubicBezTo>
                  <a:pt x="98180" y="9268"/>
                  <a:pt x="101730" y="9268"/>
                  <a:pt x="101730" y="3748"/>
                </a:cubicBezTo>
                <a:cubicBezTo>
                  <a:pt x="101730" y="987"/>
                  <a:pt x="99955" y="0"/>
                  <a:pt x="97392" y="0"/>
                </a:cubicBezTo>
                <a:cubicBezTo>
                  <a:pt x="90690" y="0"/>
                  <a:pt x="74129" y="593"/>
                  <a:pt x="67427" y="593"/>
                </a:cubicBezTo>
                <a:cubicBezTo>
                  <a:pt x="62891" y="593"/>
                  <a:pt x="58357" y="397"/>
                  <a:pt x="53824" y="397"/>
                </a:cubicBezTo>
                <a:cubicBezTo>
                  <a:pt x="49287" y="397"/>
                  <a:pt x="44558" y="0"/>
                  <a:pt x="40022" y="0"/>
                </a:cubicBezTo>
                <a:cubicBezTo>
                  <a:pt x="38247" y="0"/>
                  <a:pt x="34502" y="0"/>
                  <a:pt x="34502" y="5523"/>
                </a:cubicBezTo>
                <a:cubicBezTo>
                  <a:pt x="34502" y="9268"/>
                  <a:pt x="37065" y="9268"/>
                  <a:pt x="42585" y="9268"/>
                </a:cubicBezTo>
                <a:cubicBezTo>
                  <a:pt x="45346" y="9268"/>
                  <a:pt x="47515" y="9268"/>
                  <a:pt x="50274" y="9464"/>
                </a:cubicBezTo>
                <a:cubicBezTo>
                  <a:pt x="53035" y="9858"/>
                  <a:pt x="53231" y="10057"/>
                  <a:pt x="54413" y="12421"/>
                </a:cubicBezTo>
                <a:lnTo>
                  <a:pt x="81620" y="69352"/>
                </a:lnTo>
                <a:lnTo>
                  <a:pt x="32137" y="118206"/>
                </a:lnTo>
                <a:cubicBezTo>
                  <a:pt x="28587" y="121557"/>
                  <a:pt x="24448" y="125694"/>
                  <a:pt x="6901" y="125889"/>
                </a:cubicBezTo>
                <a:cubicBezTo>
                  <a:pt x="3354" y="125889"/>
                  <a:pt x="0" y="125889"/>
                  <a:pt x="0" y="131608"/>
                </a:cubicBezTo>
                <a:cubicBezTo>
                  <a:pt x="0" y="132989"/>
                  <a:pt x="987" y="135155"/>
                  <a:pt x="3944" y="135155"/>
                </a:cubicBezTo>
                <a:cubicBezTo>
                  <a:pt x="8676" y="135155"/>
                  <a:pt x="20703" y="134565"/>
                  <a:pt x="25435" y="134565"/>
                </a:cubicBezTo>
                <a:cubicBezTo>
                  <a:pt x="31150" y="134565"/>
                  <a:pt x="45346" y="135155"/>
                  <a:pt x="51062" y="135155"/>
                </a:cubicBezTo>
                <a:cubicBezTo>
                  <a:pt x="52641" y="135155"/>
                  <a:pt x="56582" y="135155"/>
                  <a:pt x="56582" y="129439"/>
                </a:cubicBezTo>
                <a:cubicBezTo>
                  <a:pt x="56582" y="125889"/>
                  <a:pt x="53035" y="125889"/>
                  <a:pt x="51456" y="125889"/>
                </a:cubicBezTo>
                <a:cubicBezTo>
                  <a:pt x="47515" y="125889"/>
                  <a:pt x="43572" y="125300"/>
                  <a:pt x="39826" y="123919"/>
                </a:cubicBezTo>
                <a:lnTo>
                  <a:pt x="85762" y="78218"/>
                </a:lnTo>
                <a:lnTo>
                  <a:pt x="108038" y="124707"/>
                </a:lnTo>
                <a:cubicBezTo>
                  <a:pt x="107843" y="124707"/>
                  <a:pt x="101336" y="125889"/>
                  <a:pt x="96604" y="125889"/>
                </a:cubicBezTo>
                <a:cubicBezTo>
                  <a:pt x="94634" y="125889"/>
                  <a:pt x="90888" y="125889"/>
                  <a:pt x="90888" y="131608"/>
                </a:cubicBezTo>
                <a:cubicBezTo>
                  <a:pt x="90888" y="132198"/>
                  <a:pt x="91084" y="135155"/>
                  <a:pt x="95223" y="135155"/>
                </a:cubicBezTo>
                <a:cubicBezTo>
                  <a:pt x="101929" y="135155"/>
                  <a:pt x="118685" y="134565"/>
                  <a:pt x="125387" y="134565"/>
                </a:cubicBezTo>
                <a:cubicBezTo>
                  <a:pt x="129923" y="134565"/>
                  <a:pt x="134457" y="134761"/>
                  <a:pt x="138990" y="134761"/>
                </a:cubicBezTo>
                <a:cubicBezTo>
                  <a:pt x="143527" y="134761"/>
                  <a:pt x="148259" y="135155"/>
                  <a:pt x="152792" y="135155"/>
                </a:cubicBezTo>
                <a:cubicBezTo>
                  <a:pt x="154368" y="135155"/>
                  <a:pt x="158312" y="135155"/>
                  <a:pt x="158312" y="129439"/>
                </a:cubicBezTo>
                <a:cubicBezTo>
                  <a:pt x="158312" y="125889"/>
                  <a:pt x="155157" y="125889"/>
                  <a:pt x="150425" y="125889"/>
                </a:cubicBezTo>
                <a:cubicBezTo>
                  <a:pt x="147666" y="125889"/>
                  <a:pt x="145696" y="125889"/>
                  <a:pt x="142739" y="125694"/>
                </a:cubicBezTo>
                <a:cubicBezTo>
                  <a:pt x="139781" y="125300"/>
                  <a:pt x="139583" y="125101"/>
                  <a:pt x="138202" y="122541"/>
                </a:cubicBezTo>
                <a:lnTo>
                  <a:pt x="107055" y="5733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51" name="path-987">
            <a:extLst xmlns:a="http://schemas.openxmlformats.org/drawingml/2006/main">
              <a:ext uri="{FF2B5EF4-FFF2-40B4-BE49-F238E27FC236}">
                <a16:creationId xmlns:a16="http://schemas.microsoft.com/office/drawing/2014/main" id="{0A578255-C876-4019-AC90-81E12AED6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4793" y="4005370"/>
            <a:ext cx="23064" cy="59016"/>
          </a:xfrm>
          <a:custGeom xmlns:a="http://schemas.openxmlformats.org/drawingml/2006/main">
            <a:pathLst>
              <a:path w="23064" h="59016">
                <a:moveTo>
                  <a:pt x="23064" y="20700"/>
                </a:moveTo>
                <a:cubicBezTo>
                  <a:pt x="23064" y="7689"/>
                  <a:pt x="18137" y="0"/>
                  <a:pt x="10448" y="0"/>
                </a:cubicBezTo>
                <a:cubicBezTo>
                  <a:pt x="3941" y="0"/>
                  <a:pt x="0" y="4928"/>
                  <a:pt x="0" y="10448"/>
                </a:cubicBezTo>
                <a:cubicBezTo>
                  <a:pt x="0" y="15772"/>
                  <a:pt x="3941" y="20895"/>
                  <a:pt x="10448" y="20895"/>
                </a:cubicBezTo>
                <a:cubicBezTo>
                  <a:pt x="12812" y="20895"/>
                  <a:pt x="15375" y="20107"/>
                  <a:pt x="17349" y="18335"/>
                </a:cubicBezTo>
                <a:cubicBezTo>
                  <a:pt x="17938" y="17938"/>
                  <a:pt x="18137" y="17743"/>
                  <a:pt x="18332" y="17743"/>
                </a:cubicBezTo>
                <a:cubicBezTo>
                  <a:pt x="18531" y="17743"/>
                  <a:pt x="18729" y="17938"/>
                  <a:pt x="18729" y="20700"/>
                </a:cubicBezTo>
                <a:cubicBezTo>
                  <a:pt x="18729" y="35320"/>
                  <a:pt x="11828" y="47172"/>
                  <a:pt x="5322" y="53691"/>
                </a:cubicBezTo>
                <a:cubicBezTo>
                  <a:pt x="3153" y="55863"/>
                  <a:pt x="3153" y="56257"/>
                  <a:pt x="3153" y="56850"/>
                </a:cubicBezTo>
                <a:cubicBezTo>
                  <a:pt x="3153" y="58228"/>
                  <a:pt x="4139" y="59016"/>
                  <a:pt x="5126" y="59016"/>
                </a:cubicBezTo>
                <a:cubicBezTo>
                  <a:pt x="7292" y="59016"/>
                  <a:pt x="23064" y="43815"/>
                  <a:pt x="23064" y="2070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52" name="path-988">
            <a:extLst xmlns:a="http://schemas.openxmlformats.org/drawingml/2006/main">
              <a:ext uri="{FF2B5EF4-FFF2-40B4-BE49-F238E27FC236}">
                <a16:creationId xmlns:a16="http://schemas.microsoft.com/office/drawing/2014/main" id="{FCEA9C0F-D470-4997-A11B-CEBA71F7D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1968" y="3889378"/>
            <a:ext cx="50274" cy="138428"/>
          </a:xfrm>
          <a:custGeom xmlns:a="http://schemas.openxmlformats.org/drawingml/2006/main">
            <a:pathLst>
              <a:path w="50274" h="138428">
                <a:moveTo>
                  <a:pt x="49486" y="6901"/>
                </a:moveTo>
                <a:cubicBezTo>
                  <a:pt x="50274" y="4142"/>
                  <a:pt x="50274" y="3748"/>
                  <a:pt x="50274" y="3550"/>
                </a:cubicBezTo>
                <a:cubicBezTo>
                  <a:pt x="50274" y="987"/>
                  <a:pt x="48105" y="0"/>
                  <a:pt x="45936" y="0"/>
                </a:cubicBezTo>
                <a:cubicBezTo>
                  <a:pt x="45148" y="0"/>
                  <a:pt x="44949" y="0"/>
                  <a:pt x="44555" y="199"/>
                </a:cubicBezTo>
                <a:lnTo>
                  <a:pt x="19123" y="1381"/>
                </a:lnTo>
                <a:cubicBezTo>
                  <a:pt x="16365" y="1579"/>
                  <a:pt x="12815" y="1775"/>
                  <a:pt x="12815" y="7295"/>
                </a:cubicBezTo>
                <a:cubicBezTo>
                  <a:pt x="12815" y="10845"/>
                  <a:pt x="16560" y="10845"/>
                  <a:pt x="17941" y="10845"/>
                </a:cubicBezTo>
                <a:cubicBezTo>
                  <a:pt x="20110" y="10845"/>
                  <a:pt x="23660" y="10845"/>
                  <a:pt x="26220" y="11239"/>
                </a:cubicBezTo>
                <a:lnTo>
                  <a:pt x="987" y="112400"/>
                </a:lnTo>
                <a:cubicBezTo>
                  <a:pt x="394" y="114569"/>
                  <a:pt x="0" y="116344"/>
                  <a:pt x="0" y="119106"/>
                </a:cubicBezTo>
                <a:cubicBezTo>
                  <a:pt x="0" y="132119"/>
                  <a:pt x="13014" y="138428"/>
                  <a:pt x="24644" y="138428"/>
                </a:cubicBezTo>
                <a:cubicBezTo>
                  <a:pt x="31939" y="138428"/>
                  <a:pt x="37459" y="134288"/>
                  <a:pt x="41797" y="127192"/>
                </a:cubicBezTo>
                <a:cubicBezTo>
                  <a:pt x="46529" y="119500"/>
                  <a:pt x="49287" y="108851"/>
                  <a:pt x="49287" y="107668"/>
                </a:cubicBezTo>
                <a:cubicBezTo>
                  <a:pt x="49287" y="104907"/>
                  <a:pt x="46330" y="104907"/>
                  <a:pt x="44555" y="104907"/>
                </a:cubicBezTo>
                <a:cubicBezTo>
                  <a:pt x="42386" y="104907"/>
                  <a:pt x="41598" y="104907"/>
                  <a:pt x="40614" y="105893"/>
                </a:cubicBezTo>
                <a:cubicBezTo>
                  <a:pt x="40220" y="106288"/>
                  <a:pt x="40220" y="106682"/>
                  <a:pt x="39035" y="111612"/>
                </a:cubicBezTo>
                <a:cubicBezTo>
                  <a:pt x="35290" y="126599"/>
                  <a:pt x="30952" y="131331"/>
                  <a:pt x="25630" y="131331"/>
                </a:cubicBezTo>
                <a:cubicBezTo>
                  <a:pt x="22673" y="131331"/>
                  <a:pt x="21097" y="129361"/>
                  <a:pt x="21097" y="124232"/>
                </a:cubicBezTo>
                <a:cubicBezTo>
                  <a:pt x="21097" y="120288"/>
                  <a:pt x="21686" y="118318"/>
                  <a:pt x="22279" y="115556"/>
                </a:cubicBezTo>
                <a:lnTo>
                  <a:pt x="49486" y="690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53" name="path-989">
            <a:extLst xmlns:a="http://schemas.openxmlformats.org/drawingml/2006/main">
              <a:ext uri="{FF2B5EF4-FFF2-40B4-BE49-F238E27FC236}">
                <a16:creationId xmlns:a16="http://schemas.microsoft.com/office/drawing/2014/main" id="{5E6DA099-4E9A-424F-9D27-9C0E1FCC3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9153" y="3964207"/>
            <a:ext cx="50233" cy="91643"/>
          </a:xfrm>
          <a:custGeom xmlns:a="http://schemas.openxmlformats.org/drawingml/2006/main">
            <a:pathLst>
              <a:path w="50233" h="91643">
                <a:moveTo>
                  <a:pt x="31189" y="3856"/>
                </a:moveTo>
                <a:cubicBezTo>
                  <a:pt x="31189" y="139"/>
                  <a:pt x="30913" y="0"/>
                  <a:pt x="27049" y="0"/>
                </a:cubicBezTo>
                <a:cubicBezTo>
                  <a:pt x="18217" y="8642"/>
                  <a:pt x="5658" y="8779"/>
                  <a:pt x="0" y="8779"/>
                </a:cubicBezTo>
                <a:lnTo>
                  <a:pt x="0" y="13746"/>
                </a:lnTo>
                <a:cubicBezTo>
                  <a:pt x="3312" y="13746"/>
                  <a:pt x="12420" y="13746"/>
                  <a:pt x="20011" y="9882"/>
                </a:cubicBezTo>
                <a:lnTo>
                  <a:pt x="20011" y="80322"/>
                </a:lnTo>
                <a:cubicBezTo>
                  <a:pt x="20011" y="84881"/>
                  <a:pt x="20011" y="86676"/>
                  <a:pt x="6210" y="86676"/>
                </a:cubicBezTo>
                <a:lnTo>
                  <a:pt x="967" y="86676"/>
                </a:lnTo>
                <a:lnTo>
                  <a:pt x="967" y="91643"/>
                </a:lnTo>
                <a:cubicBezTo>
                  <a:pt x="3449" y="91506"/>
                  <a:pt x="20424" y="91091"/>
                  <a:pt x="25530" y="91091"/>
                </a:cubicBezTo>
                <a:cubicBezTo>
                  <a:pt x="29809" y="91091"/>
                  <a:pt x="47197" y="91506"/>
                  <a:pt x="50233" y="91643"/>
                </a:cubicBezTo>
                <a:lnTo>
                  <a:pt x="50233" y="86676"/>
                </a:lnTo>
                <a:lnTo>
                  <a:pt x="44990" y="86676"/>
                </a:lnTo>
                <a:cubicBezTo>
                  <a:pt x="31189" y="86676"/>
                  <a:pt x="31189" y="84881"/>
                  <a:pt x="31189" y="80322"/>
                </a:cubicBezTo>
                <a:lnTo>
                  <a:pt x="31189" y="385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54" name="path-990">
            <a:extLst xmlns:a="http://schemas.openxmlformats.org/drawingml/2006/main">
              <a:ext uri="{FF2B5EF4-FFF2-40B4-BE49-F238E27FC236}">
                <a16:creationId xmlns:a16="http://schemas.microsoft.com/office/drawing/2014/main" id="{FC81437F-72CE-4855-B8BC-2C101235A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7055" y="3996417"/>
            <a:ext cx="15871" cy="59433"/>
          </a:xfrm>
          <a:custGeom xmlns:a="http://schemas.openxmlformats.org/drawingml/2006/main">
            <a:pathLst>
              <a:path w="15871" h="59433">
                <a:moveTo>
                  <a:pt x="15871" y="8006"/>
                </a:moveTo>
                <a:cubicBezTo>
                  <a:pt x="15871" y="3176"/>
                  <a:pt x="12007" y="0"/>
                  <a:pt x="8004" y="0"/>
                </a:cubicBezTo>
                <a:cubicBezTo>
                  <a:pt x="3176" y="0"/>
                  <a:pt x="0" y="3866"/>
                  <a:pt x="0" y="7867"/>
                </a:cubicBezTo>
                <a:cubicBezTo>
                  <a:pt x="0" y="12698"/>
                  <a:pt x="3864" y="15871"/>
                  <a:pt x="7867" y="15871"/>
                </a:cubicBezTo>
                <a:cubicBezTo>
                  <a:pt x="12698" y="15871"/>
                  <a:pt x="15871" y="12007"/>
                  <a:pt x="15871" y="8006"/>
                </a:cubicBezTo>
                <a:moveTo>
                  <a:pt x="15871" y="51568"/>
                </a:moveTo>
                <a:cubicBezTo>
                  <a:pt x="15871" y="46738"/>
                  <a:pt x="12007" y="43564"/>
                  <a:pt x="8004" y="43564"/>
                </a:cubicBezTo>
                <a:cubicBezTo>
                  <a:pt x="3176" y="43564"/>
                  <a:pt x="0" y="47428"/>
                  <a:pt x="0" y="51429"/>
                </a:cubicBezTo>
                <a:cubicBezTo>
                  <a:pt x="0" y="56260"/>
                  <a:pt x="3864" y="59433"/>
                  <a:pt x="7867" y="59433"/>
                </a:cubicBezTo>
                <a:cubicBezTo>
                  <a:pt x="12698" y="59433"/>
                  <a:pt x="15871" y="55569"/>
                  <a:pt x="15871" y="5156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55" name="path-991">
            <a:extLst xmlns:a="http://schemas.openxmlformats.org/drawingml/2006/main">
              <a:ext uri="{FF2B5EF4-FFF2-40B4-BE49-F238E27FC236}">
                <a16:creationId xmlns:a16="http://schemas.microsoft.com/office/drawing/2014/main" id="{D8F0A3A0-071D-48B0-8985-702385F94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3112" y="3969670"/>
            <a:ext cx="46645" cy="87528"/>
          </a:xfrm>
          <a:custGeom xmlns:a="http://schemas.openxmlformats.org/drawingml/2006/main">
            <a:pathLst>
              <a:path w="46645" h="87528">
                <a:moveTo>
                  <a:pt x="28152" y="31717"/>
                </a:moveTo>
                <a:lnTo>
                  <a:pt x="42229" y="31717"/>
                </a:lnTo>
                <a:cubicBezTo>
                  <a:pt x="44851" y="31717"/>
                  <a:pt x="46645" y="31717"/>
                  <a:pt x="46645" y="28681"/>
                </a:cubicBezTo>
                <a:cubicBezTo>
                  <a:pt x="46645" y="26747"/>
                  <a:pt x="44851" y="26747"/>
                  <a:pt x="42505" y="26747"/>
                </a:cubicBezTo>
                <a:lnTo>
                  <a:pt x="29394" y="26747"/>
                </a:lnTo>
                <a:lnTo>
                  <a:pt x="34501" y="6345"/>
                </a:lnTo>
                <a:cubicBezTo>
                  <a:pt x="34640" y="5654"/>
                  <a:pt x="34916" y="4965"/>
                  <a:pt x="34916" y="4414"/>
                </a:cubicBezTo>
                <a:cubicBezTo>
                  <a:pt x="34916" y="1931"/>
                  <a:pt x="32983" y="0"/>
                  <a:pt x="30222" y="0"/>
                </a:cubicBezTo>
                <a:cubicBezTo>
                  <a:pt x="26773" y="0"/>
                  <a:pt x="24703" y="2346"/>
                  <a:pt x="23736" y="5930"/>
                </a:cubicBezTo>
                <a:cubicBezTo>
                  <a:pt x="22770" y="9377"/>
                  <a:pt x="24564" y="2759"/>
                  <a:pt x="18493" y="26747"/>
                </a:cubicBezTo>
                <a:lnTo>
                  <a:pt x="4416" y="26747"/>
                </a:lnTo>
                <a:cubicBezTo>
                  <a:pt x="1794" y="26747"/>
                  <a:pt x="0" y="26747"/>
                  <a:pt x="0" y="29784"/>
                </a:cubicBezTo>
                <a:cubicBezTo>
                  <a:pt x="0" y="31717"/>
                  <a:pt x="1655" y="31717"/>
                  <a:pt x="4140" y="31717"/>
                </a:cubicBezTo>
                <a:lnTo>
                  <a:pt x="17250" y="31717"/>
                </a:lnTo>
                <a:lnTo>
                  <a:pt x="9107" y="64237"/>
                </a:lnTo>
                <a:cubicBezTo>
                  <a:pt x="8280" y="67682"/>
                  <a:pt x="7037" y="72643"/>
                  <a:pt x="7037" y="74433"/>
                </a:cubicBezTo>
                <a:cubicBezTo>
                  <a:pt x="7037" y="82563"/>
                  <a:pt x="13938" y="87528"/>
                  <a:pt x="21805" y="87528"/>
                </a:cubicBezTo>
                <a:cubicBezTo>
                  <a:pt x="37123" y="87528"/>
                  <a:pt x="45817" y="68233"/>
                  <a:pt x="45817" y="66441"/>
                </a:cubicBezTo>
                <a:cubicBezTo>
                  <a:pt x="45817" y="64649"/>
                  <a:pt x="44023" y="64649"/>
                  <a:pt x="43608" y="64649"/>
                </a:cubicBezTo>
                <a:cubicBezTo>
                  <a:pt x="41953" y="64649"/>
                  <a:pt x="41814" y="64925"/>
                  <a:pt x="40711" y="67269"/>
                </a:cubicBezTo>
                <a:cubicBezTo>
                  <a:pt x="36847" y="75949"/>
                  <a:pt x="29809" y="83664"/>
                  <a:pt x="22218" y="83664"/>
                </a:cubicBezTo>
                <a:cubicBezTo>
                  <a:pt x="19320" y="83664"/>
                  <a:pt x="17389" y="81874"/>
                  <a:pt x="17389" y="76913"/>
                </a:cubicBezTo>
                <a:cubicBezTo>
                  <a:pt x="17389" y="75536"/>
                  <a:pt x="17941" y="72643"/>
                  <a:pt x="18217" y="71263"/>
                </a:cubicBezTo>
                <a:lnTo>
                  <a:pt x="28152" y="3171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56" name="path-992">
            <a:extLst xmlns:a="http://schemas.openxmlformats.org/drawingml/2006/main">
              <a:ext uri="{FF2B5EF4-FFF2-40B4-BE49-F238E27FC236}">
                <a16:creationId xmlns:a16="http://schemas.microsoft.com/office/drawing/2014/main" id="{F4407D06-28A2-4CA6-8B83-D4B1D6AFD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3287" y="4031277"/>
            <a:ext cx="54118" cy="45244"/>
          </a:xfrm>
          <a:custGeom xmlns:a="http://schemas.openxmlformats.org/drawingml/2006/main">
            <a:pathLst>
              <a:path w="54118" h="45244">
                <a:moveTo>
                  <a:pt x="25236" y="99"/>
                </a:moveTo>
                <a:cubicBezTo>
                  <a:pt x="15477" y="1184"/>
                  <a:pt x="5126" y="5422"/>
                  <a:pt x="1084" y="16660"/>
                </a:cubicBezTo>
                <a:cubicBezTo>
                  <a:pt x="394" y="18729"/>
                  <a:pt x="0" y="20898"/>
                  <a:pt x="0" y="23066"/>
                </a:cubicBezTo>
                <a:cubicBezTo>
                  <a:pt x="0" y="37557"/>
                  <a:pt x="14787" y="45244"/>
                  <a:pt x="27306" y="45244"/>
                </a:cubicBezTo>
                <a:cubicBezTo>
                  <a:pt x="37656" y="45244"/>
                  <a:pt x="48893" y="40120"/>
                  <a:pt x="52935" y="29770"/>
                </a:cubicBezTo>
                <a:cubicBezTo>
                  <a:pt x="53625" y="27798"/>
                  <a:pt x="54118" y="25629"/>
                  <a:pt x="54118" y="23559"/>
                </a:cubicBezTo>
                <a:cubicBezTo>
                  <a:pt x="54118" y="8774"/>
                  <a:pt x="40022" y="0"/>
                  <a:pt x="27010" y="0"/>
                </a:cubicBezTo>
                <a:cubicBezTo>
                  <a:pt x="26418" y="0"/>
                  <a:pt x="25827" y="0"/>
                  <a:pt x="25236" y="99"/>
                </a:cubicBezTo>
                <a:moveTo>
                  <a:pt x="9858" y="24544"/>
                </a:moveTo>
                <a:lnTo>
                  <a:pt x="9858" y="23066"/>
                </a:lnTo>
                <a:cubicBezTo>
                  <a:pt x="9858" y="14393"/>
                  <a:pt x="11830" y="3450"/>
                  <a:pt x="27010" y="3450"/>
                </a:cubicBezTo>
                <a:cubicBezTo>
                  <a:pt x="32136" y="3450"/>
                  <a:pt x="37361" y="5126"/>
                  <a:pt x="40712" y="9070"/>
                </a:cubicBezTo>
                <a:cubicBezTo>
                  <a:pt x="43570" y="12421"/>
                  <a:pt x="44260" y="17152"/>
                  <a:pt x="44260" y="21292"/>
                </a:cubicBezTo>
                <a:cubicBezTo>
                  <a:pt x="44260" y="26813"/>
                  <a:pt x="43866" y="32627"/>
                  <a:pt x="39923" y="36866"/>
                </a:cubicBezTo>
                <a:cubicBezTo>
                  <a:pt x="36671" y="40120"/>
                  <a:pt x="31939" y="41696"/>
                  <a:pt x="27207" y="41696"/>
                </a:cubicBezTo>
                <a:cubicBezTo>
                  <a:pt x="19123" y="41696"/>
                  <a:pt x="12027" y="37754"/>
                  <a:pt x="10252" y="28488"/>
                </a:cubicBezTo>
                <a:cubicBezTo>
                  <a:pt x="10055" y="27207"/>
                  <a:pt x="10055" y="25826"/>
                  <a:pt x="9858" y="2454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57" name="path-993">
            <a:extLst xmlns:a="http://schemas.openxmlformats.org/drawingml/2006/main">
              <a:ext uri="{FF2B5EF4-FFF2-40B4-BE49-F238E27FC236}">
                <a16:creationId xmlns:a16="http://schemas.microsoft.com/office/drawing/2014/main" id="{D18F7697-40E3-48B8-A36F-4DCE171AC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4891" y="3878404"/>
            <a:ext cx="45737" cy="197149"/>
          </a:xfrm>
          <a:custGeom xmlns:a="http://schemas.openxmlformats.org/drawingml/2006/main">
            <a:pathLst>
              <a:path w="45737" h="197149">
                <a:moveTo>
                  <a:pt x="45737" y="98574"/>
                </a:moveTo>
                <a:cubicBezTo>
                  <a:pt x="45737" y="83199"/>
                  <a:pt x="43572" y="59344"/>
                  <a:pt x="32727" y="37065"/>
                </a:cubicBezTo>
                <a:cubicBezTo>
                  <a:pt x="20898" y="12815"/>
                  <a:pt x="3944" y="0"/>
                  <a:pt x="1970" y="0"/>
                </a:cubicBezTo>
                <a:cubicBezTo>
                  <a:pt x="788" y="0"/>
                  <a:pt x="0" y="791"/>
                  <a:pt x="0" y="1973"/>
                </a:cubicBezTo>
                <a:cubicBezTo>
                  <a:pt x="0" y="2563"/>
                  <a:pt x="0" y="2960"/>
                  <a:pt x="3745" y="6507"/>
                </a:cubicBezTo>
                <a:cubicBezTo>
                  <a:pt x="23067" y="26024"/>
                  <a:pt x="34303" y="57370"/>
                  <a:pt x="34303" y="98574"/>
                </a:cubicBezTo>
                <a:cubicBezTo>
                  <a:pt x="34303" y="132288"/>
                  <a:pt x="27011" y="166985"/>
                  <a:pt x="2563" y="191827"/>
                </a:cubicBezTo>
                <a:cubicBezTo>
                  <a:pt x="0" y="194192"/>
                  <a:pt x="0" y="194589"/>
                  <a:pt x="0" y="195178"/>
                </a:cubicBezTo>
                <a:cubicBezTo>
                  <a:pt x="0" y="196361"/>
                  <a:pt x="788" y="197149"/>
                  <a:pt x="1970" y="197149"/>
                </a:cubicBezTo>
                <a:cubicBezTo>
                  <a:pt x="3944" y="197149"/>
                  <a:pt x="21686" y="183744"/>
                  <a:pt x="33319" y="158706"/>
                </a:cubicBezTo>
                <a:cubicBezTo>
                  <a:pt x="43373" y="137020"/>
                  <a:pt x="45737" y="115135"/>
                  <a:pt x="45737" y="9857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58" name="path-994">
            <a:extLst xmlns:a="http://schemas.openxmlformats.org/drawingml/2006/main">
              <a:ext uri="{FF2B5EF4-FFF2-40B4-BE49-F238E27FC236}">
                <a16:creationId xmlns:a16="http://schemas.microsoft.com/office/drawing/2014/main" id="{B0B3AA22-9228-41F4-B591-28C55D2E5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1563" y="3878404"/>
            <a:ext cx="45737" cy="197149"/>
          </a:xfrm>
          <a:custGeom xmlns:a="http://schemas.openxmlformats.org/drawingml/2006/main">
            <a:pathLst>
              <a:path w="45737" h="197149">
                <a:moveTo>
                  <a:pt x="45737" y="98574"/>
                </a:moveTo>
                <a:cubicBezTo>
                  <a:pt x="45737" y="83199"/>
                  <a:pt x="43572" y="59344"/>
                  <a:pt x="32727" y="37065"/>
                </a:cubicBezTo>
                <a:cubicBezTo>
                  <a:pt x="20898" y="12815"/>
                  <a:pt x="3944" y="0"/>
                  <a:pt x="1970" y="0"/>
                </a:cubicBezTo>
                <a:cubicBezTo>
                  <a:pt x="788" y="0"/>
                  <a:pt x="0" y="791"/>
                  <a:pt x="0" y="1973"/>
                </a:cubicBezTo>
                <a:cubicBezTo>
                  <a:pt x="0" y="2563"/>
                  <a:pt x="0" y="2960"/>
                  <a:pt x="3745" y="6507"/>
                </a:cubicBezTo>
                <a:cubicBezTo>
                  <a:pt x="23067" y="26024"/>
                  <a:pt x="34303" y="57370"/>
                  <a:pt x="34303" y="98574"/>
                </a:cubicBezTo>
                <a:cubicBezTo>
                  <a:pt x="34303" y="132288"/>
                  <a:pt x="27011" y="166985"/>
                  <a:pt x="2563" y="191827"/>
                </a:cubicBezTo>
                <a:cubicBezTo>
                  <a:pt x="0" y="194192"/>
                  <a:pt x="0" y="194589"/>
                  <a:pt x="0" y="195178"/>
                </a:cubicBezTo>
                <a:cubicBezTo>
                  <a:pt x="0" y="196361"/>
                  <a:pt x="788" y="197149"/>
                  <a:pt x="1970" y="197149"/>
                </a:cubicBezTo>
                <a:cubicBezTo>
                  <a:pt x="3944" y="197149"/>
                  <a:pt x="21686" y="183744"/>
                  <a:pt x="33319" y="158706"/>
                </a:cubicBezTo>
                <a:cubicBezTo>
                  <a:pt x="43373" y="137020"/>
                  <a:pt x="45737" y="115135"/>
                  <a:pt x="45737" y="9857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59" name="path-995">
            <a:extLst xmlns:a="http://schemas.openxmlformats.org/drawingml/2006/main">
              <a:ext uri="{FF2B5EF4-FFF2-40B4-BE49-F238E27FC236}">
                <a16:creationId xmlns:a16="http://schemas.microsoft.com/office/drawing/2014/main" id="{F1B85D6C-0D3F-4AE8-881F-599B295D0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1333" y="3878404"/>
            <a:ext cx="27011" cy="197149"/>
          </a:xfrm>
          <a:custGeom xmlns:a="http://schemas.openxmlformats.org/drawingml/2006/main">
            <a:pathLst>
              <a:path w="27011" h="197149">
                <a:moveTo>
                  <a:pt x="27011" y="0"/>
                </a:moveTo>
                <a:lnTo>
                  <a:pt x="0" y="0"/>
                </a:lnTo>
                <a:lnTo>
                  <a:pt x="0" y="7888"/>
                </a:lnTo>
                <a:lnTo>
                  <a:pt x="19123" y="7888"/>
                </a:lnTo>
                <a:lnTo>
                  <a:pt x="19123" y="189264"/>
                </a:lnTo>
                <a:lnTo>
                  <a:pt x="0" y="189264"/>
                </a:lnTo>
                <a:lnTo>
                  <a:pt x="0" y="197149"/>
                </a:lnTo>
                <a:lnTo>
                  <a:pt x="27011" y="197149"/>
                </a:lnTo>
                <a:lnTo>
                  <a:pt x="27011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60" name="text-996 (the">
            <a:extLst xmlns:a="http://schemas.openxmlformats.org/drawingml/2006/main">
              <a:ext uri="{FF2B5EF4-FFF2-40B4-BE49-F238E27FC236}">
                <a16:creationId xmlns:a16="http://schemas.microsoft.com/office/drawing/2014/main" id="{5D25FB14-417A-4984-85B7-659AA7E3F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28916" y="4085080"/>
            <a:ext cx="251093" cy="18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4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4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4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(the</a:t>
            </a:r>
          </a:p>
        </p:txBody>
      </p:sp>
      <p:sp>
        <p:nvSpPr>
          <p:cNvPr id="1061" name="text-996 expected">
            <a:extLst xmlns:a="http://schemas.openxmlformats.org/drawingml/2006/main">
              <a:ext uri="{FF2B5EF4-FFF2-40B4-BE49-F238E27FC236}">
                <a16:creationId xmlns:a16="http://schemas.microsoft.com/office/drawing/2014/main" id="{9BC9B12A-34E5-4BB7-A56E-539111795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92901" y="4085109"/>
            <a:ext cx="559220" cy="1847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3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3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39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expected</a:t>
            </a:r>
          </a:p>
        </p:txBody>
      </p:sp>
      <p:sp>
        <p:nvSpPr>
          <p:cNvPr id="1062" name="text-996 loss)">
            <a:extLst xmlns:a="http://schemas.openxmlformats.org/drawingml/2006/main">
              <a:ext uri="{FF2B5EF4-FFF2-40B4-BE49-F238E27FC236}">
                <a16:creationId xmlns:a16="http://schemas.microsoft.com/office/drawing/2014/main" id="{178F41E5-A79C-4C2B-8D7E-F388E1666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65020" y="4085107"/>
            <a:ext cx="302311" cy="1847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3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3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39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loss)</a:t>
            </a:r>
          </a:p>
        </p:txBody>
      </p:sp>
      <p:sp>
        <p:nvSpPr>
          <p:cNvPr id="1063" name="path-998">
            <a:extLst xmlns:a="http://schemas.openxmlformats.org/drawingml/2006/main">
              <a:ext uri="{FF2B5EF4-FFF2-40B4-BE49-F238E27FC236}">
                <a16:creationId xmlns:a16="http://schemas.microsoft.com/office/drawing/2014/main" id="{6B858322-8073-4A60-8198-C4CB9E757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974" y="4357278"/>
            <a:ext cx="182021" cy="136525"/>
          </a:xfrm>
          <a:custGeom xmlns:a="http://schemas.openxmlformats.org/drawingml/2006/main">
            <a:pathLst>
              <a:path w="182021" h="136525">
                <a:moveTo>
                  <a:pt x="108140" y="57915"/>
                </a:moveTo>
                <a:lnTo>
                  <a:pt x="134425" y="32047"/>
                </a:lnTo>
                <a:lnTo>
                  <a:pt x="146775" y="19512"/>
                </a:lnTo>
                <a:cubicBezTo>
                  <a:pt x="154739" y="11948"/>
                  <a:pt x="157128" y="9560"/>
                  <a:pt x="177840" y="9362"/>
                </a:cubicBezTo>
                <a:cubicBezTo>
                  <a:pt x="181623" y="9362"/>
                  <a:pt x="182021" y="4184"/>
                  <a:pt x="182021" y="3586"/>
                </a:cubicBezTo>
                <a:cubicBezTo>
                  <a:pt x="182021" y="2392"/>
                  <a:pt x="181225" y="0"/>
                  <a:pt x="178040" y="0"/>
                </a:cubicBezTo>
                <a:cubicBezTo>
                  <a:pt x="171069" y="0"/>
                  <a:pt x="163503" y="599"/>
                  <a:pt x="156331" y="599"/>
                </a:cubicBezTo>
                <a:cubicBezTo>
                  <a:pt x="150558" y="599"/>
                  <a:pt x="136218" y="0"/>
                  <a:pt x="130444" y="0"/>
                </a:cubicBezTo>
                <a:cubicBezTo>
                  <a:pt x="128849" y="0"/>
                  <a:pt x="124868" y="0"/>
                  <a:pt x="124868" y="5579"/>
                </a:cubicBezTo>
                <a:cubicBezTo>
                  <a:pt x="124868" y="9162"/>
                  <a:pt x="128053" y="9362"/>
                  <a:pt x="129846" y="9362"/>
                </a:cubicBezTo>
                <a:cubicBezTo>
                  <a:pt x="135820" y="9560"/>
                  <a:pt x="140998" y="11152"/>
                  <a:pt x="141794" y="11353"/>
                </a:cubicBezTo>
                <a:lnTo>
                  <a:pt x="103758" y="48963"/>
                </a:lnTo>
                <a:lnTo>
                  <a:pt x="85434" y="10557"/>
                </a:lnTo>
                <a:cubicBezTo>
                  <a:pt x="87428" y="10159"/>
                  <a:pt x="93599" y="9362"/>
                  <a:pt x="96988" y="9362"/>
                </a:cubicBezTo>
                <a:cubicBezTo>
                  <a:pt x="99176" y="9362"/>
                  <a:pt x="102761" y="9362"/>
                  <a:pt x="102761" y="3786"/>
                </a:cubicBezTo>
                <a:cubicBezTo>
                  <a:pt x="102761" y="997"/>
                  <a:pt x="100968" y="0"/>
                  <a:pt x="98379" y="0"/>
                </a:cubicBezTo>
                <a:cubicBezTo>
                  <a:pt x="91609" y="0"/>
                  <a:pt x="74881" y="599"/>
                  <a:pt x="68110" y="599"/>
                </a:cubicBezTo>
                <a:cubicBezTo>
                  <a:pt x="63528" y="599"/>
                  <a:pt x="58949" y="401"/>
                  <a:pt x="54369" y="401"/>
                </a:cubicBezTo>
                <a:cubicBezTo>
                  <a:pt x="49787" y="401"/>
                  <a:pt x="45010" y="0"/>
                  <a:pt x="40427" y="0"/>
                </a:cubicBezTo>
                <a:cubicBezTo>
                  <a:pt x="38635" y="0"/>
                  <a:pt x="34851" y="0"/>
                  <a:pt x="34851" y="5579"/>
                </a:cubicBezTo>
                <a:cubicBezTo>
                  <a:pt x="34851" y="9362"/>
                  <a:pt x="37440" y="9362"/>
                  <a:pt x="43017" y="9362"/>
                </a:cubicBezTo>
                <a:cubicBezTo>
                  <a:pt x="45806" y="9362"/>
                  <a:pt x="47997" y="9362"/>
                  <a:pt x="50784" y="9560"/>
                </a:cubicBezTo>
                <a:cubicBezTo>
                  <a:pt x="53573" y="9958"/>
                  <a:pt x="53771" y="10159"/>
                  <a:pt x="54965" y="12547"/>
                </a:cubicBezTo>
                <a:lnTo>
                  <a:pt x="82447" y="70055"/>
                </a:lnTo>
                <a:lnTo>
                  <a:pt x="32463" y="119405"/>
                </a:lnTo>
                <a:cubicBezTo>
                  <a:pt x="28877" y="122790"/>
                  <a:pt x="24696" y="126968"/>
                  <a:pt x="6971" y="127165"/>
                </a:cubicBezTo>
                <a:cubicBezTo>
                  <a:pt x="3388" y="127165"/>
                  <a:pt x="0" y="127165"/>
                  <a:pt x="0" y="132942"/>
                </a:cubicBezTo>
                <a:cubicBezTo>
                  <a:pt x="0" y="134337"/>
                  <a:pt x="997" y="136525"/>
                  <a:pt x="3984" y="136525"/>
                </a:cubicBezTo>
                <a:cubicBezTo>
                  <a:pt x="8764" y="136525"/>
                  <a:pt x="20913" y="135929"/>
                  <a:pt x="25693" y="135929"/>
                </a:cubicBezTo>
                <a:cubicBezTo>
                  <a:pt x="31466" y="135929"/>
                  <a:pt x="45806" y="136525"/>
                  <a:pt x="51580" y="136525"/>
                </a:cubicBezTo>
                <a:cubicBezTo>
                  <a:pt x="53175" y="136525"/>
                  <a:pt x="57156" y="136525"/>
                  <a:pt x="57156" y="130751"/>
                </a:cubicBezTo>
                <a:cubicBezTo>
                  <a:pt x="57156" y="127165"/>
                  <a:pt x="53573" y="127165"/>
                  <a:pt x="51978" y="127165"/>
                </a:cubicBezTo>
                <a:cubicBezTo>
                  <a:pt x="47997" y="127165"/>
                  <a:pt x="44013" y="126570"/>
                  <a:pt x="40230" y="125175"/>
                </a:cubicBezTo>
                <a:lnTo>
                  <a:pt x="86632" y="79010"/>
                </a:lnTo>
                <a:lnTo>
                  <a:pt x="109134" y="125971"/>
                </a:lnTo>
                <a:cubicBezTo>
                  <a:pt x="108936" y="125971"/>
                  <a:pt x="102363" y="127165"/>
                  <a:pt x="97583" y="127165"/>
                </a:cubicBezTo>
                <a:cubicBezTo>
                  <a:pt x="95593" y="127165"/>
                  <a:pt x="91810" y="127165"/>
                  <a:pt x="91810" y="132942"/>
                </a:cubicBezTo>
                <a:cubicBezTo>
                  <a:pt x="91810" y="133538"/>
                  <a:pt x="92007" y="136525"/>
                  <a:pt x="96189" y="136525"/>
                </a:cubicBezTo>
                <a:cubicBezTo>
                  <a:pt x="102962" y="136525"/>
                  <a:pt x="119888" y="135929"/>
                  <a:pt x="126658" y="135929"/>
                </a:cubicBezTo>
                <a:cubicBezTo>
                  <a:pt x="131240" y="135929"/>
                  <a:pt x="135820" y="136127"/>
                  <a:pt x="140399" y="136127"/>
                </a:cubicBezTo>
                <a:cubicBezTo>
                  <a:pt x="144982" y="136127"/>
                  <a:pt x="149762" y="136525"/>
                  <a:pt x="154341" y="136525"/>
                </a:cubicBezTo>
                <a:cubicBezTo>
                  <a:pt x="155933" y="136525"/>
                  <a:pt x="159917" y="136525"/>
                  <a:pt x="159917" y="130751"/>
                </a:cubicBezTo>
                <a:cubicBezTo>
                  <a:pt x="159917" y="127165"/>
                  <a:pt x="156729" y="127165"/>
                  <a:pt x="151950" y="127165"/>
                </a:cubicBezTo>
                <a:cubicBezTo>
                  <a:pt x="149163" y="127165"/>
                  <a:pt x="147173" y="127165"/>
                  <a:pt x="144186" y="126968"/>
                </a:cubicBezTo>
                <a:cubicBezTo>
                  <a:pt x="141198" y="126570"/>
                  <a:pt x="140998" y="126369"/>
                  <a:pt x="139603" y="123783"/>
                </a:cubicBezTo>
                <a:lnTo>
                  <a:pt x="108140" y="5791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64" name="path-999">
            <a:extLst xmlns:a="http://schemas.openxmlformats.org/drawingml/2006/main">
              <a:ext uri="{FF2B5EF4-FFF2-40B4-BE49-F238E27FC236}">
                <a16:creationId xmlns:a16="http://schemas.microsoft.com/office/drawing/2014/main" id="{18C4E382-FA6B-4CCD-B2D4-1CFB78A97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8449" y="4472696"/>
            <a:ext cx="23298" cy="59614"/>
          </a:xfrm>
          <a:custGeom xmlns:a="http://schemas.openxmlformats.org/drawingml/2006/main">
            <a:pathLst>
              <a:path w="23298" h="59614">
                <a:moveTo>
                  <a:pt x="23298" y="20910"/>
                </a:moveTo>
                <a:cubicBezTo>
                  <a:pt x="23298" y="7767"/>
                  <a:pt x="18321" y="0"/>
                  <a:pt x="10554" y="0"/>
                </a:cubicBezTo>
                <a:cubicBezTo>
                  <a:pt x="3981" y="0"/>
                  <a:pt x="0" y="4977"/>
                  <a:pt x="0" y="10554"/>
                </a:cubicBezTo>
                <a:cubicBezTo>
                  <a:pt x="0" y="15932"/>
                  <a:pt x="3981" y="21107"/>
                  <a:pt x="10554" y="21107"/>
                </a:cubicBezTo>
                <a:cubicBezTo>
                  <a:pt x="12942" y="21107"/>
                  <a:pt x="15531" y="20311"/>
                  <a:pt x="17524" y="18521"/>
                </a:cubicBezTo>
                <a:cubicBezTo>
                  <a:pt x="18120" y="18120"/>
                  <a:pt x="18321" y="17923"/>
                  <a:pt x="18518" y="17923"/>
                </a:cubicBezTo>
                <a:cubicBezTo>
                  <a:pt x="18719" y="17923"/>
                  <a:pt x="18919" y="18120"/>
                  <a:pt x="18919" y="20910"/>
                </a:cubicBezTo>
                <a:cubicBezTo>
                  <a:pt x="18919" y="35678"/>
                  <a:pt x="11948" y="47651"/>
                  <a:pt x="5376" y="54236"/>
                </a:cubicBezTo>
                <a:cubicBezTo>
                  <a:pt x="3185" y="56430"/>
                  <a:pt x="3185" y="56828"/>
                  <a:pt x="3185" y="57426"/>
                </a:cubicBezTo>
                <a:cubicBezTo>
                  <a:pt x="3185" y="58818"/>
                  <a:pt x="4181" y="59614"/>
                  <a:pt x="5178" y="59614"/>
                </a:cubicBezTo>
                <a:cubicBezTo>
                  <a:pt x="7366" y="59614"/>
                  <a:pt x="23298" y="44259"/>
                  <a:pt x="23298" y="2091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65" name="path-1000">
            <a:extLst xmlns:a="http://schemas.openxmlformats.org/drawingml/2006/main">
              <a:ext uri="{FF2B5EF4-FFF2-40B4-BE49-F238E27FC236}">
                <a16:creationId xmlns:a16="http://schemas.microsoft.com/office/drawing/2014/main" id="{567B7EAB-CBEC-4E44-908C-541C3560D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5677" y="4405704"/>
            <a:ext cx="91807" cy="128940"/>
          </a:xfrm>
          <a:custGeom xmlns:a="http://schemas.openxmlformats.org/drawingml/2006/main">
            <a:pathLst>
              <a:path w="91807" h="128940">
                <a:moveTo>
                  <a:pt x="91010" y="12152"/>
                </a:moveTo>
                <a:cubicBezTo>
                  <a:pt x="91807" y="9362"/>
                  <a:pt x="91807" y="8964"/>
                  <a:pt x="91807" y="7570"/>
                </a:cubicBezTo>
                <a:cubicBezTo>
                  <a:pt x="91807" y="3984"/>
                  <a:pt x="89020" y="2191"/>
                  <a:pt x="86033" y="2191"/>
                </a:cubicBezTo>
                <a:cubicBezTo>
                  <a:pt x="84040" y="2191"/>
                  <a:pt x="80855" y="3388"/>
                  <a:pt x="79062" y="6375"/>
                </a:cubicBezTo>
                <a:cubicBezTo>
                  <a:pt x="78664" y="7372"/>
                  <a:pt x="77072" y="13547"/>
                  <a:pt x="76273" y="17132"/>
                </a:cubicBezTo>
                <a:cubicBezTo>
                  <a:pt x="74881" y="22310"/>
                  <a:pt x="73486" y="27689"/>
                  <a:pt x="72292" y="33068"/>
                </a:cubicBezTo>
                <a:lnTo>
                  <a:pt x="63331" y="68925"/>
                </a:lnTo>
                <a:cubicBezTo>
                  <a:pt x="62531" y="71915"/>
                  <a:pt x="53968" y="85860"/>
                  <a:pt x="40826" y="85860"/>
                </a:cubicBezTo>
                <a:cubicBezTo>
                  <a:pt x="30670" y="85860"/>
                  <a:pt x="28479" y="77093"/>
                  <a:pt x="28479" y="69724"/>
                </a:cubicBezTo>
                <a:cubicBezTo>
                  <a:pt x="28479" y="60559"/>
                  <a:pt x="31864" y="48210"/>
                  <a:pt x="38635" y="30679"/>
                </a:cubicBezTo>
                <a:cubicBezTo>
                  <a:pt x="41822" y="22511"/>
                  <a:pt x="42618" y="20320"/>
                  <a:pt x="42618" y="16336"/>
                </a:cubicBezTo>
                <a:cubicBezTo>
                  <a:pt x="42618" y="7372"/>
                  <a:pt x="36246" y="0"/>
                  <a:pt x="26288" y="0"/>
                </a:cubicBezTo>
                <a:cubicBezTo>
                  <a:pt x="7369" y="0"/>
                  <a:pt x="0" y="28886"/>
                  <a:pt x="0" y="30679"/>
                </a:cubicBezTo>
                <a:cubicBezTo>
                  <a:pt x="0" y="32670"/>
                  <a:pt x="1990" y="32670"/>
                  <a:pt x="2388" y="32670"/>
                </a:cubicBezTo>
                <a:cubicBezTo>
                  <a:pt x="4382" y="32670"/>
                  <a:pt x="4579" y="32271"/>
                  <a:pt x="5576" y="29084"/>
                </a:cubicBezTo>
                <a:cubicBezTo>
                  <a:pt x="10955" y="10359"/>
                  <a:pt x="18919" y="4382"/>
                  <a:pt x="25690" y="4382"/>
                </a:cubicBezTo>
                <a:cubicBezTo>
                  <a:pt x="27282" y="4382"/>
                  <a:pt x="30670" y="4382"/>
                  <a:pt x="30670" y="10757"/>
                </a:cubicBezTo>
                <a:cubicBezTo>
                  <a:pt x="30670" y="15738"/>
                  <a:pt x="28677" y="20919"/>
                  <a:pt x="27282" y="24702"/>
                </a:cubicBezTo>
                <a:cubicBezTo>
                  <a:pt x="19317" y="45818"/>
                  <a:pt x="15732" y="57174"/>
                  <a:pt x="15732" y="66536"/>
                </a:cubicBezTo>
                <a:cubicBezTo>
                  <a:pt x="15732" y="84264"/>
                  <a:pt x="28279" y="90239"/>
                  <a:pt x="40029" y="90239"/>
                </a:cubicBezTo>
                <a:cubicBezTo>
                  <a:pt x="47796" y="90239"/>
                  <a:pt x="54567" y="86853"/>
                  <a:pt x="60143" y="81277"/>
                </a:cubicBezTo>
                <a:cubicBezTo>
                  <a:pt x="57554" y="91633"/>
                  <a:pt x="55165" y="101391"/>
                  <a:pt x="47198" y="111944"/>
                </a:cubicBezTo>
                <a:cubicBezTo>
                  <a:pt x="42020" y="118739"/>
                  <a:pt x="34453" y="124561"/>
                  <a:pt x="25291" y="124561"/>
                </a:cubicBezTo>
                <a:cubicBezTo>
                  <a:pt x="22505" y="124561"/>
                  <a:pt x="13544" y="123957"/>
                  <a:pt x="10155" y="116129"/>
                </a:cubicBezTo>
                <a:cubicBezTo>
                  <a:pt x="13343" y="116129"/>
                  <a:pt x="15932" y="116129"/>
                  <a:pt x="18719" y="113737"/>
                </a:cubicBezTo>
                <a:cubicBezTo>
                  <a:pt x="20712" y="111944"/>
                  <a:pt x="22702" y="109355"/>
                  <a:pt x="22702" y="105572"/>
                </a:cubicBezTo>
                <a:cubicBezTo>
                  <a:pt x="22702" y="99400"/>
                  <a:pt x="17327" y="98601"/>
                  <a:pt x="15334" y="98601"/>
                </a:cubicBezTo>
                <a:cubicBezTo>
                  <a:pt x="10754" y="98601"/>
                  <a:pt x="4181" y="101789"/>
                  <a:pt x="4181" y="111546"/>
                </a:cubicBezTo>
                <a:cubicBezTo>
                  <a:pt x="4181" y="121550"/>
                  <a:pt x="12945" y="128940"/>
                  <a:pt x="25291" y="128940"/>
                </a:cubicBezTo>
                <a:cubicBezTo>
                  <a:pt x="45803" y="128940"/>
                  <a:pt x="66318" y="110750"/>
                  <a:pt x="71894" y="88248"/>
                </a:cubicBezTo>
                <a:lnTo>
                  <a:pt x="91010" y="1215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66" name="path-1001">
            <a:extLst xmlns:a="http://schemas.openxmlformats.org/drawingml/2006/main">
              <a:ext uri="{FF2B5EF4-FFF2-40B4-BE49-F238E27FC236}">
                <a16:creationId xmlns:a16="http://schemas.microsoft.com/office/drawing/2014/main" id="{F67F3FAB-50E0-40F5-BEC0-564794BAE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1741" y="4472696"/>
            <a:ext cx="23298" cy="59614"/>
          </a:xfrm>
          <a:custGeom xmlns:a="http://schemas.openxmlformats.org/drawingml/2006/main">
            <a:pathLst>
              <a:path w="23298" h="59614">
                <a:moveTo>
                  <a:pt x="23298" y="20910"/>
                </a:moveTo>
                <a:cubicBezTo>
                  <a:pt x="23298" y="7767"/>
                  <a:pt x="18321" y="0"/>
                  <a:pt x="10554" y="0"/>
                </a:cubicBezTo>
                <a:cubicBezTo>
                  <a:pt x="3981" y="0"/>
                  <a:pt x="0" y="4977"/>
                  <a:pt x="0" y="10554"/>
                </a:cubicBezTo>
                <a:cubicBezTo>
                  <a:pt x="0" y="15932"/>
                  <a:pt x="3981" y="21107"/>
                  <a:pt x="10554" y="21107"/>
                </a:cubicBezTo>
                <a:cubicBezTo>
                  <a:pt x="12942" y="21107"/>
                  <a:pt x="15531" y="20311"/>
                  <a:pt x="17524" y="18521"/>
                </a:cubicBezTo>
                <a:cubicBezTo>
                  <a:pt x="18120" y="18120"/>
                  <a:pt x="18321" y="17923"/>
                  <a:pt x="18518" y="17923"/>
                </a:cubicBezTo>
                <a:cubicBezTo>
                  <a:pt x="18719" y="17923"/>
                  <a:pt x="18919" y="18120"/>
                  <a:pt x="18919" y="20910"/>
                </a:cubicBezTo>
                <a:cubicBezTo>
                  <a:pt x="18919" y="35678"/>
                  <a:pt x="11948" y="47651"/>
                  <a:pt x="5376" y="54236"/>
                </a:cubicBezTo>
                <a:cubicBezTo>
                  <a:pt x="3185" y="56430"/>
                  <a:pt x="3185" y="56828"/>
                  <a:pt x="3185" y="57426"/>
                </a:cubicBezTo>
                <a:cubicBezTo>
                  <a:pt x="3185" y="58818"/>
                  <a:pt x="4181" y="59614"/>
                  <a:pt x="5178" y="59614"/>
                </a:cubicBezTo>
                <a:cubicBezTo>
                  <a:pt x="7366" y="59614"/>
                  <a:pt x="23298" y="44259"/>
                  <a:pt x="23298" y="2091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67" name="path-1002">
            <a:extLst xmlns:a="http://schemas.openxmlformats.org/drawingml/2006/main">
              <a:ext uri="{FF2B5EF4-FFF2-40B4-BE49-F238E27FC236}">
                <a16:creationId xmlns:a16="http://schemas.microsoft.com/office/drawing/2014/main" id="{60D5A5A6-2DE7-4C7E-8F35-D434D8CC0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9306" y="4353389"/>
            <a:ext cx="124270" cy="144887"/>
          </a:xfrm>
          <a:custGeom xmlns:a="http://schemas.openxmlformats.org/drawingml/2006/main">
            <a:pathLst>
              <a:path w="124270" h="144887">
                <a:moveTo>
                  <a:pt x="29673" y="121978"/>
                </a:moveTo>
                <a:cubicBezTo>
                  <a:pt x="40427" y="105235"/>
                  <a:pt x="43813" y="92478"/>
                  <a:pt x="46402" y="81912"/>
                </a:cubicBezTo>
                <a:cubicBezTo>
                  <a:pt x="53373" y="54406"/>
                  <a:pt x="60939" y="30488"/>
                  <a:pt x="73285" y="16734"/>
                </a:cubicBezTo>
                <a:cubicBezTo>
                  <a:pt x="75677" y="14142"/>
                  <a:pt x="77269" y="12349"/>
                  <a:pt x="83642" y="12349"/>
                </a:cubicBezTo>
                <a:cubicBezTo>
                  <a:pt x="97383" y="12349"/>
                  <a:pt x="97781" y="26103"/>
                  <a:pt x="97781" y="28892"/>
                </a:cubicBezTo>
                <a:cubicBezTo>
                  <a:pt x="97781" y="32481"/>
                  <a:pt x="96787" y="35271"/>
                  <a:pt x="96787" y="36267"/>
                </a:cubicBezTo>
                <a:cubicBezTo>
                  <a:pt x="96787" y="37662"/>
                  <a:pt x="97981" y="37662"/>
                  <a:pt x="98179" y="37662"/>
                </a:cubicBezTo>
                <a:cubicBezTo>
                  <a:pt x="101367" y="37662"/>
                  <a:pt x="106742" y="35471"/>
                  <a:pt x="111723" y="31883"/>
                </a:cubicBezTo>
                <a:cubicBezTo>
                  <a:pt x="115308" y="29093"/>
                  <a:pt x="117098" y="27100"/>
                  <a:pt x="117098" y="18925"/>
                </a:cubicBezTo>
                <a:cubicBezTo>
                  <a:pt x="117098" y="8165"/>
                  <a:pt x="111522" y="0"/>
                  <a:pt x="100370" y="0"/>
                </a:cubicBezTo>
                <a:cubicBezTo>
                  <a:pt x="93998" y="0"/>
                  <a:pt x="76473" y="1595"/>
                  <a:pt x="56955" y="21317"/>
                </a:cubicBezTo>
                <a:cubicBezTo>
                  <a:pt x="41026" y="37662"/>
                  <a:pt x="31664" y="73541"/>
                  <a:pt x="27881" y="88491"/>
                </a:cubicBezTo>
                <a:cubicBezTo>
                  <a:pt x="24298" y="102245"/>
                  <a:pt x="22702" y="108422"/>
                  <a:pt x="16728" y="120383"/>
                </a:cubicBezTo>
                <a:cubicBezTo>
                  <a:pt x="15334" y="122774"/>
                  <a:pt x="10155" y="131544"/>
                  <a:pt x="7369" y="134136"/>
                </a:cubicBezTo>
                <a:cubicBezTo>
                  <a:pt x="1990" y="139114"/>
                  <a:pt x="0" y="142700"/>
                  <a:pt x="0" y="143693"/>
                </a:cubicBezTo>
                <a:cubicBezTo>
                  <a:pt x="0" y="144091"/>
                  <a:pt x="398" y="144887"/>
                  <a:pt x="1793" y="144887"/>
                </a:cubicBezTo>
                <a:cubicBezTo>
                  <a:pt x="2589" y="144887"/>
                  <a:pt x="6770" y="144091"/>
                  <a:pt x="11948" y="140706"/>
                </a:cubicBezTo>
                <a:cubicBezTo>
                  <a:pt x="15334" y="138716"/>
                  <a:pt x="15732" y="138318"/>
                  <a:pt x="20314" y="133538"/>
                </a:cubicBezTo>
                <a:cubicBezTo>
                  <a:pt x="30272" y="133735"/>
                  <a:pt x="37240" y="135528"/>
                  <a:pt x="49787" y="139114"/>
                </a:cubicBezTo>
                <a:cubicBezTo>
                  <a:pt x="59942" y="141900"/>
                  <a:pt x="70101" y="144887"/>
                  <a:pt x="80256" y="144887"/>
                </a:cubicBezTo>
                <a:cubicBezTo>
                  <a:pt x="96389" y="144887"/>
                  <a:pt x="112719" y="132742"/>
                  <a:pt x="119092" y="123972"/>
                </a:cubicBezTo>
                <a:cubicBezTo>
                  <a:pt x="123072" y="118590"/>
                  <a:pt x="124270" y="113607"/>
                  <a:pt x="124270" y="113008"/>
                </a:cubicBezTo>
                <a:cubicBezTo>
                  <a:pt x="124270" y="111613"/>
                  <a:pt x="123072" y="111613"/>
                  <a:pt x="122875" y="111613"/>
                </a:cubicBezTo>
                <a:cubicBezTo>
                  <a:pt x="119687" y="111613"/>
                  <a:pt x="114907" y="113804"/>
                  <a:pt x="111522" y="116196"/>
                </a:cubicBezTo>
                <a:cubicBezTo>
                  <a:pt x="106146" y="119587"/>
                  <a:pt x="105748" y="120781"/>
                  <a:pt x="104554" y="124169"/>
                </a:cubicBezTo>
                <a:cubicBezTo>
                  <a:pt x="103557" y="127360"/>
                  <a:pt x="102363" y="128955"/>
                  <a:pt x="101567" y="130150"/>
                </a:cubicBezTo>
                <a:cubicBezTo>
                  <a:pt x="99972" y="132541"/>
                  <a:pt x="99774" y="132541"/>
                  <a:pt x="96787" y="132541"/>
                </a:cubicBezTo>
                <a:cubicBezTo>
                  <a:pt x="87227" y="132541"/>
                  <a:pt x="77269" y="129551"/>
                  <a:pt x="64127" y="125965"/>
                </a:cubicBezTo>
                <a:cubicBezTo>
                  <a:pt x="58551" y="124370"/>
                  <a:pt x="47596" y="121179"/>
                  <a:pt x="37638" y="121179"/>
                </a:cubicBezTo>
                <a:cubicBezTo>
                  <a:pt x="35049" y="121179"/>
                  <a:pt x="32262" y="121380"/>
                  <a:pt x="29673" y="12197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68" name="text-1003 :">
            <a:extLst xmlns:a="http://schemas.openxmlformats.org/drawingml/2006/main">
              <a:ext uri="{FF2B5EF4-FFF2-40B4-BE49-F238E27FC236}">
                <a16:creationId xmlns:a16="http://schemas.microsoft.com/office/drawing/2014/main" id="{EC530E78-A0FF-4682-853C-B6F186C55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28567" y="4336803"/>
            <a:ext cx="60388" cy="1846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3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3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38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:</a:t>
            </a:r>
          </a:p>
        </p:txBody>
      </p:sp>
      <p:sp>
        <p:nvSpPr>
          <p:cNvPr id="1069" name="text-1004 training">
            <a:extLst xmlns:a="http://schemas.openxmlformats.org/drawingml/2006/main">
              <a:ext uri="{FF2B5EF4-FFF2-40B4-BE49-F238E27FC236}">
                <a16:creationId xmlns:a16="http://schemas.microsoft.com/office/drawing/2014/main" id="{861CC810-90A8-468F-876C-1D1C6993D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01864" y="4336651"/>
            <a:ext cx="456483" cy="1848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39" b="0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39" b="0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39" b="0" i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training</a:t>
            </a:r>
          </a:p>
        </p:txBody>
      </p:sp>
      <p:sp>
        <p:nvSpPr>
          <p:cNvPr id="1070" name="text-1006 data,">
            <a:extLst xmlns:a="http://schemas.openxmlformats.org/drawingml/2006/main">
              <a:ext uri="{FF2B5EF4-FFF2-40B4-BE49-F238E27FC236}">
                <a16:creationId xmlns:a16="http://schemas.microsoft.com/office/drawing/2014/main" id="{F8697E3A-0A2D-4F9D-9A49-AD6A27233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71196" y="4336664"/>
            <a:ext cx="317198" cy="1847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39" b="0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39" b="0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39" b="0" i="1">
                <a:solidFill>
                  <a:srgbClr val="000000"/>
                </a:solidFill>
                <a:latin typeface="Arial"/>
                <a:ea typeface="Arial"/>
                <a:cs typeface="Arial"/>
              </a:rPr>
              <a:t>data,</a:t>
            </a:r>
          </a:p>
        </p:txBody>
      </p:sp>
      <p:sp>
        <p:nvSpPr>
          <p:cNvPr id="1071" name="text-1006 label,">
            <a:extLst xmlns:a="http://schemas.openxmlformats.org/drawingml/2006/main">
              <a:ext uri="{FF2B5EF4-FFF2-40B4-BE49-F238E27FC236}">
                <a16:creationId xmlns:a16="http://schemas.microsoft.com/office/drawing/2014/main" id="{43D47816-4D15-45BB-A99B-FF9F44FF8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01278" y="4336678"/>
            <a:ext cx="339179" cy="1847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39" b="0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39" b="0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39" b="0" i="1">
                <a:solidFill>
                  <a:srgbClr val="000000"/>
                </a:solidFill>
                <a:latin typeface="Arial"/>
                <a:ea typeface="Arial"/>
                <a:cs typeface="Arial"/>
              </a:rPr>
              <a:t>label,</a:t>
            </a:r>
          </a:p>
        </p:txBody>
      </p:sp>
      <p:sp>
        <p:nvSpPr>
          <p:cNvPr id="1072" name="text-1006 and">
            <a:extLst xmlns:a="http://schemas.openxmlformats.org/drawingml/2006/main">
              <a:ext uri="{FF2B5EF4-FFF2-40B4-BE49-F238E27FC236}">
                <a16:creationId xmlns:a16="http://schemas.microsoft.com/office/drawing/2014/main" id="{A713AC4D-56FA-4F9F-825E-20F28CF62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53342" y="4336677"/>
            <a:ext cx="243886" cy="18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39" b="0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39" b="0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39" b="0" i="1">
                <a:solidFill>
                  <a:srgbClr val="000000"/>
                </a:solidFill>
                <a:latin typeface="Arial"/>
                <a:ea typeface="Arial"/>
                <a:cs typeface="Arial"/>
              </a:rPr>
              <a:t>and</a:t>
            </a:r>
          </a:p>
        </p:txBody>
      </p:sp>
      <p:sp>
        <p:nvSpPr>
          <p:cNvPr id="1073" name="text-1006 loss">
            <a:extLst xmlns:a="http://schemas.openxmlformats.org/drawingml/2006/main">
              <a:ext uri="{FF2B5EF4-FFF2-40B4-BE49-F238E27FC236}">
                <a16:creationId xmlns:a16="http://schemas.microsoft.com/office/drawing/2014/main" id="{37BF581C-A6F4-4D6D-AE46-6257EA3E9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10127" y="4336674"/>
            <a:ext cx="258377" cy="1847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39" b="0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39" b="0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39" b="0" i="1">
                <a:solidFill>
                  <a:srgbClr val="000000"/>
                </a:solidFill>
                <a:latin typeface="Arial"/>
                <a:ea typeface="Arial"/>
                <a:cs typeface="Arial"/>
              </a:rPr>
              <a:t>loss</a:t>
            </a:r>
          </a:p>
        </p:txBody>
      </p:sp>
      <p:sp>
        <p:nvSpPr>
          <p:cNvPr id="1074" name="text-1006 of">
            <a:extLst xmlns:a="http://schemas.openxmlformats.org/drawingml/2006/main">
              <a:ext uri="{FF2B5EF4-FFF2-40B4-BE49-F238E27FC236}">
                <a16:creationId xmlns:a16="http://schemas.microsoft.com/office/drawing/2014/main" id="{C50762FA-1D0B-4C82-8291-2112E0804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81399" y="4336719"/>
            <a:ext cx="133779" cy="1847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39" b="0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39" b="0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39" b="0" i="1">
                <a:solidFill>
                  <a:srgbClr val="000000"/>
                </a:solidFill>
                <a:latin typeface="Arial"/>
                <a:ea typeface="Arial"/>
                <a:cs typeface="Arial"/>
              </a:rPr>
              <a:t>of</a:t>
            </a:r>
          </a:p>
        </p:txBody>
      </p:sp>
      <p:sp>
        <p:nvSpPr>
          <p:cNvPr id="1075" name="text-1006 a">
            <a:extLst xmlns:a="http://schemas.openxmlformats.org/drawingml/2006/main">
              <a:ext uri="{FF2B5EF4-FFF2-40B4-BE49-F238E27FC236}">
                <a16:creationId xmlns:a16="http://schemas.microsoft.com/office/drawing/2014/main" id="{0F4268A4-AF4E-43E8-95EC-BBECB94AA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28072" y="4336687"/>
            <a:ext cx="97127" cy="1847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39" b="0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39" b="0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39" b="0" i="1">
                <a:solidFill>
                  <a:srgbClr val="000000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1076" name="text-1006 vision">
            <a:extLst xmlns:a="http://schemas.openxmlformats.org/drawingml/2006/main">
              <a:ext uri="{FF2B5EF4-FFF2-40B4-BE49-F238E27FC236}">
                <a16:creationId xmlns:a16="http://schemas.microsoft.com/office/drawing/2014/main" id="{F71792BA-EFED-4E95-A55D-2DE64F53C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38104" y="4336656"/>
            <a:ext cx="361061" cy="1848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39" b="0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39" b="0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39" b="0" i="1">
                <a:solidFill>
                  <a:srgbClr val="000000"/>
                </a:solidFill>
                <a:latin typeface="Arial"/>
                <a:ea typeface="Arial"/>
                <a:cs typeface="Arial"/>
              </a:rPr>
              <a:t>vision</a:t>
            </a:r>
          </a:p>
        </p:txBody>
      </p:sp>
      <p:sp>
        <p:nvSpPr>
          <p:cNvPr id="1077" name="text-1006 task">
            <a:extLst xmlns:a="http://schemas.openxmlformats.org/drawingml/2006/main">
              <a:ext uri="{FF2B5EF4-FFF2-40B4-BE49-F238E27FC236}">
                <a16:creationId xmlns:a16="http://schemas.microsoft.com/office/drawing/2014/main" id="{068B87C6-B349-48D6-AAC5-8552D4A03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12061" y="4336675"/>
            <a:ext cx="265714" cy="1847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39" b="0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39" b="0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39" b="0" i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task</a:t>
            </a:r>
          </a:p>
        </p:txBody>
      </p:sp>
      <p:sp>
        <p:nvSpPr>
          <p:cNvPr id="1078" name="path-1008">
            <a:extLst xmlns:a="http://schemas.openxmlformats.org/drawingml/2006/main">
              <a:ext uri="{FF2B5EF4-FFF2-40B4-BE49-F238E27FC236}">
                <a16:creationId xmlns:a16="http://schemas.microsoft.com/office/drawing/2014/main" id="{E4345706-AEBD-4B6A-942D-DE754FF57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4348" y="4589394"/>
            <a:ext cx="60523" cy="125426"/>
          </a:xfrm>
          <a:custGeom xmlns:a="http://schemas.openxmlformats.org/drawingml/2006/main">
            <a:pathLst>
              <a:path w="60523" h="125426">
                <a:moveTo>
                  <a:pt x="36078" y="44516"/>
                </a:moveTo>
                <a:lnTo>
                  <a:pt x="54609" y="44516"/>
                </a:lnTo>
                <a:cubicBezTo>
                  <a:pt x="58553" y="44516"/>
                  <a:pt x="60523" y="44516"/>
                  <a:pt x="60523" y="40572"/>
                </a:cubicBezTo>
                <a:cubicBezTo>
                  <a:pt x="60523" y="38403"/>
                  <a:pt x="58553" y="38403"/>
                  <a:pt x="55003" y="38403"/>
                </a:cubicBezTo>
                <a:lnTo>
                  <a:pt x="37654" y="38403"/>
                </a:lnTo>
                <a:cubicBezTo>
                  <a:pt x="44754" y="10442"/>
                  <a:pt x="45737" y="6504"/>
                  <a:pt x="45737" y="5322"/>
                </a:cubicBezTo>
                <a:cubicBezTo>
                  <a:pt x="45737" y="1970"/>
                  <a:pt x="43373" y="0"/>
                  <a:pt x="40022" y="0"/>
                </a:cubicBezTo>
                <a:cubicBezTo>
                  <a:pt x="39429" y="0"/>
                  <a:pt x="33909" y="196"/>
                  <a:pt x="32134" y="7093"/>
                </a:cubicBezTo>
                <a:lnTo>
                  <a:pt x="24445" y="38403"/>
                </a:lnTo>
                <a:lnTo>
                  <a:pt x="5914" y="38403"/>
                </a:lnTo>
                <a:cubicBezTo>
                  <a:pt x="1970" y="38403"/>
                  <a:pt x="0" y="38403"/>
                  <a:pt x="0" y="42152"/>
                </a:cubicBezTo>
                <a:cubicBezTo>
                  <a:pt x="0" y="44516"/>
                  <a:pt x="1576" y="44516"/>
                  <a:pt x="5520" y="44516"/>
                </a:cubicBezTo>
                <a:lnTo>
                  <a:pt x="22869" y="44516"/>
                </a:lnTo>
                <a:cubicBezTo>
                  <a:pt x="8673" y="100421"/>
                  <a:pt x="7885" y="103767"/>
                  <a:pt x="7885" y="107310"/>
                </a:cubicBezTo>
                <a:cubicBezTo>
                  <a:pt x="7885" y="117942"/>
                  <a:pt x="15378" y="125426"/>
                  <a:pt x="26024" y="125426"/>
                </a:cubicBezTo>
                <a:cubicBezTo>
                  <a:pt x="46132" y="125426"/>
                  <a:pt x="57370" y="96682"/>
                  <a:pt x="57370" y="95106"/>
                </a:cubicBezTo>
                <a:cubicBezTo>
                  <a:pt x="57370" y="93138"/>
                  <a:pt x="55794" y="93138"/>
                  <a:pt x="55003" y="93138"/>
                </a:cubicBezTo>
                <a:cubicBezTo>
                  <a:pt x="53231" y="93138"/>
                  <a:pt x="53032" y="93728"/>
                  <a:pt x="52046" y="95894"/>
                </a:cubicBezTo>
                <a:cubicBezTo>
                  <a:pt x="43569" y="116365"/>
                  <a:pt x="33121" y="121091"/>
                  <a:pt x="26418" y="121091"/>
                </a:cubicBezTo>
                <a:cubicBezTo>
                  <a:pt x="22276" y="121091"/>
                  <a:pt x="20306" y="118531"/>
                  <a:pt x="20306" y="112036"/>
                </a:cubicBezTo>
                <a:cubicBezTo>
                  <a:pt x="20306" y="107310"/>
                  <a:pt x="20700" y="105933"/>
                  <a:pt x="21488" y="102587"/>
                </a:cubicBezTo>
                <a:lnTo>
                  <a:pt x="36078" y="4451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79" name="path-1009">
            <a:extLst xmlns:a="http://schemas.openxmlformats.org/drawingml/2006/main">
              <a:ext uri="{FF2B5EF4-FFF2-40B4-BE49-F238E27FC236}">
                <a16:creationId xmlns:a16="http://schemas.microsoft.com/office/drawing/2014/main" id="{518C310D-BD2E-490E-B809-EFC1A17B4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6395" y="4680697"/>
            <a:ext cx="67623" cy="62802"/>
          </a:xfrm>
          <a:custGeom xmlns:a="http://schemas.openxmlformats.org/drawingml/2006/main">
            <a:pathLst>
              <a:path w="67623" h="62802">
                <a:moveTo>
                  <a:pt x="31603" y="0"/>
                </a:moveTo>
                <a:cubicBezTo>
                  <a:pt x="15734" y="1657"/>
                  <a:pt x="0" y="12976"/>
                  <a:pt x="0" y="32161"/>
                </a:cubicBezTo>
                <a:lnTo>
                  <a:pt x="0" y="33404"/>
                </a:lnTo>
                <a:cubicBezTo>
                  <a:pt x="967" y="51901"/>
                  <a:pt x="17941" y="62802"/>
                  <a:pt x="34225" y="62802"/>
                </a:cubicBezTo>
                <a:cubicBezTo>
                  <a:pt x="49820" y="62802"/>
                  <a:pt x="66656" y="51762"/>
                  <a:pt x="67623" y="33404"/>
                </a:cubicBezTo>
                <a:lnTo>
                  <a:pt x="67623" y="32713"/>
                </a:lnTo>
                <a:cubicBezTo>
                  <a:pt x="67623" y="13527"/>
                  <a:pt x="51615" y="0"/>
                  <a:pt x="33122" y="0"/>
                </a:cubicBezTo>
                <a:lnTo>
                  <a:pt x="31603" y="0"/>
                </a:lnTo>
                <a:moveTo>
                  <a:pt x="12559" y="34507"/>
                </a:moveTo>
                <a:cubicBezTo>
                  <a:pt x="12559" y="33404"/>
                  <a:pt x="12422" y="32300"/>
                  <a:pt x="12422" y="31195"/>
                </a:cubicBezTo>
                <a:cubicBezTo>
                  <a:pt x="12422" y="23604"/>
                  <a:pt x="13111" y="14631"/>
                  <a:pt x="19735" y="8834"/>
                </a:cubicBezTo>
                <a:cubicBezTo>
                  <a:pt x="23599" y="5521"/>
                  <a:pt x="28567" y="3866"/>
                  <a:pt x="33536" y="3866"/>
                </a:cubicBezTo>
                <a:cubicBezTo>
                  <a:pt x="39746" y="3866"/>
                  <a:pt x="46093" y="6349"/>
                  <a:pt x="50096" y="11182"/>
                </a:cubicBezTo>
                <a:cubicBezTo>
                  <a:pt x="54375" y="16149"/>
                  <a:pt x="55064" y="23328"/>
                  <a:pt x="55064" y="29264"/>
                </a:cubicBezTo>
                <a:cubicBezTo>
                  <a:pt x="55064" y="36992"/>
                  <a:pt x="54927" y="45826"/>
                  <a:pt x="49406" y="51901"/>
                </a:cubicBezTo>
                <a:cubicBezTo>
                  <a:pt x="45541" y="56317"/>
                  <a:pt x="39607" y="58387"/>
                  <a:pt x="33812" y="58387"/>
                </a:cubicBezTo>
                <a:cubicBezTo>
                  <a:pt x="23185" y="58387"/>
                  <a:pt x="15044" y="51623"/>
                  <a:pt x="13111" y="40168"/>
                </a:cubicBezTo>
                <a:cubicBezTo>
                  <a:pt x="12835" y="38234"/>
                  <a:pt x="12835" y="36440"/>
                  <a:pt x="12559" y="3450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80" name="text-1010 :">
            <a:extLst xmlns:a="http://schemas.openxmlformats.org/drawingml/2006/main">
              <a:ext uri="{FF2B5EF4-FFF2-40B4-BE49-F238E27FC236}">
                <a16:creationId xmlns:a16="http://schemas.microsoft.com/office/drawing/2014/main" id="{71D97BC1-CB3E-46D4-A56C-4BC81118E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28567" y="4551598"/>
            <a:ext cx="60388" cy="1846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3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3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38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:</a:t>
            </a:r>
          </a:p>
        </p:txBody>
      </p:sp>
      <p:sp>
        <p:nvSpPr>
          <p:cNvPr id="1081" name="text-1011 length">
            <a:extLst xmlns:a="http://schemas.openxmlformats.org/drawingml/2006/main">
              <a:ext uri="{FF2B5EF4-FFF2-40B4-BE49-F238E27FC236}">
                <a16:creationId xmlns:a16="http://schemas.microsoft.com/office/drawing/2014/main" id="{D74789E5-B1A3-433E-A0EA-6CC903E57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01864" y="4551465"/>
            <a:ext cx="383229" cy="1847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39" b="0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39" b="0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39" b="0" i="1">
                <a:solidFill>
                  <a:srgbClr val="000000"/>
                </a:solidFill>
                <a:latin typeface="Arial"/>
                <a:ea typeface="Arial"/>
                <a:cs typeface="Arial"/>
              </a:rPr>
              <a:t>length</a:t>
            </a:r>
          </a:p>
        </p:txBody>
      </p:sp>
      <p:sp>
        <p:nvSpPr>
          <p:cNvPr id="1082" name="text-1011 of">
            <a:extLst xmlns:a="http://schemas.openxmlformats.org/drawingml/2006/main">
              <a:ext uri="{FF2B5EF4-FFF2-40B4-BE49-F238E27FC236}">
                <a16:creationId xmlns:a16="http://schemas.microsoft.com/office/drawing/2014/main" id="{03B2B138-B711-44F8-AFB7-6B37134A7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97996" y="4551515"/>
            <a:ext cx="133779" cy="1847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39" b="0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39" b="0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39" b="0" i="1">
                <a:solidFill>
                  <a:srgbClr val="000000"/>
                </a:solidFill>
                <a:latin typeface="Arial"/>
                <a:ea typeface="Arial"/>
                <a:cs typeface="Arial"/>
              </a:rPr>
              <a:t>of</a:t>
            </a:r>
          </a:p>
        </p:txBody>
      </p:sp>
      <p:sp>
        <p:nvSpPr>
          <p:cNvPr id="1083" name="text-1011 the">
            <a:extLst xmlns:a="http://schemas.openxmlformats.org/drawingml/2006/main">
              <a:ext uri="{FF2B5EF4-FFF2-40B4-BE49-F238E27FC236}">
                <a16:creationId xmlns:a16="http://schemas.microsoft.com/office/drawing/2014/main" id="{4CB92CB8-438E-43B5-BDB8-4C42987AA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44669" y="4551431"/>
            <a:ext cx="207169" cy="184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40" b="0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40" b="0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40" b="0" i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the</a:t>
            </a:r>
          </a:p>
        </p:txBody>
      </p:sp>
      <p:sp>
        <p:nvSpPr>
          <p:cNvPr id="1084" name="text-1011 visual">
            <a:extLst xmlns:a="http://schemas.openxmlformats.org/drawingml/2006/main">
              <a:ext uri="{FF2B5EF4-FFF2-40B4-BE49-F238E27FC236}">
                <a16:creationId xmlns:a16="http://schemas.microsoft.com/office/drawing/2014/main" id="{A23CBE42-CD82-4464-8430-0D7A2D4D6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64729" y="4551449"/>
            <a:ext cx="361068" cy="1848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39" b="0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39" b="0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39" b="0" i="1">
                <a:solidFill>
                  <a:srgbClr val="000000"/>
                </a:solidFill>
                <a:latin typeface="Arial"/>
                <a:ea typeface="Arial"/>
                <a:cs typeface="Arial"/>
              </a:rPr>
              <a:t>visual</a:t>
            </a:r>
          </a:p>
        </p:txBody>
      </p:sp>
      <p:sp>
        <p:nvSpPr>
          <p:cNvPr id="1085" name="text-1011 perception">
            <a:extLst xmlns:a="http://schemas.openxmlformats.org/drawingml/2006/main">
              <a:ext uri="{FF2B5EF4-FFF2-40B4-BE49-F238E27FC236}">
                <a16:creationId xmlns:a16="http://schemas.microsoft.com/office/drawing/2014/main" id="{D1482898-B960-40BD-B789-37C12B9C0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38691" y="4551464"/>
            <a:ext cx="639878" cy="1847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39" b="0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39" b="0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39" b="0" i="1">
                <a:solidFill>
                  <a:srgbClr val="000000"/>
                </a:solidFill>
                <a:latin typeface="Arial"/>
                <a:ea typeface="Arial"/>
                <a:cs typeface="Arial"/>
              </a:rPr>
              <a:t>perception</a:t>
            </a:r>
          </a:p>
        </p:txBody>
      </p:sp>
      <p:sp>
        <p:nvSpPr>
          <p:cNvPr id="1086" name="text-1011 process">
            <a:extLst xmlns:a="http://schemas.openxmlformats.org/drawingml/2006/main">
              <a:ext uri="{FF2B5EF4-FFF2-40B4-BE49-F238E27FC236}">
                <a16:creationId xmlns:a16="http://schemas.microsoft.com/office/drawing/2014/main" id="{A9D1D1EA-FF1F-47E0-B34D-A8ACCDDF0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91472" y="4551453"/>
            <a:ext cx="485720" cy="18480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39" b="0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39" b="0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39" b="0" i="1">
                <a:solidFill>
                  <a:srgbClr val="000000"/>
                </a:solidFill>
                <a:latin typeface="Arial"/>
                <a:ea typeface="Arial"/>
                <a:cs typeface="Arial"/>
              </a:rPr>
              <a:t>process</a:t>
            </a:r>
          </a:p>
        </p:txBody>
      </p:sp>
      <p:sp>
        <p:nvSpPr>
          <p:cNvPr id="1087" name="path-1013">
            <a:extLst xmlns:a="http://schemas.openxmlformats.org/drawingml/2006/main">
              <a:ext uri="{FF2B5EF4-FFF2-40B4-BE49-F238E27FC236}">
                <a16:creationId xmlns:a16="http://schemas.microsoft.com/office/drawing/2014/main" id="{C5926E2C-BF70-4EBD-A340-9A2D45172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7326" y="4761748"/>
            <a:ext cx="50274" cy="138428"/>
          </a:xfrm>
          <a:custGeom xmlns:a="http://schemas.openxmlformats.org/drawingml/2006/main">
            <a:pathLst>
              <a:path w="50274" h="138428">
                <a:moveTo>
                  <a:pt x="49486" y="6901"/>
                </a:moveTo>
                <a:cubicBezTo>
                  <a:pt x="50274" y="4142"/>
                  <a:pt x="50274" y="3748"/>
                  <a:pt x="50274" y="3550"/>
                </a:cubicBezTo>
                <a:cubicBezTo>
                  <a:pt x="50274" y="987"/>
                  <a:pt x="48105" y="0"/>
                  <a:pt x="45936" y="0"/>
                </a:cubicBezTo>
                <a:cubicBezTo>
                  <a:pt x="45148" y="0"/>
                  <a:pt x="44949" y="0"/>
                  <a:pt x="44555" y="199"/>
                </a:cubicBezTo>
                <a:lnTo>
                  <a:pt x="19123" y="1381"/>
                </a:lnTo>
                <a:cubicBezTo>
                  <a:pt x="16365" y="1579"/>
                  <a:pt x="12815" y="1775"/>
                  <a:pt x="12815" y="7295"/>
                </a:cubicBezTo>
                <a:cubicBezTo>
                  <a:pt x="12815" y="10845"/>
                  <a:pt x="16560" y="10845"/>
                  <a:pt x="17941" y="10845"/>
                </a:cubicBezTo>
                <a:cubicBezTo>
                  <a:pt x="20110" y="10845"/>
                  <a:pt x="23660" y="10845"/>
                  <a:pt x="26220" y="11239"/>
                </a:cubicBezTo>
                <a:lnTo>
                  <a:pt x="987" y="112400"/>
                </a:lnTo>
                <a:cubicBezTo>
                  <a:pt x="394" y="114569"/>
                  <a:pt x="0" y="116344"/>
                  <a:pt x="0" y="119106"/>
                </a:cubicBezTo>
                <a:cubicBezTo>
                  <a:pt x="0" y="132119"/>
                  <a:pt x="13014" y="138428"/>
                  <a:pt x="24644" y="138428"/>
                </a:cubicBezTo>
                <a:cubicBezTo>
                  <a:pt x="31939" y="138428"/>
                  <a:pt x="37459" y="134288"/>
                  <a:pt x="41797" y="127192"/>
                </a:cubicBezTo>
                <a:cubicBezTo>
                  <a:pt x="46529" y="119500"/>
                  <a:pt x="49287" y="108851"/>
                  <a:pt x="49287" y="107668"/>
                </a:cubicBezTo>
                <a:cubicBezTo>
                  <a:pt x="49287" y="104907"/>
                  <a:pt x="46330" y="104907"/>
                  <a:pt x="44555" y="104907"/>
                </a:cubicBezTo>
                <a:cubicBezTo>
                  <a:pt x="42386" y="104907"/>
                  <a:pt x="41598" y="104907"/>
                  <a:pt x="40614" y="105893"/>
                </a:cubicBezTo>
                <a:cubicBezTo>
                  <a:pt x="40220" y="106288"/>
                  <a:pt x="40220" y="106682"/>
                  <a:pt x="39035" y="111612"/>
                </a:cubicBezTo>
                <a:cubicBezTo>
                  <a:pt x="35290" y="126599"/>
                  <a:pt x="30952" y="131331"/>
                  <a:pt x="25630" y="131331"/>
                </a:cubicBezTo>
                <a:cubicBezTo>
                  <a:pt x="22673" y="131331"/>
                  <a:pt x="21097" y="129361"/>
                  <a:pt x="21097" y="124232"/>
                </a:cubicBezTo>
                <a:cubicBezTo>
                  <a:pt x="21097" y="120288"/>
                  <a:pt x="21686" y="118318"/>
                  <a:pt x="22279" y="115556"/>
                </a:cubicBezTo>
                <a:lnTo>
                  <a:pt x="49486" y="690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88" name="path-1014">
            <a:extLst xmlns:a="http://schemas.openxmlformats.org/drawingml/2006/main">
              <a:ext uri="{FF2B5EF4-FFF2-40B4-BE49-F238E27FC236}">
                <a16:creationId xmlns:a16="http://schemas.microsoft.com/office/drawing/2014/main" id="{A369018E-16C3-443D-B19F-EA185B225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4491" y="4836577"/>
            <a:ext cx="50233" cy="91643"/>
          </a:xfrm>
          <a:custGeom xmlns:a="http://schemas.openxmlformats.org/drawingml/2006/main">
            <a:pathLst>
              <a:path w="50233" h="91643">
                <a:moveTo>
                  <a:pt x="31189" y="3856"/>
                </a:moveTo>
                <a:cubicBezTo>
                  <a:pt x="31189" y="139"/>
                  <a:pt x="30913" y="0"/>
                  <a:pt x="27049" y="0"/>
                </a:cubicBezTo>
                <a:cubicBezTo>
                  <a:pt x="18217" y="8642"/>
                  <a:pt x="5658" y="8779"/>
                  <a:pt x="0" y="8779"/>
                </a:cubicBezTo>
                <a:lnTo>
                  <a:pt x="0" y="13746"/>
                </a:lnTo>
                <a:cubicBezTo>
                  <a:pt x="3312" y="13746"/>
                  <a:pt x="12420" y="13746"/>
                  <a:pt x="20011" y="9882"/>
                </a:cubicBezTo>
                <a:lnTo>
                  <a:pt x="20011" y="80322"/>
                </a:lnTo>
                <a:cubicBezTo>
                  <a:pt x="20011" y="84881"/>
                  <a:pt x="20011" y="86676"/>
                  <a:pt x="6210" y="86676"/>
                </a:cubicBezTo>
                <a:lnTo>
                  <a:pt x="967" y="86676"/>
                </a:lnTo>
                <a:lnTo>
                  <a:pt x="967" y="91643"/>
                </a:lnTo>
                <a:cubicBezTo>
                  <a:pt x="3449" y="91506"/>
                  <a:pt x="20424" y="91091"/>
                  <a:pt x="25530" y="91091"/>
                </a:cubicBezTo>
                <a:cubicBezTo>
                  <a:pt x="29809" y="91091"/>
                  <a:pt x="47197" y="91506"/>
                  <a:pt x="50233" y="91643"/>
                </a:cubicBezTo>
                <a:lnTo>
                  <a:pt x="50233" y="86676"/>
                </a:lnTo>
                <a:lnTo>
                  <a:pt x="44990" y="86676"/>
                </a:lnTo>
                <a:cubicBezTo>
                  <a:pt x="31189" y="86676"/>
                  <a:pt x="31189" y="84881"/>
                  <a:pt x="31189" y="80322"/>
                </a:cubicBezTo>
                <a:lnTo>
                  <a:pt x="31189" y="385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89" name="path-1015">
            <a:extLst xmlns:a="http://schemas.openxmlformats.org/drawingml/2006/main">
              <a:ext uri="{FF2B5EF4-FFF2-40B4-BE49-F238E27FC236}">
                <a16:creationId xmlns:a16="http://schemas.microsoft.com/office/drawing/2014/main" id="{6CDA2B40-8FC3-48F1-AB8B-29B60F5D2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2394" y="4868787"/>
            <a:ext cx="15871" cy="59433"/>
          </a:xfrm>
          <a:custGeom xmlns:a="http://schemas.openxmlformats.org/drawingml/2006/main">
            <a:pathLst>
              <a:path w="15871" h="59433">
                <a:moveTo>
                  <a:pt x="15871" y="8006"/>
                </a:moveTo>
                <a:cubicBezTo>
                  <a:pt x="15871" y="3176"/>
                  <a:pt x="12007" y="0"/>
                  <a:pt x="8004" y="0"/>
                </a:cubicBezTo>
                <a:cubicBezTo>
                  <a:pt x="3176" y="0"/>
                  <a:pt x="0" y="3866"/>
                  <a:pt x="0" y="7867"/>
                </a:cubicBezTo>
                <a:cubicBezTo>
                  <a:pt x="0" y="12698"/>
                  <a:pt x="3864" y="15871"/>
                  <a:pt x="7867" y="15871"/>
                </a:cubicBezTo>
                <a:cubicBezTo>
                  <a:pt x="12698" y="15871"/>
                  <a:pt x="15871" y="12007"/>
                  <a:pt x="15871" y="8006"/>
                </a:cubicBezTo>
                <a:moveTo>
                  <a:pt x="15871" y="51568"/>
                </a:moveTo>
                <a:cubicBezTo>
                  <a:pt x="15871" y="46738"/>
                  <a:pt x="12007" y="43564"/>
                  <a:pt x="8004" y="43564"/>
                </a:cubicBezTo>
                <a:cubicBezTo>
                  <a:pt x="3176" y="43564"/>
                  <a:pt x="0" y="47428"/>
                  <a:pt x="0" y="51429"/>
                </a:cubicBezTo>
                <a:cubicBezTo>
                  <a:pt x="0" y="56260"/>
                  <a:pt x="3864" y="59433"/>
                  <a:pt x="7867" y="59433"/>
                </a:cubicBezTo>
                <a:cubicBezTo>
                  <a:pt x="12698" y="59433"/>
                  <a:pt x="15871" y="55569"/>
                  <a:pt x="15871" y="5156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90" name="path-1016">
            <a:extLst xmlns:a="http://schemas.openxmlformats.org/drawingml/2006/main">
              <a:ext uri="{FF2B5EF4-FFF2-40B4-BE49-F238E27FC236}">
                <a16:creationId xmlns:a16="http://schemas.microsoft.com/office/drawing/2014/main" id="{57F5D603-F3BA-435C-94EB-F82282F43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469" y="4842039"/>
            <a:ext cx="46645" cy="87528"/>
          </a:xfrm>
          <a:custGeom xmlns:a="http://schemas.openxmlformats.org/drawingml/2006/main">
            <a:pathLst>
              <a:path w="46645" h="87528">
                <a:moveTo>
                  <a:pt x="28152" y="31717"/>
                </a:moveTo>
                <a:lnTo>
                  <a:pt x="42229" y="31717"/>
                </a:lnTo>
                <a:cubicBezTo>
                  <a:pt x="44851" y="31717"/>
                  <a:pt x="46645" y="31717"/>
                  <a:pt x="46645" y="28681"/>
                </a:cubicBezTo>
                <a:cubicBezTo>
                  <a:pt x="46645" y="26747"/>
                  <a:pt x="44851" y="26747"/>
                  <a:pt x="42505" y="26747"/>
                </a:cubicBezTo>
                <a:lnTo>
                  <a:pt x="29394" y="26747"/>
                </a:lnTo>
                <a:lnTo>
                  <a:pt x="34501" y="6345"/>
                </a:lnTo>
                <a:cubicBezTo>
                  <a:pt x="34640" y="5654"/>
                  <a:pt x="34916" y="4965"/>
                  <a:pt x="34916" y="4414"/>
                </a:cubicBezTo>
                <a:cubicBezTo>
                  <a:pt x="34916" y="1931"/>
                  <a:pt x="32983" y="0"/>
                  <a:pt x="30222" y="0"/>
                </a:cubicBezTo>
                <a:cubicBezTo>
                  <a:pt x="26773" y="0"/>
                  <a:pt x="24703" y="2346"/>
                  <a:pt x="23736" y="5930"/>
                </a:cubicBezTo>
                <a:cubicBezTo>
                  <a:pt x="22770" y="9377"/>
                  <a:pt x="24564" y="2759"/>
                  <a:pt x="18493" y="26747"/>
                </a:cubicBezTo>
                <a:lnTo>
                  <a:pt x="4416" y="26747"/>
                </a:lnTo>
                <a:cubicBezTo>
                  <a:pt x="1794" y="26747"/>
                  <a:pt x="0" y="26747"/>
                  <a:pt x="0" y="29784"/>
                </a:cubicBezTo>
                <a:cubicBezTo>
                  <a:pt x="0" y="31717"/>
                  <a:pt x="1655" y="31717"/>
                  <a:pt x="4140" y="31717"/>
                </a:cubicBezTo>
                <a:lnTo>
                  <a:pt x="17250" y="31717"/>
                </a:lnTo>
                <a:lnTo>
                  <a:pt x="9107" y="64237"/>
                </a:lnTo>
                <a:cubicBezTo>
                  <a:pt x="8280" y="67682"/>
                  <a:pt x="7037" y="72643"/>
                  <a:pt x="7037" y="74433"/>
                </a:cubicBezTo>
                <a:cubicBezTo>
                  <a:pt x="7037" y="82563"/>
                  <a:pt x="13938" y="87528"/>
                  <a:pt x="21805" y="87528"/>
                </a:cubicBezTo>
                <a:cubicBezTo>
                  <a:pt x="37123" y="87528"/>
                  <a:pt x="45817" y="68233"/>
                  <a:pt x="45817" y="66441"/>
                </a:cubicBezTo>
                <a:cubicBezTo>
                  <a:pt x="45817" y="64649"/>
                  <a:pt x="44023" y="64649"/>
                  <a:pt x="43608" y="64649"/>
                </a:cubicBezTo>
                <a:cubicBezTo>
                  <a:pt x="41953" y="64649"/>
                  <a:pt x="41814" y="64925"/>
                  <a:pt x="40711" y="67269"/>
                </a:cubicBezTo>
                <a:cubicBezTo>
                  <a:pt x="36847" y="75949"/>
                  <a:pt x="29809" y="83664"/>
                  <a:pt x="22218" y="83664"/>
                </a:cubicBezTo>
                <a:cubicBezTo>
                  <a:pt x="19320" y="83664"/>
                  <a:pt x="17389" y="81874"/>
                  <a:pt x="17389" y="76913"/>
                </a:cubicBezTo>
                <a:cubicBezTo>
                  <a:pt x="17389" y="75536"/>
                  <a:pt x="17941" y="72643"/>
                  <a:pt x="18217" y="71263"/>
                </a:cubicBezTo>
                <a:lnTo>
                  <a:pt x="28152" y="3171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91" name="path-1017">
            <a:extLst xmlns:a="http://schemas.openxmlformats.org/drawingml/2006/main">
              <a:ext uri="{FF2B5EF4-FFF2-40B4-BE49-F238E27FC236}">
                <a16:creationId xmlns:a16="http://schemas.microsoft.com/office/drawing/2014/main" id="{1E90DC83-C4CF-4735-814F-F62DFE94D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8626" y="4903647"/>
            <a:ext cx="54118" cy="45244"/>
          </a:xfrm>
          <a:custGeom xmlns:a="http://schemas.openxmlformats.org/drawingml/2006/main">
            <a:pathLst>
              <a:path w="54118" h="45244">
                <a:moveTo>
                  <a:pt x="25236" y="99"/>
                </a:moveTo>
                <a:cubicBezTo>
                  <a:pt x="15477" y="1184"/>
                  <a:pt x="5126" y="5422"/>
                  <a:pt x="1084" y="16660"/>
                </a:cubicBezTo>
                <a:cubicBezTo>
                  <a:pt x="394" y="18729"/>
                  <a:pt x="0" y="20898"/>
                  <a:pt x="0" y="23066"/>
                </a:cubicBezTo>
                <a:cubicBezTo>
                  <a:pt x="0" y="37557"/>
                  <a:pt x="14787" y="45244"/>
                  <a:pt x="27306" y="45244"/>
                </a:cubicBezTo>
                <a:cubicBezTo>
                  <a:pt x="37656" y="45244"/>
                  <a:pt x="48893" y="40120"/>
                  <a:pt x="52935" y="29770"/>
                </a:cubicBezTo>
                <a:cubicBezTo>
                  <a:pt x="53625" y="27798"/>
                  <a:pt x="54118" y="25629"/>
                  <a:pt x="54118" y="23559"/>
                </a:cubicBezTo>
                <a:cubicBezTo>
                  <a:pt x="54118" y="8774"/>
                  <a:pt x="40022" y="0"/>
                  <a:pt x="27010" y="0"/>
                </a:cubicBezTo>
                <a:cubicBezTo>
                  <a:pt x="26418" y="0"/>
                  <a:pt x="25827" y="0"/>
                  <a:pt x="25236" y="99"/>
                </a:cubicBezTo>
                <a:moveTo>
                  <a:pt x="9858" y="24544"/>
                </a:moveTo>
                <a:lnTo>
                  <a:pt x="9858" y="23066"/>
                </a:lnTo>
                <a:cubicBezTo>
                  <a:pt x="9858" y="14393"/>
                  <a:pt x="11830" y="3450"/>
                  <a:pt x="27010" y="3450"/>
                </a:cubicBezTo>
                <a:cubicBezTo>
                  <a:pt x="32136" y="3450"/>
                  <a:pt x="37361" y="5126"/>
                  <a:pt x="40712" y="9070"/>
                </a:cubicBezTo>
                <a:cubicBezTo>
                  <a:pt x="43570" y="12421"/>
                  <a:pt x="44260" y="17152"/>
                  <a:pt x="44260" y="21292"/>
                </a:cubicBezTo>
                <a:cubicBezTo>
                  <a:pt x="44260" y="26813"/>
                  <a:pt x="43866" y="32627"/>
                  <a:pt x="39923" y="36866"/>
                </a:cubicBezTo>
                <a:cubicBezTo>
                  <a:pt x="36671" y="40120"/>
                  <a:pt x="31939" y="41696"/>
                  <a:pt x="27207" y="41696"/>
                </a:cubicBezTo>
                <a:cubicBezTo>
                  <a:pt x="19123" y="41696"/>
                  <a:pt x="12027" y="37754"/>
                  <a:pt x="10252" y="28488"/>
                </a:cubicBezTo>
                <a:cubicBezTo>
                  <a:pt x="10055" y="27207"/>
                  <a:pt x="10055" y="25826"/>
                  <a:pt x="9858" y="2454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92" name="text-1018 :">
            <a:extLst xmlns:a="http://schemas.openxmlformats.org/drawingml/2006/main">
              <a:ext uri="{FF2B5EF4-FFF2-40B4-BE49-F238E27FC236}">
                <a16:creationId xmlns:a16="http://schemas.microsoft.com/office/drawing/2014/main" id="{E9F5DE15-F98A-4698-9FD8-FDD87314A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28567" y="4765151"/>
            <a:ext cx="60388" cy="1846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3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3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38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:</a:t>
            </a:r>
          </a:p>
        </p:txBody>
      </p:sp>
      <p:sp>
        <p:nvSpPr>
          <p:cNvPr id="1093" name="text-1019 visual">
            <a:extLst xmlns:a="http://schemas.openxmlformats.org/drawingml/2006/main">
              <a:ext uri="{FF2B5EF4-FFF2-40B4-BE49-F238E27FC236}">
                <a16:creationId xmlns:a16="http://schemas.microsoft.com/office/drawing/2014/main" id="{060062D4-EB77-4B1E-B702-D2D87B845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01864" y="4764999"/>
            <a:ext cx="361075" cy="1848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39" b="0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39" b="0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39" b="0" i="1">
                <a:solidFill>
                  <a:srgbClr val="000000"/>
                </a:solidFill>
                <a:latin typeface="Arial"/>
                <a:ea typeface="Arial"/>
                <a:cs typeface="Arial"/>
              </a:rPr>
              <a:t>visual</a:t>
            </a:r>
          </a:p>
        </p:txBody>
      </p:sp>
      <p:sp>
        <p:nvSpPr>
          <p:cNvPr id="1094" name="text-1019 fixation">
            <a:extLst xmlns:a="http://schemas.openxmlformats.org/drawingml/2006/main">
              <a:ext uri="{FF2B5EF4-FFF2-40B4-BE49-F238E27FC236}">
                <a16:creationId xmlns:a16="http://schemas.microsoft.com/office/drawing/2014/main" id="{969F5094-DEC7-477A-8526-0A4E26033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75826" y="4765006"/>
            <a:ext cx="441780" cy="1848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39" b="0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39" b="0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39" b="0" i="1">
                <a:solidFill>
                  <a:srgbClr val="000000"/>
                </a:solidFill>
                <a:latin typeface="Arial"/>
                <a:ea typeface="Arial"/>
                <a:cs typeface="Arial"/>
              </a:rPr>
              <a:t>fixation</a:t>
            </a:r>
          </a:p>
        </p:txBody>
      </p:sp>
      <p:sp>
        <p:nvSpPr>
          <p:cNvPr id="1095" name="text-1019 locations">
            <a:extLst xmlns:a="http://schemas.openxmlformats.org/drawingml/2006/main">
              <a:ext uri="{FF2B5EF4-FFF2-40B4-BE49-F238E27FC236}">
                <a16:creationId xmlns:a16="http://schemas.microsoft.com/office/drawing/2014/main" id="{C2A60268-087F-4FD5-8682-E2B6770E1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30501" y="4765017"/>
            <a:ext cx="544477" cy="1847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39" b="0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39" b="0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39" b="0" i="1">
                <a:solidFill>
                  <a:srgbClr val="000000"/>
                </a:solidFill>
                <a:latin typeface="Arial"/>
                <a:ea typeface="Arial"/>
                <a:cs typeface="Arial"/>
              </a:rPr>
              <a:t>locations</a:t>
            </a:r>
          </a:p>
        </p:txBody>
      </p:sp>
      <p:sp>
        <p:nvSpPr>
          <p:cNvPr id="1096" name="path-1021">
            <a:extLst xmlns:a="http://schemas.openxmlformats.org/drawingml/2006/main">
              <a:ext uri="{FF2B5EF4-FFF2-40B4-BE49-F238E27FC236}">
                <a16:creationId xmlns:a16="http://schemas.microsoft.com/office/drawing/2014/main" id="{915C8A28-DF65-44D5-B837-BAE88EA92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1594" y="4993633"/>
            <a:ext cx="98773" cy="139968"/>
          </a:xfrm>
          <a:custGeom xmlns:a="http://schemas.openxmlformats.org/drawingml/2006/main">
            <a:pathLst>
              <a:path w="98773" h="139968">
                <a:moveTo>
                  <a:pt x="98773" y="41788"/>
                </a:moveTo>
                <a:cubicBezTo>
                  <a:pt x="98773" y="7099"/>
                  <a:pt x="78269" y="0"/>
                  <a:pt x="66242" y="0"/>
                </a:cubicBezTo>
                <a:cubicBezTo>
                  <a:pt x="50668" y="0"/>
                  <a:pt x="30952" y="10252"/>
                  <a:pt x="16166" y="37056"/>
                </a:cubicBezTo>
                <a:cubicBezTo>
                  <a:pt x="6113" y="55583"/>
                  <a:pt x="0" y="82393"/>
                  <a:pt x="0" y="98364"/>
                </a:cubicBezTo>
                <a:cubicBezTo>
                  <a:pt x="0" y="126957"/>
                  <a:pt x="14984" y="139968"/>
                  <a:pt x="32727" y="139968"/>
                </a:cubicBezTo>
                <a:cubicBezTo>
                  <a:pt x="45936" y="139968"/>
                  <a:pt x="63285" y="132282"/>
                  <a:pt x="76888" y="112169"/>
                </a:cubicBezTo>
                <a:cubicBezTo>
                  <a:pt x="93448" y="87913"/>
                  <a:pt x="98773" y="56567"/>
                  <a:pt x="98773" y="41788"/>
                </a:cubicBezTo>
                <a:moveTo>
                  <a:pt x="29968" y="65240"/>
                </a:moveTo>
                <a:cubicBezTo>
                  <a:pt x="32727" y="53809"/>
                  <a:pt x="37853" y="35873"/>
                  <a:pt x="43767" y="25624"/>
                </a:cubicBezTo>
                <a:cubicBezTo>
                  <a:pt x="48303" y="17544"/>
                  <a:pt x="56384" y="7099"/>
                  <a:pt x="65848" y="7099"/>
                </a:cubicBezTo>
                <a:cubicBezTo>
                  <a:pt x="74129" y="7099"/>
                  <a:pt x="77676" y="15772"/>
                  <a:pt x="77676" y="27399"/>
                </a:cubicBezTo>
                <a:cubicBezTo>
                  <a:pt x="77676" y="39814"/>
                  <a:pt x="73341" y="56961"/>
                  <a:pt x="71172" y="65240"/>
                </a:cubicBezTo>
                <a:lnTo>
                  <a:pt x="29968" y="65240"/>
                </a:lnTo>
                <a:moveTo>
                  <a:pt x="68805" y="74701"/>
                </a:moveTo>
                <a:cubicBezTo>
                  <a:pt x="56582" y="127547"/>
                  <a:pt x="40022" y="132871"/>
                  <a:pt x="33121" y="132871"/>
                </a:cubicBezTo>
                <a:cubicBezTo>
                  <a:pt x="30362" y="132871"/>
                  <a:pt x="26220" y="132083"/>
                  <a:pt x="23461" y="125971"/>
                </a:cubicBezTo>
                <a:cubicBezTo>
                  <a:pt x="21097" y="120646"/>
                  <a:pt x="21097" y="112957"/>
                  <a:pt x="21097" y="112758"/>
                </a:cubicBezTo>
                <a:cubicBezTo>
                  <a:pt x="21097" y="101519"/>
                  <a:pt x="25432" y="83181"/>
                  <a:pt x="27601" y="74701"/>
                </a:cubicBezTo>
                <a:lnTo>
                  <a:pt x="68805" y="7470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97" name="text-1022 :">
            <a:extLst xmlns:a="http://schemas.openxmlformats.org/drawingml/2006/main">
              <a:ext uri="{FF2B5EF4-FFF2-40B4-BE49-F238E27FC236}">
                <a16:creationId xmlns:a16="http://schemas.microsoft.com/office/drawing/2014/main" id="{0A62DC35-62E1-418F-9860-BDFB824F2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28567" y="4978788"/>
            <a:ext cx="60388" cy="1846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3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3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38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:</a:t>
            </a:r>
          </a:p>
        </p:txBody>
      </p:sp>
      <p:sp>
        <p:nvSpPr>
          <p:cNvPr id="1098" name="text-1023 outputs">
            <a:extLst xmlns:a="http://schemas.openxmlformats.org/drawingml/2006/main">
              <a:ext uri="{FF2B5EF4-FFF2-40B4-BE49-F238E27FC236}">
                <a16:creationId xmlns:a16="http://schemas.microsoft.com/office/drawing/2014/main" id="{96B0B7A5-7187-4AF8-A95F-FDADE00DF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01864" y="4978647"/>
            <a:ext cx="456541" cy="1848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39" b="0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39" b="0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39" b="0" i="1">
                <a:solidFill>
                  <a:srgbClr val="000000"/>
                </a:solidFill>
                <a:latin typeface="Arial"/>
                <a:ea typeface="Arial"/>
                <a:cs typeface="Arial"/>
              </a:rPr>
              <a:t>outputs</a:t>
            </a:r>
          </a:p>
        </p:txBody>
      </p:sp>
      <p:sp>
        <p:nvSpPr>
          <p:cNvPr id="1099" name="text-1023 of">
            <a:extLst xmlns:a="http://schemas.openxmlformats.org/drawingml/2006/main">
              <a:ext uri="{FF2B5EF4-FFF2-40B4-BE49-F238E27FC236}">
                <a16:creationId xmlns:a16="http://schemas.microsoft.com/office/drawing/2014/main" id="{2159BE15-80ED-4293-B685-64ED9B3A8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71293" y="4978705"/>
            <a:ext cx="133779" cy="1847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39" b="0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39" b="0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39" b="0" i="1">
                <a:solidFill>
                  <a:srgbClr val="000000"/>
                </a:solidFill>
                <a:latin typeface="Arial"/>
                <a:ea typeface="Arial"/>
                <a:cs typeface="Arial"/>
              </a:rPr>
              <a:t>of</a:t>
            </a:r>
          </a:p>
        </p:txBody>
      </p:sp>
      <p:sp>
        <p:nvSpPr>
          <p:cNvPr id="1100" name="text-1023 the">
            <a:extLst xmlns:a="http://schemas.openxmlformats.org/drawingml/2006/main">
              <a:ext uri="{FF2B5EF4-FFF2-40B4-BE49-F238E27FC236}">
                <a16:creationId xmlns:a16="http://schemas.microsoft.com/office/drawing/2014/main" id="{DEAF42D3-F339-4F21-8D03-18140D6DD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17971" y="4978625"/>
            <a:ext cx="207162" cy="1848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40" b="0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40" b="0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40" b="0" i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the</a:t>
            </a:r>
          </a:p>
        </p:txBody>
      </p:sp>
      <p:sp>
        <p:nvSpPr>
          <p:cNvPr id="1101" name="text-1025 model">
            <a:extLst xmlns:a="http://schemas.openxmlformats.org/drawingml/2006/main">
              <a:ext uri="{FF2B5EF4-FFF2-40B4-BE49-F238E27FC236}">
                <a16:creationId xmlns:a16="http://schemas.microsoft.com/office/drawing/2014/main" id="{DD487138-A2EA-49F1-9AC6-C76AFE0D9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37952" y="4978667"/>
            <a:ext cx="383097" cy="184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39" b="0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39" b="0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39" b="0" i="1">
                <a:solidFill>
                  <a:srgbClr val="000000"/>
                </a:solidFill>
                <a:latin typeface="Arial"/>
                <a:ea typeface="Arial"/>
                <a:cs typeface="Arial"/>
              </a:rPr>
              <a:t>model</a:t>
            </a:r>
          </a:p>
        </p:txBody>
      </p:sp>
      <p:sp>
        <p:nvSpPr>
          <p:cNvPr id="1102" name="text-1025 parameterized">
            <a:extLst xmlns:a="http://schemas.openxmlformats.org/drawingml/2006/main">
              <a:ext uri="{FF2B5EF4-FFF2-40B4-BE49-F238E27FC236}">
                <a16:creationId xmlns:a16="http://schemas.microsoft.com/office/drawing/2014/main" id="{8CF4607A-B9A4-4626-91C2-8647B885E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33947" y="4978651"/>
            <a:ext cx="867088" cy="1847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39" b="0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39" b="0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39" b="0" i="1">
                <a:solidFill>
                  <a:srgbClr val="000000"/>
                </a:solidFill>
                <a:latin typeface="Arial"/>
                <a:ea typeface="Arial"/>
                <a:cs typeface="Arial"/>
              </a:rPr>
              <a:t>parameterized</a:t>
            </a:r>
          </a:p>
        </p:txBody>
      </p:sp>
      <p:sp>
        <p:nvSpPr>
          <p:cNvPr id="1103" name="text-1025 by">
            <a:extLst xmlns:a="http://schemas.openxmlformats.org/drawingml/2006/main">
              <a:ext uri="{FF2B5EF4-FFF2-40B4-BE49-F238E27FC236}">
                <a16:creationId xmlns:a16="http://schemas.microsoft.com/office/drawing/2014/main" id="{7A76FD40-26AE-42A2-B95E-31DA6B5BC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13932" y="4978639"/>
            <a:ext cx="163107" cy="1848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39" b="0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39" b="0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39" b="0" i="1">
                <a:solidFill>
                  <a:srgbClr val="000000"/>
                </a:solidFill>
                <a:latin typeface="Arial"/>
                <a:ea typeface="Arial"/>
                <a:cs typeface="Arial"/>
              </a:rPr>
              <a:t>by</a:t>
            </a:r>
          </a:p>
        </p:txBody>
      </p:sp>
      <p:sp>
        <p:nvSpPr>
          <p:cNvPr id="1104" name="path-1027">
            <a:extLst xmlns:a="http://schemas.openxmlformats.org/drawingml/2006/main">
              <a:ext uri="{FF2B5EF4-FFF2-40B4-BE49-F238E27FC236}">
                <a16:creationId xmlns:a16="http://schemas.microsoft.com/office/drawing/2014/main" id="{C655454F-30C4-4277-9C57-209C709A0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562" y="5032312"/>
            <a:ext cx="81226" cy="125528"/>
          </a:xfrm>
          <a:custGeom xmlns:a="http://schemas.openxmlformats.org/drawingml/2006/main">
            <a:pathLst>
              <a:path w="81226" h="125528">
                <a:moveTo>
                  <a:pt x="81226" y="2169"/>
                </a:moveTo>
                <a:cubicBezTo>
                  <a:pt x="81226" y="1381"/>
                  <a:pt x="80633" y="199"/>
                  <a:pt x="79252" y="199"/>
                </a:cubicBezTo>
                <a:cubicBezTo>
                  <a:pt x="77086" y="199"/>
                  <a:pt x="69199" y="8086"/>
                  <a:pt x="65848" y="13805"/>
                </a:cubicBezTo>
                <a:cubicBezTo>
                  <a:pt x="61510" y="3156"/>
                  <a:pt x="53821" y="0"/>
                  <a:pt x="47512" y="0"/>
                </a:cubicBezTo>
                <a:cubicBezTo>
                  <a:pt x="24250" y="0"/>
                  <a:pt x="0" y="29186"/>
                  <a:pt x="0" y="57782"/>
                </a:cubicBezTo>
                <a:cubicBezTo>
                  <a:pt x="0" y="77107"/>
                  <a:pt x="11633" y="89333"/>
                  <a:pt x="26024" y="89333"/>
                </a:cubicBezTo>
                <a:cubicBezTo>
                  <a:pt x="34502" y="89333"/>
                  <a:pt x="42191" y="84604"/>
                  <a:pt x="49287" y="77505"/>
                </a:cubicBezTo>
                <a:cubicBezTo>
                  <a:pt x="47512" y="84406"/>
                  <a:pt x="41005" y="111107"/>
                  <a:pt x="40416" y="112888"/>
                </a:cubicBezTo>
                <a:cubicBezTo>
                  <a:pt x="38840" y="118429"/>
                  <a:pt x="37260" y="119220"/>
                  <a:pt x="26220" y="119419"/>
                </a:cubicBezTo>
                <a:cubicBezTo>
                  <a:pt x="23657" y="119419"/>
                  <a:pt x="21686" y="119419"/>
                  <a:pt x="21686" y="123362"/>
                </a:cubicBezTo>
                <a:cubicBezTo>
                  <a:pt x="21686" y="123558"/>
                  <a:pt x="21686" y="125528"/>
                  <a:pt x="24250" y="125528"/>
                </a:cubicBezTo>
                <a:cubicBezTo>
                  <a:pt x="30558" y="125528"/>
                  <a:pt x="37459" y="124939"/>
                  <a:pt x="43966" y="124939"/>
                </a:cubicBezTo>
                <a:cubicBezTo>
                  <a:pt x="50668" y="124939"/>
                  <a:pt x="57764" y="125528"/>
                  <a:pt x="64271" y="125528"/>
                </a:cubicBezTo>
                <a:cubicBezTo>
                  <a:pt x="65255" y="125528"/>
                  <a:pt x="67818" y="125528"/>
                  <a:pt x="67818" y="121587"/>
                </a:cubicBezTo>
                <a:cubicBezTo>
                  <a:pt x="67818" y="119419"/>
                  <a:pt x="65848" y="119419"/>
                  <a:pt x="62692" y="119419"/>
                </a:cubicBezTo>
                <a:cubicBezTo>
                  <a:pt x="53231" y="119419"/>
                  <a:pt x="53231" y="118032"/>
                  <a:pt x="53231" y="116251"/>
                </a:cubicBezTo>
                <a:cubicBezTo>
                  <a:pt x="53231" y="114867"/>
                  <a:pt x="53625" y="113679"/>
                  <a:pt x="54019" y="111898"/>
                </a:cubicBezTo>
                <a:lnTo>
                  <a:pt x="81226" y="2169"/>
                </a:lnTo>
                <a:moveTo>
                  <a:pt x="26614" y="84998"/>
                </a:moveTo>
                <a:cubicBezTo>
                  <a:pt x="14786" y="84998"/>
                  <a:pt x="13997" y="69812"/>
                  <a:pt x="13997" y="66458"/>
                </a:cubicBezTo>
                <a:cubicBezTo>
                  <a:pt x="13997" y="56994"/>
                  <a:pt x="19716" y="35497"/>
                  <a:pt x="23067" y="27216"/>
                </a:cubicBezTo>
                <a:cubicBezTo>
                  <a:pt x="29177" y="12623"/>
                  <a:pt x="39429" y="4338"/>
                  <a:pt x="47512" y="4338"/>
                </a:cubicBezTo>
                <a:cubicBezTo>
                  <a:pt x="60327" y="4338"/>
                  <a:pt x="63089" y="20312"/>
                  <a:pt x="63089" y="21692"/>
                </a:cubicBezTo>
                <a:cubicBezTo>
                  <a:pt x="63089" y="22878"/>
                  <a:pt x="52244" y="66064"/>
                  <a:pt x="51652" y="66855"/>
                </a:cubicBezTo>
                <a:cubicBezTo>
                  <a:pt x="48695" y="72376"/>
                  <a:pt x="37654" y="84998"/>
                  <a:pt x="26614" y="8499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05" name="path-1028">
            <a:extLst xmlns:a="http://schemas.openxmlformats.org/drawingml/2006/main">
              <a:ext uri="{FF2B5EF4-FFF2-40B4-BE49-F238E27FC236}">
                <a16:creationId xmlns:a16="http://schemas.microsoft.com/office/drawing/2014/main" id="{5B994634-FF77-4EA6-B292-C5480AA8A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280" y="4971666"/>
            <a:ext cx="45737" cy="197149"/>
          </a:xfrm>
          <a:custGeom xmlns:a="http://schemas.openxmlformats.org/drawingml/2006/main">
            <a:pathLst>
              <a:path w="45737" h="197149">
                <a:moveTo>
                  <a:pt x="45737" y="195178"/>
                </a:moveTo>
                <a:cubicBezTo>
                  <a:pt x="45737" y="194589"/>
                  <a:pt x="45737" y="194192"/>
                  <a:pt x="42386" y="190840"/>
                </a:cubicBezTo>
                <a:cubicBezTo>
                  <a:pt x="17743" y="166001"/>
                  <a:pt x="11434" y="128738"/>
                  <a:pt x="11434" y="98574"/>
                </a:cubicBezTo>
                <a:cubicBezTo>
                  <a:pt x="11434" y="64271"/>
                  <a:pt x="18925" y="29968"/>
                  <a:pt x="43174" y="5325"/>
                </a:cubicBezTo>
                <a:cubicBezTo>
                  <a:pt x="45737" y="2960"/>
                  <a:pt x="45737" y="2563"/>
                  <a:pt x="45737" y="1973"/>
                </a:cubicBezTo>
                <a:cubicBezTo>
                  <a:pt x="45737" y="593"/>
                  <a:pt x="44949" y="0"/>
                  <a:pt x="43767" y="0"/>
                </a:cubicBezTo>
                <a:cubicBezTo>
                  <a:pt x="41794" y="0"/>
                  <a:pt x="24051" y="13408"/>
                  <a:pt x="12418" y="38445"/>
                </a:cubicBezTo>
                <a:cubicBezTo>
                  <a:pt x="2364" y="60132"/>
                  <a:pt x="0" y="82014"/>
                  <a:pt x="0" y="98574"/>
                </a:cubicBezTo>
                <a:cubicBezTo>
                  <a:pt x="0" y="113953"/>
                  <a:pt x="2166" y="137808"/>
                  <a:pt x="13011" y="160087"/>
                </a:cubicBezTo>
                <a:cubicBezTo>
                  <a:pt x="24839" y="184337"/>
                  <a:pt x="41794" y="197149"/>
                  <a:pt x="43767" y="197149"/>
                </a:cubicBezTo>
                <a:cubicBezTo>
                  <a:pt x="44949" y="197149"/>
                  <a:pt x="45737" y="196559"/>
                  <a:pt x="45737" y="19517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06" name="path-1029">
            <a:extLst xmlns:a="http://schemas.openxmlformats.org/drawingml/2006/main">
              <a:ext uri="{FF2B5EF4-FFF2-40B4-BE49-F238E27FC236}">
                <a16:creationId xmlns:a16="http://schemas.microsoft.com/office/drawing/2014/main" id="{335D2907-D69A-40D6-AE02-3F7D6F5B8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492" y="4981099"/>
            <a:ext cx="98773" cy="139968"/>
          </a:xfrm>
          <a:custGeom xmlns:a="http://schemas.openxmlformats.org/drawingml/2006/main">
            <a:pathLst>
              <a:path w="98773" h="139968">
                <a:moveTo>
                  <a:pt x="98773" y="41788"/>
                </a:moveTo>
                <a:cubicBezTo>
                  <a:pt x="98773" y="7099"/>
                  <a:pt x="78269" y="0"/>
                  <a:pt x="66242" y="0"/>
                </a:cubicBezTo>
                <a:cubicBezTo>
                  <a:pt x="50668" y="0"/>
                  <a:pt x="30952" y="10252"/>
                  <a:pt x="16166" y="37056"/>
                </a:cubicBezTo>
                <a:cubicBezTo>
                  <a:pt x="6113" y="55583"/>
                  <a:pt x="0" y="82393"/>
                  <a:pt x="0" y="98364"/>
                </a:cubicBezTo>
                <a:cubicBezTo>
                  <a:pt x="0" y="126957"/>
                  <a:pt x="14984" y="139968"/>
                  <a:pt x="32727" y="139968"/>
                </a:cubicBezTo>
                <a:cubicBezTo>
                  <a:pt x="45936" y="139968"/>
                  <a:pt x="63285" y="132282"/>
                  <a:pt x="76888" y="112169"/>
                </a:cubicBezTo>
                <a:cubicBezTo>
                  <a:pt x="93448" y="87913"/>
                  <a:pt x="98773" y="56567"/>
                  <a:pt x="98773" y="41788"/>
                </a:cubicBezTo>
                <a:moveTo>
                  <a:pt x="29968" y="65240"/>
                </a:moveTo>
                <a:cubicBezTo>
                  <a:pt x="32727" y="53809"/>
                  <a:pt x="37853" y="35873"/>
                  <a:pt x="43767" y="25624"/>
                </a:cubicBezTo>
                <a:cubicBezTo>
                  <a:pt x="48303" y="17544"/>
                  <a:pt x="56384" y="7099"/>
                  <a:pt x="65848" y="7099"/>
                </a:cubicBezTo>
                <a:cubicBezTo>
                  <a:pt x="74129" y="7099"/>
                  <a:pt x="77676" y="15772"/>
                  <a:pt x="77676" y="27399"/>
                </a:cubicBezTo>
                <a:cubicBezTo>
                  <a:pt x="77676" y="39814"/>
                  <a:pt x="73341" y="56961"/>
                  <a:pt x="71172" y="65240"/>
                </a:cubicBezTo>
                <a:lnTo>
                  <a:pt x="29968" y="65240"/>
                </a:lnTo>
                <a:moveTo>
                  <a:pt x="68805" y="74701"/>
                </a:moveTo>
                <a:cubicBezTo>
                  <a:pt x="56582" y="127547"/>
                  <a:pt x="40022" y="132871"/>
                  <a:pt x="33121" y="132871"/>
                </a:cubicBezTo>
                <a:cubicBezTo>
                  <a:pt x="30362" y="132871"/>
                  <a:pt x="26220" y="132083"/>
                  <a:pt x="23461" y="125971"/>
                </a:cubicBezTo>
                <a:cubicBezTo>
                  <a:pt x="21097" y="120646"/>
                  <a:pt x="21097" y="112957"/>
                  <a:pt x="21097" y="112758"/>
                </a:cubicBezTo>
                <a:cubicBezTo>
                  <a:pt x="21097" y="101519"/>
                  <a:pt x="25432" y="83181"/>
                  <a:pt x="27601" y="74701"/>
                </a:cubicBezTo>
                <a:lnTo>
                  <a:pt x="68805" y="7470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07" name="path-1030">
            <a:extLst xmlns:a="http://schemas.openxmlformats.org/drawingml/2006/main">
              <a:ext uri="{FF2B5EF4-FFF2-40B4-BE49-F238E27FC236}">
                <a16:creationId xmlns:a16="http://schemas.microsoft.com/office/drawing/2014/main" id="{A3D3D68D-8EB8-4371-8B0D-2FF84F0A7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431" y="5098632"/>
            <a:ext cx="23064" cy="59016"/>
          </a:xfrm>
          <a:custGeom xmlns:a="http://schemas.openxmlformats.org/drawingml/2006/main">
            <a:pathLst>
              <a:path w="23064" h="59016">
                <a:moveTo>
                  <a:pt x="23064" y="20700"/>
                </a:moveTo>
                <a:cubicBezTo>
                  <a:pt x="23064" y="7689"/>
                  <a:pt x="18137" y="0"/>
                  <a:pt x="10448" y="0"/>
                </a:cubicBezTo>
                <a:cubicBezTo>
                  <a:pt x="3941" y="0"/>
                  <a:pt x="0" y="4928"/>
                  <a:pt x="0" y="10448"/>
                </a:cubicBezTo>
                <a:cubicBezTo>
                  <a:pt x="0" y="15772"/>
                  <a:pt x="3941" y="20895"/>
                  <a:pt x="10448" y="20895"/>
                </a:cubicBezTo>
                <a:cubicBezTo>
                  <a:pt x="12812" y="20895"/>
                  <a:pt x="15375" y="20107"/>
                  <a:pt x="17349" y="18335"/>
                </a:cubicBezTo>
                <a:cubicBezTo>
                  <a:pt x="17938" y="17938"/>
                  <a:pt x="18137" y="17743"/>
                  <a:pt x="18332" y="17743"/>
                </a:cubicBezTo>
                <a:cubicBezTo>
                  <a:pt x="18531" y="17743"/>
                  <a:pt x="18729" y="17938"/>
                  <a:pt x="18729" y="20700"/>
                </a:cubicBezTo>
                <a:cubicBezTo>
                  <a:pt x="18729" y="35320"/>
                  <a:pt x="11828" y="47172"/>
                  <a:pt x="5322" y="53691"/>
                </a:cubicBezTo>
                <a:cubicBezTo>
                  <a:pt x="3153" y="55863"/>
                  <a:pt x="3153" y="56257"/>
                  <a:pt x="3153" y="56850"/>
                </a:cubicBezTo>
                <a:cubicBezTo>
                  <a:pt x="3153" y="58228"/>
                  <a:pt x="4139" y="59016"/>
                  <a:pt x="5126" y="59016"/>
                </a:cubicBezTo>
                <a:cubicBezTo>
                  <a:pt x="7292" y="59016"/>
                  <a:pt x="23064" y="43815"/>
                  <a:pt x="23064" y="2070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08" name="path-1031">
            <a:extLst xmlns:a="http://schemas.openxmlformats.org/drawingml/2006/main">
              <a:ext uri="{FF2B5EF4-FFF2-40B4-BE49-F238E27FC236}">
                <a16:creationId xmlns:a16="http://schemas.microsoft.com/office/drawing/2014/main" id="{29BD610A-0487-4D4A-840B-C7EF1B514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788" y="4984372"/>
            <a:ext cx="180194" cy="135155"/>
          </a:xfrm>
          <a:custGeom xmlns:a="http://schemas.openxmlformats.org/drawingml/2006/main">
            <a:pathLst>
              <a:path w="180194" h="135155">
                <a:moveTo>
                  <a:pt x="107055" y="57334"/>
                </a:moveTo>
                <a:lnTo>
                  <a:pt x="133076" y="31725"/>
                </a:lnTo>
                <a:lnTo>
                  <a:pt x="145302" y="19316"/>
                </a:lnTo>
                <a:cubicBezTo>
                  <a:pt x="153186" y="11828"/>
                  <a:pt x="155551" y="9464"/>
                  <a:pt x="176055" y="9268"/>
                </a:cubicBezTo>
                <a:cubicBezTo>
                  <a:pt x="179800" y="9268"/>
                  <a:pt x="180194" y="4142"/>
                  <a:pt x="180194" y="3550"/>
                </a:cubicBezTo>
                <a:cubicBezTo>
                  <a:pt x="180194" y="2368"/>
                  <a:pt x="179406" y="0"/>
                  <a:pt x="176253" y="0"/>
                </a:cubicBezTo>
                <a:cubicBezTo>
                  <a:pt x="169353" y="0"/>
                  <a:pt x="161862" y="593"/>
                  <a:pt x="154762" y="593"/>
                </a:cubicBezTo>
                <a:cubicBezTo>
                  <a:pt x="149047" y="593"/>
                  <a:pt x="134851" y="0"/>
                  <a:pt x="129135" y="0"/>
                </a:cubicBezTo>
                <a:cubicBezTo>
                  <a:pt x="127556" y="0"/>
                  <a:pt x="123615" y="0"/>
                  <a:pt x="123615" y="5523"/>
                </a:cubicBezTo>
                <a:cubicBezTo>
                  <a:pt x="123615" y="9070"/>
                  <a:pt x="126768" y="9268"/>
                  <a:pt x="128543" y="9268"/>
                </a:cubicBezTo>
                <a:cubicBezTo>
                  <a:pt x="134457" y="9464"/>
                  <a:pt x="139583" y="11040"/>
                  <a:pt x="140371" y="11239"/>
                </a:cubicBezTo>
                <a:lnTo>
                  <a:pt x="102717" y="48472"/>
                </a:lnTo>
                <a:lnTo>
                  <a:pt x="84577" y="10451"/>
                </a:lnTo>
                <a:cubicBezTo>
                  <a:pt x="86550" y="10057"/>
                  <a:pt x="92660" y="9268"/>
                  <a:pt x="96014" y="9268"/>
                </a:cubicBezTo>
                <a:cubicBezTo>
                  <a:pt x="98180" y="9268"/>
                  <a:pt x="101730" y="9268"/>
                  <a:pt x="101730" y="3748"/>
                </a:cubicBezTo>
                <a:cubicBezTo>
                  <a:pt x="101730" y="987"/>
                  <a:pt x="99955" y="0"/>
                  <a:pt x="97392" y="0"/>
                </a:cubicBezTo>
                <a:cubicBezTo>
                  <a:pt x="90690" y="0"/>
                  <a:pt x="74129" y="593"/>
                  <a:pt x="67427" y="593"/>
                </a:cubicBezTo>
                <a:cubicBezTo>
                  <a:pt x="62891" y="593"/>
                  <a:pt x="58357" y="397"/>
                  <a:pt x="53824" y="397"/>
                </a:cubicBezTo>
                <a:cubicBezTo>
                  <a:pt x="49287" y="397"/>
                  <a:pt x="44558" y="0"/>
                  <a:pt x="40022" y="0"/>
                </a:cubicBezTo>
                <a:cubicBezTo>
                  <a:pt x="38247" y="0"/>
                  <a:pt x="34502" y="0"/>
                  <a:pt x="34502" y="5523"/>
                </a:cubicBezTo>
                <a:cubicBezTo>
                  <a:pt x="34502" y="9268"/>
                  <a:pt x="37065" y="9268"/>
                  <a:pt x="42585" y="9268"/>
                </a:cubicBezTo>
                <a:cubicBezTo>
                  <a:pt x="45346" y="9268"/>
                  <a:pt x="47515" y="9268"/>
                  <a:pt x="50274" y="9464"/>
                </a:cubicBezTo>
                <a:cubicBezTo>
                  <a:pt x="53035" y="9858"/>
                  <a:pt x="53231" y="10057"/>
                  <a:pt x="54413" y="12421"/>
                </a:cubicBezTo>
                <a:lnTo>
                  <a:pt x="81620" y="69352"/>
                </a:lnTo>
                <a:lnTo>
                  <a:pt x="32137" y="118206"/>
                </a:lnTo>
                <a:cubicBezTo>
                  <a:pt x="28587" y="121557"/>
                  <a:pt x="24448" y="125694"/>
                  <a:pt x="6901" y="125889"/>
                </a:cubicBezTo>
                <a:cubicBezTo>
                  <a:pt x="3354" y="125889"/>
                  <a:pt x="0" y="125889"/>
                  <a:pt x="0" y="131608"/>
                </a:cubicBezTo>
                <a:cubicBezTo>
                  <a:pt x="0" y="132989"/>
                  <a:pt x="987" y="135155"/>
                  <a:pt x="3944" y="135155"/>
                </a:cubicBezTo>
                <a:cubicBezTo>
                  <a:pt x="8676" y="135155"/>
                  <a:pt x="20703" y="134565"/>
                  <a:pt x="25435" y="134565"/>
                </a:cubicBezTo>
                <a:cubicBezTo>
                  <a:pt x="31150" y="134565"/>
                  <a:pt x="45346" y="135155"/>
                  <a:pt x="51062" y="135155"/>
                </a:cubicBezTo>
                <a:cubicBezTo>
                  <a:pt x="52641" y="135155"/>
                  <a:pt x="56582" y="135155"/>
                  <a:pt x="56582" y="129439"/>
                </a:cubicBezTo>
                <a:cubicBezTo>
                  <a:pt x="56582" y="125889"/>
                  <a:pt x="53035" y="125889"/>
                  <a:pt x="51456" y="125889"/>
                </a:cubicBezTo>
                <a:cubicBezTo>
                  <a:pt x="47515" y="125889"/>
                  <a:pt x="43572" y="125300"/>
                  <a:pt x="39826" y="123919"/>
                </a:cubicBezTo>
                <a:lnTo>
                  <a:pt x="85762" y="78218"/>
                </a:lnTo>
                <a:lnTo>
                  <a:pt x="108038" y="124707"/>
                </a:lnTo>
                <a:cubicBezTo>
                  <a:pt x="107843" y="124707"/>
                  <a:pt x="101336" y="125889"/>
                  <a:pt x="96604" y="125889"/>
                </a:cubicBezTo>
                <a:cubicBezTo>
                  <a:pt x="94634" y="125889"/>
                  <a:pt x="90888" y="125889"/>
                  <a:pt x="90888" y="131608"/>
                </a:cubicBezTo>
                <a:cubicBezTo>
                  <a:pt x="90888" y="132198"/>
                  <a:pt x="91084" y="135155"/>
                  <a:pt x="95223" y="135155"/>
                </a:cubicBezTo>
                <a:cubicBezTo>
                  <a:pt x="101929" y="135155"/>
                  <a:pt x="118685" y="134565"/>
                  <a:pt x="125387" y="134565"/>
                </a:cubicBezTo>
                <a:cubicBezTo>
                  <a:pt x="129923" y="134565"/>
                  <a:pt x="134457" y="134761"/>
                  <a:pt x="138990" y="134761"/>
                </a:cubicBezTo>
                <a:cubicBezTo>
                  <a:pt x="143527" y="134761"/>
                  <a:pt x="148259" y="135155"/>
                  <a:pt x="152792" y="135155"/>
                </a:cubicBezTo>
                <a:cubicBezTo>
                  <a:pt x="154368" y="135155"/>
                  <a:pt x="158312" y="135155"/>
                  <a:pt x="158312" y="129439"/>
                </a:cubicBezTo>
                <a:cubicBezTo>
                  <a:pt x="158312" y="125889"/>
                  <a:pt x="155157" y="125889"/>
                  <a:pt x="150425" y="125889"/>
                </a:cubicBezTo>
                <a:cubicBezTo>
                  <a:pt x="147666" y="125889"/>
                  <a:pt x="145696" y="125889"/>
                  <a:pt x="142739" y="125694"/>
                </a:cubicBezTo>
                <a:cubicBezTo>
                  <a:pt x="139781" y="125300"/>
                  <a:pt x="139583" y="125101"/>
                  <a:pt x="138202" y="122541"/>
                </a:cubicBezTo>
                <a:lnTo>
                  <a:pt x="107055" y="5733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09" name="path-1032">
            <a:extLst xmlns:a="http://schemas.openxmlformats.org/drawingml/2006/main">
              <a:ext uri="{FF2B5EF4-FFF2-40B4-BE49-F238E27FC236}">
                <a16:creationId xmlns:a16="http://schemas.microsoft.com/office/drawing/2014/main" id="{FE17217D-D730-4E89-9023-FBBEDA342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141" y="5098632"/>
            <a:ext cx="23064" cy="59016"/>
          </a:xfrm>
          <a:custGeom xmlns:a="http://schemas.openxmlformats.org/drawingml/2006/main">
            <a:pathLst>
              <a:path w="23064" h="59016">
                <a:moveTo>
                  <a:pt x="23064" y="20700"/>
                </a:moveTo>
                <a:cubicBezTo>
                  <a:pt x="23064" y="7689"/>
                  <a:pt x="18137" y="0"/>
                  <a:pt x="10448" y="0"/>
                </a:cubicBezTo>
                <a:cubicBezTo>
                  <a:pt x="3941" y="0"/>
                  <a:pt x="0" y="4928"/>
                  <a:pt x="0" y="10448"/>
                </a:cubicBezTo>
                <a:cubicBezTo>
                  <a:pt x="0" y="15772"/>
                  <a:pt x="3941" y="20895"/>
                  <a:pt x="10448" y="20895"/>
                </a:cubicBezTo>
                <a:cubicBezTo>
                  <a:pt x="12812" y="20895"/>
                  <a:pt x="15375" y="20107"/>
                  <a:pt x="17349" y="18335"/>
                </a:cubicBezTo>
                <a:cubicBezTo>
                  <a:pt x="17938" y="17938"/>
                  <a:pt x="18137" y="17743"/>
                  <a:pt x="18332" y="17743"/>
                </a:cubicBezTo>
                <a:cubicBezTo>
                  <a:pt x="18531" y="17743"/>
                  <a:pt x="18729" y="17938"/>
                  <a:pt x="18729" y="20700"/>
                </a:cubicBezTo>
                <a:cubicBezTo>
                  <a:pt x="18729" y="35320"/>
                  <a:pt x="11828" y="47172"/>
                  <a:pt x="5322" y="53691"/>
                </a:cubicBezTo>
                <a:cubicBezTo>
                  <a:pt x="3153" y="55863"/>
                  <a:pt x="3153" y="56257"/>
                  <a:pt x="3153" y="56850"/>
                </a:cubicBezTo>
                <a:cubicBezTo>
                  <a:pt x="3153" y="58228"/>
                  <a:pt x="4139" y="59016"/>
                  <a:pt x="5126" y="59016"/>
                </a:cubicBezTo>
                <a:cubicBezTo>
                  <a:pt x="7292" y="59016"/>
                  <a:pt x="23064" y="43815"/>
                  <a:pt x="23064" y="2070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10" name="path-1033">
            <a:extLst xmlns:a="http://schemas.openxmlformats.org/drawingml/2006/main">
              <a:ext uri="{FF2B5EF4-FFF2-40B4-BE49-F238E27FC236}">
                <a16:creationId xmlns:a16="http://schemas.microsoft.com/office/drawing/2014/main" id="{B0156D95-FE86-49F6-9BF4-C09DF3160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6314" y="4982640"/>
            <a:ext cx="50274" cy="138428"/>
          </a:xfrm>
          <a:custGeom xmlns:a="http://schemas.openxmlformats.org/drawingml/2006/main">
            <a:pathLst>
              <a:path w="50274" h="138428">
                <a:moveTo>
                  <a:pt x="49486" y="6901"/>
                </a:moveTo>
                <a:cubicBezTo>
                  <a:pt x="50274" y="4142"/>
                  <a:pt x="50274" y="3748"/>
                  <a:pt x="50274" y="3550"/>
                </a:cubicBezTo>
                <a:cubicBezTo>
                  <a:pt x="50274" y="987"/>
                  <a:pt x="48105" y="0"/>
                  <a:pt x="45936" y="0"/>
                </a:cubicBezTo>
                <a:cubicBezTo>
                  <a:pt x="45148" y="0"/>
                  <a:pt x="44949" y="0"/>
                  <a:pt x="44555" y="199"/>
                </a:cubicBezTo>
                <a:lnTo>
                  <a:pt x="19123" y="1381"/>
                </a:lnTo>
                <a:cubicBezTo>
                  <a:pt x="16365" y="1579"/>
                  <a:pt x="12815" y="1775"/>
                  <a:pt x="12815" y="7295"/>
                </a:cubicBezTo>
                <a:cubicBezTo>
                  <a:pt x="12815" y="10845"/>
                  <a:pt x="16560" y="10845"/>
                  <a:pt x="17941" y="10845"/>
                </a:cubicBezTo>
                <a:cubicBezTo>
                  <a:pt x="20110" y="10845"/>
                  <a:pt x="23660" y="10845"/>
                  <a:pt x="26220" y="11239"/>
                </a:cubicBezTo>
                <a:lnTo>
                  <a:pt x="987" y="112400"/>
                </a:lnTo>
                <a:cubicBezTo>
                  <a:pt x="394" y="114569"/>
                  <a:pt x="0" y="116344"/>
                  <a:pt x="0" y="119106"/>
                </a:cubicBezTo>
                <a:cubicBezTo>
                  <a:pt x="0" y="132119"/>
                  <a:pt x="13014" y="138428"/>
                  <a:pt x="24644" y="138428"/>
                </a:cubicBezTo>
                <a:cubicBezTo>
                  <a:pt x="31939" y="138428"/>
                  <a:pt x="37459" y="134288"/>
                  <a:pt x="41797" y="127192"/>
                </a:cubicBezTo>
                <a:cubicBezTo>
                  <a:pt x="46529" y="119500"/>
                  <a:pt x="49287" y="108851"/>
                  <a:pt x="49287" y="107668"/>
                </a:cubicBezTo>
                <a:cubicBezTo>
                  <a:pt x="49287" y="104907"/>
                  <a:pt x="46330" y="104907"/>
                  <a:pt x="44555" y="104907"/>
                </a:cubicBezTo>
                <a:cubicBezTo>
                  <a:pt x="42386" y="104907"/>
                  <a:pt x="41598" y="104907"/>
                  <a:pt x="40614" y="105893"/>
                </a:cubicBezTo>
                <a:cubicBezTo>
                  <a:pt x="40220" y="106288"/>
                  <a:pt x="40220" y="106682"/>
                  <a:pt x="39035" y="111612"/>
                </a:cubicBezTo>
                <a:cubicBezTo>
                  <a:pt x="35290" y="126599"/>
                  <a:pt x="30952" y="131331"/>
                  <a:pt x="25630" y="131331"/>
                </a:cubicBezTo>
                <a:cubicBezTo>
                  <a:pt x="22673" y="131331"/>
                  <a:pt x="21097" y="129361"/>
                  <a:pt x="21097" y="124232"/>
                </a:cubicBezTo>
                <a:cubicBezTo>
                  <a:pt x="21097" y="120288"/>
                  <a:pt x="21686" y="118318"/>
                  <a:pt x="22279" y="115556"/>
                </a:cubicBezTo>
                <a:lnTo>
                  <a:pt x="49486" y="690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11" name="path-1034">
            <a:extLst xmlns:a="http://schemas.openxmlformats.org/drawingml/2006/main">
              <a:ext uri="{FF2B5EF4-FFF2-40B4-BE49-F238E27FC236}">
                <a16:creationId xmlns:a16="http://schemas.microsoft.com/office/drawing/2014/main" id="{6C1FA08C-97F9-481D-B68D-D4CB653DC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3481" y="5057469"/>
            <a:ext cx="50233" cy="91643"/>
          </a:xfrm>
          <a:custGeom xmlns:a="http://schemas.openxmlformats.org/drawingml/2006/main">
            <a:pathLst>
              <a:path w="50233" h="91643">
                <a:moveTo>
                  <a:pt x="31189" y="3856"/>
                </a:moveTo>
                <a:cubicBezTo>
                  <a:pt x="31189" y="139"/>
                  <a:pt x="30913" y="0"/>
                  <a:pt x="27049" y="0"/>
                </a:cubicBezTo>
                <a:cubicBezTo>
                  <a:pt x="18217" y="8642"/>
                  <a:pt x="5658" y="8779"/>
                  <a:pt x="0" y="8779"/>
                </a:cubicBezTo>
                <a:lnTo>
                  <a:pt x="0" y="13746"/>
                </a:lnTo>
                <a:cubicBezTo>
                  <a:pt x="3312" y="13746"/>
                  <a:pt x="12420" y="13746"/>
                  <a:pt x="20011" y="9882"/>
                </a:cubicBezTo>
                <a:lnTo>
                  <a:pt x="20011" y="80322"/>
                </a:lnTo>
                <a:cubicBezTo>
                  <a:pt x="20011" y="84881"/>
                  <a:pt x="20011" y="86676"/>
                  <a:pt x="6210" y="86676"/>
                </a:cubicBezTo>
                <a:lnTo>
                  <a:pt x="967" y="86676"/>
                </a:lnTo>
                <a:lnTo>
                  <a:pt x="967" y="91643"/>
                </a:lnTo>
                <a:cubicBezTo>
                  <a:pt x="3449" y="91506"/>
                  <a:pt x="20424" y="91091"/>
                  <a:pt x="25530" y="91091"/>
                </a:cubicBezTo>
                <a:cubicBezTo>
                  <a:pt x="29809" y="91091"/>
                  <a:pt x="47197" y="91506"/>
                  <a:pt x="50233" y="91643"/>
                </a:cubicBezTo>
                <a:lnTo>
                  <a:pt x="50233" y="86676"/>
                </a:lnTo>
                <a:lnTo>
                  <a:pt x="44990" y="86676"/>
                </a:lnTo>
                <a:cubicBezTo>
                  <a:pt x="31189" y="86676"/>
                  <a:pt x="31189" y="84881"/>
                  <a:pt x="31189" y="80322"/>
                </a:cubicBezTo>
                <a:lnTo>
                  <a:pt x="31189" y="385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12" name="path-1035">
            <a:extLst xmlns:a="http://schemas.openxmlformats.org/drawingml/2006/main">
              <a:ext uri="{FF2B5EF4-FFF2-40B4-BE49-F238E27FC236}">
                <a16:creationId xmlns:a16="http://schemas.microsoft.com/office/drawing/2014/main" id="{4A7BC102-4E33-471B-8A66-8B68EC120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1383" y="5089679"/>
            <a:ext cx="15871" cy="59433"/>
          </a:xfrm>
          <a:custGeom xmlns:a="http://schemas.openxmlformats.org/drawingml/2006/main">
            <a:pathLst>
              <a:path w="15871" h="59433">
                <a:moveTo>
                  <a:pt x="15871" y="8006"/>
                </a:moveTo>
                <a:cubicBezTo>
                  <a:pt x="15871" y="3176"/>
                  <a:pt x="12007" y="0"/>
                  <a:pt x="8004" y="0"/>
                </a:cubicBezTo>
                <a:cubicBezTo>
                  <a:pt x="3176" y="0"/>
                  <a:pt x="0" y="3866"/>
                  <a:pt x="0" y="7867"/>
                </a:cubicBezTo>
                <a:cubicBezTo>
                  <a:pt x="0" y="12698"/>
                  <a:pt x="3864" y="15871"/>
                  <a:pt x="7867" y="15871"/>
                </a:cubicBezTo>
                <a:cubicBezTo>
                  <a:pt x="12698" y="15871"/>
                  <a:pt x="15871" y="12007"/>
                  <a:pt x="15871" y="8006"/>
                </a:cubicBezTo>
                <a:moveTo>
                  <a:pt x="15871" y="51568"/>
                </a:moveTo>
                <a:cubicBezTo>
                  <a:pt x="15871" y="46738"/>
                  <a:pt x="12007" y="43564"/>
                  <a:pt x="8004" y="43564"/>
                </a:cubicBezTo>
                <a:cubicBezTo>
                  <a:pt x="3176" y="43564"/>
                  <a:pt x="0" y="47428"/>
                  <a:pt x="0" y="51429"/>
                </a:cubicBezTo>
                <a:cubicBezTo>
                  <a:pt x="0" y="56260"/>
                  <a:pt x="3864" y="59433"/>
                  <a:pt x="7867" y="59433"/>
                </a:cubicBezTo>
                <a:cubicBezTo>
                  <a:pt x="12698" y="59433"/>
                  <a:pt x="15871" y="55569"/>
                  <a:pt x="15871" y="5156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13" name="path-1036">
            <a:extLst xmlns:a="http://schemas.openxmlformats.org/drawingml/2006/main">
              <a:ext uri="{FF2B5EF4-FFF2-40B4-BE49-F238E27FC236}">
                <a16:creationId xmlns:a16="http://schemas.microsoft.com/office/drawing/2014/main" id="{13ECE862-99AF-4EFD-937D-8B8BBE3BD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7459" y="5062932"/>
            <a:ext cx="46645" cy="87528"/>
          </a:xfrm>
          <a:custGeom xmlns:a="http://schemas.openxmlformats.org/drawingml/2006/main">
            <a:pathLst>
              <a:path w="46645" h="87528">
                <a:moveTo>
                  <a:pt x="28152" y="31717"/>
                </a:moveTo>
                <a:lnTo>
                  <a:pt x="42229" y="31717"/>
                </a:lnTo>
                <a:cubicBezTo>
                  <a:pt x="44851" y="31717"/>
                  <a:pt x="46645" y="31717"/>
                  <a:pt x="46645" y="28681"/>
                </a:cubicBezTo>
                <a:cubicBezTo>
                  <a:pt x="46645" y="26747"/>
                  <a:pt x="44851" y="26747"/>
                  <a:pt x="42505" y="26747"/>
                </a:cubicBezTo>
                <a:lnTo>
                  <a:pt x="29394" y="26747"/>
                </a:lnTo>
                <a:lnTo>
                  <a:pt x="34501" y="6345"/>
                </a:lnTo>
                <a:cubicBezTo>
                  <a:pt x="34640" y="5654"/>
                  <a:pt x="34916" y="4965"/>
                  <a:pt x="34916" y="4414"/>
                </a:cubicBezTo>
                <a:cubicBezTo>
                  <a:pt x="34916" y="1931"/>
                  <a:pt x="32983" y="0"/>
                  <a:pt x="30222" y="0"/>
                </a:cubicBezTo>
                <a:cubicBezTo>
                  <a:pt x="26773" y="0"/>
                  <a:pt x="24703" y="2346"/>
                  <a:pt x="23736" y="5930"/>
                </a:cubicBezTo>
                <a:cubicBezTo>
                  <a:pt x="22770" y="9377"/>
                  <a:pt x="24564" y="2759"/>
                  <a:pt x="18493" y="26747"/>
                </a:cubicBezTo>
                <a:lnTo>
                  <a:pt x="4416" y="26747"/>
                </a:lnTo>
                <a:cubicBezTo>
                  <a:pt x="1794" y="26747"/>
                  <a:pt x="0" y="26747"/>
                  <a:pt x="0" y="29784"/>
                </a:cubicBezTo>
                <a:cubicBezTo>
                  <a:pt x="0" y="31717"/>
                  <a:pt x="1655" y="31717"/>
                  <a:pt x="4140" y="31717"/>
                </a:cubicBezTo>
                <a:lnTo>
                  <a:pt x="17250" y="31717"/>
                </a:lnTo>
                <a:lnTo>
                  <a:pt x="9107" y="64237"/>
                </a:lnTo>
                <a:cubicBezTo>
                  <a:pt x="8280" y="67682"/>
                  <a:pt x="7037" y="72643"/>
                  <a:pt x="7037" y="74433"/>
                </a:cubicBezTo>
                <a:cubicBezTo>
                  <a:pt x="7037" y="82563"/>
                  <a:pt x="13938" y="87528"/>
                  <a:pt x="21805" y="87528"/>
                </a:cubicBezTo>
                <a:cubicBezTo>
                  <a:pt x="37123" y="87528"/>
                  <a:pt x="45817" y="68233"/>
                  <a:pt x="45817" y="66441"/>
                </a:cubicBezTo>
                <a:cubicBezTo>
                  <a:pt x="45817" y="64649"/>
                  <a:pt x="44023" y="64649"/>
                  <a:pt x="43608" y="64649"/>
                </a:cubicBezTo>
                <a:cubicBezTo>
                  <a:pt x="41953" y="64649"/>
                  <a:pt x="41814" y="64925"/>
                  <a:pt x="40711" y="67269"/>
                </a:cubicBezTo>
                <a:cubicBezTo>
                  <a:pt x="36847" y="75949"/>
                  <a:pt x="29809" y="83664"/>
                  <a:pt x="22218" y="83664"/>
                </a:cubicBezTo>
                <a:cubicBezTo>
                  <a:pt x="19320" y="83664"/>
                  <a:pt x="17389" y="81874"/>
                  <a:pt x="17389" y="76913"/>
                </a:cubicBezTo>
                <a:cubicBezTo>
                  <a:pt x="17389" y="75536"/>
                  <a:pt x="17941" y="72643"/>
                  <a:pt x="18217" y="71263"/>
                </a:cubicBezTo>
                <a:lnTo>
                  <a:pt x="28152" y="3171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14" name="path-1037">
            <a:extLst xmlns:a="http://schemas.openxmlformats.org/drawingml/2006/main">
              <a:ext uri="{FF2B5EF4-FFF2-40B4-BE49-F238E27FC236}">
                <a16:creationId xmlns:a16="http://schemas.microsoft.com/office/drawing/2014/main" id="{F622EC48-BFD6-44DD-8C03-F197830CE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615" y="5124539"/>
            <a:ext cx="54118" cy="45244"/>
          </a:xfrm>
          <a:custGeom xmlns:a="http://schemas.openxmlformats.org/drawingml/2006/main">
            <a:pathLst>
              <a:path w="54118" h="45244">
                <a:moveTo>
                  <a:pt x="25236" y="99"/>
                </a:moveTo>
                <a:cubicBezTo>
                  <a:pt x="15477" y="1184"/>
                  <a:pt x="5126" y="5422"/>
                  <a:pt x="1084" y="16660"/>
                </a:cubicBezTo>
                <a:cubicBezTo>
                  <a:pt x="394" y="18729"/>
                  <a:pt x="0" y="20898"/>
                  <a:pt x="0" y="23066"/>
                </a:cubicBezTo>
                <a:cubicBezTo>
                  <a:pt x="0" y="37557"/>
                  <a:pt x="14787" y="45244"/>
                  <a:pt x="27306" y="45244"/>
                </a:cubicBezTo>
                <a:cubicBezTo>
                  <a:pt x="37656" y="45244"/>
                  <a:pt x="48893" y="40120"/>
                  <a:pt x="52935" y="29770"/>
                </a:cubicBezTo>
                <a:cubicBezTo>
                  <a:pt x="53625" y="27798"/>
                  <a:pt x="54118" y="25629"/>
                  <a:pt x="54118" y="23559"/>
                </a:cubicBezTo>
                <a:cubicBezTo>
                  <a:pt x="54118" y="8774"/>
                  <a:pt x="40022" y="0"/>
                  <a:pt x="27010" y="0"/>
                </a:cubicBezTo>
                <a:cubicBezTo>
                  <a:pt x="26418" y="0"/>
                  <a:pt x="25827" y="0"/>
                  <a:pt x="25236" y="99"/>
                </a:cubicBezTo>
                <a:moveTo>
                  <a:pt x="9858" y="24544"/>
                </a:moveTo>
                <a:lnTo>
                  <a:pt x="9858" y="23066"/>
                </a:lnTo>
                <a:cubicBezTo>
                  <a:pt x="9858" y="14393"/>
                  <a:pt x="11830" y="3450"/>
                  <a:pt x="27010" y="3450"/>
                </a:cubicBezTo>
                <a:cubicBezTo>
                  <a:pt x="32136" y="3450"/>
                  <a:pt x="37361" y="5126"/>
                  <a:pt x="40712" y="9070"/>
                </a:cubicBezTo>
                <a:cubicBezTo>
                  <a:pt x="43570" y="12421"/>
                  <a:pt x="44260" y="17152"/>
                  <a:pt x="44260" y="21292"/>
                </a:cubicBezTo>
                <a:cubicBezTo>
                  <a:pt x="44260" y="26813"/>
                  <a:pt x="43866" y="32627"/>
                  <a:pt x="39923" y="36866"/>
                </a:cubicBezTo>
                <a:cubicBezTo>
                  <a:pt x="36671" y="40120"/>
                  <a:pt x="31939" y="41696"/>
                  <a:pt x="27207" y="41696"/>
                </a:cubicBezTo>
                <a:cubicBezTo>
                  <a:pt x="19123" y="41696"/>
                  <a:pt x="12027" y="37754"/>
                  <a:pt x="10252" y="28488"/>
                </a:cubicBezTo>
                <a:cubicBezTo>
                  <a:pt x="10055" y="27207"/>
                  <a:pt x="10055" y="25826"/>
                  <a:pt x="9858" y="2454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15" name="path-1038">
            <a:extLst xmlns:a="http://schemas.openxmlformats.org/drawingml/2006/main">
              <a:ext uri="{FF2B5EF4-FFF2-40B4-BE49-F238E27FC236}">
                <a16:creationId xmlns:a16="http://schemas.microsoft.com/office/drawing/2014/main" id="{F4CD7BB6-FC74-4DB7-8A28-DE4A95B29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9239" y="4971666"/>
            <a:ext cx="45737" cy="197149"/>
          </a:xfrm>
          <a:custGeom xmlns:a="http://schemas.openxmlformats.org/drawingml/2006/main">
            <a:pathLst>
              <a:path w="45737" h="197149">
                <a:moveTo>
                  <a:pt x="45737" y="98574"/>
                </a:moveTo>
                <a:cubicBezTo>
                  <a:pt x="45737" y="83199"/>
                  <a:pt x="43572" y="59344"/>
                  <a:pt x="32727" y="37065"/>
                </a:cubicBezTo>
                <a:cubicBezTo>
                  <a:pt x="20898" y="12815"/>
                  <a:pt x="3944" y="0"/>
                  <a:pt x="1970" y="0"/>
                </a:cubicBezTo>
                <a:cubicBezTo>
                  <a:pt x="788" y="0"/>
                  <a:pt x="0" y="791"/>
                  <a:pt x="0" y="1973"/>
                </a:cubicBezTo>
                <a:cubicBezTo>
                  <a:pt x="0" y="2563"/>
                  <a:pt x="0" y="2960"/>
                  <a:pt x="3745" y="6507"/>
                </a:cubicBezTo>
                <a:cubicBezTo>
                  <a:pt x="23067" y="26024"/>
                  <a:pt x="34303" y="57370"/>
                  <a:pt x="34303" y="98574"/>
                </a:cubicBezTo>
                <a:cubicBezTo>
                  <a:pt x="34303" y="132288"/>
                  <a:pt x="27011" y="166985"/>
                  <a:pt x="2563" y="191827"/>
                </a:cubicBezTo>
                <a:cubicBezTo>
                  <a:pt x="0" y="194192"/>
                  <a:pt x="0" y="194589"/>
                  <a:pt x="0" y="195178"/>
                </a:cubicBezTo>
                <a:cubicBezTo>
                  <a:pt x="0" y="196361"/>
                  <a:pt x="788" y="197149"/>
                  <a:pt x="1970" y="197149"/>
                </a:cubicBezTo>
                <a:cubicBezTo>
                  <a:pt x="3944" y="197149"/>
                  <a:pt x="21686" y="183744"/>
                  <a:pt x="33319" y="158706"/>
                </a:cubicBezTo>
                <a:cubicBezTo>
                  <a:pt x="43373" y="137020"/>
                  <a:pt x="45737" y="115135"/>
                  <a:pt x="45737" y="9857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16" name="path-1039">
            <a:extLst xmlns:a="http://schemas.openxmlformats.org/drawingml/2006/main">
              <a:ext uri="{FF2B5EF4-FFF2-40B4-BE49-F238E27FC236}">
                <a16:creationId xmlns:a16="http://schemas.microsoft.com/office/drawing/2014/main" id="{77858EB9-0256-4AE4-AA46-1A6AACC2E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3443" y="5757166"/>
            <a:ext cx="1162183" cy="296423"/>
          </a:xfrm>
          <a:custGeom xmlns:a="http://schemas.openxmlformats.org/drawingml/2006/main">
            <a:pathLst>
              <a:path w="1162183" h="296423">
                <a:moveTo>
                  <a:pt x="1162183" y="0"/>
                </a:moveTo>
                <a:lnTo>
                  <a:pt x="0" y="296423"/>
                </a:lnTo>
              </a:path>
            </a:pathLst>
          </a:custGeom>
          <a:noFill xmlns:a="http://schemas.openxmlformats.org/drawingml/2006/main"/>
          <a:ln xmlns:a="http://schemas.openxmlformats.org/drawingml/2006/main" w="16491">
            <a:solidFill>
              <a:srgbClr val="666666"/>
            </a:solidFill>
            <a:prstDash val="solid"/>
          </a:ln>
        </p:spPr>
      </p:sp>
      <p:sp>
        <p:nvSpPr>
          <p:cNvPr id="1117" name="path-1040">
            <a:extLst xmlns:a="http://schemas.openxmlformats.org/drawingml/2006/main">
              <a:ext uri="{FF2B5EF4-FFF2-40B4-BE49-F238E27FC236}">
                <a16:creationId xmlns:a16="http://schemas.microsoft.com/office/drawing/2014/main" id="{649F5B8C-3F6B-49C1-B3CC-317C7BFD9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3872" y="3016986"/>
            <a:ext cx="6534452" cy="3809361"/>
          </a:xfrm>
          <a:custGeom xmlns:a="http://schemas.openxmlformats.org/drawingml/2006/main">
            <a:pathLst>
              <a:path w="6534452" h="3809361">
                <a:moveTo>
                  <a:pt x="0" y="0"/>
                </a:moveTo>
                <a:lnTo>
                  <a:pt x="0" y="3809361"/>
                </a:lnTo>
                <a:lnTo>
                  <a:pt x="6534452" y="3809361"/>
                </a:lnTo>
                <a:lnTo>
                  <a:pt x="6534452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6491">
            <a:solidFill>
              <a:srgbClr val="666666"/>
            </a:solidFill>
            <a:prstDash val="solid"/>
          </a:ln>
        </p:spPr>
      </p:sp>
      <p:sp>
        <p:nvSpPr>
          <p:cNvPr id="1118" name="path-1041">
            <a:extLst xmlns:a="http://schemas.openxmlformats.org/drawingml/2006/main">
              <a:ext uri="{FF2B5EF4-FFF2-40B4-BE49-F238E27FC236}">
                <a16:creationId xmlns:a16="http://schemas.microsoft.com/office/drawing/2014/main" id="{EC17A73B-4DBC-4746-85B4-8B0D4C428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3" y="3581546"/>
            <a:ext cx="638936" cy="1050213"/>
          </a:xfrm>
          <a:custGeom xmlns:a="http://schemas.openxmlformats.org/drawingml/2006/main">
            <a:pathLst>
              <a:path w="638936" h="1050213">
                <a:moveTo>
                  <a:pt x="0" y="1050213"/>
                </a:moveTo>
                <a:lnTo>
                  <a:pt x="123679" y="1050213"/>
                </a:lnTo>
                <a:cubicBezTo>
                  <a:pt x="146519" y="1050213"/>
                  <a:pt x="164907" y="1031740"/>
                  <a:pt x="164907" y="1008985"/>
                </a:cubicBezTo>
                <a:lnTo>
                  <a:pt x="164907" y="41228"/>
                </a:lnTo>
                <a:cubicBezTo>
                  <a:pt x="164907" y="18468"/>
                  <a:pt x="183381" y="0"/>
                  <a:pt x="206136" y="0"/>
                </a:cubicBezTo>
                <a:lnTo>
                  <a:pt x="638936" y="0"/>
                </a:lnTo>
              </a:path>
            </a:pathLst>
          </a:custGeom>
          <a:noFill xmlns:a="http://schemas.openxmlformats.org/drawingml/2006/main"/>
          <a:ln xmlns:a="http://schemas.openxmlformats.org/drawingml/2006/main" w="8245">
            <a:solidFill>
              <a:srgbClr val="000000"/>
            </a:solidFill>
            <a:prstDash val="solid"/>
          </a:ln>
        </p:spPr>
      </p:sp>
      <p:sp>
        <p:nvSpPr>
          <p:cNvPr id="1119" name="path-1042">
            <a:extLst xmlns:a="http://schemas.openxmlformats.org/drawingml/2006/main">
              <a:ext uri="{FF2B5EF4-FFF2-40B4-BE49-F238E27FC236}">
                <a16:creationId xmlns:a16="http://schemas.microsoft.com/office/drawing/2014/main" id="{C2BFA485-D460-4843-9B62-E65C35AF9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3961" y="3556819"/>
            <a:ext cx="65963" cy="49472"/>
          </a:xfrm>
          <a:custGeom xmlns:a="http://schemas.openxmlformats.org/drawingml/2006/main">
            <a:pathLst>
              <a:path w="65963" h="49472">
                <a:moveTo>
                  <a:pt x="65963" y="24736"/>
                </a:moveTo>
                <a:lnTo>
                  <a:pt x="0" y="0"/>
                </a:lnTo>
                <a:lnTo>
                  <a:pt x="24736" y="24736"/>
                </a:lnTo>
                <a:lnTo>
                  <a:pt x="0" y="49472"/>
                </a:lnTo>
                <a:lnTo>
                  <a:pt x="65963" y="24736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20" name="path-1043">
            <a:extLst xmlns:a="http://schemas.openxmlformats.org/drawingml/2006/main">
              <a:ext uri="{FF2B5EF4-FFF2-40B4-BE49-F238E27FC236}">
                <a16:creationId xmlns:a16="http://schemas.microsoft.com/office/drawing/2014/main" id="{1CBA9B0A-D647-44B4-B4EA-9D8604FDA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4002" y="3556809"/>
            <a:ext cx="65965" cy="49474"/>
          </a:xfrm>
          <a:custGeom xmlns:a="http://schemas.openxmlformats.org/drawingml/2006/main">
            <a:pathLst>
              <a:path w="65965" h="49474">
                <a:moveTo>
                  <a:pt x="65965" y="24737"/>
                </a:moveTo>
                <a:lnTo>
                  <a:pt x="0" y="0"/>
                </a:lnTo>
                <a:lnTo>
                  <a:pt x="24737" y="24737"/>
                </a:lnTo>
                <a:lnTo>
                  <a:pt x="0" y="49474"/>
                </a:lnTo>
                <a:lnTo>
                  <a:pt x="65965" y="24737"/>
                </a:lnTo>
              </a:path>
            </a:pathLst>
          </a:custGeom>
          <a:noFill xmlns:a="http://schemas.openxmlformats.org/drawingml/2006/main"/>
          <a:ln xmlns:a="http://schemas.openxmlformats.org/drawingml/2006/main" w="8245">
            <a:solidFill>
              <a:srgbClr val="000000"/>
            </a:solidFill>
            <a:prstDash val="solid"/>
          </a:ln>
        </p:spPr>
      </p:sp>
      <p:sp>
        <p:nvSpPr>
          <p:cNvPr id="1121" name="path-1044">
            <a:extLst xmlns:a="http://schemas.openxmlformats.org/drawingml/2006/main">
              <a:ext uri="{FF2B5EF4-FFF2-40B4-BE49-F238E27FC236}">
                <a16:creationId xmlns:a16="http://schemas.microsoft.com/office/drawing/2014/main" id="{E5C1F6F5-05B6-490E-8819-C88B8B4B8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5680" y="4631430"/>
            <a:ext cx="294606" cy="191"/>
          </a:xfrm>
          <a:custGeom xmlns:a="http://schemas.openxmlformats.org/drawingml/2006/main">
            <a:pathLst>
              <a:path w="294606" h="191">
                <a:moveTo>
                  <a:pt x="0" y="165"/>
                </a:moveTo>
                <a:lnTo>
                  <a:pt x="294606" y="0"/>
                </a:lnTo>
              </a:path>
            </a:pathLst>
          </a:custGeom>
          <a:noFill xmlns:a="http://schemas.openxmlformats.org/drawingml/2006/main"/>
          <a:ln xmlns:a="http://schemas.openxmlformats.org/drawingml/2006/main" w="8245">
            <a:solidFill>
              <a:srgbClr val="000000"/>
            </a:solidFill>
            <a:prstDash val="solid"/>
          </a:ln>
        </p:spPr>
      </p:sp>
      <p:sp>
        <p:nvSpPr>
          <p:cNvPr id="1122" name="path-1045">
            <a:extLst xmlns:a="http://schemas.openxmlformats.org/drawingml/2006/main">
              <a:ext uri="{FF2B5EF4-FFF2-40B4-BE49-F238E27FC236}">
                <a16:creationId xmlns:a16="http://schemas.microsoft.com/office/drawing/2014/main" id="{B5B71CB7-B6CF-4E22-9674-9161F9937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5520" y="4606726"/>
            <a:ext cx="65971" cy="49472"/>
          </a:xfrm>
          <a:custGeom xmlns:a="http://schemas.openxmlformats.org/drawingml/2006/main">
            <a:pathLst>
              <a:path w="65971" h="49472">
                <a:moveTo>
                  <a:pt x="65971" y="24720"/>
                </a:moveTo>
                <a:lnTo>
                  <a:pt x="0" y="0"/>
                </a:lnTo>
                <a:lnTo>
                  <a:pt x="24744" y="24727"/>
                </a:lnTo>
                <a:lnTo>
                  <a:pt x="16" y="49472"/>
                </a:lnTo>
                <a:lnTo>
                  <a:pt x="65971" y="2472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23" name="path-1046">
            <a:extLst xmlns:a="http://schemas.openxmlformats.org/drawingml/2006/main">
              <a:ext uri="{FF2B5EF4-FFF2-40B4-BE49-F238E27FC236}">
                <a16:creationId xmlns:a16="http://schemas.microsoft.com/office/drawing/2014/main" id="{EE18B460-5125-4D84-8CD0-928975097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5549" y="4606693"/>
            <a:ext cx="65965" cy="49474"/>
          </a:xfrm>
          <a:custGeom xmlns:a="http://schemas.openxmlformats.org/drawingml/2006/main">
            <a:pathLst>
              <a:path w="65965" h="49474">
                <a:moveTo>
                  <a:pt x="65965" y="24737"/>
                </a:moveTo>
                <a:lnTo>
                  <a:pt x="0" y="0"/>
                </a:lnTo>
                <a:lnTo>
                  <a:pt x="24737" y="24737"/>
                </a:lnTo>
                <a:lnTo>
                  <a:pt x="0" y="49474"/>
                </a:lnTo>
                <a:lnTo>
                  <a:pt x="65965" y="24737"/>
                </a:lnTo>
              </a:path>
            </a:pathLst>
          </a:custGeom>
          <a:noFill xmlns:a="http://schemas.openxmlformats.org/drawingml/2006/main"/>
          <a:ln xmlns:a="http://schemas.openxmlformats.org/drawingml/2006/main" w="8245">
            <a:solidFill>
              <a:srgbClr val="000000"/>
            </a:solidFill>
            <a:prstDash val="solid"/>
          </a:ln>
        </p:spPr>
      </p:sp>
      <p:sp>
        <p:nvSpPr>
          <p:cNvPr id="1124" name="path-1047">
            <a:extLst xmlns:a="http://schemas.openxmlformats.org/drawingml/2006/main">
              <a:ext uri="{FF2B5EF4-FFF2-40B4-BE49-F238E27FC236}">
                <a16:creationId xmlns:a16="http://schemas.microsoft.com/office/drawing/2014/main" id="{1BE6B6DE-66C1-4BED-9251-7F92347E2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3" y="4631760"/>
            <a:ext cx="290483" cy="958029"/>
          </a:xfrm>
          <a:custGeom xmlns:a="http://schemas.openxmlformats.org/drawingml/2006/main">
            <a:pathLst>
              <a:path w="290483" h="958029">
                <a:moveTo>
                  <a:pt x="0" y="0"/>
                </a:moveTo>
                <a:lnTo>
                  <a:pt x="122191" y="0"/>
                </a:lnTo>
                <a:cubicBezTo>
                  <a:pt x="144952" y="0"/>
                  <a:pt x="163420" y="18468"/>
                  <a:pt x="163420" y="41228"/>
                </a:cubicBezTo>
                <a:lnTo>
                  <a:pt x="163420" y="916801"/>
                </a:lnTo>
                <a:cubicBezTo>
                  <a:pt x="163420" y="939556"/>
                  <a:pt x="181893" y="958029"/>
                  <a:pt x="204648" y="958029"/>
                </a:cubicBezTo>
                <a:lnTo>
                  <a:pt x="290483" y="958029"/>
                </a:lnTo>
              </a:path>
            </a:pathLst>
          </a:custGeom>
          <a:noFill xmlns:a="http://schemas.openxmlformats.org/drawingml/2006/main"/>
          <a:ln xmlns:a="http://schemas.openxmlformats.org/drawingml/2006/main" w="8245">
            <a:solidFill>
              <a:srgbClr val="000000"/>
            </a:solidFill>
            <a:prstDash val="solid"/>
          </a:ln>
        </p:spPr>
      </p:sp>
      <p:sp>
        <p:nvSpPr>
          <p:cNvPr id="1125" name="path-1048">
            <a:extLst xmlns:a="http://schemas.openxmlformats.org/drawingml/2006/main">
              <a:ext uri="{FF2B5EF4-FFF2-40B4-BE49-F238E27FC236}">
                <a16:creationId xmlns:a16="http://schemas.microsoft.com/office/drawing/2014/main" id="{B73F670C-48B9-459C-AEFB-5A78CD9E9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5527" y="5565027"/>
            <a:ext cx="65963" cy="49472"/>
          </a:xfrm>
          <a:custGeom xmlns:a="http://schemas.openxmlformats.org/drawingml/2006/main">
            <a:pathLst>
              <a:path w="65963" h="49472">
                <a:moveTo>
                  <a:pt x="65963" y="24736"/>
                </a:moveTo>
                <a:lnTo>
                  <a:pt x="0" y="0"/>
                </a:lnTo>
                <a:lnTo>
                  <a:pt x="24736" y="24736"/>
                </a:lnTo>
                <a:lnTo>
                  <a:pt x="0" y="49472"/>
                </a:lnTo>
                <a:lnTo>
                  <a:pt x="65963" y="24736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26" name="path-1049">
            <a:extLst xmlns:a="http://schemas.openxmlformats.org/drawingml/2006/main">
              <a:ext uri="{FF2B5EF4-FFF2-40B4-BE49-F238E27FC236}">
                <a16:creationId xmlns:a16="http://schemas.microsoft.com/office/drawing/2014/main" id="{8F5430DC-C134-42CA-B0BB-31542CFE5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5549" y="5565052"/>
            <a:ext cx="65965" cy="49474"/>
          </a:xfrm>
          <a:custGeom xmlns:a="http://schemas.openxmlformats.org/drawingml/2006/main">
            <a:pathLst>
              <a:path w="65965" h="49474">
                <a:moveTo>
                  <a:pt x="65965" y="24737"/>
                </a:moveTo>
                <a:lnTo>
                  <a:pt x="0" y="0"/>
                </a:lnTo>
                <a:lnTo>
                  <a:pt x="24737" y="24737"/>
                </a:lnTo>
                <a:lnTo>
                  <a:pt x="0" y="49474"/>
                </a:lnTo>
                <a:lnTo>
                  <a:pt x="65965" y="24737"/>
                </a:lnTo>
              </a:path>
            </a:pathLst>
          </a:custGeom>
          <a:noFill xmlns:a="http://schemas.openxmlformats.org/drawingml/2006/main"/>
          <a:ln xmlns:a="http://schemas.openxmlformats.org/drawingml/2006/main" w="8245">
            <a:solidFill>
              <a:srgbClr val="000000"/>
            </a:solidFill>
            <a:prstDash val="solid"/>
          </a:ln>
        </p:spPr>
      </p:sp>
      <p:sp>
        <p:nvSpPr>
          <p:cNvPr id="1127" name="path-1050">
            <a:extLst xmlns:a="http://schemas.openxmlformats.org/drawingml/2006/main">
              <a:ext uri="{FF2B5EF4-FFF2-40B4-BE49-F238E27FC236}">
                <a16:creationId xmlns:a16="http://schemas.microsoft.com/office/drawing/2014/main" id="{843C8DF0-1399-46B4-8D23-6A5C4E75A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5423" y="5350256"/>
            <a:ext cx="1433381" cy="478980"/>
          </a:xfrm>
          <a:custGeom xmlns:a="http://schemas.openxmlformats.org/drawingml/2006/main">
            <a:pathLst>
              <a:path w="1433381" h="478980">
                <a:moveTo>
                  <a:pt x="0" y="0"/>
                </a:moveTo>
                <a:lnTo>
                  <a:pt x="0" y="478980"/>
                </a:lnTo>
                <a:lnTo>
                  <a:pt x="1433381" y="478980"/>
                </a:lnTo>
                <a:lnTo>
                  <a:pt x="1433381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6491">
            <a:solidFill>
              <a:srgbClr val="000000"/>
            </a:solidFill>
            <a:prstDash val="solid"/>
          </a:ln>
        </p:spPr>
      </p:sp>
      <p:sp>
        <p:nvSpPr>
          <p:cNvPr id="1128" name="text-1051 …">
            <a:extLst xmlns:a="http://schemas.openxmlformats.org/drawingml/2006/main">
              <a:ext uri="{FF2B5EF4-FFF2-40B4-BE49-F238E27FC236}">
                <a16:creationId xmlns:a16="http://schemas.microsoft.com/office/drawing/2014/main" id="{7375BB14-9CD3-40A0-9504-9D620EEA4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14852" y="5405652"/>
            <a:ext cx="175135" cy="2078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69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69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69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…</a:t>
            </a:r>
          </a:p>
        </p:txBody>
      </p:sp>
      <p:sp>
        <p:nvSpPr>
          <p:cNvPr id="1129" name="text-1052 Fixation">
            <a:extLst xmlns:a="http://schemas.openxmlformats.org/drawingml/2006/main">
              <a:ext uri="{FF2B5EF4-FFF2-40B4-BE49-F238E27FC236}">
                <a16:creationId xmlns:a16="http://schemas.microsoft.com/office/drawing/2014/main" id="{E99905F8-0A71-4110-A4D0-15C6E4096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13702" y="5657817"/>
            <a:ext cx="485705" cy="1848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3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3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39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Fixation</a:t>
            </a:r>
          </a:p>
        </p:txBody>
      </p:sp>
      <p:sp>
        <p:nvSpPr>
          <p:cNvPr id="1130" name="text-1053 1+2+">
            <a:extLst xmlns:a="http://schemas.openxmlformats.org/drawingml/2006/main">
              <a:ext uri="{FF2B5EF4-FFF2-40B4-BE49-F238E27FC236}">
                <a16:creationId xmlns:a16="http://schemas.microsoft.com/office/drawing/2014/main" id="{410A341B-18D9-4487-94B4-D14A11023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12212" y="5657829"/>
            <a:ext cx="324609" cy="1847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39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39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39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1+2+</a:t>
            </a:r>
          </a:p>
        </p:txBody>
      </p:sp>
      <p:sp>
        <p:nvSpPr>
          <p:cNvPr id="1131" name="text-1053 …">
            <a:extLst xmlns:a="http://schemas.openxmlformats.org/drawingml/2006/main">
              <a:ext uri="{FF2B5EF4-FFF2-40B4-BE49-F238E27FC236}">
                <a16:creationId xmlns:a16="http://schemas.microsoft.com/office/drawing/2014/main" id="{B4F23327-5B8A-426A-AF40-C04E70544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49716" y="5657793"/>
            <a:ext cx="155691" cy="1848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4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4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4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…</a:t>
            </a:r>
          </a:p>
        </p:txBody>
      </p:sp>
      <p:sp>
        <p:nvSpPr>
          <p:cNvPr id="1132" name="text-1053 +T">
            <a:extLst xmlns:a="http://schemas.openxmlformats.org/drawingml/2006/main">
              <a:ext uri="{FF2B5EF4-FFF2-40B4-BE49-F238E27FC236}">
                <a16:creationId xmlns:a16="http://schemas.microsoft.com/office/drawing/2014/main" id="{64841139-3D96-42C0-9B1A-04E599234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18292" y="5657821"/>
            <a:ext cx="181390" cy="1847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39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39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39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+T</a:t>
            </a:r>
          </a:p>
        </p:txBody>
      </p:sp>
      <p:sp>
        <p:nvSpPr>
          <p:cNvPr id="1133" name="text-1054 Decision-">
            <a:extLst xmlns:a="http://schemas.openxmlformats.org/drawingml/2006/main">
              <a:ext uri="{FF2B5EF4-FFF2-40B4-BE49-F238E27FC236}">
                <a16:creationId xmlns:a16="http://schemas.microsoft.com/office/drawing/2014/main" id="{FCC71417-8234-4816-A0B9-97CBA5C46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20662" y="3657401"/>
            <a:ext cx="694992" cy="2078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69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69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69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Decision-</a:t>
            </a:r>
          </a:p>
        </p:txBody>
      </p:sp>
      <p:sp>
        <p:nvSpPr>
          <p:cNvPr id="1134" name="text-1055 making">
            <a:extLst xmlns:a="http://schemas.openxmlformats.org/drawingml/2006/main">
              <a:ext uri="{FF2B5EF4-FFF2-40B4-BE49-F238E27FC236}">
                <a16:creationId xmlns:a16="http://schemas.microsoft.com/office/drawing/2014/main" id="{1FE11C63-2EE1-47F0-A3C4-C704F79B1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94873" y="3827190"/>
            <a:ext cx="546455" cy="2078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69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69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69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making</a:t>
            </a:r>
          </a:p>
        </p:txBody>
      </p:sp>
      <p:sp>
        <p:nvSpPr>
          <p:cNvPr id="1135" name="text-1056 (non-differentiable)">
            <a:extLst xmlns:a="http://schemas.openxmlformats.org/drawingml/2006/main">
              <a:ext uri="{FF2B5EF4-FFF2-40B4-BE49-F238E27FC236}">
                <a16:creationId xmlns:a16="http://schemas.microsoft.com/office/drawing/2014/main" id="{ABDEBB4F-BF7C-44FB-8E64-F279F7747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92430" y="4005276"/>
            <a:ext cx="1146781" cy="1731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74" b="1" i="1">
                <a:solidFill>
                  <a:srgbClr val="9353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74" b="1" i="1">
                <a:solidFill>
                  <a:srgbClr val="935300"/>
                </a:solidFill>
                <a:latin typeface="Arial"/>
                <a:ea typeface="Arial"/>
                <a:cs typeface="Arial"/>
              </a:defRPr>
            </a:pPr>
            <a:r>
              <a:rPr sz="974" b="1" i="1">
                <a:solidFill>
                  <a:srgbClr val="935300"/>
                </a:solidFill>
                <a:latin typeface="Arial"/>
                <a:ea typeface="Arial"/>
                <a:cs typeface="Arial"/>
              </a:rPr>
              <a:t>(non-differentiable)</a:t>
            </a:r>
          </a:p>
        </p:txBody>
      </p:sp>
      <p:sp>
        <p:nvSpPr>
          <p:cNvPr id="1136" name="path-1057">
            <a:extLst xmlns:a="http://schemas.openxmlformats.org/drawingml/2006/main">
              <a:ext uri="{FF2B5EF4-FFF2-40B4-BE49-F238E27FC236}">
                <a16:creationId xmlns:a16="http://schemas.microsoft.com/office/drawing/2014/main" id="{3707588F-091E-4738-8FCE-7DFA36891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5961" y="3581546"/>
            <a:ext cx="634478" cy="1050213"/>
          </a:xfrm>
          <a:custGeom xmlns:a="http://schemas.openxmlformats.org/drawingml/2006/main">
            <a:pathLst>
              <a:path w="634478" h="1050213">
                <a:moveTo>
                  <a:pt x="0" y="0"/>
                </a:moveTo>
                <a:lnTo>
                  <a:pt x="418035" y="0"/>
                </a:lnTo>
                <a:cubicBezTo>
                  <a:pt x="440796" y="0"/>
                  <a:pt x="459264" y="18468"/>
                  <a:pt x="459264" y="41228"/>
                </a:cubicBezTo>
                <a:lnTo>
                  <a:pt x="459264" y="1008985"/>
                </a:lnTo>
                <a:cubicBezTo>
                  <a:pt x="459264" y="1031740"/>
                  <a:pt x="477731" y="1050213"/>
                  <a:pt x="500492" y="1050213"/>
                </a:cubicBezTo>
                <a:lnTo>
                  <a:pt x="634478" y="1050213"/>
                </a:lnTo>
              </a:path>
            </a:pathLst>
          </a:custGeom>
          <a:noFill xmlns:a="http://schemas.openxmlformats.org/drawingml/2006/main"/>
          <a:ln xmlns:a="http://schemas.openxmlformats.org/drawingml/2006/main" w="8245">
            <a:solidFill>
              <a:srgbClr val="000000"/>
            </a:solidFill>
            <a:prstDash val="solid"/>
          </a:ln>
        </p:spPr>
      </p:sp>
      <p:sp>
        <p:nvSpPr>
          <p:cNvPr id="1137" name="path-1058">
            <a:extLst xmlns:a="http://schemas.openxmlformats.org/drawingml/2006/main">
              <a:ext uri="{FF2B5EF4-FFF2-40B4-BE49-F238E27FC236}">
                <a16:creationId xmlns:a16="http://schemas.microsoft.com/office/drawing/2014/main" id="{5913F9EF-382F-478E-85A6-CE6CABB14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5738" y="4606990"/>
            <a:ext cx="65962" cy="49472"/>
          </a:xfrm>
          <a:custGeom xmlns:a="http://schemas.openxmlformats.org/drawingml/2006/main">
            <a:pathLst>
              <a:path w="65962" h="49472">
                <a:moveTo>
                  <a:pt x="65962" y="24736"/>
                </a:moveTo>
                <a:lnTo>
                  <a:pt x="0" y="0"/>
                </a:lnTo>
                <a:lnTo>
                  <a:pt x="24736" y="24736"/>
                </a:lnTo>
                <a:lnTo>
                  <a:pt x="0" y="49472"/>
                </a:lnTo>
                <a:lnTo>
                  <a:pt x="65962" y="24736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38" name="path-1059">
            <a:extLst xmlns:a="http://schemas.openxmlformats.org/drawingml/2006/main">
              <a:ext uri="{FF2B5EF4-FFF2-40B4-BE49-F238E27FC236}">
                <a16:creationId xmlns:a16="http://schemas.microsoft.com/office/drawing/2014/main" id="{3F87DD2F-DF58-4524-901B-21C113BCF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5702" y="4607023"/>
            <a:ext cx="65960" cy="49474"/>
          </a:xfrm>
          <a:custGeom xmlns:a="http://schemas.openxmlformats.org/drawingml/2006/main">
            <a:pathLst>
              <a:path w="65960" h="49474">
                <a:moveTo>
                  <a:pt x="65960" y="24737"/>
                </a:moveTo>
                <a:lnTo>
                  <a:pt x="0" y="0"/>
                </a:lnTo>
                <a:lnTo>
                  <a:pt x="24737" y="24737"/>
                </a:lnTo>
                <a:lnTo>
                  <a:pt x="0" y="49474"/>
                </a:lnTo>
                <a:lnTo>
                  <a:pt x="65960" y="24737"/>
                </a:lnTo>
              </a:path>
            </a:pathLst>
          </a:custGeom>
          <a:noFill xmlns:a="http://schemas.openxmlformats.org/drawingml/2006/main"/>
          <a:ln xmlns:a="http://schemas.openxmlformats.org/drawingml/2006/main" w="8245">
            <a:solidFill>
              <a:srgbClr val="000000"/>
            </a:solidFill>
            <a:prstDash val="solid"/>
          </a:ln>
        </p:spPr>
      </p:sp>
      <p:sp>
        <p:nvSpPr>
          <p:cNvPr id="1139" name="path-1060">
            <a:extLst xmlns:a="http://schemas.openxmlformats.org/drawingml/2006/main">
              <a:ext uri="{FF2B5EF4-FFF2-40B4-BE49-F238E27FC236}">
                <a16:creationId xmlns:a16="http://schemas.microsoft.com/office/drawing/2014/main" id="{81FF0176-792B-4A5C-8512-3450EA0EE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3875" y="3111232"/>
            <a:ext cx="733840" cy="940709"/>
          </a:xfrm>
          <a:custGeom xmlns:a="http://schemas.openxmlformats.org/drawingml/2006/main">
            <a:pathLst>
              <a:path w="733840" h="940709">
                <a:moveTo>
                  <a:pt x="0" y="0"/>
                </a:moveTo>
                <a:lnTo>
                  <a:pt x="0" y="940709"/>
                </a:lnTo>
                <a:lnTo>
                  <a:pt x="733840" y="940709"/>
                </a:lnTo>
                <a:lnTo>
                  <a:pt x="73384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6491">
            <a:solidFill>
              <a:srgbClr val="000000"/>
            </a:solidFill>
            <a:prstDash val="solid"/>
          </a:ln>
        </p:spPr>
      </p:sp>
      <p:pic>
        <p:nvPicPr>
          <p:cNvPr id="1140" name="">
            <a:extLst xmlns:a="http://schemas.openxmlformats.org/drawingml/2006/main">
              <a:ext uri="{FF2B5EF4-FFF2-40B4-BE49-F238E27FC236}">
                <a16:creationId xmlns:a16="http://schemas.microsoft.com/office/drawing/2014/main" id="{E5E812FF-AD7D-4B6E-B05E-093687F18DB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53774357b143f4"/>
          <a:stretch xmlns:a="http://schemas.openxmlformats.org/drawingml/2006/main"/>
        </p:blipFill>
        <p:spPr>
          <a:xfrm xmlns:a="http://schemas.openxmlformats.org/drawingml/2006/main">
            <a:off x="6746337" y="3162304"/>
            <a:ext cx="685800" cy="704850"/>
          </a:xfrm>
          <a:prstGeom xmlns:a="http://schemas.openxmlformats.org/drawingml/2006/main" prst="rect">
            <a:avLst/>
          </a:prstGeom>
        </p:spPr>
      </p:pic>
      <p:sp>
        <p:nvSpPr>
          <p:cNvPr id="1141" name="text-1062 Fixation">
            <a:extLst xmlns:a="http://schemas.openxmlformats.org/drawingml/2006/main">
              <a:ext uri="{FF2B5EF4-FFF2-40B4-BE49-F238E27FC236}">
                <a16:creationId xmlns:a16="http://schemas.microsoft.com/office/drawing/2014/main" id="{C6BE49A5-2B02-4C70-968F-DCD4825B7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04764" y="3867579"/>
            <a:ext cx="485705" cy="1848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3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3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39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Fixation</a:t>
            </a:r>
          </a:p>
        </p:txBody>
      </p:sp>
      <p:sp>
        <p:nvSpPr>
          <p:cNvPr id="1142" name="text-1063 1">
            <a:extLst xmlns:a="http://schemas.openxmlformats.org/drawingml/2006/main">
              <a:ext uri="{FF2B5EF4-FFF2-40B4-BE49-F238E27FC236}">
                <a16:creationId xmlns:a16="http://schemas.microsoft.com/office/drawing/2014/main" id="{5B20ED67-93E1-4C90-B980-70C64E5FC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03359" y="3867604"/>
            <a:ext cx="97127" cy="1847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39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39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39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143" name="path-1064">
            <a:extLst xmlns:a="http://schemas.openxmlformats.org/drawingml/2006/main">
              <a:ext uri="{FF2B5EF4-FFF2-40B4-BE49-F238E27FC236}">
                <a16:creationId xmlns:a16="http://schemas.microsoft.com/office/drawing/2014/main" id="{6F7CFEC4-69EB-48B1-92D9-EAA82B242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5423" y="4160781"/>
            <a:ext cx="1433381" cy="940714"/>
          </a:xfrm>
          <a:custGeom xmlns:a="http://schemas.openxmlformats.org/drawingml/2006/main">
            <a:pathLst>
              <a:path w="1433381" h="940714">
                <a:moveTo>
                  <a:pt x="0" y="0"/>
                </a:moveTo>
                <a:lnTo>
                  <a:pt x="0" y="940714"/>
                </a:lnTo>
                <a:lnTo>
                  <a:pt x="1433381" y="940714"/>
                </a:lnTo>
                <a:lnTo>
                  <a:pt x="1433381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6491">
            <a:solidFill>
              <a:srgbClr val="000000"/>
            </a:solidFill>
            <a:prstDash val="solid"/>
          </a:ln>
        </p:spPr>
      </p:sp>
      <p:pic>
        <p:nvPicPr>
          <p:cNvPr id="1144" name="">
            <a:extLst xmlns:a="http://schemas.openxmlformats.org/drawingml/2006/main">
              <a:ext uri="{FF2B5EF4-FFF2-40B4-BE49-F238E27FC236}">
                <a16:creationId xmlns:a16="http://schemas.microsoft.com/office/drawing/2014/main" id="{39FF56DC-EAD0-423F-80F3-DF406870275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74d47dd4512474c"/>
          <a:stretch xmlns:a="http://schemas.openxmlformats.org/drawingml/2006/main"/>
        </p:blipFill>
        <p:spPr>
          <a:xfrm xmlns:a="http://schemas.openxmlformats.org/drawingml/2006/main">
            <a:off x="7089237" y="4210054"/>
            <a:ext cx="685800" cy="704850"/>
          </a:xfrm>
          <a:prstGeom xmlns:a="http://schemas.openxmlformats.org/drawingml/2006/main" prst="rect">
            <a:avLst/>
          </a:prstGeom>
        </p:spPr>
      </p:pic>
      <p:pic>
        <p:nvPicPr>
          <p:cNvPr id="1145" name="">
            <a:extLst xmlns:a="http://schemas.openxmlformats.org/drawingml/2006/main">
              <a:ext uri="{FF2B5EF4-FFF2-40B4-BE49-F238E27FC236}">
                <a16:creationId xmlns:a16="http://schemas.microsoft.com/office/drawing/2014/main" id="{AA753450-27A3-49EE-BADE-BBAFE007088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fe4d2cab4d42f7"/>
          <a:stretch xmlns:a="http://schemas.openxmlformats.org/drawingml/2006/main"/>
        </p:blipFill>
        <p:spPr>
          <a:xfrm xmlns:a="http://schemas.openxmlformats.org/drawingml/2006/main">
            <a:off x="6393912" y="4210054"/>
            <a:ext cx="685800" cy="704850"/>
          </a:xfrm>
          <a:prstGeom xmlns:a="http://schemas.openxmlformats.org/drawingml/2006/main" prst="rect">
            <a:avLst/>
          </a:prstGeom>
        </p:spPr>
      </p:pic>
      <p:sp>
        <p:nvSpPr>
          <p:cNvPr id="1146" name="text-1067 Fixation">
            <a:extLst xmlns:a="http://schemas.openxmlformats.org/drawingml/2006/main">
              <a:ext uri="{FF2B5EF4-FFF2-40B4-BE49-F238E27FC236}">
                <a16:creationId xmlns:a16="http://schemas.microsoft.com/office/drawing/2014/main" id="{3ABDA877-E372-4A1C-8F14-E5208A8E0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24619" y="4915322"/>
            <a:ext cx="485705" cy="1848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3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3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39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Fixation</a:t>
            </a:r>
          </a:p>
        </p:txBody>
      </p:sp>
      <p:sp>
        <p:nvSpPr>
          <p:cNvPr id="1147" name="text-1068 1+2">
            <a:extLst xmlns:a="http://schemas.openxmlformats.org/drawingml/2006/main">
              <a:ext uri="{FF2B5EF4-FFF2-40B4-BE49-F238E27FC236}">
                <a16:creationId xmlns:a16="http://schemas.microsoft.com/office/drawing/2014/main" id="{0185F489-A21D-4879-968F-7AB6A22B8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23129" y="4915310"/>
            <a:ext cx="247560" cy="1848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39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39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39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1+2</a:t>
            </a:r>
          </a:p>
        </p:txBody>
      </p:sp>
      <p:sp>
        <p:nvSpPr>
          <p:cNvPr id="1148" name="path-1069">
            <a:extLst xmlns:a="http://schemas.openxmlformats.org/drawingml/2006/main">
              <a:ext uri="{FF2B5EF4-FFF2-40B4-BE49-F238E27FC236}">
                <a16:creationId xmlns:a16="http://schemas.microsoft.com/office/drawing/2014/main" id="{1142E5E9-C4CC-4804-86AB-094E2A44E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9868" y="4635138"/>
            <a:ext cx="332535" cy="191"/>
          </a:xfrm>
          <a:custGeom xmlns:a="http://schemas.openxmlformats.org/drawingml/2006/main">
            <a:pathLst>
              <a:path w="332535" h="191">
                <a:moveTo>
                  <a:pt x="0" y="0"/>
                </a:moveTo>
                <a:lnTo>
                  <a:pt x="33253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245">
            <a:solidFill>
              <a:srgbClr val="000000"/>
            </a:solidFill>
            <a:prstDash val="solid"/>
          </a:ln>
        </p:spPr>
      </p:sp>
      <p:sp>
        <p:nvSpPr>
          <p:cNvPr id="1149" name="path-1070">
            <a:extLst xmlns:a="http://schemas.openxmlformats.org/drawingml/2006/main">
              <a:ext uri="{FF2B5EF4-FFF2-40B4-BE49-F238E27FC236}">
                <a16:creationId xmlns:a16="http://schemas.microsoft.com/office/drawing/2014/main" id="{F5C12F3A-4B6E-46A1-98F8-E923F0F92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7669" y="4610370"/>
            <a:ext cx="65962" cy="49472"/>
          </a:xfrm>
          <a:custGeom xmlns:a="http://schemas.openxmlformats.org/drawingml/2006/main">
            <a:pathLst>
              <a:path w="65962" h="49472">
                <a:moveTo>
                  <a:pt x="65962" y="24736"/>
                </a:moveTo>
                <a:lnTo>
                  <a:pt x="0" y="0"/>
                </a:lnTo>
                <a:lnTo>
                  <a:pt x="24736" y="24736"/>
                </a:lnTo>
                <a:lnTo>
                  <a:pt x="0" y="49472"/>
                </a:lnTo>
                <a:lnTo>
                  <a:pt x="65962" y="24736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50" name="path-1071">
            <a:extLst xmlns:a="http://schemas.openxmlformats.org/drawingml/2006/main">
              <a:ext uri="{FF2B5EF4-FFF2-40B4-BE49-F238E27FC236}">
                <a16:creationId xmlns:a16="http://schemas.microsoft.com/office/drawing/2014/main" id="{0C72165F-EE94-4F9D-9B46-B50CA2D4A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7666" y="4610402"/>
            <a:ext cx="65965" cy="49474"/>
          </a:xfrm>
          <a:custGeom xmlns:a="http://schemas.openxmlformats.org/drawingml/2006/main">
            <a:pathLst>
              <a:path w="65965" h="49474">
                <a:moveTo>
                  <a:pt x="65965" y="24737"/>
                </a:moveTo>
                <a:lnTo>
                  <a:pt x="0" y="0"/>
                </a:lnTo>
                <a:lnTo>
                  <a:pt x="24737" y="24737"/>
                </a:lnTo>
                <a:lnTo>
                  <a:pt x="0" y="49474"/>
                </a:lnTo>
                <a:lnTo>
                  <a:pt x="65965" y="24737"/>
                </a:lnTo>
              </a:path>
            </a:pathLst>
          </a:custGeom>
          <a:noFill xmlns:a="http://schemas.openxmlformats.org/drawingml/2006/main"/>
          <a:ln xmlns:a="http://schemas.openxmlformats.org/drawingml/2006/main" w="8245">
            <a:solidFill>
              <a:srgbClr val="000000"/>
            </a:solidFill>
            <a:prstDash val="solid"/>
          </a:ln>
        </p:spPr>
      </p:sp>
      <p:sp>
        <p:nvSpPr>
          <p:cNvPr id="1151" name="path-1072">
            <a:extLst xmlns:a="http://schemas.openxmlformats.org/drawingml/2006/main">
              <a:ext uri="{FF2B5EF4-FFF2-40B4-BE49-F238E27FC236}">
                <a16:creationId xmlns:a16="http://schemas.microsoft.com/office/drawing/2014/main" id="{F716DA84-EF14-4565-A741-7F76495D6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2178" y="3875414"/>
            <a:ext cx="1464870" cy="307463"/>
          </a:xfrm>
          <a:custGeom xmlns:a="http://schemas.openxmlformats.org/drawingml/2006/main">
            <a:pathLst>
              <a:path w="1464870" h="307463">
                <a:moveTo>
                  <a:pt x="1464870" y="307463"/>
                </a:moveTo>
                <a:lnTo>
                  <a:pt x="1464870" y="202916"/>
                </a:lnTo>
                <a:cubicBezTo>
                  <a:pt x="1464870" y="202501"/>
                  <a:pt x="1464870" y="202092"/>
                  <a:pt x="1464870" y="201678"/>
                </a:cubicBezTo>
                <a:lnTo>
                  <a:pt x="1463632" y="159047"/>
                </a:lnTo>
                <a:cubicBezTo>
                  <a:pt x="1463552" y="158638"/>
                  <a:pt x="1463552" y="158229"/>
                  <a:pt x="1463552" y="157894"/>
                </a:cubicBezTo>
                <a:lnTo>
                  <a:pt x="1463552" y="41223"/>
                </a:lnTo>
                <a:cubicBezTo>
                  <a:pt x="1463552" y="18468"/>
                  <a:pt x="1445164" y="0"/>
                  <a:pt x="1422324" y="0"/>
                </a:cubicBez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7104">
            <a:solidFill>
              <a:srgbClr val="531B93"/>
            </a:solidFill>
            <a:prstDash val="solid"/>
          </a:ln>
        </p:spPr>
      </p:sp>
      <p:sp>
        <p:nvSpPr>
          <p:cNvPr id="1152" name="path-1073">
            <a:extLst xmlns:a="http://schemas.openxmlformats.org/drawingml/2006/main">
              <a:ext uri="{FF2B5EF4-FFF2-40B4-BE49-F238E27FC236}">
                <a16:creationId xmlns:a16="http://schemas.microsoft.com/office/drawing/2014/main" id="{5928A465-A09A-4D88-9675-14EA94E1E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091" y="3833377"/>
            <a:ext cx="112137" cy="84102"/>
          </a:xfrm>
          <a:custGeom xmlns:a="http://schemas.openxmlformats.org/drawingml/2006/main">
            <a:pathLst>
              <a:path w="112137" h="84102">
                <a:moveTo>
                  <a:pt x="0" y="42051"/>
                </a:moveTo>
                <a:lnTo>
                  <a:pt x="112137" y="84102"/>
                </a:lnTo>
                <a:lnTo>
                  <a:pt x="70086" y="42051"/>
                </a:lnTo>
                <a:lnTo>
                  <a:pt x="112137" y="0"/>
                </a:lnTo>
                <a:lnTo>
                  <a:pt x="0" y="42051"/>
                </a:lnTo>
              </a:path>
            </a:pathLst>
          </a:custGeom>
          <a:solidFill xmlns:a="http://schemas.openxmlformats.org/drawingml/2006/main">
            <a:srgbClr val="531B9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53" name="path-1074">
            <a:extLst xmlns:a="http://schemas.openxmlformats.org/drawingml/2006/main">
              <a:ext uri="{FF2B5EF4-FFF2-40B4-BE49-F238E27FC236}">
                <a16:creationId xmlns:a16="http://schemas.microsoft.com/office/drawing/2014/main" id="{5985DCBD-32D9-41C1-A9E9-60ACC287F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090" y="3833362"/>
            <a:ext cx="112140" cy="84098"/>
          </a:xfrm>
          <a:custGeom xmlns:a="http://schemas.openxmlformats.org/drawingml/2006/main">
            <a:pathLst>
              <a:path w="112140" h="84098">
                <a:moveTo>
                  <a:pt x="0" y="42052"/>
                </a:moveTo>
                <a:lnTo>
                  <a:pt x="112140" y="84098"/>
                </a:lnTo>
                <a:lnTo>
                  <a:pt x="70088" y="42052"/>
                </a:lnTo>
                <a:lnTo>
                  <a:pt x="112140" y="0"/>
                </a:lnTo>
                <a:lnTo>
                  <a:pt x="0" y="42052"/>
                </a:lnTo>
              </a:path>
            </a:pathLst>
          </a:custGeom>
          <a:noFill xmlns:a="http://schemas.openxmlformats.org/drawingml/2006/main"/>
          <a:ln xmlns:a="http://schemas.openxmlformats.org/drawingml/2006/main" w="37104">
            <a:solidFill>
              <a:srgbClr val="531B93"/>
            </a:solidFill>
            <a:prstDash val="solid"/>
          </a:ln>
        </p:spPr>
      </p:sp>
      <p:sp>
        <p:nvSpPr>
          <p:cNvPr id="1154" name="path-1075">
            <a:extLst xmlns:a="http://schemas.openxmlformats.org/drawingml/2006/main">
              <a:ext uri="{FF2B5EF4-FFF2-40B4-BE49-F238E27FC236}">
                <a16:creationId xmlns:a16="http://schemas.microsoft.com/office/drawing/2014/main" id="{99F9C288-447F-4583-A530-0CFB72B1B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7335" y="4161360"/>
            <a:ext cx="754449" cy="940714"/>
          </a:xfrm>
          <a:custGeom xmlns:a="http://schemas.openxmlformats.org/drawingml/2006/main">
            <a:pathLst>
              <a:path w="754449" h="940714">
                <a:moveTo>
                  <a:pt x="82451" y="0"/>
                </a:moveTo>
                <a:lnTo>
                  <a:pt x="671998" y="0"/>
                </a:lnTo>
                <a:cubicBezTo>
                  <a:pt x="717593" y="0"/>
                  <a:pt x="754449" y="36941"/>
                  <a:pt x="754449" y="82451"/>
                </a:cubicBezTo>
                <a:lnTo>
                  <a:pt x="754449" y="858258"/>
                </a:lnTo>
                <a:cubicBezTo>
                  <a:pt x="754449" y="903773"/>
                  <a:pt x="717593" y="940714"/>
                  <a:pt x="671998" y="940714"/>
                </a:cubicBezTo>
                <a:lnTo>
                  <a:pt x="82451" y="940714"/>
                </a:lnTo>
                <a:cubicBezTo>
                  <a:pt x="36935" y="940714"/>
                  <a:pt x="0" y="903773"/>
                  <a:pt x="0" y="858258"/>
                </a:cubicBezTo>
                <a:lnTo>
                  <a:pt x="0" y="82451"/>
                </a:lnTo>
                <a:cubicBezTo>
                  <a:pt x="0" y="36941"/>
                  <a:pt x="36935" y="0"/>
                  <a:pt x="82451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8245">
            <a:solidFill>
              <a:srgbClr val="000000"/>
            </a:solidFill>
            <a:prstDash val="dash"/>
          </a:ln>
        </p:spPr>
      </p:sp>
      <p:pic>
        <p:nvPicPr>
          <p:cNvPr id="1155" name="">
            <a:extLst xmlns:a="http://schemas.openxmlformats.org/drawingml/2006/main">
              <a:ext uri="{FF2B5EF4-FFF2-40B4-BE49-F238E27FC236}">
                <a16:creationId xmlns:a16="http://schemas.microsoft.com/office/drawing/2014/main" id="{29E80B35-F6C5-40CA-8A49-3FDE599520C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81a33e3dc384b71"/>
          <a:stretch xmlns:a="http://schemas.openxmlformats.org/drawingml/2006/main"/>
        </p:blipFill>
        <p:spPr>
          <a:xfrm xmlns:a="http://schemas.openxmlformats.org/drawingml/2006/main">
            <a:off x="8213187" y="4200529"/>
            <a:ext cx="647700" cy="866775"/>
          </a:xfrm>
          <a:prstGeom xmlns:a="http://schemas.openxmlformats.org/drawingml/2006/main" prst="rect">
            <a:avLst/>
          </a:prstGeom>
        </p:spPr>
      </p:pic>
      <p:sp>
        <p:nvSpPr>
          <p:cNvPr id="1156" name="path-1077">
            <a:extLst xmlns:a="http://schemas.openxmlformats.org/drawingml/2006/main">
              <a:ext uri="{FF2B5EF4-FFF2-40B4-BE49-F238E27FC236}">
                <a16:creationId xmlns:a16="http://schemas.microsoft.com/office/drawing/2014/main" id="{11C582FC-734E-4102-9CB1-3DD290CCF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4679" y="5174632"/>
            <a:ext cx="5152369" cy="850347"/>
          </a:xfrm>
          <a:custGeom xmlns:a="http://schemas.openxmlformats.org/drawingml/2006/main">
            <a:pathLst>
              <a:path w="5152369" h="850347">
                <a:moveTo>
                  <a:pt x="5152369" y="285043"/>
                </a:moveTo>
                <a:lnTo>
                  <a:pt x="5152369" y="809119"/>
                </a:lnTo>
                <a:cubicBezTo>
                  <a:pt x="5152369" y="831880"/>
                  <a:pt x="5133901" y="850347"/>
                  <a:pt x="5111140" y="850347"/>
                </a:cubicBezTo>
                <a:lnTo>
                  <a:pt x="41228" y="850347"/>
                </a:lnTo>
                <a:cubicBezTo>
                  <a:pt x="18473" y="850347"/>
                  <a:pt x="0" y="831880"/>
                  <a:pt x="0" y="809119"/>
                </a:cubicBez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7104">
            <a:solidFill>
              <a:srgbClr val="935300"/>
            </a:solidFill>
            <a:prstDash val="dash"/>
          </a:ln>
        </p:spPr>
      </p:sp>
      <p:sp>
        <p:nvSpPr>
          <p:cNvPr id="1157" name="path-1078">
            <a:extLst xmlns:a="http://schemas.openxmlformats.org/drawingml/2006/main">
              <a:ext uri="{FF2B5EF4-FFF2-40B4-BE49-F238E27FC236}">
                <a16:creationId xmlns:a16="http://schemas.microsoft.com/office/drawing/2014/main" id="{08DD9ED7-96D1-41A0-852C-F9A14E999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2640" y="5104564"/>
            <a:ext cx="84103" cy="112137"/>
          </a:xfrm>
          <a:custGeom xmlns:a="http://schemas.openxmlformats.org/drawingml/2006/main">
            <a:pathLst>
              <a:path w="84103" h="112137">
                <a:moveTo>
                  <a:pt x="42052" y="0"/>
                </a:moveTo>
                <a:lnTo>
                  <a:pt x="0" y="112137"/>
                </a:lnTo>
                <a:lnTo>
                  <a:pt x="42052" y="70087"/>
                </a:lnTo>
                <a:lnTo>
                  <a:pt x="84103" y="112137"/>
                </a:lnTo>
                <a:lnTo>
                  <a:pt x="42052" y="0"/>
                </a:lnTo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58" name="path-1079">
            <a:extLst xmlns:a="http://schemas.openxmlformats.org/drawingml/2006/main">
              <a:ext uri="{FF2B5EF4-FFF2-40B4-BE49-F238E27FC236}">
                <a16:creationId xmlns:a16="http://schemas.microsoft.com/office/drawing/2014/main" id="{58D3BC12-CAF0-415B-BF2D-AA788820C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2633" y="5104550"/>
            <a:ext cx="84098" cy="112134"/>
          </a:xfrm>
          <a:custGeom xmlns:a="http://schemas.openxmlformats.org/drawingml/2006/main">
            <a:pathLst>
              <a:path w="84098" h="112134">
                <a:moveTo>
                  <a:pt x="42046" y="0"/>
                </a:moveTo>
                <a:lnTo>
                  <a:pt x="0" y="112134"/>
                </a:lnTo>
                <a:lnTo>
                  <a:pt x="42046" y="70082"/>
                </a:lnTo>
                <a:lnTo>
                  <a:pt x="84098" y="112134"/>
                </a:lnTo>
                <a:lnTo>
                  <a:pt x="42046" y="0"/>
                </a:lnTo>
              </a:path>
            </a:pathLst>
          </a:custGeom>
          <a:noFill xmlns:a="http://schemas.openxmlformats.org/drawingml/2006/main"/>
          <a:ln xmlns:a="http://schemas.openxmlformats.org/drawingml/2006/main" w="37104">
            <a:solidFill>
              <a:srgbClr val="935300"/>
            </a:solidFill>
            <a:prstDash val="solid"/>
          </a:ln>
        </p:spPr>
      </p:sp>
      <p:sp>
        <p:nvSpPr>
          <p:cNvPr id="1159" name="text-1080 …">
            <a:extLst xmlns:a="http://schemas.openxmlformats.org/drawingml/2006/main">
              <a:ext uri="{FF2B5EF4-FFF2-40B4-BE49-F238E27FC236}">
                <a16:creationId xmlns:a16="http://schemas.microsoft.com/office/drawing/2014/main" id="{ED93EC23-9691-4290-8A70-498F495CB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17902" y="5095457"/>
            <a:ext cx="175135" cy="2078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69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69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69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…</a:t>
            </a:r>
          </a:p>
        </p:txBody>
      </p:sp>
      <p:sp>
        <p:nvSpPr>
          <p:cNvPr id="1160" name="path-1081">
            <a:extLst xmlns:a="http://schemas.openxmlformats.org/drawingml/2006/main">
              <a:ext uri="{FF2B5EF4-FFF2-40B4-BE49-F238E27FC236}">
                <a16:creationId xmlns:a16="http://schemas.microsoft.com/office/drawing/2014/main" id="{82D9DAA9-6842-4070-9CFE-F73454940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7049" y="4631430"/>
            <a:ext cx="283390" cy="191"/>
          </a:xfrm>
          <a:custGeom xmlns:a="http://schemas.openxmlformats.org/drawingml/2006/main">
            <a:pathLst>
              <a:path w="283390" h="191">
                <a:moveTo>
                  <a:pt x="0" y="0"/>
                </a:moveTo>
                <a:lnTo>
                  <a:pt x="283390" y="165"/>
                </a:lnTo>
              </a:path>
            </a:pathLst>
          </a:custGeom>
          <a:noFill xmlns:a="http://schemas.openxmlformats.org/drawingml/2006/main"/>
          <a:ln xmlns:a="http://schemas.openxmlformats.org/drawingml/2006/main" w="8245">
            <a:solidFill>
              <a:srgbClr val="000000"/>
            </a:solidFill>
            <a:prstDash val="solid"/>
          </a:ln>
        </p:spPr>
      </p:sp>
      <p:sp>
        <p:nvSpPr>
          <p:cNvPr id="1161" name="path-1082">
            <a:extLst xmlns:a="http://schemas.openxmlformats.org/drawingml/2006/main">
              <a:ext uri="{FF2B5EF4-FFF2-40B4-BE49-F238E27FC236}">
                <a16:creationId xmlns:a16="http://schemas.microsoft.com/office/drawing/2014/main" id="{A05FB92D-D737-4217-9BC7-0C4AAF2B8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5729" y="4606817"/>
            <a:ext cx="65971" cy="49472"/>
          </a:xfrm>
          <a:custGeom xmlns:a="http://schemas.openxmlformats.org/drawingml/2006/main">
            <a:pathLst>
              <a:path w="65971" h="49472">
                <a:moveTo>
                  <a:pt x="65971" y="24761"/>
                </a:moveTo>
                <a:lnTo>
                  <a:pt x="17" y="0"/>
                </a:lnTo>
                <a:lnTo>
                  <a:pt x="24744" y="24744"/>
                </a:lnTo>
                <a:lnTo>
                  <a:pt x="0" y="49472"/>
                </a:lnTo>
                <a:lnTo>
                  <a:pt x="65971" y="24761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62" name="path-1083">
            <a:extLst xmlns:a="http://schemas.openxmlformats.org/drawingml/2006/main">
              <a:ext uri="{FF2B5EF4-FFF2-40B4-BE49-F238E27FC236}">
                <a16:creationId xmlns:a16="http://schemas.microsoft.com/office/drawing/2014/main" id="{6412798C-40FB-4AC5-A605-D2C97717A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5702" y="4606858"/>
            <a:ext cx="65960" cy="49474"/>
          </a:xfrm>
          <a:custGeom xmlns:a="http://schemas.openxmlformats.org/drawingml/2006/main">
            <a:pathLst>
              <a:path w="65960" h="49474">
                <a:moveTo>
                  <a:pt x="65960" y="24737"/>
                </a:moveTo>
                <a:lnTo>
                  <a:pt x="85" y="0"/>
                </a:lnTo>
                <a:lnTo>
                  <a:pt x="24737" y="24737"/>
                </a:lnTo>
                <a:lnTo>
                  <a:pt x="0" y="49474"/>
                </a:lnTo>
                <a:lnTo>
                  <a:pt x="65960" y="24737"/>
                </a:lnTo>
              </a:path>
            </a:pathLst>
          </a:custGeom>
          <a:noFill xmlns:a="http://schemas.openxmlformats.org/drawingml/2006/main"/>
          <a:ln xmlns:a="http://schemas.openxmlformats.org/drawingml/2006/main" w="8245">
            <a:solidFill>
              <a:srgbClr val="000000"/>
            </a:solidFill>
            <a:prstDash val="solid"/>
          </a:ln>
        </p:spPr>
      </p:sp>
      <p:sp>
        <p:nvSpPr>
          <p:cNvPr id="1163" name="path-1084">
            <a:extLst xmlns:a="http://schemas.openxmlformats.org/drawingml/2006/main">
              <a:ext uri="{FF2B5EF4-FFF2-40B4-BE49-F238E27FC236}">
                <a16:creationId xmlns:a16="http://schemas.microsoft.com/office/drawing/2014/main" id="{BC75F399-6E84-445A-B9F5-B13C09DAE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7049" y="4631760"/>
            <a:ext cx="283390" cy="959017"/>
          </a:xfrm>
          <a:custGeom xmlns:a="http://schemas.openxmlformats.org/drawingml/2006/main">
            <a:pathLst>
              <a:path w="283390" h="959017">
                <a:moveTo>
                  <a:pt x="0" y="958029"/>
                </a:moveTo>
                <a:lnTo>
                  <a:pt x="52274" y="958029"/>
                </a:lnTo>
                <a:lnTo>
                  <a:pt x="52274" y="959017"/>
                </a:lnTo>
                <a:lnTo>
                  <a:pt x="80140" y="959017"/>
                </a:lnTo>
                <a:cubicBezTo>
                  <a:pt x="95563" y="959017"/>
                  <a:pt x="108011" y="946569"/>
                  <a:pt x="108011" y="931145"/>
                </a:cubicBezTo>
                <a:lnTo>
                  <a:pt x="108011" y="41228"/>
                </a:lnTo>
                <a:cubicBezTo>
                  <a:pt x="108011" y="18468"/>
                  <a:pt x="126479" y="0"/>
                  <a:pt x="149234" y="0"/>
                </a:cubicBezTo>
                <a:lnTo>
                  <a:pt x="283390" y="0"/>
                </a:lnTo>
              </a:path>
            </a:pathLst>
          </a:custGeom>
          <a:noFill xmlns:a="http://schemas.openxmlformats.org/drawingml/2006/main"/>
          <a:ln xmlns:a="http://schemas.openxmlformats.org/drawingml/2006/main" w="8245">
            <a:solidFill>
              <a:srgbClr val="000000"/>
            </a:solidFill>
            <a:prstDash val="solid"/>
          </a:ln>
        </p:spPr>
      </p:sp>
      <p:sp>
        <p:nvSpPr>
          <p:cNvPr id="1164" name="path-1085">
            <a:extLst xmlns:a="http://schemas.openxmlformats.org/drawingml/2006/main">
              <a:ext uri="{FF2B5EF4-FFF2-40B4-BE49-F238E27FC236}">
                <a16:creationId xmlns:a16="http://schemas.microsoft.com/office/drawing/2014/main" id="{5368CECD-8553-4C2A-87A9-2942AD2A3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5738" y="4606990"/>
            <a:ext cx="65962" cy="49472"/>
          </a:xfrm>
          <a:custGeom xmlns:a="http://schemas.openxmlformats.org/drawingml/2006/main">
            <a:pathLst>
              <a:path w="65962" h="49472">
                <a:moveTo>
                  <a:pt x="65962" y="24736"/>
                </a:moveTo>
                <a:lnTo>
                  <a:pt x="0" y="0"/>
                </a:lnTo>
                <a:lnTo>
                  <a:pt x="24736" y="24736"/>
                </a:lnTo>
                <a:lnTo>
                  <a:pt x="0" y="49472"/>
                </a:lnTo>
                <a:lnTo>
                  <a:pt x="65962" y="24736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65" name="path-1086">
            <a:extLst xmlns:a="http://schemas.openxmlformats.org/drawingml/2006/main">
              <a:ext uri="{FF2B5EF4-FFF2-40B4-BE49-F238E27FC236}">
                <a16:creationId xmlns:a16="http://schemas.microsoft.com/office/drawing/2014/main" id="{D2E45103-E3DD-4A4E-AD91-B8EB2AB7B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5702" y="4607023"/>
            <a:ext cx="65960" cy="49474"/>
          </a:xfrm>
          <a:custGeom xmlns:a="http://schemas.openxmlformats.org/drawingml/2006/main">
            <a:pathLst>
              <a:path w="65960" h="49474">
                <a:moveTo>
                  <a:pt x="65960" y="24737"/>
                </a:moveTo>
                <a:lnTo>
                  <a:pt x="0" y="0"/>
                </a:lnTo>
                <a:lnTo>
                  <a:pt x="24737" y="24737"/>
                </a:lnTo>
                <a:lnTo>
                  <a:pt x="0" y="49474"/>
                </a:lnTo>
                <a:lnTo>
                  <a:pt x="65960" y="24737"/>
                </a:lnTo>
              </a:path>
            </a:pathLst>
          </a:custGeom>
          <a:noFill xmlns:a="http://schemas.openxmlformats.org/drawingml/2006/main"/>
          <a:ln xmlns:a="http://schemas.openxmlformats.org/drawingml/2006/main" w="8245">
            <a:solidFill>
              <a:srgbClr val="000000"/>
            </a:solidFill>
            <a:prstDash val="solid"/>
          </a:ln>
        </p:spPr>
      </p:sp>
      <p:sp>
        <p:nvSpPr>
          <p:cNvPr id="1166" name="text-1087 Representation">
            <a:extLst xmlns:a="http://schemas.openxmlformats.org/drawingml/2006/main">
              <a:ext uri="{FF2B5EF4-FFF2-40B4-BE49-F238E27FC236}">
                <a16:creationId xmlns:a16="http://schemas.microsoft.com/office/drawing/2014/main" id="{868B58D3-9130-406B-9AFC-464F14680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94404" y="3617050"/>
            <a:ext cx="1107102" cy="2078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69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69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69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Representation</a:t>
            </a:r>
          </a:p>
        </p:txBody>
      </p:sp>
      <p:sp>
        <p:nvSpPr>
          <p:cNvPr id="1167" name="text-1088 Learning">
            <a:extLst xmlns:a="http://schemas.openxmlformats.org/drawingml/2006/main">
              <a:ext uri="{FF2B5EF4-FFF2-40B4-BE49-F238E27FC236}">
                <a16:creationId xmlns:a16="http://schemas.microsoft.com/office/drawing/2014/main" id="{B6513025-9C8C-494C-AA4F-9C0E9368D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21233" y="3786861"/>
            <a:ext cx="653256" cy="2077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69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69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69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Learning</a:t>
            </a:r>
          </a:p>
        </p:txBody>
      </p:sp>
      <p:sp>
        <p:nvSpPr>
          <p:cNvPr id="1168" name="text-1089 (differentiable)">
            <a:extLst xmlns:a="http://schemas.openxmlformats.org/drawingml/2006/main">
              <a:ext uri="{FF2B5EF4-FFF2-40B4-BE49-F238E27FC236}">
                <a16:creationId xmlns:a16="http://schemas.microsoft.com/office/drawing/2014/main" id="{70E0C6ED-464D-40E2-A147-DF8327352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06209" y="3964868"/>
            <a:ext cx="878963" cy="1731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74" b="1" i="1">
                <a:solidFill>
                  <a:srgbClr val="531B9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74" b="1" i="1">
                <a:solidFill>
                  <a:srgbClr val="531B93"/>
                </a:solidFill>
                <a:latin typeface="Arial"/>
                <a:ea typeface="Arial"/>
                <a:cs typeface="Arial"/>
              </a:defRPr>
            </a:pPr>
            <a:r>
              <a:rPr sz="974" b="1" i="1">
                <a:solidFill>
                  <a:srgbClr val="531B93"/>
                </a:solidFill>
                <a:latin typeface="Arial"/>
                <a:ea typeface="Arial"/>
                <a:cs typeface="Arial"/>
              </a:rPr>
              <a:t>(differentiable)</a:t>
            </a:r>
          </a:p>
        </p:txBody>
      </p:sp>
      <p:sp>
        <p:nvSpPr>
          <p:cNvPr id="1169" name="path-1090">
            <a:extLst xmlns:a="http://schemas.openxmlformats.org/drawingml/2006/main">
              <a:ext uri="{FF2B5EF4-FFF2-40B4-BE49-F238E27FC236}">
                <a16:creationId xmlns:a16="http://schemas.microsoft.com/office/drawing/2014/main" id="{6B5D201B-98B6-4C20-BEE6-250FB2574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7298" y="4201106"/>
            <a:ext cx="297656" cy="900389"/>
          </a:xfrm>
          <a:custGeom xmlns:a="http://schemas.openxmlformats.org/drawingml/2006/main">
            <a:pathLst>
              <a:path w="297656" h="900389">
                <a:moveTo>
                  <a:pt x="0" y="0"/>
                </a:moveTo>
                <a:lnTo>
                  <a:pt x="0" y="900389"/>
                </a:lnTo>
                <a:lnTo>
                  <a:pt x="297656" y="900389"/>
                </a:lnTo>
                <a:lnTo>
                  <a:pt x="297656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2368">
            <a:solidFill>
              <a:srgbClr val="000000"/>
            </a:solidFill>
            <a:prstDash val="dash"/>
          </a:ln>
        </p:spPr>
      </p:sp>
      <p:sp>
        <p:nvSpPr>
          <p:cNvPr id="1170" name="path-1092">
            <a:extLst xmlns:a="http://schemas.openxmlformats.org/drawingml/2006/main">
              <a:ext uri="{FF2B5EF4-FFF2-40B4-BE49-F238E27FC236}">
                <a16:creationId xmlns:a16="http://schemas.microsoft.com/office/drawing/2014/main" id="{84E66015-3368-4F8F-A109-74964C85C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8158" y="4280849"/>
            <a:ext cx="82607" cy="90681"/>
          </a:xfrm>
          <a:custGeom xmlns:a="http://schemas.openxmlformats.org/drawingml/2006/main">
            <a:pathLst>
              <a:path w="82607" h="90681">
                <a:moveTo>
                  <a:pt x="70381" y="11486"/>
                </a:moveTo>
                <a:cubicBezTo>
                  <a:pt x="63877" y="14049"/>
                  <a:pt x="62102" y="19963"/>
                  <a:pt x="62102" y="22724"/>
                </a:cubicBezTo>
                <a:cubicBezTo>
                  <a:pt x="62102" y="27847"/>
                  <a:pt x="66242" y="30804"/>
                  <a:pt x="70580" y="30804"/>
                </a:cubicBezTo>
                <a:cubicBezTo>
                  <a:pt x="75312" y="30804"/>
                  <a:pt x="82607" y="26864"/>
                  <a:pt x="82607" y="17400"/>
                </a:cubicBezTo>
                <a:cubicBezTo>
                  <a:pt x="82607" y="6901"/>
                  <a:pt x="72156" y="0"/>
                  <a:pt x="54413" y="0"/>
                </a:cubicBezTo>
                <a:cubicBezTo>
                  <a:pt x="48695" y="0"/>
                  <a:pt x="37654" y="397"/>
                  <a:pt x="28587" y="7298"/>
                </a:cubicBezTo>
                <a:cubicBezTo>
                  <a:pt x="19716" y="14049"/>
                  <a:pt x="16560" y="25483"/>
                  <a:pt x="16560" y="30410"/>
                </a:cubicBezTo>
                <a:cubicBezTo>
                  <a:pt x="16560" y="36325"/>
                  <a:pt x="19322" y="41842"/>
                  <a:pt x="23657" y="45388"/>
                </a:cubicBezTo>
                <a:cubicBezTo>
                  <a:pt x="29177" y="49726"/>
                  <a:pt x="32531" y="50316"/>
                  <a:pt x="45936" y="52879"/>
                </a:cubicBezTo>
                <a:cubicBezTo>
                  <a:pt x="51850" y="53863"/>
                  <a:pt x="63679" y="56032"/>
                  <a:pt x="63679" y="64903"/>
                </a:cubicBezTo>
                <a:cubicBezTo>
                  <a:pt x="63679" y="65691"/>
                  <a:pt x="63679" y="83584"/>
                  <a:pt x="34303" y="83584"/>
                </a:cubicBezTo>
                <a:cubicBezTo>
                  <a:pt x="24644" y="83584"/>
                  <a:pt x="17349" y="81635"/>
                  <a:pt x="13011" y="78506"/>
                </a:cubicBezTo>
                <a:cubicBezTo>
                  <a:pt x="19716" y="76536"/>
                  <a:pt x="23855" y="70817"/>
                  <a:pt x="23855" y="64903"/>
                </a:cubicBezTo>
                <a:cubicBezTo>
                  <a:pt x="23855" y="57807"/>
                  <a:pt x="18137" y="55833"/>
                  <a:pt x="14196" y="55833"/>
                </a:cubicBezTo>
                <a:cubicBezTo>
                  <a:pt x="7491" y="55833"/>
                  <a:pt x="0" y="61356"/>
                  <a:pt x="0" y="71211"/>
                </a:cubicBezTo>
                <a:cubicBezTo>
                  <a:pt x="0" y="83978"/>
                  <a:pt x="13802" y="90681"/>
                  <a:pt x="33909" y="90681"/>
                </a:cubicBezTo>
                <a:cubicBezTo>
                  <a:pt x="78861" y="90681"/>
                  <a:pt x="78861" y="57018"/>
                  <a:pt x="78861" y="56820"/>
                </a:cubicBezTo>
                <a:cubicBezTo>
                  <a:pt x="78861" y="50120"/>
                  <a:pt x="75507" y="44799"/>
                  <a:pt x="70974" y="40858"/>
                </a:cubicBezTo>
                <a:cubicBezTo>
                  <a:pt x="64861" y="35536"/>
                  <a:pt x="57370" y="34156"/>
                  <a:pt x="50469" y="32973"/>
                </a:cubicBezTo>
                <a:cubicBezTo>
                  <a:pt x="39628" y="31003"/>
                  <a:pt x="31939" y="29622"/>
                  <a:pt x="31939" y="22327"/>
                </a:cubicBezTo>
                <a:cubicBezTo>
                  <a:pt x="31939" y="21933"/>
                  <a:pt x="31939" y="7099"/>
                  <a:pt x="54019" y="7099"/>
                </a:cubicBezTo>
                <a:cubicBezTo>
                  <a:pt x="57963" y="7099"/>
                  <a:pt x="65059" y="7497"/>
                  <a:pt x="70381" y="1148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71" name="path-1093">
            <a:extLst xmlns:a="http://schemas.openxmlformats.org/drawingml/2006/main">
              <a:ext uri="{FF2B5EF4-FFF2-40B4-BE49-F238E27FC236}">
                <a16:creationId xmlns:a16="http://schemas.microsoft.com/office/drawing/2014/main" id="{B030E8C5-863D-4047-B972-3EDF81BA8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6706" y="4307932"/>
            <a:ext cx="50233" cy="91643"/>
          </a:xfrm>
          <a:custGeom xmlns:a="http://schemas.openxmlformats.org/drawingml/2006/main">
            <a:pathLst>
              <a:path w="50233" h="91643">
                <a:moveTo>
                  <a:pt x="31189" y="3856"/>
                </a:moveTo>
                <a:cubicBezTo>
                  <a:pt x="31189" y="139"/>
                  <a:pt x="30913" y="0"/>
                  <a:pt x="27049" y="0"/>
                </a:cubicBezTo>
                <a:cubicBezTo>
                  <a:pt x="18217" y="8642"/>
                  <a:pt x="5658" y="8779"/>
                  <a:pt x="0" y="8779"/>
                </a:cubicBezTo>
                <a:lnTo>
                  <a:pt x="0" y="13746"/>
                </a:lnTo>
                <a:cubicBezTo>
                  <a:pt x="3312" y="13746"/>
                  <a:pt x="12420" y="13746"/>
                  <a:pt x="20011" y="9882"/>
                </a:cubicBezTo>
                <a:lnTo>
                  <a:pt x="20011" y="80322"/>
                </a:lnTo>
                <a:cubicBezTo>
                  <a:pt x="20011" y="84881"/>
                  <a:pt x="20011" y="86676"/>
                  <a:pt x="6210" y="86676"/>
                </a:cubicBezTo>
                <a:lnTo>
                  <a:pt x="967" y="86676"/>
                </a:lnTo>
                <a:lnTo>
                  <a:pt x="967" y="91643"/>
                </a:lnTo>
                <a:cubicBezTo>
                  <a:pt x="3449" y="91506"/>
                  <a:pt x="20424" y="91091"/>
                  <a:pt x="25530" y="91091"/>
                </a:cubicBezTo>
                <a:cubicBezTo>
                  <a:pt x="29809" y="91091"/>
                  <a:pt x="47197" y="91506"/>
                  <a:pt x="50233" y="91643"/>
                </a:cubicBezTo>
                <a:lnTo>
                  <a:pt x="50233" y="86676"/>
                </a:lnTo>
                <a:lnTo>
                  <a:pt x="44990" y="86676"/>
                </a:lnTo>
                <a:cubicBezTo>
                  <a:pt x="31189" y="86676"/>
                  <a:pt x="31189" y="84881"/>
                  <a:pt x="31189" y="80322"/>
                </a:cubicBezTo>
                <a:lnTo>
                  <a:pt x="31189" y="385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72" name="path-1095">
            <a:extLst xmlns:a="http://schemas.openxmlformats.org/drawingml/2006/main">
              <a:ext uri="{FF2B5EF4-FFF2-40B4-BE49-F238E27FC236}">
                <a16:creationId xmlns:a16="http://schemas.microsoft.com/office/drawing/2014/main" id="{031312D8-23A0-4382-98BC-AAD77494E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4035" y="4507597"/>
            <a:ext cx="82607" cy="90681"/>
          </a:xfrm>
          <a:custGeom xmlns:a="http://schemas.openxmlformats.org/drawingml/2006/main">
            <a:pathLst>
              <a:path w="82607" h="90681">
                <a:moveTo>
                  <a:pt x="70381" y="11486"/>
                </a:moveTo>
                <a:cubicBezTo>
                  <a:pt x="63877" y="14049"/>
                  <a:pt x="62102" y="19963"/>
                  <a:pt x="62102" y="22724"/>
                </a:cubicBezTo>
                <a:cubicBezTo>
                  <a:pt x="62102" y="27847"/>
                  <a:pt x="66242" y="30804"/>
                  <a:pt x="70580" y="30804"/>
                </a:cubicBezTo>
                <a:cubicBezTo>
                  <a:pt x="75312" y="30804"/>
                  <a:pt x="82607" y="26864"/>
                  <a:pt x="82607" y="17400"/>
                </a:cubicBezTo>
                <a:cubicBezTo>
                  <a:pt x="82607" y="6901"/>
                  <a:pt x="72156" y="0"/>
                  <a:pt x="54413" y="0"/>
                </a:cubicBezTo>
                <a:cubicBezTo>
                  <a:pt x="48695" y="0"/>
                  <a:pt x="37654" y="397"/>
                  <a:pt x="28587" y="7298"/>
                </a:cubicBezTo>
                <a:cubicBezTo>
                  <a:pt x="19716" y="14049"/>
                  <a:pt x="16560" y="25483"/>
                  <a:pt x="16560" y="30410"/>
                </a:cubicBezTo>
                <a:cubicBezTo>
                  <a:pt x="16560" y="36325"/>
                  <a:pt x="19322" y="41842"/>
                  <a:pt x="23657" y="45388"/>
                </a:cubicBezTo>
                <a:cubicBezTo>
                  <a:pt x="29177" y="49726"/>
                  <a:pt x="32531" y="50316"/>
                  <a:pt x="45936" y="52879"/>
                </a:cubicBezTo>
                <a:cubicBezTo>
                  <a:pt x="51850" y="53863"/>
                  <a:pt x="63679" y="56032"/>
                  <a:pt x="63679" y="64903"/>
                </a:cubicBezTo>
                <a:cubicBezTo>
                  <a:pt x="63679" y="65691"/>
                  <a:pt x="63679" y="83584"/>
                  <a:pt x="34303" y="83584"/>
                </a:cubicBezTo>
                <a:cubicBezTo>
                  <a:pt x="24644" y="83584"/>
                  <a:pt x="17349" y="81635"/>
                  <a:pt x="13011" y="78506"/>
                </a:cubicBezTo>
                <a:cubicBezTo>
                  <a:pt x="19716" y="76536"/>
                  <a:pt x="23855" y="70817"/>
                  <a:pt x="23855" y="64903"/>
                </a:cubicBezTo>
                <a:cubicBezTo>
                  <a:pt x="23855" y="57807"/>
                  <a:pt x="18137" y="55833"/>
                  <a:pt x="14196" y="55833"/>
                </a:cubicBezTo>
                <a:cubicBezTo>
                  <a:pt x="7491" y="55833"/>
                  <a:pt x="0" y="61356"/>
                  <a:pt x="0" y="71211"/>
                </a:cubicBezTo>
                <a:cubicBezTo>
                  <a:pt x="0" y="83978"/>
                  <a:pt x="13802" y="90681"/>
                  <a:pt x="33909" y="90681"/>
                </a:cubicBezTo>
                <a:cubicBezTo>
                  <a:pt x="78861" y="90681"/>
                  <a:pt x="78861" y="57018"/>
                  <a:pt x="78861" y="56820"/>
                </a:cubicBezTo>
                <a:cubicBezTo>
                  <a:pt x="78861" y="50120"/>
                  <a:pt x="75507" y="44799"/>
                  <a:pt x="70974" y="40858"/>
                </a:cubicBezTo>
                <a:cubicBezTo>
                  <a:pt x="64861" y="35536"/>
                  <a:pt x="57370" y="34156"/>
                  <a:pt x="50469" y="32973"/>
                </a:cubicBezTo>
                <a:cubicBezTo>
                  <a:pt x="39628" y="31003"/>
                  <a:pt x="31939" y="29622"/>
                  <a:pt x="31939" y="22327"/>
                </a:cubicBezTo>
                <a:cubicBezTo>
                  <a:pt x="31939" y="21933"/>
                  <a:pt x="31939" y="7099"/>
                  <a:pt x="54019" y="7099"/>
                </a:cubicBezTo>
                <a:cubicBezTo>
                  <a:pt x="57963" y="7099"/>
                  <a:pt x="65059" y="7497"/>
                  <a:pt x="70381" y="1148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73" name="path-1096">
            <a:extLst xmlns:a="http://schemas.openxmlformats.org/drawingml/2006/main">
              <a:ext uri="{FF2B5EF4-FFF2-40B4-BE49-F238E27FC236}">
                <a16:creationId xmlns:a16="http://schemas.microsoft.com/office/drawing/2014/main" id="{9112EFB9-BD71-48EB-BEBB-98FB69F0E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6234" y="4534679"/>
            <a:ext cx="60998" cy="91643"/>
          </a:xfrm>
          <a:custGeom xmlns:a="http://schemas.openxmlformats.org/drawingml/2006/main">
            <a:pathLst>
              <a:path w="60998" h="91643">
                <a:moveTo>
                  <a:pt x="60998" y="66521"/>
                </a:moveTo>
                <a:lnTo>
                  <a:pt x="56306" y="66521"/>
                </a:lnTo>
                <a:cubicBezTo>
                  <a:pt x="55891" y="69560"/>
                  <a:pt x="54512" y="77705"/>
                  <a:pt x="52718" y="79086"/>
                </a:cubicBezTo>
                <a:cubicBezTo>
                  <a:pt x="51615" y="79914"/>
                  <a:pt x="40989" y="79914"/>
                  <a:pt x="39056" y="79914"/>
                </a:cubicBezTo>
                <a:lnTo>
                  <a:pt x="13662" y="79914"/>
                </a:lnTo>
                <a:cubicBezTo>
                  <a:pt x="28154" y="67073"/>
                  <a:pt x="32983" y="63209"/>
                  <a:pt x="41265" y="56719"/>
                </a:cubicBezTo>
                <a:cubicBezTo>
                  <a:pt x="51476" y="48574"/>
                  <a:pt x="60998" y="40014"/>
                  <a:pt x="60998" y="26899"/>
                </a:cubicBezTo>
                <a:cubicBezTo>
                  <a:pt x="60998" y="10209"/>
                  <a:pt x="46369" y="0"/>
                  <a:pt x="28706" y="0"/>
                </a:cubicBezTo>
                <a:cubicBezTo>
                  <a:pt x="11592" y="0"/>
                  <a:pt x="0" y="12001"/>
                  <a:pt x="0" y="24690"/>
                </a:cubicBezTo>
                <a:cubicBezTo>
                  <a:pt x="0" y="31730"/>
                  <a:pt x="5934" y="32418"/>
                  <a:pt x="7315" y="32418"/>
                </a:cubicBezTo>
                <a:cubicBezTo>
                  <a:pt x="10628" y="32418"/>
                  <a:pt x="14629" y="30073"/>
                  <a:pt x="14629" y="25105"/>
                </a:cubicBezTo>
                <a:cubicBezTo>
                  <a:pt x="14629" y="22620"/>
                  <a:pt x="13662" y="17790"/>
                  <a:pt x="6486" y="17790"/>
                </a:cubicBezTo>
                <a:cubicBezTo>
                  <a:pt x="10765" y="8002"/>
                  <a:pt x="20150" y="4970"/>
                  <a:pt x="26636" y="4970"/>
                </a:cubicBezTo>
                <a:cubicBezTo>
                  <a:pt x="40435" y="4970"/>
                  <a:pt x="47611" y="15722"/>
                  <a:pt x="47611" y="26899"/>
                </a:cubicBezTo>
                <a:cubicBezTo>
                  <a:pt x="47611" y="38908"/>
                  <a:pt x="39056" y="48435"/>
                  <a:pt x="34640" y="53404"/>
                </a:cubicBezTo>
                <a:lnTo>
                  <a:pt x="1381" y="86263"/>
                </a:lnTo>
                <a:cubicBezTo>
                  <a:pt x="0" y="87503"/>
                  <a:pt x="0" y="87779"/>
                  <a:pt x="0" y="91643"/>
                </a:cubicBezTo>
                <a:lnTo>
                  <a:pt x="56858" y="91643"/>
                </a:lnTo>
                <a:lnTo>
                  <a:pt x="60998" y="6652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74" name="path-1098">
            <a:extLst xmlns:a="http://schemas.openxmlformats.org/drawingml/2006/main">
              <a:ext uri="{FF2B5EF4-FFF2-40B4-BE49-F238E27FC236}">
                <a16:creationId xmlns:a16="http://schemas.microsoft.com/office/drawing/2014/main" id="{9BEAA2A6-B8C6-4250-AC67-0214544A8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1040" y="4894998"/>
            <a:ext cx="82607" cy="90681"/>
          </a:xfrm>
          <a:custGeom xmlns:a="http://schemas.openxmlformats.org/drawingml/2006/main">
            <a:pathLst>
              <a:path w="82607" h="90681">
                <a:moveTo>
                  <a:pt x="70381" y="11486"/>
                </a:moveTo>
                <a:cubicBezTo>
                  <a:pt x="63877" y="14049"/>
                  <a:pt x="62102" y="19963"/>
                  <a:pt x="62102" y="22724"/>
                </a:cubicBezTo>
                <a:cubicBezTo>
                  <a:pt x="62102" y="27847"/>
                  <a:pt x="66242" y="30804"/>
                  <a:pt x="70580" y="30804"/>
                </a:cubicBezTo>
                <a:cubicBezTo>
                  <a:pt x="75312" y="30804"/>
                  <a:pt x="82607" y="26864"/>
                  <a:pt x="82607" y="17400"/>
                </a:cubicBezTo>
                <a:cubicBezTo>
                  <a:pt x="82607" y="6901"/>
                  <a:pt x="72156" y="0"/>
                  <a:pt x="54413" y="0"/>
                </a:cubicBezTo>
                <a:cubicBezTo>
                  <a:pt x="48695" y="0"/>
                  <a:pt x="37654" y="397"/>
                  <a:pt x="28587" y="7298"/>
                </a:cubicBezTo>
                <a:cubicBezTo>
                  <a:pt x="19716" y="14049"/>
                  <a:pt x="16560" y="25483"/>
                  <a:pt x="16560" y="30410"/>
                </a:cubicBezTo>
                <a:cubicBezTo>
                  <a:pt x="16560" y="36325"/>
                  <a:pt x="19322" y="41842"/>
                  <a:pt x="23657" y="45388"/>
                </a:cubicBezTo>
                <a:cubicBezTo>
                  <a:pt x="29177" y="49726"/>
                  <a:pt x="32531" y="50316"/>
                  <a:pt x="45936" y="52879"/>
                </a:cubicBezTo>
                <a:cubicBezTo>
                  <a:pt x="51850" y="53863"/>
                  <a:pt x="63679" y="56032"/>
                  <a:pt x="63679" y="64903"/>
                </a:cubicBezTo>
                <a:cubicBezTo>
                  <a:pt x="63679" y="65691"/>
                  <a:pt x="63679" y="83584"/>
                  <a:pt x="34303" y="83584"/>
                </a:cubicBezTo>
                <a:cubicBezTo>
                  <a:pt x="24644" y="83584"/>
                  <a:pt x="17349" y="81635"/>
                  <a:pt x="13011" y="78506"/>
                </a:cubicBezTo>
                <a:cubicBezTo>
                  <a:pt x="19716" y="76536"/>
                  <a:pt x="23855" y="70817"/>
                  <a:pt x="23855" y="64903"/>
                </a:cubicBezTo>
                <a:cubicBezTo>
                  <a:pt x="23855" y="57807"/>
                  <a:pt x="18137" y="55833"/>
                  <a:pt x="14196" y="55833"/>
                </a:cubicBezTo>
                <a:cubicBezTo>
                  <a:pt x="7491" y="55833"/>
                  <a:pt x="0" y="61356"/>
                  <a:pt x="0" y="71211"/>
                </a:cubicBezTo>
                <a:cubicBezTo>
                  <a:pt x="0" y="83978"/>
                  <a:pt x="13802" y="90681"/>
                  <a:pt x="33909" y="90681"/>
                </a:cubicBezTo>
                <a:cubicBezTo>
                  <a:pt x="78861" y="90681"/>
                  <a:pt x="78861" y="57018"/>
                  <a:pt x="78861" y="56820"/>
                </a:cubicBezTo>
                <a:cubicBezTo>
                  <a:pt x="78861" y="50120"/>
                  <a:pt x="75507" y="44799"/>
                  <a:pt x="70974" y="40858"/>
                </a:cubicBezTo>
                <a:cubicBezTo>
                  <a:pt x="64861" y="35536"/>
                  <a:pt x="57370" y="34156"/>
                  <a:pt x="50469" y="32973"/>
                </a:cubicBezTo>
                <a:cubicBezTo>
                  <a:pt x="39628" y="31003"/>
                  <a:pt x="31939" y="29622"/>
                  <a:pt x="31939" y="22327"/>
                </a:cubicBezTo>
                <a:cubicBezTo>
                  <a:pt x="31939" y="21933"/>
                  <a:pt x="31939" y="7099"/>
                  <a:pt x="54019" y="7099"/>
                </a:cubicBezTo>
                <a:cubicBezTo>
                  <a:pt x="57963" y="7099"/>
                  <a:pt x="65059" y="7497"/>
                  <a:pt x="70381" y="1148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75" name="path-1099">
            <a:extLst xmlns:a="http://schemas.openxmlformats.org/drawingml/2006/main">
              <a:ext uri="{FF2B5EF4-FFF2-40B4-BE49-F238E27FC236}">
                <a16:creationId xmlns:a16="http://schemas.microsoft.com/office/drawing/2014/main" id="{1E97DF44-74EE-48C3-9AA5-3977AC729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461" y="4920486"/>
            <a:ext cx="103088" cy="93237"/>
          </a:xfrm>
          <a:custGeom xmlns:a="http://schemas.openxmlformats.org/drawingml/2006/main">
            <a:pathLst>
              <a:path w="103088" h="93237">
                <a:moveTo>
                  <a:pt x="61135" y="9796"/>
                </a:moveTo>
                <a:cubicBezTo>
                  <a:pt x="62101" y="5797"/>
                  <a:pt x="62377" y="5382"/>
                  <a:pt x="65414" y="5106"/>
                </a:cubicBezTo>
                <a:cubicBezTo>
                  <a:pt x="66102" y="4970"/>
                  <a:pt x="70933" y="4970"/>
                  <a:pt x="73694" y="4970"/>
                </a:cubicBezTo>
                <a:cubicBezTo>
                  <a:pt x="82112" y="4970"/>
                  <a:pt x="85699" y="4970"/>
                  <a:pt x="89150" y="6073"/>
                </a:cubicBezTo>
                <a:cubicBezTo>
                  <a:pt x="95360" y="8004"/>
                  <a:pt x="95636" y="12003"/>
                  <a:pt x="95636" y="16968"/>
                </a:cubicBezTo>
                <a:cubicBezTo>
                  <a:pt x="95636" y="19175"/>
                  <a:pt x="95636" y="20967"/>
                  <a:pt x="94669" y="28139"/>
                </a:cubicBezTo>
                <a:lnTo>
                  <a:pt x="94393" y="29656"/>
                </a:lnTo>
                <a:cubicBezTo>
                  <a:pt x="94393" y="31035"/>
                  <a:pt x="95360" y="31726"/>
                  <a:pt x="96739" y="31726"/>
                </a:cubicBezTo>
                <a:cubicBezTo>
                  <a:pt x="98809" y="31726"/>
                  <a:pt x="99085" y="30483"/>
                  <a:pt x="99363" y="28276"/>
                </a:cubicBezTo>
                <a:lnTo>
                  <a:pt x="103088" y="1933"/>
                </a:lnTo>
                <a:cubicBezTo>
                  <a:pt x="103088" y="0"/>
                  <a:pt x="101433" y="0"/>
                  <a:pt x="98948" y="0"/>
                </a:cubicBezTo>
                <a:lnTo>
                  <a:pt x="14075" y="0"/>
                </a:lnTo>
                <a:cubicBezTo>
                  <a:pt x="10626" y="0"/>
                  <a:pt x="10350" y="0"/>
                  <a:pt x="9383" y="2900"/>
                </a:cubicBezTo>
                <a:lnTo>
                  <a:pt x="689" y="27312"/>
                </a:lnTo>
                <a:cubicBezTo>
                  <a:pt x="552" y="27864"/>
                  <a:pt x="0" y="29104"/>
                  <a:pt x="0" y="29795"/>
                </a:cubicBezTo>
                <a:cubicBezTo>
                  <a:pt x="0" y="30346"/>
                  <a:pt x="276" y="31726"/>
                  <a:pt x="2346" y="31726"/>
                </a:cubicBezTo>
                <a:cubicBezTo>
                  <a:pt x="4140" y="31726"/>
                  <a:pt x="4416" y="31035"/>
                  <a:pt x="5243" y="28415"/>
                </a:cubicBezTo>
                <a:cubicBezTo>
                  <a:pt x="13247" y="6349"/>
                  <a:pt x="17802" y="4970"/>
                  <a:pt x="38778" y="4970"/>
                </a:cubicBezTo>
                <a:lnTo>
                  <a:pt x="44575" y="4970"/>
                </a:lnTo>
                <a:cubicBezTo>
                  <a:pt x="48715" y="4970"/>
                  <a:pt x="48852" y="5106"/>
                  <a:pt x="48852" y="6349"/>
                </a:cubicBezTo>
                <a:cubicBezTo>
                  <a:pt x="48852" y="6486"/>
                  <a:pt x="48852" y="7176"/>
                  <a:pt x="48300" y="9244"/>
                </a:cubicBezTo>
                <a:lnTo>
                  <a:pt x="30083" y="81788"/>
                </a:lnTo>
                <a:cubicBezTo>
                  <a:pt x="28843" y="86890"/>
                  <a:pt x="28428" y="88270"/>
                  <a:pt x="13938" y="88270"/>
                </a:cubicBezTo>
                <a:cubicBezTo>
                  <a:pt x="8968" y="88270"/>
                  <a:pt x="7728" y="88270"/>
                  <a:pt x="7728" y="91306"/>
                </a:cubicBezTo>
                <a:cubicBezTo>
                  <a:pt x="7728" y="91721"/>
                  <a:pt x="8004" y="93237"/>
                  <a:pt x="10074" y="93237"/>
                </a:cubicBezTo>
                <a:cubicBezTo>
                  <a:pt x="13938" y="93237"/>
                  <a:pt x="18078" y="92824"/>
                  <a:pt x="21942" y="92824"/>
                </a:cubicBezTo>
                <a:cubicBezTo>
                  <a:pt x="25806" y="92824"/>
                  <a:pt x="29946" y="92685"/>
                  <a:pt x="33810" y="92685"/>
                </a:cubicBezTo>
                <a:cubicBezTo>
                  <a:pt x="37674" y="92685"/>
                  <a:pt x="42366" y="92685"/>
                  <a:pt x="46230" y="92824"/>
                </a:cubicBezTo>
                <a:cubicBezTo>
                  <a:pt x="49957" y="92961"/>
                  <a:pt x="54097" y="93237"/>
                  <a:pt x="57822" y="93237"/>
                </a:cubicBezTo>
                <a:cubicBezTo>
                  <a:pt x="58926" y="93237"/>
                  <a:pt x="60998" y="93237"/>
                  <a:pt x="60998" y="90203"/>
                </a:cubicBezTo>
                <a:cubicBezTo>
                  <a:pt x="60998" y="88270"/>
                  <a:pt x="59616" y="88270"/>
                  <a:pt x="55340" y="88270"/>
                </a:cubicBezTo>
                <a:cubicBezTo>
                  <a:pt x="52716" y="88270"/>
                  <a:pt x="49957" y="88133"/>
                  <a:pt x="47334" y="87994"/>
                </a:cubicBezTo>
                <a:cubicBezTo>
                  <a:pt x="42642" y="87581"/>
                  <a:pt x="42366" y="87029"/>
                  <a:pt x="42366" y="85374"/>
                </a:cubicBezTo>
                <a:cubicBezTo>
                  <a:pt x="42366" y="84408"/>
                  <a:pt x="42366" y="84132"/>
                  <a:pt x="42918" y="82201"/>
                </a:cubicBezTo>
                <a:lnTo>
                  <a:pt x="61135" y="979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76" name="text-1100 …">
            <a:extLst xmlns:a="http://schemas.openxmlformats.org/drawingml/2006/main">
              <a:ext uri="{FF2B5EF4-FFF2-40B4-BE49-F238E27FC236}">
                <a16:creationId xmlns:a16="http://schemas.microsoft.com/office/drawing/2014/main" id="{A67B5D0C-A0A0-43CB-979A-3FBBE7AA7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9548497" y="4669100"/>
            <a:ext cx="175134" cy="2078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69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69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69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…</a:t>
            </a:r>
          </a:p>
        </p:txBody>
      </p:sp>
      <p:sp>
        <p:nvSpPr>
          <p:cNvPr id="1177" name="text-1101 Task">
            <a:extLst xmlns:a="http://schemas.openxmlformats.org/drawingml/2006/main">
              <a:ext uri="{FF2B5EF4-FFF2-40B4-BE49-F238E27FC236}">
                <a16:creationId xmlns:a16="http://schemas.microsoft.com/office/drawing/2014/main" id="{AF7D62D8-184D-4A09-B6DF-065F90456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13759" y="5112868"/>
            <a:ext cx="295033" cy="1848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4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4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4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Task</a:t>
            </a:r>
          </a:p>
        </p:txBody>
      </p:sp>
      <p:sp>
        <p:nvSpPr>
          <p:cNvPr id="1178" name="text-1101 Loss">
            <a:extLst xmlns:a="http://schemas.openxmlformats.org/drawingml/2006/main">
              <a:ext uri="{FF2B5EF4-FFF2-40B4-BE49-F238E27FC236}">
                <a16:creationId xmlns:a16="http://schemas.microsoft.com/office/drawing/2014/main" id="{136BE604-F14E-4AC9-8D2C-576D63F2E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721676" y="5112879"/>
            <a:ext cx="302441" cy="1848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3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3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39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Loss</a:t>
            </a:r>
          </a:p>
        </p:txBody>
      </p:sp>
      <p:sp>
        <p:nvSpPr>
          <p:cNvPr id="1179" name="text-1102 at">
            <a:extLst xmlns:a="http://schemas.openxmlformats.org/drawingml/2006/main">
              <a:ext uri="{FF2B5EF4-FFF2-40B4-BE49-F238E27FC236}">
                <a16:creationId xmlns:a16="http://schemas.microsoft.com/office/drawing/2014/main" id="{16601217-BBF5-4B9C-8563-5CB625F21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329326" y="5257471"/>
            <a:ext cx="133786" cy="1847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3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3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39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at</a:t>
            </a:r>
          </a:p>
        </p:txBody>
      </p:sp>
      <p:sp>
        <p:nvSpPr>
          <p:cNvPr id="1180" name="text-1102 Each">
            <a:extLst xmlns:a="http://schemas.openxmlformats.org/drawingml/2006/main">
              <a:ext uri="{FF2B5EF4-FFF2-40B4-BE49-F238E27FC236}">
                <a16:creationId xmlns:a16="http://schemas.microsoft.com/office/drawing/2014/main" id="{EF81B83E-6FDA-4B3F-AE85-8F821B1CD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76005" y="5257413"/>
            <a:ext cx="324467" cy="1848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3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3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39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Each</a:t>
            </a:r>
          </a:p>
        </p:txBody>
      </p:sp>
      <p:sp>
        <p:nvSpPr>
          <p:cNvPr id="1181" name="text-1102 Step">
            <a:extLst xmlns:a="http://schemas.openxmlformats.org/drawingml/2006/main">
              <a:ext uri="{FF2B5EF4-FFF2-40B4-BE49-F238E27FC236}">
                <a16:creationId xmlns:a16="http://schemas.microsoft.com/office/drawing/2014/main" id="{0FD7AF9C-317F-4D94-8336-0B19C2BAD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813367" y="5257436"/>
            <a:ext cx="295154" cy="18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3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3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39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Step</a:t>
            </a:r>
          </a:p>
        </p:txBody>
      </p:sp>
      <p:sp>
        <p:nvSpPr>
          <p:cNvPr id="1182" name="path-1103">
            <a:extLst xmlns:a="http://schemas.openxmlformats.org/drawingml/2006/main">
              <a:ext uri="{FF2B5EF4-FFF2-40B4-BE49-F238E27FC236}">
                <a16:creationId xmlns:a16="http://schemas.microsoft.com/office/drawing/2014/main" id="{585F896D-A43A-492B-B0A3-4C126F4E8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4003" y="4627637"/>
            <a:ext cx="578002" cy="191"/>
          </a:xfrm>
          <a:custGeom xmlns:a="http://schemas.openxmlformats.org/drawingml/2006/main">
            <a:pathLst>
              <a:path w="578002" h="191">
                <a:moveTo>
                  <a:pt x="0" y="0"/>
                </a:moveTo>
                <a:lnTo>
                  <a:pt x="578002" y="0"/>
                </a:lnTo>
              </a:path>
            </a:pathLst>
          </a:custGeom>
          <a:noFill xmlns:a="http://schemas.openxmlformats.org/drawingml/2006/main"/>
          <a:ln xmlns:a="http://schemas.openxmlformats.org/drawingml/2006/main" w="8245">
            <a:solidFill>
              <a:srgbClr val="000000"/>
            </a:solidFill>
            <a:prstDash val="solid"/>
          </a:ln>
        </p:spPr>
      </p:sp>
      <p:sp>
        <p:nvSpPr>
          <p:cNvPr id="1183" name="path-1104">
            <a:extLst xmlns:a="http://schemas.openxmlformats.org/drawingml/2006/main">
              <a:ext uri="{FF2B5EF4-FFF2-40B4-BE49-F238E27FC236}">
                <a16:creationId xmlns:a16="http://schemas.microsoft.com/office/drawing/2014/main" id="{0081491E-9A38-44B9-8CE7-584298061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7271" y="4602867"/>
            <a:ext cx="65963" cy="49472"/>
          </a:xfrm>
          <a:custGeom xmlns:a="http://schemas.openxmlformats.org/drawingml/2006/main">
            <a:pathLst>
              <a:path w="65963" h="49472">
                <a:moveTo>
                  <a:pt x="65963" y="24736"/>
                </a:moveTo>
                <a:lnTo>
                  <a:pt x="0" y="0"/>
                </a:lnTo>
                <a:lnTo>
                  <a:pt x="24736" y="24736"/>
                </a:lnTo>
                <a:lnTo>
                  <a:pt x="0" y="49472"/>
                </a:lnTo>
                <a:lnTo>
                  <a:pt x="65963" y="24736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84" name="path-1105">
            <a:extLst xmlns:a="http://schemas.openxmlformats.org/drawingml/2006/main">
              <a:ext uri="{FF2B5EF4-FFF2-40B4-BE49-F238E27FC236}">
                <a16:creationId xmlns:a16="http://schemas.microsoft.com/office/drawing/2014/main" id="{A3C3ED43-7556-406A-891A-DF679C7CD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7268" y="4602900"/>
            <a:ext cx="65965" cy="49474"/>
          </a:xfrm>
          <a:custGeom xmlns:a="http://schemas.openxmlformats.org/drawingml/2006/main">
            <a:pathLst>
              <a:path w="65965" h="49474">
                <a:moveTo>
                  <a:pt x="65965" y="24737"/>
                </a:moveTo>
                <a:lnTo>
                  <a:pt x="0" y="0"/>
                </a:lnTo>
                <a:lnTo>
                  <a:pt x="24737" y="24737"/>
                </a:lnTo>
                <a:lnTo>
                  <a:pt x="0" y="49474"/>
                </a:lnTo>
                <a:lnTo>
                  <a:pt x="65965" y="24737"/>
                </a:lnTo>
              </a:path>
            </a:pathLst>
          </a:custGeom>
          <a:noFill xmlns:a="http://schemas.openxmlformats.org/drawingml/2006/main"/>
          <a:ln xmlns:a="http://schemas.openxmlformats.org/drawingml/2006/main" w="8245">
            <a:solidFill>
              <a:srgbClr val="000000"/>
            </a:solidFill>
            <a:prstDash val="solid"/>
          </a:ln>
        </p:spPr>
      </p:sp>
      <p:sp>
        <p:nvSpPr>
          <p:cNvPr id="1185" name="text-1106 Vision">
            <a:extLst xmlns:a="http://schemas.openxmlformats.org/drawingml/2006/main">
              <a:ext uri="{FF2B5EF4-FFF2-40B4-BE49-F238E27FC236}">
                <a16:creationId xmlns:a16="http://schemas.microsoft.com/office/drawing/2014/main" id="{B0AA5F20-AE84-4782-8E3D-ACBD5FFF9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66863" y="5112909"/>
            <a:ext cx="380699" cy="1847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3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3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39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Vision</a:t>
            </a:r>
          </a:p>
        </p:txBody>
      </p:sp>
      <p:sp>
        <p:nvSpPr>
          <p:cNvPr id="1186" name="text-1106 Representation">
            <a:extLst xmlns:a="http://schemas.openxmlformats.org/drawingml/2006/main">
              <a:ext uri="{FF2B5EF4-FFF2-40B4-BE49-F238E27FC236}">
                <a16:creationId xmlns:a16="http://schemas.microsoft.com/office/drawing/2014/main" id="{9FFDA2BC-225C-4BA5-ACFF-BD966FA86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60462" y="5112884"/>
            <a:ext cx="918573" cy="1848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3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3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39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Representation</a:t>
            </a:r>
          </a:p>
        </p:txBody>
      </p:sp>
      <p:sp>
        <p:nvSpPr>
          <p:cNvPr id="1187" name="text-1107 at">
            <a:extLst xmlns:a="http://schemas.openxmlformats.org/drawingml/2006/main">
              <a:ext uri="{FF2B5EF4-FFF2-40B4-BE49-F238E27FC236}">
                <a16:creationId xmlns:a16="http://schemas.microsoft.com/office/drawing/2014/main" id="{82C68BFE-BE65-4098-83A1-6F16CE065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233268" y="5257471"/>
            <a:ext cx="133786" cy="1847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3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3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39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at</a:t>
            </a:r>
          </a:p>
        </p:txBody>
      </p:sp>
      <p:sp>
        <p:nvSpPr>
          <p:cNvPr id="1188" name="text-1107 Each">
            <a:extLst xmlns:a="http://schemas.openxmlformats.org/drawingml/2006/main">
              <a:ext uri="{FF2B5EF4-FFF2-40B4-BE49-F238E27FC236}">
                <a16:creationId xmlns:a16="http://schemas.microsoft.com/office/drawing/2014/main" id="{016726FE-7BF3-45EC-9D93-2616E0F21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79946" y="5257412"/>
            <a:ext cx="324468" cy="1848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3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3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39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Each</a:t>
            </a:r>
          </a:p>
        </p:txBody>
      </p:sp>
      <p:sp>
        <p:nvSpPr>
          <p:cNvPr id="1189" name="text-1107 Step">
            <a:extLst xmlns:a="http://schemas.openxmlformats.org/drawingml/2006/main">
              <a:ext uri="{FF2B5EF4-FFF2-40B4-BE49-F238E27FC236}">
                <a16:creationId xmlns:a16="http://schemas.microsoft.com/office/drawing/2014/main" id="{44154BC6-0C10-493D-A6A7-4BEB271BD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17308" y="5257436"/>
            <a:ext cx="295155" cy="18478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3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3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39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Step</a:t>
            </a:r>
          </a:p>
        </p:txBody>
      </p:sp>
      <p:sp>
        <p:nvSpPr>
          <p:cNvPr id="1190" name="path-1108">
            <a:extLst xmlns:a="http://schemas.openxmlformats.org/drawingml/2006/main">
              <a:ext uri="{FF2B5EF4-FFF2-40B4-BE49-F238E27FC236}">
                <a16:creationId xmlns:a16="http://schemas.microsoft.com/office/drawing/2014/main" id="{C8287442-514D-46B1-B453-3C7C8C48C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8159" y="6072447"/>
            <a:ext cx="4654510" cy="705804"/>
          </a:xfrm>
          <a:custGeom xmlns:a="http://schemas.openxmlformats.org/drawingml/2006/main">
            <a:pathLst>
              <a:path w="4654510" h="705804">
                <a:moveTo>
                  <a:pt x="41227" y="0"/>
                </a:moveTo>
                <a:lnTo>
                  <a:pt x="4613284" y="0"/>
                </a:lnTo>
                <a:cubicBezTo>
                  <a:pt x="4636041" y="0"/>
                  <a:pt x="4654510" y="18453"/>
                  <a:pt x="4654510" y="41227"/>
                </a:cubicBezTo>
                <a:lnTo>
                  <a:pt x="4654510" y="664577"/>
                </a:lnTo>
                <a:cubicBezTo>
                  <a:pt x="4654510" y="687342"/>
                  <a:pt x="4636041" y="705804"/>
                  <a:pt x="4613284" y="705804"/>
                </a:cubicBezTo>
                <a:lnTo>
                  <a:pt x="41227" y="705804"/>
                </a:lnTo>
                <a:cubicBezTo>
                  <a:pt x="18461" y="705804"/>
                  <a:pt x="0" y="687342"/>
                  <a:pt x="0" y="664577"/>
                </a:cubicBezTo>
                <a:lnTo>
                  <a:pt x="0" y="41227"/>
                </a:lnTo>
                <a:cubicBezTo>
                  <a:pt x="0" y="18453"/>
                  <a:pt x="18461" y="0"/>
                  <a:pt x="41227" y="0"/>
                </a:cubicBezTo>
              </a:path>
            </a:pathLst>
          </a:custGeom>
          <a:solidFill xmlns:a="http://schemas.openxmlformats.org/drawingml/2006/main">
            <a:srgbClr val="FFF8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91" name="path-1110">
            <a:extLst xmlns:a="http://schemas.openxmlformats.org/drawingml/2006/main">
              <a:ext uri="{FF2B5EF4-FFF2-40B4-BE49-F238E27FC236}">
                <a16:creationId xmlns:a16="http://schemas.microsoft.com/office/drawing/2014/main" id="{3B780932-2736-429F-803B-84221233B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2350" y="6233981"/>
            <a:ext cx="121245" cy="117603"/>
          </a:xfrm>
          <a:custGeom xmlns:a="http://schemas.openxmlformats.org/drawingml/2006/main">
            <a:pathLst>
              <a:path w="121245" h="117603">
                <a:moveTo>
                  <a:pt x="120425" y="3615"/>
                </a:moveTo>
                <a:cubicBezTo>
                  <a:pt x="120754" y="3124"/>
                  <a:pt x="121245" y="1973"/>
                  <a:pt x="121245" y="1316"/>
                </a:cubicBezTo>
                <a:cubicBezTo>
                  <a:pt x="121245" y="165"/>
                  <a:pt x="121082" y="0"/>
                  <a:pt x="117302" y="0"/>
                </a:cubicBezTo>
                <a:lnTo>
                  <a:pt x="3943" y="0"/>
                </a:lnTo>
                <a:cubicBezTo>
                  <a:pt x="163" y="0"/>
                  <a:pt x="0" y="165"/>
                  <a:pt x="0" y="1316"/>
                </a:cubicBezTo>
                <a:cubicBezTo>
                  <a:pt x="0" y="1973"/>
                  <a:pt x="491" y="3124"/>
                  <a:pt x="820" y="3615"/>
                </a:cubicBezTo>
                <a:lnTo>
                  <a:pt x="56187" y="114482"/>
                </a:lnTo>
                <a:cubicBezTo>
                  <a:pt x="57337" y="116617"/>
                  <a:pt x="57829" y="117603"/>
                  <a:pt x="60624" y="117603"/>
                </a:cubicBezTo>
                <a:cubicBezTo>
                  <a:pt x="63416" y="117603"/>
                  <a:pt x="63908" y="116617"/>
                  <a:pt x="65058" y="114482"/>
                </a:cubicBezTo>
                <a:lnTo>
                  <a:pt x="120425" y="3615"/>
                </a:lnTo>
                <a:moveTo>
                  <a:pt x="20371" y="11830"/>
                </a:moveTo>
                <a:lnTo>
                  <a:pt x="110568" y="11830"/>
                </a:lnTo>
                <a:lnTo>
                  <a:pt x="65552" y="102163"/>
                </a:lnTo>
                <a:lnTo>
                  <a:pt x="20371" y="11830"/>
                </a:lnTo>
                <a:close/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92" name="path-1111">
            <a:extLst xmlns:a="http://schemas.openxmlformats.org/drawingml/2006/main">
              <a:ext uri="{FF2B5EF4-FFF2-40B4-BE49-F238E27FC236}">
                <a16:creationId xmlns:a16="http://schemas.microsoft.com/office/drawing/2014/main" id="{61A989C1-25AB-441A-B64D-0258CF18A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8318" y="6290033"/>
            <a:ext cx="62562" cy="81648"/>
          </a:xfrm>
          <a:custGeom xmlns:a="http://schemas.openxmlformats.org/drawingml/2006/main">
            <a:pathLst>
              <a:path w="62562" h="81648">
                <a:moveTo>
                  <a:pt x="62562" y="25513"/>
                </a:moveTo>
                <a:cubicBezTo>
                  <a:pt x="62562" y="5521"/>
                  <a:pt x="50142" y="0"/>
                  <a:pt x="40941" y="0"/>
                </a:cubicBezTo>
                <a:cubicBezTo>
                  <a:pt x="35537" y="0"/>
                  <a:pt x="22886" y="1841"/>
                  <a:pt x="11845" y="17817"/>
                </a:cubicBezTo>
                <a:cubicBezTo>
                  <a:pt x="4026" y="29075"/>
                  <a:pt x="0" y="45974"/>
                  <a:pt x="0" y="56103"/>
                </a:cubicBezTo>
                <a:cubicBezTo>
                  <a:pt x="0" y="73828"/>
                  <a:pt x="10120" y="81648"/>
                  <a:pt x="21735" y="81648"/>
                </a:cubicBezTo>
                <a:cubicBezTo>
                  <a:pt x="27715" y="81648"/>
                  <a:pt x="39216" y="79233"/>
                  <a:pt x="49566" y="65540"/>
                </a:cubicBezTo>
                <a:cubicBezTo>
                  <a:pt x="57731" y="54606"/>
                  <a:pt x="62562" y="37462"/>
                  <a:pt x="62562" y="25513"/>
                </a:cubicBezTo>
                <a:moveTo>
                  <a:pt x="18515" y="37577"/>
                </a:moveTo>
                <a:cubicBezTo>
                  <a:pt x="20701" y="29649"/>
                  <a:pt x="22656" y="22411"/>
                  <a:pt x="26566" y="15748"/>
                </a:cubicBezTo>
                <a:cubicBezTo>
                  <a:pt x="29211" y="11382"/>
                  <a:pt x="34617" y="5291"/>
                  <a:pt x="40712" y="5291"/>
                </a:cubicBezTo>
                <a:cubicBezTo>
                  <a:pt x="44621" y="5291"/>
                  <a:pt x="48877" y="8165"/>
                  <a:pt x="48877" y="18046"/>
                </a:cubicBezTo>
                <a:cubicBezTo>
                  <a:pt x="48877" y="24250"/>
                  <a:pt x="47382" y="30223"/>
                  <a:pt x="45657" y="37577"/>
                </a:cubicBezTo>
                <a:lnTo>
                  <a:pt x="18515" y="37577"/>
                </a:lnTo>
                <a:moveTo>
                  <a:pt x="44046" y="44018"/>
                </a:moveTo>
                <a:cubicBezTo>
                  <a:pt x="42782" y="49082"/>
                  <a:pt x="40252" y="58981"/>
                  <a:pt x="35881" y="66002"/>
                </a:cubicBezTo>
                <a:cubicBezTo>
                  <a:pt x="32087" y="72216"/>
                  <a:pt x="26796" y="76359"/>
                  <a:pt x="21967" y="76359"/>
                </a:cubicBezTo>
                <a:cubicBezTo>
                  <a:pt x="16446" y="76359"/>
                  <a:pt x="13686" y="71066"/>
                  <a:pt x="13686" y="63584"/>
                </a:cubicBezTo>
                <a:cubicBezTo>
                  <a:pt x="13686" y="57714"/>
                  <a:pt x="15527" y="49658"/>
                  <a:pt x="16906" y="44018"/>
                </a:cubicBezTo>
                <a:lnTo>
                  <a:pt x="44046" y="44018"/>
                </a:lnTo>
                <a:close/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93" name="path-1112">
            <a:extLst xmlns:a="http://schemas.openxmlformats.org/drawingml/2006/main">
              <a:ext uri="{FF2B5EF4-FFF2-40B4-BE49-F238E27FC236}">
                <a16:creationId xmlns:a16="http://schemas.microsoft.com/office/drawing/2014/main" id="{FF40D1F3-EB4E-4524-BC4A-EB19347B1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1552" y="6233981"/>
            <a:ext cx="90197" cy="112148"/>
          </a:xfrm>
          <a:custGeom xmlns:a="http://schemas.openxmlformats.org/drawingml/2006/main">
            <a:pathLst>
              <a:path w="90197" h="112148">
                <a:moveTo>
                  <a:pt x="90197" y="69791"/>
                </a:moveTo>
                <a:lnTo>
                  <a:pt x="86089" y="69791"/>
                </a:lnTo>
                <a:cubicBezTo>
                  <a:pt x="84281" y="86537"/>
                  <a:pt x="81982" y="107056"/>
                  <a:pt x="53066" y="107056"/>
                </a:cubicBezTo>
                <a:lnTo>
                  <a:pt x="39594" y="107056"/>
                </a:lnTo>
                <a:cubicBezTo>
                  <a:pt x="31872" y="107056"/>
                  <a:pt x="31544" y="105908"/>
                  <a:pt x="31544" y="100491"/>
                </a:cubicBezTo>
                <a:lnTo>
                  <a:pt x="31544" y="12976"/>
                </a:lnTo>
                <a:cubicBezTo>
                  <a:pt x="31544" y="7393"/>
                  <a:pt x="31544" y="5094"/>
                  <a:pt x="47152" y="5094"/>
                </a:cubicBezTo>
                <a:lnTo>
                  <a:pt x="52574" y="5094"/>
                </a:lnTo>
                <a:lnTo>
                  <a:pt x="52574" y="0"/>
                </a:lnTo>
                <a:cubicBezTo>
                  <a:pt x="46658" y="494"/>
                  <a:pt x="31709" y="494"/>
                  <a:pt x="24973" y="494"/>
                </a:cubicBezTo>
                <a:cubicBezTo>
                  <a:pt x="18566" y="494"/>
                  <a:pt x="5751" y="494"/>
                  <a:pt x="0" y="0"/>
                </a:cubicBezTo>
                <a:lnTo>
                  <a:pt x="0" y="5094"/>
                </a:lnTo>
                <a:lnTo>
                  <a:pt x="3943" y="5094"/>
                </a:lnTo>
                <a:cubicBezTo>
                  <a:pt x="16593" y="5094"/>
                  <a:pt x="16921" y="6901"/>
                  <a:pt x="16921" y="12813"/>
                </a:cubicBezTo>
                <a:lnTo>
                  <a:pt x="16921" y="99340"/>
                </a:lnTo>
                <a:cubicBezTo>
                  <a:pt x="16921" y="105251"/>
                  <a:pt x="16593" y="107056"/>
                  <a:pt x="3943" y="107056"/>
                </a:cubicBezTo>
                <a:lnTo>
                  <a:pt x="0" y="107056"/>
                </a:lnTo>
                <a:lnTo>
                  <a:pt x="0" y="112148"/>
                </a:lnTo>
                <a:lnTo>
                  <a:pt x="85597" y="112148"/>
                </a:lnTo>
                <a:lnTo>
                  <a:pt x="90197" y="69791"/>
                </a:lnTo>
                <a:close/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94" name="path-1113">
            <a:extLst xmlns:a="http://schemas.openxmlformats.org/drawingml/2006/main">
              <a:ext uri="{FF2B5EF4-FFF2-40B4-BE49-F238E27FC236}">
                <a16:creationId xmlns:a16="http://schemas.microsoft.com/office/drawing/2014/main" id="{CC3A1FBD-08D0-48DD-A177-B204A6581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4339" y="6320019"/>
            <a:ext cx="41287" cy="50651"/>
          </a:xfrm>
          <a:custGeom xmlns:a="http://schemas.openxmlformats.org/drawingml/2006/main">
            <a:pathLst>
              <a:path w="41287" h="50651">
                <a:moveTo>
                  <a:pt x="0" y="1265"/>
                </a:moveTo>
                <a:lnTo>
                  <a:pt x="0" y="5408"/>
                </a:lnTo>
                <a:lnTo>
                  <a:pt x="1611" y="5408"/>
                </a:lnTo>
                <a:cubicBezTo>
                  <a:pt x="5175" y="5408"/>
                  <a:pt x="8625" y="5754"/>
                  <a:pt x="8625" y="11166"/>
                </a:cubicBezTo>
                <a:lnTo>
                  <a:pt x="8625" y="41791"/>
                </a:lnTo>
                <a:cubicBezTo>
                  <a:pt x="8625" y="46397"/>
                  <a:pt x="5866" y="46511"/>
                  <a:pt x="0" y="46511"/>
                </a:cubicBezTo>
                <a:lnTo>
                  <a:pt x="0" y="50651"/>
                </a:lnTo>
                <a:lnTo>
                  <a:pt x="28177" y="50651"/>
                </a:lnTo>
                <a:lnTo>
                  <a:pt x="28177" y="46511"/>
                </a:lnTo>
                <a:cubicBezTo>
                  <a:pt x="26912" y="46511"/>
                  <a:pt x="25531" y="46627"/>
                  <a:pt x="24265" y="46627"/>
                </a:cubicBezTo>
                <a:cubicBezTo>
                  <a:pt x="20472" y="46627"/>
                  <a:pt x="17366" y="46051"/>
                  <a:pt x="17366" y="41907"/>
                </a:cubicBezTo>
                <a:lnTo>
                  <a:pt x="17366" y="32925"/>
                </a:lnTo>
                <a:cubicBezTo>
                  <a:pt x="17366" y="30737"/>
                  <a:pt x="17252" y="28435"/>
                  <a:pt x="17252" y="26248"/>
                </a:cubicBezTo>
                <a:cubicBezTo>
                  <a:pt x="17252" y="17151"/>
                  <a:pt x="20242" y="3222"/>
                  <a:pt x="32776" y="3222"/>
                </a:cubicBezTo>
                <a:lnTo>
                  <a:pt x="32776" y="3336"/>
                </a:lnTo>
                <a:cubicBezTo>
                  <a:pt x="31397" y="4141"/>
                  <a:pt x="30821" y="5754"/>
                  <a:pt x="30821" y="7365"/>
                </a:cubicBezTo>
                <a:cubicBezTo>
                  <a:pt x="30821" y="10589"/>
                  <a:pt x="33236" y="12661"/>
                  <a:pt x="36112" y="12661"/>
                </a:cubicBezTo>
                <a:cubicBezTo>
                  <a:pt x="39216" y="12661"/>
                  <a:pt x="41287" y="10129"/>
                  <a:pt x="41287" y="7597"/>
                </a:cubicBezTo>
                <a:cubicBezTo>
                  <a:pt x="41287" y="2646"/>
                  <a:pt x="36686" y="0"/>
                  <a:pt x="32201" y="0"/>
                </a:cubicBezTo>
                <a:cubicBezTo>
                  <a:pt x="24841" y="0"/>
                  <a:pt x="18171" y="6330"/>
                  <a:pt x="16676" y="12661"/>
                </a:cubicBezTo>
                <a:lnTo>
                  <a:pt x="16560" y="0"/>
                </a:lnTo>
                <a:lnTo>
                  <a:pt x="10811" y="462"/>
                </a:lnTo>
                <a:lnTo>
                  <a:pt x="0" y="1265"/>
                </a:lnTo>
                <a:close/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95" name="path-1114">
            <a:extLst xmlns:a="http://schemas.openxmlformats.org/drawingml/2006/main">
              <a:ext uri="{FF2B5EF4-FFF2-40B4-BE49-F238E27FC236}">
                <a16:creationId xmlns:a16="http://schemas.microsoft.com/office/drawing/2014/main" id="{A73B8639-5DD6-4F0E-8FDA-C0E68600D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470" y="6290819"/>
            <a:ext cx="25990" cy="79851"/>
          </a:xfrm>
          <a:custGeom xmlns:a="http://schemas.openxmlformats.org/drawingml/2006/main">
            <a:pathLst>
              <a:path w="25990" h="79851">
                <a:moveTo>
                  <a:pt x="0" y="1267"/>
                </a:moveTo>
                <a:lnTo>
                  <a:pt x="0" y="5408"/>
                </a:lnTo>
                <a:lnTo>
                  <a:pt x="2071" y="5408"/>
                </a:lnTo>
                <a:cubicBezTo>
                  <a:pt x="5635" y="5408"/>
                  <a:pt x="8625" y="5870"/>
                  <a:pt x="8625" y="11162"/>
                </a:cubicBezTo>
                <a:lnTo>
                  <a:pt x="8625" y="68462"/>
                </a:lnTo>
                <a:cubicBezTo>
                  <a:pt x="8625" y="69268"/>
                  <a:pt x="8741" y="70073"/>
                  <a:pt x="8741" y="70994"/>
                </a:cubicBezTo>
                <a:cubicBezTo>
                  <a:pt x="8741" y="75597"/>
                  <a:pt x="5291" y="75711"/>
                  <a:pt x="690" y="75711"/>
                </a:cubicBezTo>
                <a:lnTo>
                  <a:pt x="0" y="75711"/>
                </a:lnTo>
                <a:lnTo>
                  <a:pt x="0" y="79851"/>
                </a:lnTo>
                <a:lnTo>
                  <a:pt x="25990" y="79851"/>
                </a:lnTo>
                <a:lnTo>
                  <a:pt x="25990" y="75711"/>
                </a:lnTo>
                <a:lnTo>
                  <a:pt x="23230" y="75711"/>
                </a:lnTo>
                <a:cubicBezTo>
                  <a:pt x="20010" y="75711"/>
                  <a:pt x="17366" y="75365"/>
                  <a:pt x="17366" y="71454"/>
                </a:cubicBezTo>
                <a:lnTo>
                  <a:pt x="17366" y="0"/>
                </a:lnTo>
                <a:lnTo>
                  <a:pt x="0" y="1267"/>
                </a:lnTo>
                <a:close/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96" name="path-1115">
            <a:extLst xmlns:a="http://schemas.openxmlformats.org/drawingml/2006/main">
              <a:ext uri="{FF2B5EF4-FFF2-40B4-BE49-F238E27FC236}">
                <a16:creationId xmlns:a16="http://schemas.microsoft.com/office/drawing/2014/main" id="{658AA266-4E02-469E-9E12-710E5B8CB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2993" y="6285811"/>
            <a:ext cx="109252" cy="38493"/>
          </a:xfrm>
          <a:custGeom xmlns:a="http://schemas.openxmlformats.org/drawingml/2006/main">
            <a:pathLst>
              <a:path w="109252" h="38493">
                <a:moveTo>
                  <a:pt x="103667" y="6571"/>
                </a:moveTo>
                <a:cubicBezTo>
                  <a:pt x="106131" y="6571"/>
                  <a:pt x="109252" y="6571"/>
                  <a:pt x="109252" y="3287"/>
                </a:cubicBezTo>
                <a:cubicBezTo>
                  <a:pt x="109252" y="0"/>
                  <a:pt x="106131" y="0"/>
                  <a:pt x="103830" y="0"/>
                </a:cubicBezTo>
                <a:lnTo>
                  <a:pt x="5420" y="0"/>
                </a:lnTo>
                <a:cubicBezTo>
                  <a:pt x="3121" y="0"/>
                  <a:pt x="0" y="0"/>
                  <a:pt x="0" y="3287"/>
                </a:cubicBezTo>
                <a:cubicBezTo>
                  <a:pt x="0" y="6571"/>
                  <a:pt x="3121" y="6571"/>
                  <a:pt x="5585" y="6571"/>
                </a:cubicBezTo>
                <a:lnTo>
                  <a:pt x="103667" y="6571"/>
                </a:lnTo>
                <a:moveTo>
                  <a:pt x="103830" y="38493"/>
                </a:moveTo>
                <a:cubicBezTo>
                  <a:pt x="106131" y="38493"/>
                  <a:pt x="109252" y="38493"/>
                  <a:pt x="109252" y="35207"/>
                </a:cubicBezTo>
                <a:cubicBezTo>
                  <a:pt x="109252" y="31920"/>
                  <a:pt x="106131" y="31920"/>
                  <a:pt x="103667" y="31920"/>
                </a:cubicBezTo>
                <a:lnTo>
                  <a:pt x="5585" y="31920"/>
                </a:lnTo>
                <a:cubicBezTo>
                  <a:pt x="3121" y="31920"/>
                  <a:pt x="0" y="31920"/>
                  <a:pt x="0" y="35207"/>
                </a:cubicBezTo>
                <a:cubicBezTo>
                  <a:pt x="0" y="38493"/>
                  <a:pt x="3121" y="38493"/>
                  <a:pt x="5420" y="38493"/>
                </a:cubicBezTo>
                <a:lnTo>
                  <a:pt x="103830" y="38493"/>
                </a:lnTo>
                <a:close/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97" name="path-1116">
            <a:extLst xmlns:a="http://schemas.openxmlformats.org/drawingml/2006/main">
              <a:ext uri="{FF2B5EF4-FFF2-40B4-BE49-F238E27FC236}">
                <a16:creationId xmlns:a16="http://schemas.microsoft.com/office/drawing/2014/main" id="{19223C0F-CCAC-4CF3-B152-1C1CE2121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3471" y="6301695"/>
            <a:ext cx="100383" cy="6571"/>
          </a:xfrm>
          <a:custGeom xmlns:a="http://schemas.openxmlformats.org/drawingml/2006/main">
            <a:pathLst>
              <a:path w="100383" h="6571">
                <a:moveTo>
                  <a:pt x="94632" y="6571"/>
                </a:moveTo>
                <a:cubicBezTo>
                  <a:pt x="97425" y="6571"/>
                  <a:pt x="100383" y="6571"/>
                  <a:pt x="100383" y="3287"/>
                </a:cubicBezTo>
                <a:cubicBezTo>
                  <a:pt x="100383" y="0"/>
                  <a:pt x="97425" y="0"/>
                  <a:pt x="94632" y="0"/>
                </a:cubicBezTo>
                <a:lnTo>
                  <a:pt x="5751" y="0"/>
                </a:lnTo>
                <a:cubicBezTo>
                  <a:pt x="2958" y="0"/>
                  <a:pt x="0" y="0"/>
                  <a:pt x="0" y="3287"/>
                </a:cubicBezTo>
                <a:cubicBezTo>
                  <a:pt x="0" y="6571"/>
                  <a:pt x="2958" y="6571"/>
                  <a:pt x="5751" y="6571"/>
                </a:cubicBezTo>
                <a:lnTo>
                  <a:pt x="94632" y="6571"/>
                </a:lnTo>
                <a:close/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98" name="path-1117">
            <a:extLst xmlns:a="http://schemas.openxmlformats.org/drawingml/2006/main">
              <a:ext uri="{FF2B5EF4-FFF2-40B4-BE49-F238E27FC236}">
                <a16:creationId xmlns:a16="http://schemas.microsoft.com/office/drawing/2014/main" id="{586C9886-EB2E-4B61-955A-4F59541FB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0270" y="6249178"/>
            <a:ext cx="102682" cy="112468"/>
          </a:xfrm>
          <a:custGeom xmlns:a="http://schemas.openxmlformats.org/drawingml/2006/main">
            <a:pathLst>
              <a:path w="102682" h="112468">
                <a:moveTo>
                  <a:pt x="40250" y="57277"/>
                </a:moveTo>
                <a:cubicBezTo>
                  <a:pt x="44359" y="57277"/>
                  <a:pt x="52243" y="57277"/>
                  <a:pt x="57994" y="60727"/>
                </a:cubicBezTo>
                <a:cubicBezTo>
                  <a:pt x="65881" y="65821"/>
                  <a:pt x="66538" y="74690"/>
                  <a:pt x="66538" y="75675"/>
                </a:cubicBezTo>
                <a:cubicBezTo>
                  <a:pt x="66703" y="77974"/>
                  <a:pt x="66703" y="80110"/>
                  <a:pt x="69496" y="80110"/>
                </a:cubicBezTo>
                <a:cubicBezTo>
                  <a:pt x="72288" y="80110"/>
                  <a:pt x="72288" y="77811"/>
                  <a:pt x="72288" y="74853"/>
                </a:cubicBezTo>
                <a:lnTo>
                  <a:pt x="72288" y="30363"/>
                </a:lnTo>
                <a:cubicBezTo>
                  <a:pt x="72288" y="27736"/>
                  <a:pt x="72288" y="25111"/>
                  <a:pt x="69496" y="25111"/>
                </a:cubicBezTo>
                <a:cubicBezTo>
                  <a:pt x="66703" y="25111"/>
                  <a:pt x="66538" y="27573"/>
                  <a:pt x="66538" y="28887"/>
                </a:cubicBezTo>
                <a:cubicBezTo>
                  <a:pt x="65552" y="50052"/>
                  <a:pt x="48794" y="51200"/>
                  <a:pt x="40250" y="51363"/>
                </a:cubicBezTo>
                <a:lnTo>
                  <a:pt x="40250" y="16743"/>
                </a:lnTo>
                <a:cubicBezTo>
                  <a:pt x="40250" y="5751"/>
                  <a:pt x="43374" y="5751"/>
                  <a:pt x="47315" y="5751"/>
                </a:cubicBezTo>
                <a:lnTo>
                  <a:pt x="55201" y="5751"/>
                </a:lnTo>
                <a:cubicBezTo>
                  <a:pt x="77382" y="5751"/>
                  <a:pt x="88387" y="17072"/>
                  <a:pt x="89375" y="28393"/>
                </a:cubicBezTo>
                <a:cubicBezTo>
                  <a:pt x="89538" y="29706"/>
                  <a:pt x="89704" y="32168"/>
                  <a:pt x="92331" y="32168"/>
                </a:cubicBezTo>
                <a:cubicBezTo>
                  <a:pt x="95123" y="32168"/>
                  <a:pt x="95123" y="29541"/>
                  <a:pt x="95123" y="26753"/>
                </a:cubicBezTo>
                <a:lnTo>
                  <a:pt x="95123" y="5422"/>
                </a:lnTo>
                <a:cubicBezTo>
                  <a:pt x="95123" y="331"/>
                  <a:pt x="94795" y="0"/>
                  <a:pt x="89704" y="0"/>
                </a:cubicBezTo>
                <a:lnTo>
                  <a:pt x="5585" y="0"/>
                </a:lnTo>
                <a:cubicBezTo>
                  <a:pt x="2630" y="0"/>
                  <a:pt x="0" y="0"/>
                  <a:pt x="0" y="2958"/>
                </a:cubicBezTo>
                <a:cubicBezTo>
                  <a:pt x="0" y="5751"/>
                  <a:pt x="3121" y="5751"/>
                  <a:pt x="4435" y="5751"/>
                </a:cubicBezTo>
                <a:cubicBezTo>
                  <a:pt x="13800" y="5751"/>
                  <a:pt x="14457" y="7064"/>
                  <a:pt x="14457" y="15104"/>
                </a:cubicBezTo>
                <a:lnTo>
                  <a:pt x="14457" y="97357"/>
                </a:lnTo>
                <a:cubicBezTo>
                  <a:pt x="14457" y="105078"/>
                  <a:pt x="13966" y="106720"/>
                  <a:pt x="5257" y="106720"/>
                </a:cubicBezTo>
                <a:cubicBezTo>
                  <a:pt x="2793" y="106720"/>
                  <a:pt x="0" y="106720"/>
                  <a:pt x="0" y="109513"/>
                </a:cubicBezTo>
                <a:cubicBezTo>
                  <a:pt x="0" y="112468"/>
                  <a:pt x="2630" y="112468"/>
                  <a:pt x="5585" y="112468"/>
                </a:cubicBezTo>
                <a:lnTo>
                  <a:pt x="92659" y="112468"/>
                </a:lnTo>
                <a:cubicBezTo>
                  <a:pt x="95783" y="112468"/>
                  <a:pt x="97425" y="112468"/>
                  <a:pt x="97919" y="110170"/>
                </a:cubicBezTo>
                <a:cubicBezTo>
                  <a:pt x="98082" y="110004"/>
                  <a:pt x="102682" y="82574"/>
                  <a:pt x="102682" y="81752"/>
                </a:cubicBezTo>
                <a:cubicBezTo>
                  <a:pt x="102682" y="79947"/>
                  <a:pt x="101203" y="78796"/>
                  <a:pt x="99889" y="78796"/>
                </a:cubicBezTo>
                <a:cubicBezTo>
                  <a:pt x="97588" y="78796"/>
                  <a:pt x="96931" y="80932"/>
                  <a:pt x="96931" y="81095"/>
                </a:cubicBezTo>
                <a:cubicBezTo>
                  <a:pt x="95946" y="85367"/>
                  <a:pt x="94304" y="92266"/>
                  <a:pt x="82311" y="99327"/>
                </a:cubicBezTo>
                <a:cubicBezTo>
                  <a:pt x="73767" y="104419"/>
                  <a:pt x="65387" y="106720"/>
                  <a:pt x="56352" y="106720"/>
                </a:cubicBezTo>
                <a:lnTo>
                  <a:pt x="47315" y="106720"/>
                </a:lnTo>
                <a:cubicBezTo>
                  <a:pt x="43374" y="106720"/>
                  <a:pt x="40250" y="106720"/>
                  <a:pt x="40250" y="95715"/>
                </a:cubicBezTo>
                <a:lnTo>
                  <a:pt x="40250" y="57277"/>
                </a:lnTo>
                <a:moveTo>
                  <a:pt x="89375" y="5751"/>
                </a:moveTo>
                <a:lnTo>
                  <a:pt x="89375" y="13627"/>
                </a:lnTo>
                <a:cubicBezTo>
                  <a:pt x="86582" y="10509"/>
                  <a:pt x="83459" y="7884"/>
                  <a:pt x="80009" y="5751"/>
                </a:cubicBezTo>
                <a:lnTo>
                  <a:pt x="89375" y="5751"/>
                </a:lnTo>
                <a:moveTo>
                  <a:pt x="57337" y="53828"/>
                </a:moveTo>
                <a:cubicBezTo>
                  <a:pt x="59967" y="52677"/>
                  <a:pt x="63579" y="50215"/>
                  <a:pt x="66538" y="46771"/>
                </a:cubicBezTo>
                <a:lnTo>
                  <a:pt x="66538" y="60564"/>
                </a:lnTo>
                <a:cubicBezTo>
                  <a:pt x="62594" y="56129"/>
                  <a:pt x="57503" y="53993"/>
                  <a:pt x="57337" y="53993"/>
                </a:cubicBezTo>
                <a:lnTo>
                  <a:pt x="57337" y="53828"/>
                </a:lnTo>
                <a:moveTo>
                  <a:pt x="20208" y="14776"/>
                </a:moveTo>
                <a:cubicBezTo>
                  <a:pt x="20208" y="12805"/>
                  <a:pt x="20208" y="8704"/>
                  <a:pt x="18894" y="5751"/>
                </a:cubicBezTo>
                <a:lnTo>
                  <a:pt x="36307" y="5751"/>
                </a:lnTo>
                <a:cubicBezTo>
                  <a:pt x="34502" y="9524"/>
                  <a:pt x="34502" y="14938"/>
                  <a:pt x="34502" y="16415"/>
                </a:cubicBezTo>
                <a:lnTo>
                  <a:pt x="34502" y="96043"/>
                </a:lnTo>
                <a:cubicBezTo>
                  <a:pt x="34502" y="101957"/>
                  <a:pt x="35650" y="105241"/>
                  <a:pt x="36307" y="106720"/>
                </a:cubicBezTo>
                <a:lnTo>
                  <a:pt x="18894" y="106720"/>
                </a:lnTo>
                <a:cubicBezTo>
                  <a:pt x="20208" y="103762"/>
                  <a:pt x="20208" y="99656"/>
                  <a:pt x="20208" y="97685"/>
                </a:cubicBezTo>
                <a:lnTo>
                  <a:pt x="20208" y="14776"/>
                </a:lnTo>
                <a:moveTo>
                  <a:pt x="81323" y="106720"/>
                </a:moveTo>
                <a:lnTo>
                  <a:pt x="81323" y="106555"/>
                </a:lnTo>
                <a:cubicBezTo>
                  <a:pt x="86582" y="103928"/>
                  <a:pt x="91017" y="100478"/>
                  <a:pt x="94304" y="97520"/>
                </a:cubicBezTo>
                <a:cubicBezTo>
                  <a:pt x="94138" y="98179"/>
                  <a:pt x="92988" y="105407"/>
                  <a:pt x="92825" y="106720"/>
                </a:cubicBezTo>
                <a:lnTo>
                  <a:pt x="81323" y="106720"/>
                </a:lnTo>
                <a:close/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99" name="path-1118">
            <a:extLst xmlns:a="http://schemas.openxmlformats.org/drawingml/2006/main">
              <a:ext uri="{FF2B5EF4-FFF2-40B4-BE49-F238E27FC236}">
                <a16:creationId xmlns:a16="http://schemas.microsoft.com/office/drawing/2014/main" id="{CBC85E98-2565-4759-B359-801E5E65C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6785" y="6390062"/>
            <a:ext cx="112588" cy="78840"/>
          </a:xfrm>
          <a:custGeom xmlns:a="http://schemas.openxmlformats.org/drawingml/2006/main">
            <a:pathLst>
              <a:path w="112588" h="78840">
                <a:moveTo>
                  <a:pt x="68313" y="35744"/>
                </a:moveTo>
                <a:cubicBezTo>
                  <a:pt x="68197" y="35628"/>
                  <a:pt x="67507" y="34480"/>
                  <a:pt x="67507" y="34364"/>
                </a:cubicBezTo>
                <a:cubicBezTo>
                  <a:pt x="67507" y="34250"/>
                  <a:pt x="69806" y="32181"/>
                  <a:pt x="71071" y="31032"/>
                </a:cubicBezTo>
                <a:lnTo>
                  <a:pt x="90392" y="13337"/>
                </a:lnTo>
                <a:cubicBezTo>
                  <a:pt x="96718" y="7705"/>
                  <a:pt x="97983" y="6556"/>
                  <a:pt x="109828" y="6442"/>
                </a:cubicBezTo>
                <a:cubicBezTo>
                  <a:pt x="112129" y="6442"/>
                  <a:pt x="112588" y="3452"/>
                  <a:pt x="112588" y="2530"/>
                </a:cubicBezTo>
                <a:cubicBezTo>
                  <a:pt x="112588" y="691"/>
                  <a:pt x="111093" y="0"/>
                  <a:pt x="110058" y="0"/>
                </a:cubicBezTo>
                <a:cubicBezTo>
                  <a:pt x="107184" y="0"/>
                  <a:pt x="100168" y="462"/>
                  <a:pt x="97294" y="462"/>
                </a:cubicBezTo>
                <a:cubicBezTo>
                  <a:pt x="94877" y="462"/>
                  <a:pt x="91773" y="462"/>
                  <a:pt x="89358" y="346"/>
                </a:cubicBezTo>
                <a:cubicBezTo>
                  <a:pt x="86828" y="232"/>
                  <a:pt x="83952" y="0"/>
                  <a:pt x="81537" y="0"/>
                </a:cubicBezTo>
                <a:cubicBezTo>
                  <a:pt x="80732" y="0"/>
                  <a:pt x="77973" y="0"/>
                  <a:pt x="77973" y="3911"/>
                </a:cubicBezTo>
                <a:cubicBezTo>
                  <a:pt x="77973" y="6326"/>
                  <a:pt x="80388" y="6442"/>
                  <a:pt x="81307" y="6442"/>
                </a:cubicBezTo>
                <a:cubicBezTo>
                  <a:pt x="82918" y="6442"/>
                  <a:pt x="84527" y="6672"/>
                  <a:pt x="86252" y="7246"/>
                </a:cubicBezTo>
                <a:lnTo>
                  <a:pt x="63598" y="27815"/>
                </a:lnTo>
                <a:lnTo>
                  <a:pt x="51407" y="6902"/>
                </a:lnTo>
                <a:cubicBezTo>
                  <a:pt x="53822" y="6556"/>
                  <a:pt x="54281" y="6556"/>
                  <a:pt x="57387" y="6442"/>
                </a:cubicBezTo>
                <a:cubicBezTo>
                  <a:pt x="60146" y="6326"/>
                  <a:pt x="60378" y="3336"/>
                  <a:pt x="60378" y="2530"/>
                </a:cubicBezTo>
                <a:cubicBezTo>
                  <a:pt x="60378" y="805"/>
                  <a:pt x="58997" y="0"/>
                  <a:pt x="57731" y="0"/>
                </a:cubicBezTo>
                <a:cubicBezTo>
                  <a:pt x="55777" y="0"/>
                  <a:pt x="51407" y="232"/>
                  <a:pt x="49222" y="346"/>
                </a:cubicBezTo>
                <a:cubicBezTo>
                  <a:pt x="46576" y="462"/>
                  <a:pt x="42321" y="462"/>
                  <a:pt x="39676" y="462"/>
                </a:cubicBezTo>
                <a:cubicBezTo>
                  <a:pt x="37146" y="462"/>
                  <a:pt x="34271" y="346"/>
                  <a:pt x="31741" y="346"/>
                </a:cubicBezTo>
                <a:cubicBezTo>
                  <a:pt x="29096" y="346"/>
                  <a:pt x="26220" y="0"/>
                  <a:pt x="23692" y="0"/>
                </a:cubicBezTo>
                <a:cubicBezTo>
                  <a:pt x="22886" y="0"/>
                  <a:pt x="20126" y="0"/>
                  <a:pt x="20126" y="3911"/>
                </a:cubicBezTo>
                <a:cubicBezTo>
                  <a:pt x="20126" y="6442"/>
                  <a:pt x="22426" y="6442"/>
                  <a:pt x="24955" y="6442"/>
                </a:cubicBezTo>
                <a:cubicBezTo>
                  <a:pt x="26450" y="6442"/>
                  <a:pt x="27945" y="6442"/>
                  <a:pt x="29440" y="6556"/>
                </a:cubicBezTo>
                <a:cubicBezTo>
                  <a:pt x="31281" y="6672"/>
                  <a:pt x="31395" y="6786"/>
                  <a:pt x="32201" y="8165"/>
                </a:cubicBezTo>
                <a:lnTo>
                  <a:pt x="50602" y="39650"/>
                </a:lnTo>
                <a:lnTo>
                  <a:pt x="19206" y="68148"/>
                </a:lnTo>
                <a:cubicBezTo>
                  <a:pt x="16906" y="70217"/>
                  <a:pt x="13800" y="72286"/>
                  <a:pt x="4485" y="72400"/>
                </a:cubicBezTo>
                <a:cubicBezTo>
                  <a:pt x="2415" y="72400"/>
                  <a:pt x="0" y="72400"/>
                  <a:pt x="0" y="76311"/>
                </a:cubicBezTo>
                <a:cubicBezTo>
                  <a:pt x="0" y="77691"/>
                  <a:pt x="1149" y="78840"/>
                  <a:pt x="2530" y="78840"/>
                </a:cubicBezTo>
                <a:cubicBezTo>
                  <a:pt x="5405" y="78840"/>
                  <a:pt x="12421" y="78380"/>
                  <a:pt x="15295" y="78380"/>
                </a:cubicBezTo>
                <a:cubicBezTo>
                  <a:pt x="17711" y="78380"/>
                  <a:pt x="20816" y="78380"/>
                  <a:pt x="23230" y="78496"/>
                </a:cubicBezTo>
                <a:cubicBezTo>
                  <a:pt x="25761" y="78610"/>
                  <a:pt x="28637" y="78840"/>
                  <a:pt x="31165" y="78840"/>
                </a:cubicBezTo>
                <a:cubicBezTo>
                  <a:pt x="32890" y="78840"/>
                  <a:pt x="34731" y="78036"/>
                  <a:pt x="34731" y="74930"/>
                </a:cubicBezTo>
                <a:cubicBezTo>
                  <a:pt x="34731" y="74700"/>
                  <a:pt x="34731" y="72516"/>
                  <a:pt x="31741" y="72400"/>
                </a:cubicBezTo>
                <a:cubicBezTo>
                  <a:pt x="29440" y="72400"/>
                  <a:pt x="27945" y="72056"/>
                  <a:pt x="26336" y="71596"/>
                </a:cubicBezTo>
                <a:lnTo>
                  <a:pt x="54281" y="46201"/>
                </a:lnTo>
                <a:lnTo>
                  <a:pt x="69347" y="71940"/>
                </a:lnTo>
                <a:cubicBezTo>
                  <a:pt x="67392" y="72170"/>
                  <a:pt x="64747" y="72286"/>
                  <a:pt x="63366" y="72400"/>
                </a:cubicBezTo>
                <a:cubicBezTo>
                  <a:pt x="62562" y="72516"/>
                  <a:pt x="60378" y="72861"/>
                  <a:pt x="60378" y="76311"/>
                </a:cubicBezTo>
                <a:cubicBezTo>
                  <a:pt x="60378" y="77347"/>
                  <a:pt x="61181" y="78840"/>
                  <a:pt x="63136" y="78840"/>
                </a:cubicBezTo>
                <a:cubicBezTo>
                  <a:pt x="65782" y="78840"/>
                  <a:pt x="69003" y="78610"/>
                  <a:pt x="71647" y="78496"/>
                </a:cubicBezTo>
                <a:cubicBezTo>
                  <a:pt x="74177" y="78380"/>
                  <a:pt x="78547" y="78380"/>
                  <a:pt x="81077" y="78380"/>
                </a:cubicBezTo>
                <a:cubicBezTo>
                  <a:pt x="83608" y="78380"/>
                  <a:pt x="86482" y="78496"/>
                  <a:pt x="89013" y="78496"/>
                </a:cubicBezTo>
                <a:cubicBezTo>
                  <a:pt x="91657" y="78496"/>
                  <a:pt x="94647" y="78840"/>
                  <a:pt x="97178" y="78840"/>
                </a:cubicBezTo>
                <a:cubicBezTo>
                  <a:pt x="98789" y="78840"/>
                  <a:pt x="100744" y="78150"/>
                  <a:pt x="100744" y="74930"/>
                </a:cubicBezTo>
                <a:cubicBezTo>
                  <a:pt x="100744" y="72400"/>
                  <a:pt x="98327" y="72400"/>
                  <a:pt x="95798" y="72400"/>
                </a:cubicBezTo>
                <a:cubicBezTo>
                  <a:pt x="94303" y="72400"/>
                  <a:pt x="92808" y="72400"/>
                  <a:pt x="91313" y="72286"/>
                </a:cubicBezTo>
                <a:cubicBezTo>
                  <a:pt x="89472" y="72170"/>
                  <a:pt x="89358" y="72056"/>
                  <a:pt x="88553" y="70677"/>
                </a:cubicBezTo>
                <a:lnTo>
                  <a:pt x="68313" y="35744"/>
                </a:lnTo>
                <a:close/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00" name="path-1119">
            <a:extLst xmlns:a="http://schemas.openxmlformats.org/drawingml/2006/main">
              <a:ext uri="{FF2B5EF4-FFF2-40B4-BE49-F238E27FC236}">
                <a16:creationId xmlns:a16="http://schemas.microsoft.com/office/drawing/2014/main" id="{6DF107F3-E15F-4A01-BA55-B57086034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3025" y="6455678"/>
            <a:ext cx="14605" cy="35459"/>
          </a:xfrm>
          <a:custGeom xmlns:a="http://schemas.openxmlformats.org/drawingml/2006/main">
            <a:pathLst>
              <a:path w="14605" h="35459">
                <a:moveTo>
                  <a:pt x="11385" y="11385"/>
                </a:moveTo>
                <a:cubicBezTo>
                  <a:pt x="11385" y="17718"/>
                  <a:pt x="10234" y="25094"/>
                  <a:pt x="2415" y="32467"/>
                </a:cubicBezTo>
                <a:cubicBezTo>
                  <a:pt x="1955" y="32929"/>
                  <a:pt x="1609" y="33275"/>
                  <a:pt x="1609" y="33848"/>
                </a:cubicBezTo>
                <a:cubicBezTo>
                  <a:pt x="1609" y="34654"/>
                  <a:pt x="2529" y="35459"/>
                  <a:pt x="3220" y="35459"/>
                </a:cubicBezTo>
                <a:cubicBezTo>
                  <a:pt x="4829" y="35459"/>
                  <a:pt x="14605" y="26245"/>
                  <a:pt x="14605" y="12535"/>
                </a:cubicBezTo>
                <a:cubicBezTo>
                  <a:pt x="14605" y="5405"/>
                  <a:pt x="11845" y="0"/>
                  <a:pt x="6554" y="0"/>
                </a:cubicBezTo>
                <a:cubicBezTo>
                  <a:pt x="2759" y="0"/>
                  <a:pt x="0" y="2990"/>
                  <a:pt x="0" y="6554"/>
                </a:cubicBezTo>
                <a:cubicBezTo>
                  <a:pt x="0" y="10236"/>
                  <a:pt x="2644" y="13224"/>
                  <a:pt x="6670" y="13224"/>
                </a:cubicBezTo>
                <a:cubicBezTo>
                  <a:pt x="9430" y="13224"/>
                  <a:pt x="11269" y="11385"/>
                  <a:pt x="11385" y="11385"/>
                </a:cubicBezTo>
                <a:close/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01" name="path-1120">
            <a:extLst xmlns:a="http://schemas.openxmlformats.org/drawingml/2006/main">
              <a:ext uri="{FF2B5EF4-FFF2-40B4-BE49-F238E27FC236}">
                <a16:creationId xmlns:a16="http://schemas.microsoft.com/office/drawing/2014/main" id="{88E1B106-44B3-4909-8598-D74FABF47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570" y="6418139"/>
            <a:ext cx="58997" cy="74235"/>
          </a:xfrm>
          <a:custGeom xmlns:a="http://schemas.openxmlformats.org/drawingml/2006/main">
            <a:pathLst>
              <a:path w="58997" h="74235">
                <a:moveTo>
                  <a:pt x="58537" y="7363"/>
                </a:moveTo>
                <a:cubicBezTo>
                  <a:pt x="58997" y="5752"/>
                  <a:pt x="58997" y="5522"/>
                  <a:pt x="58997" y="4831"/>
                </a:cubicBezTo>
                <a:cubicBezTo>
                  <a:pt x="58997" y="2530"/>
                  <a:pt x="57156" y="1151"/>
                  <a:pt x="55201" y="1151"/>
                </a:cubicBezTo>
                <a:cubicBezTo>
                  <a:pt x="53936" y="1151"/>
                  <a:pt x="51751" y="1727"/>
                  <a:pt x="50486" y="3911"/>
                </a:cubicBezTo>
                <a:cubicBezTo>
                  <a:pt x="50140" y="4601"/>
                  <a:pt x="49221" y="8283"/>
                  <a:pt x="48645" y="10585"/>
                </a:cubicBezTo>
                <a:lnTo>
                  <a:pt x="46230" y="20135"/>
                </a:lnTo>
                <a:cubicBezTo>
                  <a:pt x="45541" y="22895"/>
                  <a:pt x="41975" y="37391"/>
                  <a:pt x="41631" y="38657"/>
                </a:cubicBezTo>
                <a:cubicBezTo>
                  <a:pt x="41515" y="38657"/>
                  <a:pt x="36456" y="48666"/>
                  <a:pt x="27486" y="48666"/>
                </a:cubicBezTo>
                <a:cubicBezTo>
                  <a:pt x="19664" y="48666"/>
                  <a:pt x="19664" y="41189"/>
                  <a:pt x="19664" y="39118"/>
                </a:cubicBezTo>
                <a:cubicBezTo>
                  <a:pt x="19664" y="32904"/>
                  <a:pt x="22311" y="25657"/>
                  <a:pt x="25761" y="16797"/>
                </a:cubicBezTo>
                <a:cubicBezTo>
                  <a:pt x="27140" y="13115"/>
                  <a:pt x="27715" y="11734"/>
                  <a:pt x="27715" y="9780"/>
                </a:cubicBezTo>
                <a:cubicBezTo>
                  <a:pt x="27715" y="4257"/>
                  <a:pt x="23000" y="0"/>
                  <a:pt x="16790" y="0"/>
                </a:cubicBezTo>
                <a:cubicBezTo>
                  <a:pt x="5175" y="0"/>
                  <a:pt x="0" y="15646"/>
                  <a:pt x="0" y="17602"/>
                </a:cubicBezTo>
                <a:cubicBezTo>
                  <a:pt x="0" y="19098"/>
                  <a:pt x="1609" y="19098"/>
                  <a:pt x="1955" y="19098"/>
                </a:cubicBezTo>
                <a:cubicBezTo>
                  <a:pt x="3564" y="19098"/>
                  <a:pt x="3680" y="18524"/>
                  <a:pt x="4024" y="17257"/>
                </a:cubicBezTo>
                <a:cubicBezTo>
                  <a:pt x="6900" y="7709"/>
                  <a:pt x="11845" y="3222"/>
                  <a:pt x="16444" y="3222"/>
                </a:cubicBezTo>
                <a:cubicBezTo>
                  <a:pt x="18399" y="3222"/>
                  <a:pt x="19320" y="4487"/>
                  <a:pt x="19320" y="7247"/>
                </a:cubicBezTo>
                <a:cubicBezTo>
                  <a:pt x="19320" y="9894"/>
                  <a:pt x="18285" y="12426"/>
                  <a:pt x="17710" y="13921"/>
                </a:cubicBezTo>
                <a:cubicBezTo>
                  <a:pt x="12191" y="27958"/>
                  <a:pt x="11039" y="32215"/>
                  <a:pt x="11039" y="37277"/>
                </a:cubicBezTo>
                <a:cubicBezTo>
                  <a:pt x="11039" y="39232"/>
                  <a:pt x="11039" y="44641"/>
                  <a:pt x="15525" y="48322"/>
                </a:cubicBezTo>
                <a:cubicBezTo>
                  <a:pt x="19091" y="51312"/>
                  <a:pt x="23920" y="51886"/>
                  <a:pt x="27026" y="51886"/>
                </a:cubicBezTo>
                <a:cubicBezTo>
                  <a:pt x="31625" y="51886"/>
                  <a:pt x="35765" y="50161"/>
                  <a:pt x="39560" y="46711"/>
                </a:cubicBezTo>
                <a:cubicBezTo>
                  <a:pt x="38065" y="53037"/>
                  <a:pt x="36800" y="57868"/>
                  <a:pt x="31971" y="63619"/>
                </a:cubicBezTo>
                <a:cubicBezTo>
                  <a:pt x="28865" y="67185"/>
                  <a:pt x="24265" y="71015"/>
                  <a:pt x="18169" y="71015"/>
                </a:cubicBezTo>
                <a:cubicBezTo>
                  <a:pt x="17366" y="71015"/>
                  <a:pt x="11959" y="71015"/>
                  <a:pt x="9544" y="67185"/>
                </a:cubicBezTo>
                <a:cubicBezTo>
                  <a:pt x="15755" y="66495"/>
                  <a:pt x="15755" y="60974"/>
                  <a:pt x="15755" y="60858"/>
                </a:cubicBezTo>
                <a:cubicBezTo>
                  <a:pt x="15755" y="57179"/>
                  <a:pt x="12421" y="56489"/>
                  <a:pt x="11269" y="56489"/>
                </a:cubicBezTo>
                <a:cubicBezTo>
                  <a:pt x="8395" y="56489"/>
                  <a:pt x="4599" y="58790"/>
                  <a:pt x="4599" y="64079"/>
                </a:cubicBezTo>
                <a:cubicBezTo>
                  <a:pt x="4599" y="69971"/>
                  <a:pt x="10120" y="74235"/>
                  <a:pt x="18285" y="74235"/>
                </a:cubicBezTo>
                <a:cubicBezTo>
                  <a:pt x="29900" y="74235"/>
                  <a:pt x="44046" y="65230"/>
                  <a:pt x="47611" y="50853"/>
                </a:cubicBezTo>
                <a:lnTo>
                  <a:pt x="58537" y="7363"/>
                </a:lnTo>
                <a:close/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02" name="path-1121">
            <a:extLst xmlns:a="http://schemas.openxmlformats.org/drawingml/2006/main">
              <a:ext uri="{FF2B5EF4-FFF2-40B4-BE49-F238E27FC236}">
                <a16:creationId xmlns:a16="http://schemas.microsoft.com/office/drawing/2014/main" id="{B674F7E3-2181-411E-8ECB-B5F658552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2807" y="6455678"/>
            <a:ext cx="14605" cy="35459"/>
          </a:xfrm>
          <a:custGeom xmlns:a="http://schemas.openxmlformats.org/drawingml/2006/main">
            <a:pathLst>
              <a:path w="14605" h="35459">
                <a:moveTo>
                  <a:pt x="11385" y="11385"/>
                </a:moveTo>
                <a:cubicBezTo>
                  <a:pt x="11385" y="17718"/>
                  <a:pt x="10234" y="25094"/>
                  <a:pt x="2415" y="32467"/>
                </a:cubicBezTo>
                <a:cubicBezTo>
                  <a:pt x="1955" y="32929"/>
                  <a:pt x="1609" y="33275"/>
                  <a:pt x="1609" y="33848"/>
                </a:cubicBezTo>
                <a:cubicBezTo>
                  <a:pt x="1609" y="34654"/>
                  <a:pt x="2529" y="35459"/>
                  <a:pt x="3220" y="35459"/>
                </a:cubicBezTo>
                <a:cubicBezTo>
                  <a:pt x="4829" y="35459"/>
                  <a:pt x="14605" y="26245"/>
                  <a:pt x="14605" y="12535"/>
                </a:cubicBezTo>
                <a:cubicBezTo>
                  <a:pt x="14605" y="5405"/>
                  <a:pt x="11845" y="0"/>
                  <a:pt x="6554" y="0"/>
                </a:cubicBezTo>
                <a:cubicBezTo>
                  <a:pt x="2759" y="0"/>
                  <a:pt x="0" y="2990"/>
                  <a:pt x="0" y="6554"/>
                </a:cubicBezTo>
                <a:cubicBezTo>
                  <a:pt x="0" y="10236"/>
                  <a:pt x="2644" y="13224"/>
                  <a:pt x="6670" y="13224"/>
                </a:cubicBezTo>
                <a:cubicBezTo>
                  <a:pt x="9430" y="13224"/>
                  <a:pt x="11269" y="11385"/>
                  <a:pt x="11385" y="11385"/>
                </a:cubicBezTo>
                <a:close/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03" name="path-1122">
            <a:extLst xmlns:a="http://schemas.openxmlformats.org/drawingml/2006/main">
              <a:ext uri="{FF2B5EF4-FFF2-40B4-BE49-F238E27FC236}">
                <a16:creationId xmlns:a16="http://schemas.microsoft.com/office/drawing/2014/main" id="{70965920-1942-4F94-928D-5250C3B38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3770" y="6389052"/>
            <a:ext cx="32317" cy="80749"/>
          </a:xfrm>
          <a:custGeom xmlns:a="http://schemas.openxmlformats.org/drawingml/2006/main">
            <a:pathLst>
              <a:path w="32317" h="80749">
                <a:moveTo>
                  <a:pt x="30130" y="4947"/>
                </a:moveTo>
                <a:cubicBezTo>
                  <a:pt x="30592" y="3336"/>
                  <a:pt x="30592" y="3106"/>
                  <a:pt x="30592" y="2530"/>
                </a:cubicBezTo>
                <a:cubicBezTo>
                  <a:pt x="30592" y="1957"/>
                  <a:pt x="30246" y="0"/>
                  <a:pt x="27601" y="0"/>
                </a:cubicBezTo>
                <a:cubicBezTo>
                  <a:pt x="27142" y="0"/>
                  <a:pt x="26910" y="0"/>
                  <a:pt x="26796" y="116"/>
                </a:cubicBezTo>
                <a:lnTo>
                  <a:pt x="11271" y="805"/>
                </a:lnTo>
                <a:cubicBezTo>
                  <a:pt x="10006" y="921"/>
                  <a:pt x="7246" y="1035"/>
                  <a:pt x="7246" y="4831"/>
                </a:cubicBezTo>
                <a:cubicBezTo>
                  <a:pt x="7246" y="7361"/>
                  <a:pt x="9776" y="7361"/>
                  <a:pt x="11271" y="7361"/>
                </a:cubicBezTo>
                <a:cubicBezTo>
                  <a:pt x="13340" y="7361"/>
                  <a:pt x="14951" y="7361"/>
                  <a:pt x="14951" y="7935"/>
                </a:cubicBezTo>
                <a:cubicBezTo>
                  <a:pt x="14951" y="8167"/>
                  <a:pt x="14835" y="8857"/>
                  <a:pt x="14605" y="9546"/>
                </a:cubicBezTo>
                <a:lnTo>
                  <a:pt x="576" y="65453"/>
                </a:lnTo>
                <a:cubicBezTo>
                  <a:pt x="230" y="66718"/>
                  <a:pt x="0" y="67753"/>
                  <a:pt x="0" y="69364"/>
                </a:cubicBezTo>
                <a:cubicBezTo>
                  <a:pt x="0" y="77415"/>
                  <a:pt x="8971" y="80749"/>
                  <a:pt x="16216" y="80749"/>
                </a:cubicBezTo>
                <a:cubicBezTo>
                  <a:pt x="28521" y="80749"/>
                  <a:pt x="32317" y="63382"/>
                  <a:pt x="32317" y="62806"/>
                </a:cubicBezTo>
                <a:cubicBezTo>
                  <a:pt x="32317" y="60736"/>
                  <a:pt x="30362" y="60736"/>
                  <a:pt x="28637" y="60736"/>
                </a:cubicBezTo>
                <a:cubicBezTo>
                  <a:pt x="25990" y="60736"/>
                  <a:pt x="25531" y="60851"/>
                  <a:pt x="24955" y="63268"/>
                </a:cubicBezTo>
                <a:cubicBezTo>
                  <a:pt x="23576" y="68674"/>
                  <a:pt x="21391" y="75460"/>
                  <a:pt x="17020" y="75460"/>
                </a:cubicBezTo>
                <a:cubicBezTo>
                  <a:pt x="14260" y="75460"/>
                  <a:pt x="13916" y="72584"/>
                  <a:pt x="13916" y="70859"/>
                </a:cubicBezTo>
                <a:cubicBezTo>
                  <a:pt x="13916" y="69594"/>
                  <a:pt x="13916" y="69248"/>
                  <a:pt x="14491" y="67064"/>
                </a:cubicBezTo>
                <a:lnTo>
                  <a:pt x="30130" y="4947"/>
                </a:lnTo>
                <a:close/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04" name="path-1123">
            <a:extLst xmlns:a="http://schemas.openxmlformats.org/drawingml/2006/main">
              <a:ext uri="{FF2B5EF4-FFF2-40B4-BE49-F238E27FC236}">
                <a16:creationId xmlns:a16="http://schemas.microsoft.com/office/drawing/2014/main" id="{ED8D1A56-99AF-422C-A4B6-F8A682DD9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7124" y="6430716"/>
            <a:ext cx="33763" cy="54710"/>
          </a:xfrm>
          <a:custGeom xmlns:a="http://schemas.openxmlformats.org/drawingml/2006/main">
            <a:pathLst>
              <a:path w="33763" h="54710">
                <a:moveTo>
                  <a:pt x="20947" y="2473"/>
                </a:moveTo>
                <a:cubicBezTo>
                  <a:pt x="20947" y="0"/>
                  <a:pt x="20701" y="0"/>
                  <a:pt x="17991" y="0"/>
                </a:cubicBezTo>
                <a:cubicBezTo>
                  <a:pt x="12158" y="5291"/>
                  <a:pt x="3040" y="5291"/>
                  <a:pt x="1396" y="5291"/>
                </a:cubicBezTo>
                <a:lnTo>
                  <a:pt x="0" y="5291"/>
                </a:lnTo>
                <a:lnTo>
                  <a:pt x="0" y="8904"/>
                </a:lnTo>
                <a:lnTo>
                  <a:pt x="1396" y="8904"/>
                </a:lnTo>
                <a:cubicBezTo>
                  <a:pt x="3287" y="8904"/>
                  <a:pt x="8625" y="8659"/>
                  <a:pt x="13390" y="6604"/>
                </a:cubicBezTo>
                <a:lnTo>
                  <a:pt x="13390" y="47648"/>
                </a:lnTo>
                <a:cubicBezTo>
                  <a:pt x="13390" y="50194"/>
                  <a:pt x="13390" y="51096"/>
                  <a:pt x="4683" y="51096"/>
                </a:cubicBezTo>
                <a:lnTo>
                  <a:pt x="575" y="51096"/>
                </a:lnTo>
                <a:lnTo>
                  <a:pt x="575" y="54710"/>
                </a:lnTo>
                <a:cubicBezTo>
                  <a:pt x="5093" y="54382"/>
                  <a:pt x="12404" y="54382"/>
                  <a:pt x="17168" y="54382"/>
                </a:cubicBezTo>
                <a:cubicBezTo>
                  <a:pt x="21933" y="54382"/>
                  <a:pt x="29244" y="54382"/>
                  <a:pt x="33763" y="54710"/>
                </a:cubicBezTo>
                <a:lnTo>
                  <a:pt x="33763" y="51096"/>
                </a:lnTo>
                <a:lnTo>
                  <a:pt x="29655" y="51096"/>
                </a:lnTo>
                <a:cubicBezTo>
                  <a:pt x="20947" y="51096"/>
                  <a:pt x="20947" y="50194"/>
                  <a:pt x="20947" y="47648"/>
                </a:cubicBezTo>
                <a:lnTo>
                  <a:pt x="20947" y="2473"/>
                </a:lnTo>
                <a:close/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05" name="path-1124">
            <a:extLst xmlns:a="http://schemas.openxmlformats.org/drawingml/2006/main">
              <a:ext uri="{FF2B5EF4-FFF2-40B4-BE49-F238E27FC236}">
                <a16:creationId xmlns:a16="http://schemas.microsoft.com/office/drawing/2014/main" id="{359A699A-01DB-466A-81BD-D7A80A027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2786" y="6450049"/>
            <a:ext cx="10021" cy="35377"/>
          </a:xfrm>
          <a:custGeom xmlns:a="http://schemas.openxmlformats.org/drawingml/2006/main">
            <a:pathLst>
              <a:path w="10021" h="35377">
                <a:moveTo>
                  <a:pt x="10021" y="5011"/>
                </a:moveTo>
                <a:cubicBezTo>
                  <a:pt x="10021" y="2219"/>
                  <a:pt x="7803" y="0"/>
                  <a:pt x="5010" y="0"/>
                </a:cubicBezTo>
                <a:cubicBezTo>
                  <a:pt x="2300" y="0"/>
                  <a:pt x="0" y="2219"/>
                  <a:pt x="0" y="5011"/>
                </a:cubicBezTo>
                <a:cubicBezTo>
                  <a:pt x="0" y="7804"/>
                  <a:pt x="2217" y="10022"/>
                  <a:pt x="5010" y="10022"/>
                </a:cubicBezTo>
                <a:cubicBezTo>
                  <a:pt x="7721" y="10022"/>
                  <a:pt x="10021" y="7804"/>
                  <a:pt x="10021" y="5011"/>
                </a:cubicBezTo>
                <a:moveTo>
                  <a:pt x="10021" y="30367"/>
                </a:moveTo>
                <a:cubicBezTo>
                  <a:pt x="10021" y="27574"/>
                  <a:pt x="7803" y="25356"/>
                  <a:pt x="5010" y="25356"/>
                </a:cubicBezTo>
                <a:cubicBezTo>
                  <a:pt x="2300" y="25356"/>
                  <a:pt x="0" y="27574"/>
                  <a:pt x="0" y="30367"/>
                </a:cubicBezTo>
                <a:cubicBezTo>
                  <a:pt x="0" y="33160"/>
                  <a:pt x="2217" y="35377"/>
                  <a:pt x="5010" y="35377"/>
                </a:cubicBezTo>
                <a:cubicBezTo>
                  <a:pt x="7721" y="35377"/>
                  <a:pt x="10021" y="33160"/>
                  <a:pt x="10021" y="30367"/>
                </a:cubicBezTo>
                <a:close/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06" name="path-1125">
            <a:extLst xmlns:a="http://schemas.openxmlformats.org/drawingml/2006/main">
              <a:ext uri="{FF2B5EF4-FFF2-40B4-BE49-F238E27FC236}">
                <a16:creationId xmlns:a16="http://schemas.microsoft.com/office/drawing/2014/main" id="{1D347EB4-676D-4BEE-A7F5-8D0DBFC81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443" y="6429988"/>
            <a:ext cx="69083" cy="55438"/>
          </a:xfrm>
          <a:custGeom xmlns:a="http://schemas.openxmlformats.org/drawingml/2006/main">
            <a:pathLst>
              <a:path w="69083" h="55438">
                <a:moveTo>
                  <a:pt x="40662" y="6408"/>
                </a:moveTo>
                <a:cubicBezTo>
                  <a:pt x="41318" y="3862"/>
                  <a:pt x="41318" y="3696"/>
                  <a:pt x="44769" y="3696"/>
                </a:cubicBezTo>
                <a:lnTo>
                  <a:pt x="53558" y="3696"/>
                </a:lnTo>
                <a:cubicBezTo>
                  <a:pt x="62758" y="3696"/>
                  <a:pt x="63909" y="6243"/>
                  <a:pt x="63909" y="11335"/>
                </a:cubicBezTo>
                <a:cubicBezTo>
                  <a:pt x="63909" y="11910"/>
                  <a:pt x="63909" y="13471"/>
                  <a:pt x="63334" y="17413"/>
                </a:cubicBezTo>
                <a:lnTo>
                  <a:pt x="63251" y="18152"/>
                </a:lnTo>
                <a:cubicBezTo>
                  <a:pt x="63251" y="18973"/>
                  <a:pt x="63745" y="19630"/>
                  <a:pt x="64977" y="19630"/>
                </a:cubicBezTo>
                <a:cubicBezTo>
                  <a:pt x="66538" y="19630"/>
                  <a:pt x="66702" y="18891"/>
                  <a:pt x="66866" y="17413"/>
                </a:cubicBezTo>
                <a:lnTo>
                  <a:pt x="68919" y="2711"/>
                </a:lnTo>
                <a:cubicBezTo>
                  <a:pt x="69083" y="1890"/>
                  <a:pt x="69083" y="1726"/>
                  <a:pt x="69083" y="1396"/>
                </a:cubicBezTo>
                <a:cubicBezTo>
                  <a:pt x="69083" y="0"/>
                  <a:pt x="67770" y="0"/>
                  <a:pt x="66373" y="0"/>
                </a:cubicBezTo>
                <a:lnTo>
                  <a:pt x="8789" y="0"/>
                </a:lnTo>
                <a:cubicBezTo>
                  <a:pt x="6653" y="0"/>
                  <a:pt x="6571" y="0"/>
                  <a:pt x="5914" y="1726"/>
                </a:cubicBezTo>
                <a:lnTo>
                  <a:pt x="493" y="16837"/>
                </a:lnTo>
                <a:cubicBezTo>
                  <a:pt x="410" y="17002"/>
                  <a:pt x="0" y="18152"/>
                  <a:pt x="0" y="18234"/>
                </a:cubicBezTo>
                <a:cubicBezTo>
                  <a:pt x="0" y="18726"/>
                  <a:pt x="328" y="19630"/>
                  <a:pt x="1725" y="19630"/>
                </a:cubicBezTo>
                <a:cubicBezTo>
                  <a:pt x="3038" y="19630"/>
                  <a:pt x="3121" y="19384"/>
                  <a:pt x="3861" y="17413"/>
                </a:cubicBezTo>
                <a:cubicBezTo>
                  <a:pt x="7557" y="7640"/>
                  <a:pt x="9939" y="3696"/>
                  <a:pt x="21110" y="3696"/>
                </a:cubicBezTo>
                <a:lnTo>
                  <a:pt x="29982" y="3696"/>
                </a:lnTo>
                <a:cubicBezTo>
                  <a:pt x="30640" y="3696"/>
                  <a:pt x="31790" y="3696"/>
                  <a:pt x="32611" y="3862"/>
                </a:cubicBezTo>
                <a:lnTo>
                  <a:pt x="32611" y="4354"/>
                </a:lnTo>
                <a:lnTo>
                  <a:pt x="21604" y="48292"/>
                </a:lnTo>
                <a:cubicBezTo>
                  <a:pt x="20946" y="50921"/>
                  <a:pt x="20701" y="51742"/>
                  <a:pt x="12074" y="51742"/>
                </a:cubicBezTo>
                <a:lnTo>
                  <a:pt x="10268" y="51742"/>
                </a:lnTo>
                <a:cubicBezTo>
                  <a:pt x="8542" y="51742"/>
                  <a:pt x="8461" y="51825"/>
                  <a:pt x="8050" y="52153"/>
                </a:cubicBezTo>
                <a:cubicBezTo>
                  <a:pt x="7638" y="52564"/>
                  <a:pt x="7310" y="53468"/>
                  <a:pt x="7310" y="54042"/>
                </a:cubicBezTo>
                <a:cubicBezTo>
                  <a:pt x="7310" y="54536"/>
                  <a:pt x="7638" y="55438"/>
                  <a:pt x="8953" y="55438"/>
                </a:cubicBezTo>
                <a:cubicBezTo>
                  <a:pt x="11418" y="55438"/>
                  <a:pt x="14046" y="55193"/>
                  <a:pt x="16510" y="55193"/>
                </a:cubicBezTo>
                <a:cubicBezTo>
                  <a:pt x="19057" y="55193"/>
                  <a:pt x="21604" y="55110"/>
                  <a:pt x="24150" y="55110"/>
                </a:cubicBezTo>
                <a:cubicBezTo>
                  <a:pt x="26778" y="55110"/>
                  <a:pt x="29490" y="55193"/>
                  <a:pt x="32118" y="55193"/>
                </a:cubicBezTo>
                <a:cubicBezTo>
                  <a:pt x="34582" y="55193"/>
                  <a:pt x="37211" y="55438"/>
                  <a:pt x="39676" y="55438"/>
                </a:cubicBezTo>
                <a:cubicBezTo>
                  <a:pt x="40250" y="55438"/>
                  <a:pt x="41811" y="55438"/>
                  <a:pt x="41811" y="53138"/>
                </a:cubicBezTo>
                <a:cubicBezTo>
                  <a:pt x="41811" y="51742"/>
                  <a:pt x="40579" y="51742"/>
                  <a:pt x="39182" y="51742"/>
                </a:cubicBezTo>
                <a:lnTo>
                  <a:pt x="37376" y="51742"/>
                </a:lnTo>
                <a:cubicBezTo>
                  <a:pt x="35240" y="51742"/>
                  <a:pt x="33022" y="51742"/>
                  <a:pt x="30886" y="51332"/>
                </a:cubicBezTo>
                <a:cubicBezTo>
                  <a:pt x="30229" y="51249"/>
                  <a:pt x="29737" y="51168"/>
                  <a:pt x="29737" y="50264"/>
                </a:cubicBezTo>
                <a:cubicBezTo>
                  <a:pt x="29737" y="49853"/>
                  <a:pt x="29737" y="49689"/>
                  <a:pt x="30065" y="48539"/>
                </a:cubicBezTo>
                <a:lnTo>
                  <a:pt x="40662" y="6408"/>
                </a:lnTo>
                <a:close/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07" name="path-1126">
            <a:extLst xmlns:a="http://schemas.openxmlformats.org/drawingml/2006/main">
              <a:ext uri="{FF2B5EF4-FFF2-40B4-BE49-F238E27FC236}">
                <a16:creationId xmlns:a16="http://schemas.microsoft.com/office/drawing/2014/main" id="{9CB45FC7-158B-48EC-970A-9F777F6A5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1802" y="6190061"/>
            <a:ext cx="218670" cy="230071"/>
          </a:xfrm>
          <a:custGeom xmlns:a="http://schemas.openxmlformats.org/drawingml/2006/main">
            <a:pathLst>
              <a:path w="218670" h="230071">
                <a:moveTo>
                  <a:pt x="198790" y="230071"/>
                </a:moveTo>
                <a:lnTo>
                  <a:pt x="218670" y="177487"/>
                </a:lnTo>
                <a:lnTo>
                  <a:pt x="214564" y="177487"/>
                </a:lnTo>
                <a:cubicBezTo>
                  <a:pt x="208156" y="194579"/>
                  <a:pt x="190741" y="205754"/>
                  <a:pt x="171846" y="210685"/>
                </a:cubicBezTo>
                <a:cubicBezTo>
                  <a:pt x="168397" y="211505"/>
                  <a:pt x="152298" y="215779"/>
                  <a:pt x="120754" y="215779"/>
                </a:cubicBezTo>
                <a:lnTo>
                  <a:pt x="21684" y="215779"/>
                </a:lnTo>
                <a:lnTo>
                  <a:pt x="105309" y="117668"/>
                </a:lnTo>
                <a:cubicBezTo>
                  <a:pt x="106460" y="116352"/>
                  <a:pt x="106788" y="115858"/>
                  <a:pt x="106788" y="115038"/>
                </a:cubicBezTo>
                <a:cubicBezTo>
                  <a:pt x="106788" y="114710"/>
                  <a:pt x="106788" y="114216"/>
                  <a:pt x="105637" y="112571"/>
                </a:cubicBezTo>
                <a:lnTo>
                  <a:pt x="29077" y="7887"/>
                </a:lnTo>
                <a:lnTo>
                  <a:pt x="119109" y="7887"/>
                </a:lnTo>
                <a:cubicBezTo>
                  <a:pt x="141125" y="7887"/>
                  <a:pt x="156076" y="10185"/>
                  <a:pt x="157555" y="10516"/>
                </a:cubicBezTo>
                <a:cubicBezTo>
                  <a:pt x="166426" y="11830"/>
                  <a:pt x="180718" y="14625"/>
                  <a:pt x="193699" y="22840"/>
                </a:cubicBezTo>
                <a:cubicBezTo>
                  <a:pt x="197805" y="25470"/>
                  <a:pt x="208976" y="32865"/>
                  <a:pt x="214564" y="46177"/>
                </a:cubicBezTo>
                <a:lnTo>
                  <a:pt x="218670" y="46177"/>
                </a:lnTo>
                <a:lnTo>
                  <a:pt x="198790" y="0"/>
                </a:lnTo>
                <a:lnTo>
                  <a:pt x="4600" y="0"/>
                </a:lnTo>
                <a:cubicBezTo>
                  <a:pt x="820" y="0"/>
                  <a:pt x="657" y="165"/>
                  <a:pt x="163" y="1151"/>
                </a:cubicBezTo>
                <a:cubicBezTo>
                  <a:pt x="0" y="1645"/>
                  <a:pt x="0" y="4766"/>
                  <a:pt x="0" y="6573"/>
                </a:cubicBezTo>
                <a:lnTo>
                  <a:pt x="86908" y="125554"/>
                </a:lnTo>
                <a:lnTo>
                  <a:pt x="1805" y="225308"/>
                </a:lnTo>
                <a:cubicBezTo>
                  <a:pt x="163" y="227278"/>
                  <a:pt x="163" y="228101"/>
                  <a:pt x="163" y="228266"/>
                </a:cubicBezTo>
                <a:cubicBezTo>
                  <a:pt x="163" y="230071"/>
                  <a:pt x="1642" y="230071"/>
                  <a:pt x="4600" y="230071"/>
                </a:cubicBezTo>
                <a:lnTo>
                  <a:pt x="198790" y="230071"/>
                </a:lnTo>
                <a:close/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08" name="path-1127">
            <a:extLst xmlns:a="http://schemas.openxmlformats.org/drawingml/2006/main">
              <a:ext uri="{FF2B5EF4-FFF2-40B4-BE49-F238E27FC236}">
                <a16:creationId xmlns:a16="http://schemas.microsoft.com/office/drawing/2014/main" id="{0AD41B6D-0C00-4AB2-8734-674C14D7A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864" y="6136554"/>
            <a:ext cx="85907" cy="77698"/>
          </a:xfrm>
          <a:custGeom xmlns:a="http://schemas.openxmlformats.org/drawingml/2006/main">
            <a:pathLst>
              <a:path w="85907" h="77698">
                <a:moveTo>
                  <a:pt x="50946" y="8163"/>
                </a:moveTo>
                <a:cubicBezTo>
                  <a:pt x="51751" y="4831"/>
                  <a:pt x="51981" y="4485"/>
                  <a:pt x="54511" y="4255"/>
                </a:cubicBezTo>
                <a:cubicBezTo>
                  <a:pt x="55085" y="4141"/>
                  <a:pt x="59111" y="4141"/>
                  <a:pt x="61411" y="4141"/>
                </a:cubicBezTo>
                <a:cubicBezTo>
                  <a:pt x="68427" y="4141"/>
                  <a:pt x="71415" y="4141"/>
                  <a:pt x="74292" y="5061"/>
                </a:cubicBezTo>
                <a:cubicBezTo>
                  <a:pt x="79466" y="6670"/>
                  <a:pt x="79696" y="10002"/>
                  <a:pt x="79696" y="14140"/>
                </a:cubicBezTo>
                <a:cubicBezTo>
                  <a:pt x="79696" y="15979"/>
                  <a:pt x="79696" y="17473"/>
                  <a:pt x="78891" y="23450"/>
                </a:cubicBezTo>
                <a:lnTo>
                  <a:pt x="78661" y="24713"/>
                </a:lnTo>
                <a:cubicBezTo>
                  <a:pt x="78661" y="25862"/>
                  <a:pt x="79466" y="26438"/>
                  <a:pt x="80616" y="26438"/>
                </a:cubicBezTo>
                <a:cubicBezTo>
                  <a:pt x="82341" y="26438"/>
                  <a:pt x="82571" y="25403"/>
                  <a:pt x="82802" y="23564"/>
                </a:cubicBezTo>
                <a:lnTo>
                  <a:pt x="85907" y="1611"/>
                </a:lnTo>
                <a:cubicBezTo>
                  <a:pt x="85907" y="0"/>
                  <a:pt x="84527" y="0"/>
                  <a:pt x="82457" y="0"/>
                </a:cubicBezTo>
                <a:lnTo>
                  <a:pt x="11729" y="0"/>
                </a:lnTo>
                <a:cubicBezTo>
                  <a:pt x="8855" y="0"/>
                  <a:pt x="8625" y="0"/>
                  <a:pt x="7819" y="2416"/>
                </a:cubicBezTo>
                <a:lnTo>
                  <a:pt x="574" y="22760"/>
                </a:lnTo>
                <a:cubicBezTo>
                  <a:pt x="460" y="23220"/>
                  <a:pt x="0" y="24253"/>
                  <a:pt x="0" y="24829"/>
                </a:cubicBezTo>
                <a:cubicBezTo>
                  <a:pt x="0" y="25289"/>
                  <a:pt x="230" y="26438"/>
                  <a:pt x="1955" y="26438"/>
                </a:cubicBezTo>
                <a:cubicBezTo>
                  <a:pt x="3450" y="26438"/>
                  <a:pt x="3680" y="25862"/>
                  <a:pt x="4369" y="23679"/>
                </a:cubicBezTo>
                <a:cubicBezTo>
                  <a:pt x="11039" y="5291"/>
                  <a:pt x="14835" y="4141"/>
                  <a:pt x="32315" y="4141"/>
                </a:cubicBezTo>
                <a:lnTo>
                  <a:pt x="37146" y="4141"/>
                </a:lnTo>
                <a:cubicBezTo>
                  <a:pt x="40596" y="4141"/>
                  <a:pt x="40710" y="4255"/>
                  <a:pt x="40710" y="5291"/>
                </a:cubicBezTo>
                <a:cubicBezTo>
                  <a:pt x="40710" y="5405"/>
                  <a:pt x="40710" y="5980"/>
                  <a:pt x="40250" y="7704"/>
                </a:cubicBezTo>
                <a:lnTo>
                  <a:pt x="25069" y="68157"/>
                </a:lnTo>
                <a:cubicBezTo>
                  <a:pt x="24036" y="72409"/>
                  <a:pt x="23690" y="73558"/>
                  <a:pt x="11615" y="73558"/>
                </a:cubicBezTo>
                <a:cubicBezTo>
                  <a:pt x="7474" y="73558"/>
                  <a:pt x="6440" y="73558"/>
                  <a:pt x="6440" y="76088"/>
                </a:cubicBezTo>
                <a:cubicBezTo>
                  <a:pt x="6440" y="76434"/>
                  <a:pt x="6670" y="77698"/>
                  <a:pt x="8395" y="77698"/>
                </a:cubicBezTo>
                <a:cubicBezTo>
                  <a:pt x="11615" y="77698"/>
                  <a:pt x="15065" y="77354"/>
                  <a:pt x="18285" y="77354"/>
                </a:cubicBezTo>
                <a:cubicBezTo>
                  <a:pt x="21505" y="77354"/>
                  <a:pt x="24955" y="77238"/>
                  <a:pt x="28175" y="77238"/>
                </a:cubicBezTo>
                <a:cubicBezTo>
                  <a:pt x="31395" y="77238"/>
                  <a:pt x="35305" y="77238"/>
                  <a:pt x="38525" y="77354"/>
                </a:cubicBezTo>
                <a:cubicBezTo>
                  <a:pt x="41631" y="77468"/>
                  <a:pt x="45081" y="77698"/>
                  <a:pt x="48185" y="77698"/>
                </a:cubicBezTo>
                <a:cubicBezTo>
                  <a:pt x="49105" y="77698"/>
                  <a:pt x="50832" y="77698"/>
                  <a:pt x="50832" y="75169"/>
                </a:cubicBezTo>
                <a:cubicBezTo>
                  <a:pt x="50832" y="73558"/>
                  <a:pt x="49680" y="73558"/>
                  <a:pt x="46116" y="73558"/>
                </a:cubicBezTo>
                <a:cubicBezTo>
                  <a:pt x="43930" y="73558"/>
                  <a:pt x="41631" y="73444"/>
                  <a:pt x="39445" y="73328"/>
                </a:cubicBezTo>
                <a:cubicBezTo>
                  <a:pt x="35535" y="72984"/>
                  <a:pt x="35305" y="72524"/>
                  <a:pt x="35305" y="71145"/>
                </a:cubicBezTo>
                <a:cubicBezTo>
                  <a:pt x="35305" y="70340"/>
                  <a:pt x="35305" y="70110"/>
                  <a:pt x="35765" y="68501"/>
                </a:cubicBezTo>
                <a:lnTo>
                  <a:pt x="50946" y="8163"/>
                </a:lnTo>
                <a:close/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09" name="path-1128">
            <a:extLst xmlns:a="http://schemas.openxmlformats.org/drawingml/2006/main">
              <a:ext uri="{FF2B5EF4-FFF2-40B4-BE49-F238E27FC236}">
                <a16:creationId xmlns:a16="http://schemas.microsoft.com/office/drawing/2014/main" id="{CB13B529-66A9-4873-87F0-29C666D3F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749" y="6372892"/>
            <a:ext cx="38871" cy="72940"/>
          </a:xfrm>
          <a:custGeom xmlns:a="http://schemas.openxmlformats.org/drawingml/2006/main">
            <a:pathLst>
              <a:path w="38871" h="72940">
                <a:moveTo>
                  <a:pt x="23460" y="26431"/>
                </a:moveTo>
                <a:lnTo>
                  <a:pt x="35191" y="26431"/>
                </a:lnTo>
                <a:cubicBezTo>
                  <a:pt x="37376" y="26431"/>
                  <a:pt x="38871" y="26431"/>
                  <a:pt x="38871" y="23900"/>
                </a:cubicBezTo>
                <a:cubicBezTo>
                  <a:pt x="38871" y="22290"/>
                  <a:pt x="37376" y="22290"/>
                  <a:pt x="35421" y="22290"/>
                </a:cubicBezTo>
                <a:lnTo>
                  <a:pt x="24495" y="22290"/>
                </a:lnTo>
                <a:lnTo>
                  <a:pt x="28751" y="5287"/>
                </a:lnTo>
                <a:cubicBezTo>
                  <a:pt x="28867" y="4712"/>
                  <a:pt x="29096" y="4138"/>
                  <a:pt x="29096" y="3678"/>
                </a:cubicBezTo>
                <a:cubicBezTo>
                  <a:pt x="29096" y="1609"/>
                  <a:pt x="27486" y="0"/>
                  <a:pt x="25185" y="0"/>
                </a:cubicBezTo>
                <a:cubicBezTo>
                  <a:pt x="22311" y="0"/>
                  <a:pt x="20586" y="1955"/>
                  <a:pt x="19780" y="4942"/>
                </a:cubicBezTo>
                <a:cubicBezTo>
                  <a:pt x="18975" y="7814"/>
                  <a:pt x="20470" y="2299"/>
                  <a:pt x="15411" y="22290"/>
                </a:cubicBezTo>
                <a:lnTo>
                  <a:pt x="3680" y="22290"/>
                </a:lnTo>
                <a:cubicBezTo>
                  <a:pt x="1495" y="22290"/>
                  <a:pt x="0" y="22290"/>
                  <a:pt x="0" y="24820"/>
                </a:cubicBezTo>
                <a:cubicBezTo>
                  <a:pt x="0" y="26431"/>
                  <a:pt x="1379" y="26431"/>
                  <a:pt x="3450" y="26431"/>
                </a:cubicBezTo>
                <a:lnTo>
                  <a:pt x="14375" y="26431"/>
                </a:lnTo>
                <a:lnTo>
                  <a:pt x="7590" y="53530"/>
                </a:lnTo>
                <a:cubicBezTo>
                  <a:pt x="6900" y="56401"/>
                  <a:pt x="5865" y="60536"/>
                  <a:pt x="5865" y="62027"/>
                </a:cubicBezTo>
                <a:cubicBezTo>
                  <a:pt x="5865" y="68803"/>
                  <a:pt x="11615" y="72940"/>
                  <a:pt x="18171" y="72940"/>
                </a:cubicBezTo>
                <a:cubicBezTo>
                  <a:pt x="30936" y="72940"/>
                  <a:pt x="38181" y="56861"/>
                  <a:pt x="38181" y="55368"/>
                </a:cubicBezTo>
                <a:cubicBezTo>
                  <a:pt x="38181" y="53874"/>
                  <a:pt x="36686" y="53874"/>
                  <a:pt x="36340" y="53874"/>
                </a:cubicBezTo>
                <a:cubicBezTo>
                  <a:pt x="34961" y="53874"/>
                  <a:pt x="34845" y="54104"/>
                  <a:pt x="33926" y="56057"/>
                </a:cubicBezTo>
                <a:cubicBezTo>
                  <a:pt x="30706" y="63291"/>
                  <a:pt x="24841" y="69720"/>
                  <a:pt x="18515" y="69720"/>
                </a:cubicBezTo>
                <a:cubicBezTo>
                  <a:pt x="16100" y="69720"/>
                  <a:pt x="14491" y="68229"/>
                  <a:pt x="14491" y="64094"/>
                </a:cubicBezTo>
                <a:cubicBezTo>
                  <a:pt x="14491" y="62947"/>
                  <a:pt x="14951" y="60536"/>
                  <a:pt x="15181" y="59386"/>
                </a:cubicBezTo>
                <a:lnTo>
                  <a:pt x="23460" y="26431"/>
                </a:lnTo>
                <a:close/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10" name="path-1129">
            <a:extLst xmlns:a="http://schemas.openxmlformats.org/drawingml/2006/main">
              <a:ext uri="{FF2B5EF4-FFF2-40B4-BE49-F238E27FC236}">
                <a16:creationId xmlns:a16="http://schemas.microsoft.com/office/drawing/2014/main" id="{0ACD4C45-1258-4B63-A566-FCA49C39D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7589" y="6400441"/>
            <a:ext cx="84643" cy="30925"/>
          </a:xfrm>
          <a:custGeom xmlns:a="http://schemas.openxmlformats.org/drawingml/2006/main">
            <a:pathLst>
              <a:path w="84643" h="30925">
                <a:moveTo>
                  <a:pt x="80272" y="5635"/>
                </a:moveTo>
                <a:cubicBezTo>
                  <a:pt x="81997" y="5635"/>
                  <a:pt x="84643" y="5635"/>
                  <a:pt x="84643" y="2760"/>
                </a:cubicBezTo>
                <a:cubicBezTo>
                  <a:pt x="84643" y="0"/>
                  <a:pt x="81883" y="0"/>
                  <a:pt x="80388" y="0"/>
                </a:cubicBezTo>
                <a:lnTo>
                  <a:pt x="4255" y="0"/>
                </a:lnTo>
                <a:cubicBezTo>
                  <a:pt x="2760" y="0"/>
                  <a:pt x="0" y="0"/>
                  <a:pt x="0" y="2760"/>
                </a:cubicBezTo>
                <a:cubicBezTo>
                  <a:pt x="0" y="5635"/>
                  <a:pt x="2644" y="5635"/>
                  <a:pt x="4369" y="5635"/>
                </a:cubicBezTo>
                <a:lnTo>
                  <a:pt x="80272" y="5635"/>
                </a:lnTo>
                <a:moveTo>
                  <a:pt x="80388" y="30925"/>
                </a:moveTo>
                <a:cubicBezTo>
                  <a:pt x="81883" y="30925"/>
                  <a:pt x="84643" y="30925"/>
                  <a:pt x="84643" y="28165"/>
                </a:cubicBezTo>
                <a:cubicBezTo>
                  <a:pt x="84643" y="25289"/>
                  <a:pt x="81997" y="25289"/>
                  <a:pt x="80272" y="25289"/>
                </a:cubicBezTo>
                <a:lnTo>
                  <a:pt x="4369" y="25289"/>
                </a:lnTo>
                <a:cubicBezTo>
                  <a:pt x="2644" y="25289"/>
                  <a:pt x="0" y="25289"/>
                  <a:pt x="0" y="28165"/>
                </a:cubicBezTo>
                <a:cubicBezTo>
                  <a:pt x="0" y="30925"/>
                  <a:pt x="2760" y="30925"/>
                  <a:pt x="4255" y="30925"/>
                </a:cubicBezTo>
                <a:lnTo>
                  <a:pt x="80388" y="30925"/>
                </a:lnTo>
                <a:close/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11" name="path-1130">
            <a:extLst xmlns:a="http://schemas.openxmlformats.org/drawingml/2006/main">
              <a:ext uri="{FF2B5EF4-FFF2-40B4-BE49-F238E27FC236}">
                <a16:creationId xmlns:a16="http://schemas.microsoft.com/office/drawing/2014/main" id="{56051914-D1D0-43A2-8ED0-3D553758B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2932" y="6368340"/>
            <a:ext cx="41861" cy="76369"/>
          </a:xfrm>
          <a:custGeom xmlns:a="http://schemas.openxmlformats.org/drawingml/2006/main">
            <a:pathLst>
              <a:path w="41861" h="76369">
                <a:moveTo>
                  <a:pt x="25990" y="3213"/>
                </a:moveTo>
                <a:cubicBezTo>
                  <a:pt x="25990" y="116"/>
                  <a:pt x="25761" y="0"/>
                  <a:pt x="22541" y="0"/>
                </a:cubicBezTo>
                <a:cubicBezTo>
                  <a:pt x="15181" y="7202"/>
                  <a:pt x="4715" y="7316"/>
                  <a:pt x="0" y="7316"/>
                </a:cubicBezTo>
                <a:lnTo>
                  <a:pt x="0" y="11455"/>
                </a:lnTo>
                <a:cubicBezTo>
                  <a:pt x="2760" y="11455"/>
                  <a:pt x="10350" y="11455"/>
                  <a:pt x="16676" y="8235"/>
                </a:cubicBezTo>
                <a:lnTo>
                  <a:pt x="16676" y="66935"/>
                </a:lnTo>
                <a:cubicBezTo>
                  <a:pt x="16676" y="70735"/>
                  <a:pt x="16676" y="72230"/>
                  <a:pt x="5175" y="72230"/>
                </a:cubicBezTo>
                <a:lnTo>
                  <a:pt x="805" y="72230"/>
                </a:lnTo>
                <a:lnTo>
                  <a:pt x="805" y="76369"/>
                </a:lnTo>
                <a:cubicBezTo>
                  <a:pt x="2874" y="76255"/>
                  <a:pt x="17020" y="75909"/>
                  <a:pt x="21275" y="75909"/>
                </a:cubicBezTo>
                <a:cubicBezTo>
                  <a:pt x="24841" y="75909"/>
                  <a:pt x="39331" y="76255"/>
                  <a:pt x="41861" y="76369"/>
                </a:cubicBezTo>
                <a:lnTo>
                  <a:pt x="41861" y="72230"/>
                </a:lnTo>
                <a:lnTo>
                  <a:pt x="37491" y="72230"/>
                </a:lnTo>
                <a:cubicBezTo>
                  <a:pt x="25990" y="72230"/>
                  <a:pt x="25990" y="70735"/>
                  <a:pt x="25990" y="66935"/>
                </a:cubicBezTo>
                <a:lnTo>
                  <a:pt x="25990" y="3213"/>
                </a:lnTo>
                <a:close/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12" name="path-1131">
            <a:extLst xmlns:a="http://schemas.openxmlformats.org/drawingml/2006/main">
              <a:ext uri="{FF2B5EF4-FFF2-40B4-BE49-F238E27FC236}">
                <a16:creationId xmlns:a16="http://schemas.microsoft.com/office/drawing/2014/main" id="{41A4782F-A2B8-4EFA-841B-6B34689F5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2558" y="6107855"/>
            <a:ext cx="43209" cy="394144"/>
          </a:xfrm>
          <a:custGeom xmlns:a="http://schemas.openxmlformats.org/drawingml/2006/main">
            <a:pathLst>
              <a:path w="43209" h="394144">
                <a:moveTo>
                  <a:pt x="0" y="394144"/>
                </a:moveTo>
                <a:lnTo>
                  <a:pt x="43209" y="394144"/>
                </a:lnTo>
                <a:lnTo>
                  <a:pt x="43209" y="385106"/>
                </a:lnTo>
                <a:lnTo>
                  <a:pt x="9035" y="385106"/>
                </a:lnTo>
                <a:lnTo>
                  <a:pt x="9035" y="9035"/>
                </a:lnTo>
                <a:lnTo>
                  <a:pt x="43209" y="9035"/>
                </a:lnTo>
                <a:lnTo>
                  <a:pt x="43209" y="0"/>
                </a:lnTo>
                <a:lnTo>
                  <a:pt x="0" y="0"/>
                </a:lnTo>
                <a:lnTo>
                  <a:pt x="0" y="394144"/>
                </a:lnTo>
                <a:close/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13" name="path-1132">
            <a:extLst xmlns:a="http://schemas.openxmlformats.org/drawingml/2006/main">
              <a:ext uri="{FF2B5EF4-FFF2-40B4-BE49-F238E27FC236}">
                <a16:creationId xmlns:a16="http://schemas.microsoft.com/office/drawing/2014/main" id="{E9E3945D-1D5C-4703-A2FE-68A6D11DF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2370" y="6107905"/>
            <a:ext cx="80832" cy="394124"/>
          </a:xfrm>
          <a:custGeom xmlns:a="http://schemas.openxmlformats.org/drawingml/2006/main">
            <a:pathLst>
              <a:path w="80832" h="394124">
                <a:moveTo>
                  <a:pt x="80832" y="392479"/>
                </a:moveTo>
                <a:cubicBezTo>
                  <a:pt x="80832" y="391822"/>
                  <a:pt x="80503" y="391494"/>
                  <a:pt x="80175" y="391002"/>
                </a:cubicBezTo>
                <a:cubicBezTo>
                  <a:pt x="74096" y="384923"/>
                  <a:pt x="63088" y="373916"/>
                  <a:pt x="52080" y="356172"/>
                </a:cubicBezTo>
                <a:cubicBezTo>
                  <a:pt x="25630" y="313788"/>
                  <a:pt x="13637" y="260394"/>
                  <a:pt x="13637" y="197143"/>
                </a:cubicBezTo>
                <a:cubicBezTo>
                  <a:pt x="13637" y="152952"/>
                  <a:pt x="19551" y="95943"/>
                  <a:pt x="46658" y="46986"/>
                </a:cubicBezTo>
                <a:cubicBezTo>
                  <a:pt x="59639" y="23657"/>
                  <a:pt x="73111" y="10185"/>
                  <a:pt x="80338" y="2958"/>
                </a:cubicBezTo>
                <a:cubicBezTo>
                  <a:pt x="80832" y="2467"/>
                  <a:pt x="80832" y="2136"/>
                  <a:pt x="80832" y="1645"/>
                </a:cubicBezTo>
                <a:cubicBezTo>
                  <a:pt x="80832" y="0"/>
                  <a:pt x="79681" y="0"/>
                  <a:pt x="77382" y="0"/>
                </a:cubicBezTo>
                <a:cubicBezTo>
                  <a:pt x="75081" y="0"/>
                  <a:pt x="74753" y="0"/>
                  <a:pt x="72288" y="2467"/>
                </a:cubicBezTo>
                <a:cubicBezTo>
                  <a:pt x="17250" y="52572"/>
                  <a:pt x="0" y="127816"/>
                  <a:pt x="0" y="196980"/>
                </a:cubicBezTo>
                <a:cubicBezTo>
                  <a:pt x="0" y="261545"/>
                  <a:pt x="14786" y="326601"/>
                  <a:pt x="56515" y="375723"/>
                </a:cubicBezTo>
                <a:cubicBezTo>
                  <a:pt x="59802" y="379501"/>
                  <a:pt x="66046" y="386237"/>
                  <a:pt x="72782" y="392151"/>
                </a:cubicBezTo>
                <a:cubicBezTo>
                  <a:pt x="74753" y="394124"/>
                  <a:pt x="75081" y="394124"/>
                  <a:pt x="77382" y="394124"/>
                </a:cubicBezTo>
                <a:cubicBezTo>
                  <a:pt x="79681" y="394124"/>
                  <a:pt x="80832" y="394124"/>
                  <a:pt x="80832" y="392479"/>
                </a:cubicBezTo>
                <a:close/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14" name="path-1133">
            <a:extLst xmlns:a="http://schemas.openxmlformats.org/drawingml/2006/main">
              <a:ext uri="{FF2B5EF4-FFF2-40B4-BE49-F238E27FC236}">
                <a16:creationId xmlns:a16="http://schemas.microsoft.com/office/drawing/2014/main" id="{4E8B268A-6DC9-45A7-8E44-77C6DC528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8338" y="6190061"/>
            <a:ext cx="218670" cy="230071"/>
          </a:xfrm>
          <a:custGeom xmlns:a="http://schemas.openxmlformats.org/drawingml/2006/main">
            <a:pathLst>
              <a:path w="218670" h="230071">
                <a:moveTo>
                  <a:pt x="198790" y="230071"/>
                </a:moveTo>
                <a:lnTo>
                  <a:pt x="218670" y="177487"/>
                </a:lnTo>
                <a:lnTo>
                  <a:pt x="214564" y="177487"/>
                </a:lnTo>
                <a:cubicBezTo>
                  <a:pt x="208156" y="194579"/>
                  <a:pt x="190741" y="205754"/>
                  <a:pt x="171846" y="210685"/>
                </a:cubicBezTo>
                <a:cubicBezTo>
                  <a:pt x="168397" y="211505"/>
                  <a:pt x="152298" y="215779"/>
                  <a:pt x="120754" y="215779"/>
                </a:cubicBezTo>
                <a:lnTo>
                  <a:pt x="21684" y="215779"/>
                </a:lnTo>
                <a:lnTo>
                  <a:pt x="105309" y="117668"/>
                </a:lnTo>
                <a:cubicBezTo>
                  <a:pt x="106460" y="116352"/>
                  <a:pt x="106788" y="115858"/>
                  <a:pt x="106788" y="115038"/>
                </a:cubicBezTo>
                <a:cubicBezTo>
                  <a:pt x="106788" y="114710"/>
                  <a:pt x="106788" y="114216"/>
                  <a:pt x="105637" y="112571"/>
                </a:cubicBezTo>
                <a:lnTo>
                  <a:pt x="29077" y="7887"/>
                </a:lnTo>
                <a:lnTo>
                  <a:pt x="119109" y="7887"/>
                </a:lnTo>
                <a:cubicBezTo>
                  <a:pt x="141125" y="7887"/>
                  <a:pt x="156076" y="10185"/>
                  <a:pt x="157555" y="10516"/>
                </a:cubicBezTo>
                <a:cubicBezTo>
                  <a:pt x="166426" y="11830"/>
                  <a:pt x="180718" y="14625"/>
                  <a:pt x="193699" y="22840"/>
                </a:cubicBezTo>
                <a:cubicBezTo>
                  <a:pt x="197805" y="25470"/>
                  <a:pt x="208976" y="32865"/>
                  <a:pt x="214564" y="46177"/>
                </a:cubicBezTo>
                <a:lnTo>
                  <a:pt x="218670" y="46177"/>
                </a:lnTo>
                <a:lnTo>
                  <a:pt x="198790" y="0"/>
                </a:lnTo>
                <a:lnTo>
                  <a:pt x="4600" y="0"/>
                </a:lnTo>
                <a:cubicBezTo>
                  <a:pt x="820" y="0"/>
                  <a:pt x="657" y="165"/>
                  <a:pt x="163" y="1151"/>
                </a:cubicBezTo>
                <a:cubicBezTo>
                  <a:pt x="0" y="1645"/>
                  <a:pt x="0" y="4766"/>
                  <a:pt x="0" y="6573"/>
                </a:cubicBezTo>
                <a:lnTo>
                  <a:pt x="86908" y="125554"/>
                </a:lnTo>
                <a:lnTo>
                  <a:pt x="1805" y="225308"/>
                </a:lnTo>
                <a:cubicBezTo>
                  <a:pt x="163" y="227278"/>
                  <a:pt x="163" y="228101"/>
                  <a:pt x="163" y="228266"/>
                </a:cubicBezTo>
                <a:cubicBezTo>
                  <a:pt x="163" y="230071"/>
                  <a:pt x="1642" y="230071"/>
                  <a:pt x="4600" y="230071"/>
                </a:cubicBezTo>
                <a:lnTo>
                  <a:pt x="198790" y="230071"/>
                </a:lnTo>
                <a:close/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15" name="path-1134">
            <a:extLst xmlns:a="http://schemas.openxmlformats.org/drawingml/2006/main">
              <a:ext uri="{FF2B5EF4-FFF2-40B4-BE49-F238E27FC236}">
                <a16:creationId xmlns:a16="http://schemas.microsoft.com/office/drawing/2014/main" id="{D413FD2F-514D-4393-97B4-C08D8BE9A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1384" y="6136554"/>
            <a:ext cx="85907" cy="77698"/>
          </a:xfrm>
          <a:custGeom xmlns:a="http://schemas.openxmlformats.org/drawingml/2006/main">
            <a:pathLst>
              <a:path w="85907" h="77698">
                <a:moveTo>
                  <a:pt x="50946" y="8163"/>
                </a:moveTo>
                <a:cubicBezTo>
                  <a:pt x="51751" y="4831"/>
                  <a:pt x="51981" y="4485"/>
                  <a:pt x="54511" y="4255"/>
                </a:cubicBezTo>
                <a:cubicBezTo>
                  <a:pt x="55085" y="4141"/>
                  <a:pt x="59111" y="4141"/>
                  <a:pt x="61411" y="4141"/>
                </a:cubicBezTo>
                <a:cubicBezTo>
                  <a:pt x="68427" y="4141"/>
                  <a:pt x="71415" y="4141"/>
                  <a:pt x="74292" y="5061"/>
                </a:cubicBezTo>
                <a:cubicBezTo>
                  <a:pt x="79466" y="6670"/>
                  <a:pt x="79696" y="10002"/>
                  <a:pt x="79696" y="14140"/>
                </a:cubicBezTo>
                <a:cubicBezTo>
                  <a:pt x="79696" y="15979"/>
                  <a:pt x="79696" y="17473"/>
                  <a:pt x="78891" y="23450"/>
                </a:cubicBezTo>
                <a:lnTo>
                  <a:pt x="78661" y="24713"/>
                </a:lnTo>
                <a:cubicBezTo>
                  <a:pt x="78661" y="25862"/>
                  <a:pt x="79466" y="26438"/>
                  <a:pt x="80616" y="26438"/>
                </a:cubicBezTo>
                <a:cubicBezTo>
                  <a:pt x="82341" y="26438"/>
                  <a:pt x="82571" y="25403"/>
                  <a:pt x="82802" y="23564"/>
                </a:cubicBezTo>
                <a:lnTo>
                  <a:pt x="85907" y="1611"/>
                </a:lnTo>
                <a:cubicBezTo>
                  <a:pt x="85907" y="0"/>
                  <a:pt x="84527" y="0"/>
                  <a:pt x="82457" y="0"/>
                </a:cubicBezTo>
                <a:lnTo>
                  <a:pt x="11729" y="0"/>
                </a:lnTo>
                <a:cubicBezTo>
                  <a:pt x="8855" y="0"/>
                  <a:pt x="8625" y="0"/>
                  <a:pt x="7819" y="2416"/>
                </a:cubicBezTo>
                <a:lnTo>
                  <a:pt x="574" y="22760"/>
                </a:lnTo>
                <a:cubicBezTo>
                  <a:pt x="460" y="23220"/>
                  <a:pt x="0" y="24253"/>
                  <a:pt x="0" y="24829"/>
                </a:cubicBezTo>
                <a:cubicBezTo>
                  <a:pt x="0" y="25289"/>
                  <a:pt x="230" y="26438"/>
                  <a:pt x="1955" y="26438"/>
                </a:cubicBezTo>
                <a:cubicBezTo>
                  <a:pt x="3450" y="26438"/>
                  <a:pt x="3680" y="25862"/>
                  <a:pt x="4369" y="23679"/>
                </a:cubicBezTo>
                <a:cubicBezTo>
                  <a:pt x="11039" y="5291"/>
                  <a:pt x="14835" y="4141"/>
                  <a:pt x="32315" y="4141"/>
                </a:cubicBezTo>
                <a:lnTo>
                  <a:pt x="37146" y="4141"/>
                </a:lnTo>
                <a:cubicBezTo>
                  <a:pt x="40596" y="4141"/>
                  <a:pt x="40710" y="4255"/>
                  <a:pt x="40710" y="5291"/>
                </a:cubicBezTo>
                <a:cubicBezTo>
                  <a:pt x="40710" y="5405"/>
                  <a:pt x="40710" y="5980"/>
                  <a:pt x="40250" y="7704"/>
                </a:cubicBezTo>
                <a:lnTo>
                  <a:pt x="25069" y="68157"/>
                </a:lnTo>
                <a:cubicBezTo>
                  <a:pt x="24036" y="72409"/>
                  <a:pt x="23690" y="73558"/>
                  <a:pt x="11615" y="73558"/>
                </a:cubicBezTo>
                <a:cubicBezTo>
                  <a:pt x="7474" y="73558"/>
                  <a:pt x="6440" y="73558"/>
                  <a:pt x="6440" y="76088"/>
                </a:cubicBezTo>
                <a:cubicBezTo>
                  <a:pt x="6440" y="76434"/>
                  <a:pt x="6670" y="77698"/>
                  <a:pt x="8395" y="77698"/>
                </a:cubicBezTo>
                <a:cubicBezTo>
                  <a:pt x="11615" y="77698"/>
                  <a:pt x="15065" y="77354"/>
                  <a:pt x="18285" y="77354"/>
                </a:cubicBezTo>
                <a:cubicBezTo>
                  <a:pt x="21505" y="77354"/>
                  <a:pt x="24955" y="77238"/>
                  <a:pt x="28175" y="77238"/>
                </a:cubicBezTo>
                <a:cubicBezTo>
                  <a:pt x="31395" y="77238"/>
                  <a:pt x="35305" y="77238"/>
                  <a:pt x="38525" y="77354"/>
                </a:cubicBezTo>
                <a:cubicBezTo>
                  <a:pt x="41631" y="77468"/>
                  <a:pt x="45081" y="77698"/>
                  <a:pt x="48185" y="77698"/>
                </a:cubicBezTo>
                <a:cubicBezTo>
                  <a:pt x="49105" y="77698"/>
                  <a:pt x="50832" y="77698"/>
                  <a:pt x="50832" y="75169"/>
                </a:cubicBezTo>
                <a:cubicBezTo>
                  <a:pt x="50832" y="73558"/>
                  <a:pt x="49680" y="73558"/>
                  <a:pt x="46116" y="73558"/>
                </a:cubicBezTo>
                <a:cubicBezTo>
                  <a:pt x="43930" y="73558"/>
                  <a:pt x="41631" y="73444"/>
                  <a:pt x="39445" y="73328"/>
                </a:cubicBezTo>
                <a:cubicBezTo>
                  <a:pt x="35535" y="72984"/>
                  <a:pt x="35305" y="72524"/>
                  <a:pt x="35305" y="71145"/>
                </a:cubicBezTo>
                <a:cubicBezTo>
                  <a:pt x="35305" y="70340"/>
                  <a:pt x="35305" y="70110"/>
                  <a:pt x="35765" y="68501"/>
                </a:cubicBezTo>
                <a:lnTo>
                  <a:pt x="50946" y="8163"/>
                </a:lnTo>
                <a:close/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16" name="path-1135">
            <a:extLst xmlns:a="http://schemas.openxmlformats.org/drawingml/2006/main">
              <a:ext uri="{FF2B5EF4-FFF2-40B4-BE49-F238E27FC236}">
                <a16:creationId xmlns:a16="http://schemas.microsoft.com/office/drawing/2014/main" id="{DC1A32DC-18DF-4441-8C9D-9DE17B84E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1268" y="6372892"/>
            <a:ext cx="38871" cy="72940"/>
          </a:xfrm>
          <a:custGeom xmlns:a="http://schemas.openxmlformats.org/drawingml/2006/main">
            <a:pathLst>
              <a:path w="38871" h="72940">
                <a:moveTo>
                  <a:pt x="23460" y="26431"/>
                </a:moveTo>
                <a:lnTo>
                  <a:pt x="35191" y="26431"/>
                </a:lnTo>
                <a:cubicBezTo>
                  <a:pt x="37376" y="26431"/>
                  <a:pt x="38871" y="26431"/>
                  <a:pt x="38871" y="23900"/>
                </a:cubicBezTo>
                <a:cubicBezTo>
                  <a:pt x="38871" y="22290"/>
                  <a:pt x="37376" y="22290"/>
                  <a:pt x="35421" y="22290"/>
                </a:cubicBezTo>
                <a:lnTo>
                  <a:pt x="24495" y="22290"/>
                </a:lnTo>
                <a:lnTo>
                  <a:pt x="28751" y="5287"/>
                </a:lnTo>
                <a:cubicBezTo>
                  <a:pt x="28867" y="4712"/>
                  <a:pt x="29096" y="4138"/>
                  <a:pt x="29096" y="3678"/>
                </a:cubicBezTo>
                <a:cubicBezTo>
                  <a:pt x="29096" y="1609"/>
                  <a:pt x="27486" y="0"/>
                  <a:pt x="25185" y="0"/>
                </a:cubicBezTo>
                <a:cubicBezTo>
                  <a:pt x="22311" y="0"/>
                  <a:pt x="20586" y="1955"/>
                  <a:pt x="19780" y="4942"/>
                </a:cubicBezTo>
                <a:cubicBezTo>
                  <a:pt x="18975" y="7814"/>
                  <a:pt x="20470" y="2299"/>
                  <a:pt x="15411" y="22290"/>
                </a:cubicBezTo>
                <a:lnTo>
                  <a:pt x="3680" y="22290"/>
                </a:lnTo>
                <a:cubicBezTo>
                  <a:pt x="1495" y="22290"/>
                  <a:pt x="0" y="22290"/>
                  <a:pt x="0" y="24820"/>
                </a:cubicBezTo>
                <a:cubicBezTo>
                  <a:pt x="0" y="26431"/>
                  <a:pt x="1379" y="26431"/>
                  <a:pt x="3450" y="26431"/>
                </a:cubicBezTo>
                <a:lnTo>
                  <a:pt x="14375" y="26431"/>
                </a:lnTo>
                <a:lnTo>
                  <a:pt x="7590" y="53530"/>
                </a:lnTo>
                <a:cubicBezTo>
                  <a:pt x="6900" y="56401"/>
                  <a:pt x="5865" y="60536"/>
                  <a:pt x="5865" y="62027"/>
                </a:cubicBezTo>
                <a:cubicBezTo>
                  <a:pt x="5865" y="68803"/>
                  <a:pt x="11615" y="72940"/>
                  <a:pt x="18171" y="72940"/>
                </a:cubicBezTo>
                <a:cubicBezTo>
                  <a:pt x="30936" y="72940"/>
                  <a:pt x="38181" y="56861"/>
                  <a:pt x="38181" y="55368"/>
                </a:cubicBezTo>
                <a:cubicBezTo>
                  <a:pt x="38181" y="53874"/>
                  <a:pt x="36686" y="53874"/>
                  <a:pt x="36340" y="53874"/>
                </a:cubicBezTo>
                <a:cubicBezTo>
                  <a:pt x="34961" y="53874"/>
                  <a:pt x="34845" y="54104"/>
                  <a:pt x="33926" y="56057"/>
                </a:cubicBezTo>
                <a:cubicBezTo>
                  <a:pt x="30706" y="63291"/>
                  <a:pt x="24841" y="69720"/>
                  <a:pt x="18515" y="69720"/>
                </a:cubicBezTo>
                <a:cubicBezTo>
                  <a:pt x="16100" y="69720"/>
                  <a:pt x="14491" y="68229"/>
                  <a:pt x="14491" y="64094"/>
                </a:cubicBezTo>
                <a:cubicBezTo>
                  <a:pt x="14491" y="62947"/>
                  <a:pt x="14951" y="60536"/>
                  <a:pt x="15181" y="59386"/>
                </a:cubicBezTo>
                <a:lnTo>
                  <a:pt x="23460" y="26431"/>
                </a:lnTo>
                <a:close/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17" name="path-1136">
            <a:extLst xmlns:a="http://schemas.openxmlformats.org/drawingml/2006/main">
              <a:ext uri="{FF2B5EF4-FFF2-40B4-BE49-F238E27FC236}">
                <a16:creationId xmlns:a16="http://schemas.microsoft.com/office/drawing/2014/main" id="{C3072A0E-BF1D-4632-98D2-180092DE3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3714" y="6365937"/>
            <a:ext cx="22755" cy="42795"/>
          </a:xfrm>
          <a:custGeom xmlns:a="http://schemas.openxmlformats.org/drawingml/2006/main">
            <a:pathLst>
              <a:path w="22755" h="42795">
                <a:moveTo>
                  <a:pt x="21934" y="7721"/>
                </a:moveTo>
                <a:cubicBezTo>
                  <a:pt x="22015" y="7638"/>
                  <a:pt x="22755" y="6078"/>
                  <a:pt x="22755" y="4846"/>
                </a:cubicBezTo>
                <a:cubicBezTo>
                  <a:pt x="22755" y="1889"/>
                  <a:pt x="20126" y="0"/>
                  <a:pt x="17662" y="0"/>
                </a:cubicBezTo>
                <a:cubicBezTo>
                  <a:pt x="14294" y="0"/>
                  <a:pt x="13390" y="2546"/>
                  <a:pt x="12979" y="3778"/>
                </a:cubicBezTo>
                <a:lnTo>
                  <a:pt x="330" y="39345"/>
                </a:lnTo>
                <a:cubicBezTo>
                  <a:pt x="0" y="40331"/>
                  <a:pt x="0" y="40578"/>
                  <a:pt x="0" y="40660"/>
                </a:cubicBezTo>
                <a:cubicBezTo>
                  <a:pt x="0" y="41974"/>
                  <a:pt x="3451" y="42795"/>
                  <a:pt x="3532" y="42795"/>
                </a:cubicBezTo>
                <a:cubicBezTo>
                  <a:pt x="4272" y="42795"/>
                  <a:pt x="4436" y="42385"/>
                  <a:pt x="4930" y="41399"/>
                </a:cubicBezTo>
                <a:lnTo>
                  <a:pt x="21934" y="7721"/>
                </a:lnTo>
                <a:close/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18" name="path-1137">
            <a:extLst xmlns:a="http://schemas.openxmlformats.org/drawingml/2006/main">
              <a:ext uri="{FF2B5EF4-FFF2-40B4-BE49-F238E27FC236}">
                <a16:creationId xmlns:a16="http://schemas.microsoft.com/office/drawing/2014/main" id="{80384513-9894-4940-B4BB-CC12A2C5C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568" y="6400441"/>
            <a:ext cx="84643" cy="30925"/>
          </a:xfrm>
          <a:custGeom xmlns:a="http://schemas.openxmlformats.org/drawingml/2006/main">
            <a:pathLst>
              <a:path w="84643" h="30925">
                <a:moveTo>
                  <a:pt x="80272" y="5635"/>
                </a:moveTo>
                <a:cubicBezTo>
                  <a:pt x="81997" y="5635"/>
                  <a:pt x="84643" y="5635"/>
                  <a:pt x="84643" y="2760"/>
                </a:cubicBezTo>
                <a:cubicBezTo>
                  <a:pt x="84643" y="0"/>
                  <a:pt x="81883" y="0"/>
                  <a:pt x="80388" y="0"/>
                </a:cubicBezTo>
                <a:lnTo>
                  <a:pt x="4255" y="0"/>
                </a:lnTo>
                <a:cubicBezTo>
                  <a:pt x="2760" y="0"/>
                  <a:pt x="0" y="0"/>
                  <a:pt x="0" y="2760"/>
                </a:cubicBezTo>
                <a:cubicBezTo>
                  <a:pt x="0" y="5635"/>
                  <a:pt x="2644" y="5635"/>
                  <a:pt x="4369" y="5635"/>
                </a:cubicBezTo>
                <a:lnTo>
                  <a:pt x="80272" y="5635"/>
                </a:lnTo>
                <a:moveTo>
                  <a:pt x="80388" y="30925"/>
                </a:moveTo>
                <a:cubicBezTo>
                  <a:pt x="81883" y="30925"/>
                  <a:pt x="84643" y="30925"/>
                  <a:pt x="84643" y="28165"/>
                </a:cubicBezTo>
                <a:cubicBezTo>
                  <a:pt x="84643" y="25289"/>
                  <a:pt x="81997" y="25289"/>
                  <a:pt x="80272" y="25289"/>
                </a:cubicBezTo>
                <a:lnTo>
                  <a:pt x="4369" y="25289"/>
                </a:lnTo>
                <a:cubicBezTo>
                  <a:pt x="2644" y="25289"/>
                  <a:pt x="0" y="25289"/>
                  <a:pt x="0" y="28165"/>
                </a:cubicBezTo>
                <a:cubicBezTo>
                  <a:pt x="0" y="30925"/>
                  <a:pt x="2760" y="30925"/>
                  <a:pt x="4255" y="30925"/>
                </a:cubicBezTo>
                <a:lnTo>
                  <a:pt x="80388" y="30925"/>
                </a:lnTo>
                <a:close/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19" name="path-1138">
            <a:extLst xmlns:a="http://schemas.openxmlformats.org/drawingml/2006/main">
              <a:ext uri="{FF2B5EF4-FFF2-40B4-BE49-F238E27FC236}">
                <a16:creationId xmlns:a16="http://schemas.microsoft.com/office/drawing/2014/main" id="{D82447DD-42F0-4537-8B53-04E8ADE66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6205" y="6372892"/>
            <a:ext cx="38871" cy="72940"/>
          </a:xfrm>
          <a:custGeom xmlns:a="http://schemas.openxmlformats.org/drawingml/2006/main">
            <a:pathLst>
              <a:path w="38871" h="72940">
                <a:moveTo>
                  <a:pt x="23460" y="26431"/>
                </a:moveTo>
                <a:lnTo>
                  <a:pt x="35191" y="26431"/>
                </a:lnTo>
                <a:cubicBezTo>
                  <a:pt x="37376" y="26431"/>
                  <a:pt x="38871" y="26431"/>
                  <a:pt x="38871" y="23900"/>
                </a:cubicBezTo>
                <a:cubicBezTo>
                  <a:pt x="38871" y="22290"/>
                  <a:pt x="37376" y="22290"/>
                  <a:pt x="35421" y="22290"/>
                </a:cubicBezTo>
                <a:lnTo>
                  <a:pt x="24495" y="22290"/>
                </a:lnTo>
                <a:lnTo>
                  <a:pt x="28751" y="5287"/>
                </a:lnTo>
                <a:cubicBezTo>
                  <a:pt x="28867" y="4712"/>
                  <a:pt x="29096" y="4138"/>
                  <a:pt x="29096" y="3678"/>
                </a:cubicBezTo>
                <a:cubicBezTo>
                  <a:pt x="29096" y="1609"/>
                  <a:pt x="27486" y="0"/>
                  <a:pt x="25185" y="0"/>
                </a:cubicBezTo>
                <a:cubicBezTo>
                  <a:pt x="22311" y="0"/>
                  <a:pt x="20586" y="1955"/>
                  <a:pt x="19780" y="4942"/>
                </a:cubicBezTo>
                <a:cubicBezTo>
                  <a:pt x="18975" y="7814"/>
                  <a:pt x="20470" y="2299"/>
                  <a:pt x="15411" y="22290"/>
                </a:cubicBezTo>
                <a:lnTo>
                  <a:pt x="3680" y="22290"/>
                </a:lnTo>
                <a:cubicBezTo>
                  <a:pt x="1495" y="22290"/>
                  <a:pt x="0" y="22290"/>
                  <a:pt x="0" y="24820"/>
                </a:cubicBezTo>
                <a:cubicBezTo>
                  <a:pt x="0" y="26431"/>
                  <a:pt x="1379" y="26431"/>
                  <a:pt x="3450" y="26431"/>
                </a:cubicBezTo>
                <a:lnTo>
                  <a:pt x="14375" y="26431"/>
                </a:lnTo>
                <a:lnTo>
                  <a:pt x="7590" y="53530"/>
                </a:lnTo>
                <a:cubicBezTo>
                  <a:pt x="6900" y="56401"/>
                  <a:pt x="5865" y="60536"/>
                  <a:pt x="5865" y="62027"/>
                </a:cubicBezTo>
                <a:cubicBezTo>
                  <a:pt x="5865" y="68803"/>
                  <a:pt x="11615" y="72940"/>
                  <a:pt x="18171" y="72940"/>
                </a:cubicBezTo>
                <a:cubicBezTo>
                  <a:pt x="30936" y="72940"/>
                  <a:pt x="38181" y="56861"/>
                  <a:pt x="38181" y="55368"/>
                </a:cubicBezTo>
                <a:cubicBezTo>
                  <a:pt x="38181" y="53874"/>
                  <a:pt x="36686" y="53874"/>
                  <a:pt x="36340" y="53874"/>
                </a:cubicBezTo>
                <a:cubicBezTo>
                  <a:pt x="34961" y="53874"/>
                  <a:pt x="34845" y="54104"/>
                  <a:pt x="33926" y="56057"/>
                </a:cubicBezTo>
                <a:cubicBezTo>
                  <a:pt x="30706" y="63291"/>
                  <a:pt x="24841" y="69720"/>
                  <a:pt x="18515" y="69720"/>
                </a:cubicBezTo>
                <a:cubicBezTo>
                  <a:pt x="16100" y="69720"/>
                  <a:pt x="14491" y="68229"/>
                  <a:pt x="14491" y="64094"/>
                </a:cubicBezTo>
                <a:cubicBezTo>
                  <a:pt x="14491" y="62947"/>
                  <a:pt x="14951" y="60536"/>
                  <a:pt x="15181" y="59386"/>
                </a:cubicBezTo>
                <a:lnTo>
                  <a:pt x="23460" y="26431"/>
                </a:lnTo>
                <a:close/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20" name="path-1139">
            <a:extLst xmlns:a="http://schemas.openxmlformats.org/drawingml/2006/main">
              <a:ext uri="{FF2B5EF4-FFF2-40B4-BE49-F238E27FC236}">
                <a16:creationId xmlns:a16="http://schemas.microsoft.com/office/drawing/2014/main" id="{78AB7789-1C12-4AFD-A2C5-141AEC01B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1363" y="6273450"/>
            <a:ext cx="66866" cy="74444"/>
          </a:xfrm>
          <a:custGeom xmlns:a="http://schemas.openxmlformats.org/drawingml/2006/main">
            <a:pathLst>
              <a:path w="66866" h="74444">
                <a:moveTo>
                  <a:pt x="9694" y="62943"/>
                </a:moveTo>
                <a:cubicBezTo>
                  <a:pt x="9200" y="65407"/>
                  <a:pt x="8215" y="69187"/>
                  <a:pt x="8215" y="70010"/>
                </a:cubicBezTo>
                <a:cubicBezTo>
                  <a:pt x="8215" y="72968"/>
                  <a:pt x="10514" y="74444"/>
                  <a:pt x="12978" y="74444"/>
                </a:cubicBezTo>
                <a:cubicBezTo>
                  <a:pt x="14951" y="74444"/>
                  <a:pt x="17907" y="73131"/>
                  <a:pt x="19057" y="69844"/>
                </a:cubicBezTo>
                <a:cubicBezTo>
                  <a:pt x="19386" y="69187"/>
                  <a:pt x="24973" y="46836"/>
                  <a:pt x="25630" y="43878"/>
                </a:cubicBezTo>
                <a:cubicBezTo>
                  <a:pt x="26944" y="38455"/>
                  <a:pt x="29902" y="26951"/>
                  <a:pt x="30887" y="22514"/>
                </a:cubicBezTo>
                <a:cubicBezTo>
                  <a:pt x="31544" y="20376"/>
                  <a:pt x="36144" y="12655"/>
                  <a:pt x="40087" y="9042"/>
                </a:cubicBezTo>
                <a:cubicBezTo>
                  <a:pt x="41401" y="7892"/>
                  <a:pt x="46167" y="3615"/>
                  <a:pt x="53231" y="3615"/>
                </a:cubicBezTo>
                <a:cubicBezTo>
                  <a:pt x="57503" y="3615"/>
                  <a:pt x="59967" y="5590"/>
                  <a:pt x="60130" y="5590"/>
                </a:cubicBezTo>
                <a:cubicBezTo>
                  <a:pt x="55201" y="6413"/>
                  <a:pt x="51586" y="10356"/>
                  <a:pt x="51586" y="14628"/>
                </a:cubicBezTo>
                <a:cubicBezTo>
                  <a:pt x="51586" y="17255"/>
                  <a:pt x="53394" y="20376"/>
                  <a:pt x="57831" y="20376"/>
                </a:cubicBezTo>
                <a:cubicBezTo>
                  <a:pt x="62266" y="20376"/>
                  <a:pt x="66866" y="16598"/>
                  <a:pt x="66866" y="10684"/>
                </a:cubicBezTo>
                <a:cubicBezTo>
                  <a:pt x="66866" y="4934"/>
                  <a:pt x="61609" y="0"/>
                  <a:pt x="53231" y="0"/>
                </a:cubicBezTo>
                <a:cubicBezTo>
                  <a:pt x="42552" y="0"/>
                  <a:pt x="35322" y="8055"/>
                  <a:pt x="32201" y="12655"/>
                </a:cubicBezTo>
                <a:cubicBezTo>
                  <a:pt x="30887" y="5262"/>
                  <a:pt x="24973" y="0"/>
                  <a:pt x="17250" y="0"/>
                </a:cubicBezTo>
                <a:cubicBezTo>
                  <a:pt x="9694" y="0"/>
                  <a:pt x="6571" y="6413"/>
                  <a:pt x="5094" y="9371"/>
                </a:cubicBezTo>
                <a:cubicBezTo>
                  <a:pt x="2136" y="14956"/>
                  <a:pt x="0" y="24816"/>
                  <a:pt x="0" y="25307"/>
                </a:cubicBezTo>
                <a:cubicBezTo>
                  <a:pt x="0" y="26951"/>
                  <a:pt x="1642" y="26951"/>
                  <a:pt x="1970" y="26951"/>
                </a:cubicBezTo>
                <a:cubicBezTo>
                  <a:pt x="3615" y="26951"/>
                  <a:pt x="3778" y="26786"/>
                  <a:pt x="4766" y="23171"/>
                </a:cubicBezTo>
                <a:cubicBezTo>
                  <a:pt x="7558" y="11507"/>
                  <a:pt x="10842" y="3615"/>
                  <a:pt x="16758" y="3615"/>
                </a:cubicBezTo>
                <a:cubicBezTo>
                  <a:pt x="19551" y="3615"/>
                  <a:pt x="21850" y="4934"/>
                  <a:pt x="21850" y="11176"/>
                </a:cubicBezTo>
                <a:cubicBezTo>
                  <a:pt x="21850" y="14628"/>
                  <a:pt x="21359" y="16435"/>
                  <a:pt x="19223" y="24979"/>
                </a:cubicBezTo>
                <a:lnTo>
                  <a:pt x="9694" y="62943"/>
                </a:lnTo>
                <a:close/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21" name="path-1140">
            <a:extLst xmlns:a="http://schemas.openxmlformats.org/drawingml/2006/main">
              <a:ext uri="{FF2B5EF4-FFF2-40B4-BE49-F238E27FC236}">
                <a16:creationId xmlns:a16="http://schemas.microsoft.com/office/drawing/2014/main" id="{F6681248-1968-4203-BA1C-5200209CE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5538" y="6298965"/>
            <a:ext cx="38871" cy="72940"/>
          </a:xfrm>
          <a:custGeom xmlns:a="http://schemas.openxmlformats.org/drawingml/2006/main">
            <a:pathLst>
              <a:path w="38871" h="72940">
                <a:moveTo>
                  <a:pt x="23460" y="26431"/>
                </a:moveTo>
                <a:lnTo>
                  <a:pt x="35191" y="26431"/>
                </a:lnTo>
                <a:cubicBezTo>
                  <a:pt x="37376" y="26431"/>
                  <a:pt x="38871" y="26431"/>
                  <a:pt x="38871" y="23900"/>
                </a:cubicBezTo>
                <a:cubicBezTo>
                  <a:pt x="38871" y="22290"/>
                  <a:pt x="37376" y="22290"/>
                  <a:pt x="35421" y="22290"/>
                </a:cubicBezTo>
                <a:lnTo>
                  <a:pt x="24495" y="22290"/>
                </a:lnTo>
                <a:lnTo>
                  <a:pt x="28751" y="5287"/>
                </a:lnTo>
                <a:cubicBezTo>
                  <a:pt x="28867" y="4712"/>
                  <a:pt x="29096" y="4138"/>
                  <a:pt x="29096" y="3678"/>
                </a:cubicBezTo>
                <a:cubicBezTo>
                  <a:pt x="29096" y="1609"/>
                  <a:pt x="27486" y="0"/>
                  <a:pt x="25185" y="0"/>
                </a:cubicBezTo>
                <a:cubicBezTo>
                  <a:pt x="22311" y="0"/>
                  <a:pt x="20586" y="1955"/>
                  <a:pt x="19780" y="4942"/>
                </a:cubicBezTo>
                <a:cubicBezTo>
                  <a:pt x="18975" y="7814"/>
                  <a:pt x="20470" y="2299"/>
                  <a:pt x="15411" y="22290"/>
                </a:cubicBezTo>
                <a:lnTo>
                  <a:pt x="3680" y="22290"/>
                </a:lnTo>
                <a:cubicBezTo>
                  <a:pt x="1495" y="22290"/>
                  <a:pt x="0" y="22290"/>
                  <a:pt x="0" y="24820"/>
                </a:cubicBezTo>
                <a:cubicBezTo>
                  <a:pt x="0" y="26431"/>
                  <a:pt x="1379" y="26431"/>
                  <a:pt x="3450" y="26431"/>
                </a:cubicBezTo>
                <a:lnTo>
                  <a:pt x="14375" y="26431"/>
                </a:lnTo>
                <a:lnTo>
                  <a:pt x="7590" y="53530"/>
                </a:lnTo>
                <a:cubicBezTo>
                  <a:pt x="6900" y="56401"/>
                  <a:pt x="5865" y="60536"/>
                  <a:pt x="5865" y="62027"/>
                </a:cubicBezTo>
                <a:cubicBezTo>
                  <a:pt x="5865" y="68803"/>
                  <a:pt x="11615" y="72940"/>
                  <a:pt x="18171" y="72940"/>
                </a:cubicBezTo>
                <a:cubicBezTo>
                  <a:pt x="30936" y="72940"/>
                  <a:pt x="38181" y="56861"/>
                  <a:pt x="38181" y="55368"/>
                </a:cubicBezTo>
                <a:cubicBezTo>
                  <a:pt x="38181" y="53874"/>
                  <a:pt x="36686" y="53874"/>
                  <a:pt x="36340" y="53874"/>
                </a:cubicBezTo>
                <a:cubicBezTo>
                  <a:pt x="34961" y="53874"/>
                  <a:pt x="34845" y="54104"/>
                  <a:pt x="33926" y="56057"/>
                </a:cubicBezTo>
                <a:cubicBezTo>
                  <a:pt x="30706" y="63291"/>
                  <a:pt x="24841" y="69720"/>
                  <a:pt x="18515" y="69720"/>
                </a:cubicBezTo>
                <a:cubicBezTo>
                  <a:pt x="16100" y="69720"/>
                  <a:pt x="14491" y="68229"/>
                  <a:pt x="14491" y="64094"/>
                </a:cubicBezTo>
                <a:cubicBezTo>
                  <a:pt x="14491" y="62947"/>
                  <a:pt x="14951" y="60536"/>
                  <a:pt x="15181" y="59386"/>
                </a:cubicBezTo>
                <a:lnTo>
                  <a:pt x="23460" y="26431"/>
                </a:lnTo>
                <a:close/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22" name="path-1141">
            <a:extLst xmlns:a="http://schemas.openxmlformats.org/drawingml/2006/main">
              <a:ext uri="{FF2B5EF4-FFF2-40B4-BE49-F238E27FC236}">
                <a16:creationId xmlns:a16="http://schemas.microsoft.com/office/drawing/2014/main" id="{6F086065-EDAB-4EC0-BE9D-76BB69E12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7985" y="6291992"/>
            <a:ext cx="22755" cy="42795"/>
          </a:xfrm>
          <a:custGeom xmlns:a="http://schemas.openxmlformats.org/drawingml/2006/main">
            <a:pathLst>
              <a:path w="22755" h="42795">
                <a:moveTo>
                  <a:pt x="21934" y="7721"/>
                </a:moveTo>
                <a:cubicBezTo>
                  <a:pt x="22015" y="7638"/>
                  <a:pt x="22755" y="6078"/>
                  <a:pt x="22755" y="4846"/>
                </a:cubicBezTo>
                <a:cubicBezTo>
                  <a:pt x="22755" y="1889"/>
                  <a:pt x="20126" y="0"/>
                  <a:pt x="17662" y="0"/>
                </a:cubicBezTo>
                <a:cubicBezTo>
                  <a:pt x="14294" y="0"/>
                  <a:pt x="13390" y="2546"/>
                  <a:pt x="12979" y="3778"/>
                </a:cubicBezTo>
                <a:lnTo>
                  <a:pt x="330" y="39345"/>
                </a:lnTo>
                <a:cubicBezTo>
                  <a:pt x="0" y="40331"/>
                  <a:pt x="0" y="40578"/>
                  <a:pt x="0" y="40660"/>
                </a:cubicBezTo>
                <a:cubicBezTo>
                  <a:pt x="0" y="41974"/>
                  <a:pt x="3451" y="42795"/>
                  <a:pt x="3532" y="42795"/>
                </a:cubicBezTo>
                <a:cubicBezTo>
                  <a:pt x="4272" y="42795"/>
                  <a:pt x="4436" y="42385"/>
                  <a:pt x="4930" y="41399"/>
                </a:cubicBezTo>
                <a:lnTo>
                  <a:pt x="21934" y="7721"/>
                </a:lnTo>
                <a:close/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23" name="path-1142">
            <a:extLst xmlns:a="http://schemas.openxmlformats.org/drawingml/2006/main">
              <a:ext uri="{FF2B5EF4-FFF2-40B4-BE49-F238E27FC236}">
                <a16:creationId xmlns:a16="http://schemas.microsoft.com/office/drawing/2014/main" id="{0DE9064B-5E99-4760-A6B6-56088B965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8749" y="6107905"/>
            <a:ext cx="80832" cy="394124"/>
          </a:xfrm>
          <a:custGeom xmlns:a="http://schemas.openxmlformats.org/drawingml/2006/main">
            <a:pathLst>
              <a:path w="80832" h="394124">
                <a:moveTo>
                  <a:pt x="80832" y="197143"/>
                </a:moveTo>
                <a:cubicBezTo>
                  <a:pt x="80832" y="132579"/>
                  <a:pt x="66046" y="67523"/>
                  <a:pt x="24317" y="18400"/>
                </a:cubicBezTo>
                <a:cubicBezTo>
                  <a:pt x="21030" y="14623"/>
                  <a:pt x="14788" y="7887"/>
                  <a:pt x="8052" y="1973"/>
                </a:cubicBezTo>
                <a:cubicBezTo>
                  <a:pt x="6079" y="0"/>
                  <a:pt x="5751" y="0"/>
                  <a:pt x="3452" y="0"/>
                </a:cubicBezTo>
                <a:cubicBezTo>
                  <a:pt x="1479" y="0"/>
                  <a:pt x="0" y="0"/>
                  <a:pt x="0" y="1645"/>
                </a:cubicBezTo>
                <a:cubicBezTo>
                  <a:pt x="0" y="2301"/>
                  <a:pt x="657" y="2958"/>
                  <a:pt x="985" y="3287"/>
                </a:cubicBezTo>
                <a:cubicBezTo>
                  <a:pt x="6736" y="9200"/>
                  <a:pt x="17744" y="20208"/>
                  <a:pt x="28751" y="37952"/>
                </a:cubicBezTo>
                <a:cubicBezTo>
                  <a:pt x="55201" y="80335"/>
                  <a:pt x="67197" y="133729"/>
                  <a:pt x="67197" y="196980"/>
                </a:cubicBezTo>
                <a:cubicBezTo>
                  <a:pt x="67197" y="241171"/>
                  <a:pt x="61281" y="298180"/>
                  <a:pt x="34174" y="347137"/>
                </a:cubicBezTo>
                <a:cubicBezTo>
                  <a:pt x="21193" y="370466"/>
                  <a:pt x="7558" y="384101"/>
                  <a:pt x="657" y="391002"/>
                </a:cubicBezTo>
                <a:cubicBezTo>
                  <a:pt x="328" y="391494"/>
                  <a:pt x="0" y="391988"/>
                  <a:pt x="0" y="392479"/>
                </a:cubicBezTo>
                <a:cubicBezTo>
                  <a:pt x="0" y="394124"/>
                  <a:pt x="1479" y="394124"/>
                  <a:pt x="3452" y="394124"/>
                </a:cubicBezTo>
                <a:cubicBezTo>
                  <a:pt x="5751" y="394124"/>
                  <a:pt x="6079" y="394124"/>
                  <a:pt x="8543" y="391659"/>
                </a:cubicBezTo>
                <a:cubicBezTo>
                  <a:pt x="63582" y="341552"/>
                  <a:pt x="80832" y="266308"/>
                  <a:pt x="80832" y="197143"/>
                </a:cubicBezTo>
                <a:close/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24" name="path-1143">
            <a:extLst xmlns:a="http://schemas.openxmlformats.org/drawingml/2006/main">
              <a:ext uri="{FF2B5EF4-FFF2-40B4-BE49-F238E27FC236}">
                <a16:creationId xmlns:a16="http://schemas.microsoft.com/office/drawing/2014/main" id="{08FAFE01-DAFB-4CE7-AD6F-FD6EA51F9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040" y="6233981"/>
            <a:ext cx="121245" cy="117603"/>
          </a:xfrm>
          <a:custGeom xmlns:a="http://schemas.openxmlformats.org/drawingml/2006/main">
            <a:pathLst>
              <a:path w="121245" h="117603">
                <a:moveTo>
                  <a:pt x="120425" y="3615"/>
                </a:moveTo>
                <a:cubicBezTo>
                  <a:pt x="120754" y="3124"/>
                  <a:pt x="121245" y="1973"/>
                  <a:pt x="121245" y="1316"/>
                </a:cubicBezTo>
                <a:cubicBezTo>
                  <a:pt x="121245" y="165"/>
                  <a:pt x="121082" y="0"/>
                  <a:pt x="117302" y="0"/>
                </a:cubicBezTo>
                <a:lnTo>
                  <a:pt x="3943" y="0"/>
                </a:lnTo>
                <a:cubicBezTo>
                  <a:pt x="163" y="0"/>
                  <a:pt x="0" y="165"/>
                  <a:pt x="0" y="1316"/>
                </a:cubicBezTo>
                <a:cubicBezTo>
                  <a:pt x="0" y="1973"/>
                  <a:pt x="491" y="3124"/>
                  <a:pt x="820" y="3615"/>
                </a:cubicBezTo>
                <a:lnTo>
                  <a:pt x="56187" y="114482"/>
                </a:lnTo>
                <a:cubicBezTo>
                  <a:pt x="57337" y="116617"/>
                  <a:pt x="57829" y="117603"/>
                  <a:pt x="60624" y="117603"/>
                </a:cubicBezTo>
                <a:cubicBezTo>
                  <a:pt x="63416" y="117603"/>
                  <a:pt x="63908" y="116617"/>
                  <a:pt x="65058" y="114482"/>
                </a:cubicBezTo>
                <a:lnTo>
                  <a:pt x="120425" y="3615"/>
                </a:lnTo>
                <a:moveTo>
                  <a:pt x="20371" y="11830"/>
                </a:moveTo>
                <a:lnTo>
                  <a:pt x="110568" y="11830"/>
                </a:lnTo>
                <a:lnTo>
                  <a:pt x="65552" y="102163"/>
                </a:lnTo>
                <a:lnTo>
                  <a:pt x="20371" y="11830"/>
                </a:lnTo>
                <a:close/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25" name="path-1144">
            <a:extLst xmlns:a="http://schemas.openxmlformats.org/drawingml/2006/main">
              <a:ext uri="{FF2B5EF4-FFF2-40B4-BE49-F238E27FC236}">
                <a16:creationId xmlns:a16="http://schemas.microsoft.com/office/drawing/2014/main" id="{367765D4-AFC4-4BF5-BE53-6431B373C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5009" y="6290033"/>
            <a:ext cx="62562" cy="81648"/>
          </a:xfrm>
          <a:custGeom xmlns:a="http://schemas.openxmlformats.org/drawingml/2006/main">
            <a:pathLst>
              <a:path w="62562" h="81648">
                <a:moveTo>
                  <a:pt x="62562" y="25513"/>
                </a:moveTo>
                <a:cubicBezTo>
                  <a:pt x="62562" y="5521"/>
                  <a:pt x="50142" y="0"/>
                  <a:pt x="40941" y="0"/>
                </a:cubicBezTo>
                <a:cubicBezTo>
                  <a:pt x="35537" y="0"/>
                  <a:pt x="22886" y="1841"/>
                  <a:pt x="11845" y="17817"/>
                </a:cubicBezTo>
                <a:cubicBezTo>
                  <a:pt x="4026" y="29075"/>
                  <a:pt x="0" y="45974"/>
                  <a:pt x="0" y="56103"/>
                </a:cubicBezTo>
                <a:cubicBezTo>
                  <a:pt x="0" y="73828"/>
                  <a:pt x="10120" y="81648"/>
                  <a:pt x="21735" y="81648"/>
                </a:cubicBezTo>
                <a:cubicBezTo>
                  <a:pt x="27715" y="81648"/>
                  <a:pt x="39216" y="79233"/>
                  <a:pt x="49566" y="65540"/>
                </a:cubicBezTo>
                <a:cubicBezTo>
                  <a:pt x="57731" y="54606"/>
                  <a:pt x="62562" y="37462"/>
                  <a:pt x="62562" y="25513"/>
                </a:cubicBezTo>
                <a:moveTo>
                  <a:pt x="18515" y="37577"/>
                </a:moveTo>
                <a:cubicBezTo>
                  <a:pt x="20701" y="29649"/>
                  <a:pt x="22656" y="22411"/>
                  <a:pt x="26566" y="15748"/>
                </a:cubicBezTo>
                <a:cubicBezTo>
                  <a:pt x="29211" y="11382"/>
                  <a:pt x="34617" y="5291"/>
                  <a:pt x="40712" y="5291"/>
                </a:cubicBezTo>
                <a:cubicBezTo>
                  <a:pt x="44621" y="5291"/>
                  <a:pt x="48877" y="8165"/>
                  <a:pt x="48877" y="18046"/>
                </a:cubicBezTo>
                <a:cubicBezTo>
                  <a:pt x="48877" y="24250"/>
                  <a:pt x="47382" y="30223"/>
                  <a:pt x="45657" y="37577"/>
                </a:cubicBezTo>
                <a:lnTo>
                  <a:pt x="18515" y="37577"/>
                </a:lnTo>
                <a:moveTo>
                  <a:pt x="44046" y="44018"/>
                </a:moveTo>
                <a:cubicBezTo>
                  <a:pt x="42782" y="49082"/>
                  <a:pt x="40252" y="58981"/>
                  <a:pt x="35881" y="66002"/>
                </a:cubicBezTo>
                <a:cubicBezTo>
                  <a:pt x="32087" y="72216"/>
                  <a:pt x="26796" y="76359"/>
                  <a:pt x="21967" y="76359"/>
                </a:cubicBezTo>
                <a:cubicBezTo>
                  <a:pt x="16446" y="76359"/>
                  <a:pt x="13686" y="71066"/>
                  <a:pt x="13686" y="63584"/>
                </a:cubicBezTo>
                <a:cubicBezTo>
                  <a:pt x="13686" y="57714"/>
                  <a:pt x="15527" y="49658"/>
                  <a:pt x="16906" y="44018"/>
                </a:cubicBezTo>
                <a:lnTo>
                  <a:pt x="44046" y="44018"/>
                </a:lnTo>
                <a:close/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26" name="path-1145">
            <a:extLst xmlns:a="http://schemas.openxmlformats.org/drawingml/2006/main">
              <a:ext uri="{FF2B5EF4-FFF2-40B4-BE49-F238E27FC236}">
                <a16:creationId xmlns:a16="http://schemas.microsoft.com/office/drawing/2014/main" id="{56AE3077-5A84-462A-8526-AECFF0691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5617" y="6232056"/>
            <a:ext cx="36473" cy="114073"/>
          </a:xfrm>
          <a:custGeom xmlns:a="http://schemas.openxmlformats.org/drawingml/2006/main">
            <a:pathLst>
              <a:path w="36473" h="114073">
                <a:moveTo>
                  <a:pt x="23657" y="0"/>
                </a:moveTo>
                <a:lnTo>
                  <a:pt x="0" y="1807"/>
                </a:lnTo>
                <a:lnTo>
                  <a:pt x="0" y="6901"/>
                </a:lnTo>
                <a:cubicBezTo>
                  <a:pt x="11502" y="6901"/>
                  <a:pt x="12815" y="8052"/>
                  <a:pt x="12815" y="16107"/>
                </a:cubicBezTo>
                <a:lnTo>
                  <a:pt x="12815" y="101584"/>
                </a:lnTo>
                <a:cubicBezTo>
                  <a:pt x="12815" y="108981"/>
                  <a:pt x="11008" y="108981"/>
                  <a:pt x="0" y="108981"/>
                </a:cubicBezTo>
                <a:lnTo>
                  <a:pt x="0" y="114073"/>
                </a:lnTo>
                <a:cubicBezTo>
                  <a:pt x="5422" y="113910"/>
                  <a:pt x="14129" y="113582"/>
                  <a:pt x="18238" y="113582"/>
                </a:cubicBezTo>
                <a:cubicBezTo>
                  <a:pt x="22344" y="113582"/>
                  <a:pt x="30393" y="113910"/>
                  <a:pt x="36473" y="114073"/>
                </a:cubicBezTo>
                <a:lnTo>
                  <a:pt x="36473" y="108981"/>
                </a:lnTo>
                <a:cubicBezTo>
                  <a:pt x="25465" y="108981"/>
                  <a:pt x="23657" y="108981"/>
                  <a:pt x="23657" y="101584"/>
                </a:cubicBezTo>
                <a:lnTo>
                  <a:pt x="23657" y="0"/>
                </a:lnTo>
                <a:close/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27" name="path-1146">
            <a:extLst xmlns:a="http://schemas.openxmlformats.org/drawingml/2006/main">
              <a:ext uri="{FF2B5EF4-FFF2-40B4-BE49-F238E27FC236}">
                <a16:creationId xmlns:a16="http://schemas.microsoft.com/office/drawing/2014/main" id="{491C3781-66F2-4024-B67D-B8A5A85C7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0436" y="6272487"/>
            <a:ext cx="72780" cy="75407"/>
          </a:xfrm>
          <a:custGeom xmlns:a="http://schemas.openxmlformats.org/drawingml/2006/main">
            <a:pathLst>
              <a:path w="72780" h="75407">
                <a:moveTo>
                  <a:pt x="72780" y="38443"/>
                </a:moveTo>
                <a:cubicBezTo>
                  <a:pt x="72780" y="17415"/>
                  <a:pt x="56350" y="0"/>
                  <a:pt x="36473" y="0"/>
                </a:cubicBezTo>
                <a:cubicBezTo>
                  <a:pt x="15936" y="0"/>
                  <a:pt x="0" y="17909"/>
                  <a:pt x="0" y="38443"/>
                </a:cubicBezTo>
                <a:cubicBezTo>
                  <a:pt x="0" y="59636"/>
                  <a:pt x="17084" y="75407"/>
                  <a:pt x="36307" y="75407"/>
                </a:cubicBezTo>
                <a:cubicBezTo>
                  <a:pt x="56187" y="75407"/>
                  <a:pt x="72780" y="59308"/>
                  <a:pt x="72780" y="38443"/>
                </a:cubicBezTo>
                <a:moveTo>
                  <a:pt x="36473" y="71301"/>
                </a:moveTo>
                <a:cubicBezTo>
                  <a:pt x="29406" y="71301"/>
                  <a:pt x="22178" y="67851"/>
                  <a:pt x="17741" y="60293"/>
                </a:cubicBezTo>
                <a:cubicBezTo>
                  <a:pt x="13635" y="53066"/>
                  <a:pt x="13635" y="43043"/>
                  <a:pt x="13635" y="37129"/>
                </a:cubicBezTo>
                <a:cubicBezTo>
                  <a:pt x="13635" y="30722"/>
                  <a:pt x="13635" y="21852"/>
                  <a:pt x="17578" y="14623"/>
                </a:cubicBezTo>
                <a:cubicBezTo>
                  <a:pt x="22013" y="7067"/>
                  <a:pt x="29737" y="3615"/>
                  <a:pt x="36307" y="3615"/>
                </a:cubicBezTo>
                <a:cubicBezTo>
                  <a:pt x="43537" y="3615"/>
                  <a:pt x="50601" y="7230"/>
                  <a:pt x="54873" y="14294"/>
                </a:cubicBezTo>
                <a:cubicBezTo>
                  <a:pt x="59145" y="21359"/>
                  <a:pt x="59145" y="30887"/>
                  <a:pt x="59145" y="37129"/>
                </a:cubicBezTo>
                <a:cubicBezTo>
                  <a:pt x="59145" y="43043"/>
                  <a:pt x="59145" y="51915"/>
                  <a:pt x="55530" y="59145"/>
                </a:cubicBezTo>
                <a:cubicBezTo>
                  <a:pt x="51915" y="66538"/>
                  <a:pt x="44685" y="71301"/>
                  <a:pt x="36473" y="71301"/>
                </a:cubicBezTo>
                <a:close/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28" name="path-1147">
            <a:extLst xmlns:a="http://schemas.openxmlformats.org/drawingml/2006/main">
              <a:ext uri="{FF2B5EF4-FFF2-40B4-BE49-F238E27FC236}">
                <a16:creationId xmlns:a16="http://schemas.microsoft.com/office/drawing/2014/main" id="{0299FAC3-37CB-4B6E-BF97-FD6BCF692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2582" y="6271645"/>
            <a:ext cx="75081" cy="108337"/>
          </a:xfrm>
          <a:custGeom xmlns:a="http://schemas.openxmlformats.org/drawingml/2006/main">
            <a:pathLst>
              <a:path w="75081" h="108337">
                <a:moveTo>
                  <a:pt x="31872" y="46159"/>
                </a:moveTo>
                <a:cubicBezTo>
                  <a:pt x="17578" y="46159"/>
                  <a:pt x="17578" y="29732"/>
                  <a:pt x="17578" y="25954"/>
                </a:cubicBezTo>
                <a:cubicBezTo>
                  <a:pt x="17578" y="21519"/>
                  <a:pt x="17741" y="16262"/>
                  <a:pt x="20205" y="12156"/>
                </a:cubicBezTo>
                <a:cubicBezTo>
                  <a:pt x="21522" y="10185"/>
                  <a:pt x="25299" y="5585"/>
                  <a:pt x="31872" y="5585"/>
                </a:cubicBezTo>
                <a:cubicBezTo>
                  <a:pt x="46164" y="5585"/>
                  <a:pt x="46164" y="22013"/>
                  <a:pt x="46164" y="25791"/>
                </a:cubicBezTo>
                <a:cubicBezTo>
                  <a:pt x="46164" y="30225"/>
                  <a:pt x="46001" y="35482"/>
                  <a:pt x="43537" y="39589"/>
                </a:cubicBezTo>
                <a:cubicBezTo>
                  <a:pt x="42221" y="41559"/>
                  <a:pt x="38443" y="46159"/>
                  <a:pt x="31872" y="46159"/>
                </a:cubicBezTo>
                <a:moveTo>
                  <a:pt x="12813" y="52584"/>
                </a:moveTo>
                <a:cubicBezTo>
                  <a:pt x="12813" y="51922"/>
                  <a:pt x="12813" y="48132"/>
                  <a:pt x="15605" y="44846"/>
                </a:cubicBezTo>
                <a:cubicBezTo>
                  <a:pt x="22013" y="49446"/>
                  <a:pt x="28749" y="49937"/>
                  <a:pt x="31872" y="49937"/>
                </a:cubicBezTo>
                <a:cubicBezTo>
                  <a:pt x="47149" y="49937"/>
                  <a:pt x="58485" y="38603"/>
                  <a:pt x="58485" y="25954"/>
                </a:cubicBezTo>
                <a:cubicBezTo>
                  <a:pt x="58485" y="19877"/>
                  <a:pt x="55858" y="13798"/>
                  <a:pt x="51749" y="10020"/>
                </a:cubicBezTo>
                <a:cubicBezTo>
                  <a:pt x="57666" y="4435"/>
                  <a:pt x="63579" y="3612"/>
                  <a:pt x="66538" y="3612"/>
                </a:cubicBezTo>
                <a:cubicBezTo>
                  <a:pt x="66866" y="3612"/>
                  <a:pt x="67686" y="3612"/>
                  <a:pt x="68180" y="3778"/>
                </a:cubicBezTo>
                <a:cubicBezTo>
                  <a:pt x="66372" y="4435"/>
                  <a:pt x="65550" y="6242"/>
                  <a:pt x="65550" y="8213"/>
                </a:cubicBezTo>
                <a:cubicBezTo>
                  <a:pt x="65550" y="11005"/>
                  <a:pt x="67686" y="12978"/>
                  <a:pt x="70315" y="12978"/>
                </a:cubicBezTo>
                <a:cubicBezTo>
                  <a:pt x="71957" y="12978"/>
                  <a:pt x="75081" y="11827"/>
                  <a:pt x="75081" y="8050"/>
                </a:cubicBezTo>
                <a:cubicBezTo>
                  <a:pt x="75081" y="5257"/>
                  <a:pt x="73108" y="0"/>
                  <a:pt x="66700" y="0"/>
                </a:cubicBezTo>
                <a:cubicBezTo>
                  <a:pt x="63414" y="0"/>
                  <a:pt x="56187" y="985"/>
                  <a:pt x="49285" y="7721"/>
                </a:cubicBezTo>
                <a:cubicBezTo>
                  <a:pt x="42386" y="2299"/>
                  <a:pt x="35485" y="1805"/>
                  <a:pt x="31872" y="1805"/>
                </a:cubicBezTo>
                <a:cubicBezTo>
                  <a:pt x="16593" y="1805"/>
                  <a:pt x="5257" y="13141"/>
                  <a:pt x="5257" y="25791"/>
                </a:cubicBezTo>
                <a:cubicBezTo>
                  <a:pt x="5257" y="33018"/>
                  <a:pt x="8869" y="39260"/>
                  <a:pt x="12978" y="42710"/>
                </a:cubicBezTo>
                <a:cubicBezTo>
                  <a:pt x="10842" y="45174"/>
                  <a:pt x="7884" y="50599"/>
                  <a:pt x="7884" y="56390"/>
                </a:cubicBezTo>
                <a:cubicBezTo>
                  <a:pt x="7884" y="61519"/>
                  <a:pt x="10020" y="67776"/>
                  <a:pt x="15114" y="71062"/>
                </a:cubicBezTo>
                <a:cubicBezTo>
                  <a:pt x="5257" y="73855"/>
                  <a:pt x="0" y="80914"/>
                  <a:pt x="0" y="87482"/>
                </a:cubicBezTo>
                <a:cubicBezTo>
                  <a:pt x="0" y="99305"/>
                  <a:pt x="16265" y="108337"/>
                  <a:pt x="36307" y="108337"/>
                </a:cubicBezTo>
                <a:cubicBezTo>
                  <a:pt x="55693" y="108337"/>
                  <a:pt x="72780" y="99962"/>
                  <a:pt x="72780" y="87154"/>
                </a:cubicBezTo>
                <a:cubicBezTo>
                  <a:pt x="72780" y="81408"/>
                  <a:pt x="70481" y="73033"/>
                  <a:pt x="62100" y="68433"/>
                </a:cubicBezTo>
                <a:cubicBezTo>
                  <a:pt x="53394" y="63833"/>
                  <a:pt x="43865" y="63833"/>
                  <a:pt x="33843" y="63833"/>
                </a:cubicBezTo>
                <a:cubicBezTo>
                  <a:pt x="29737" y="63833"/>
                  <a:pt x="22670" y="63833"/>
                  <a:pt x="21522" y="63667"/>
                </a:cubicBezTo>
                <a:cubicBezTo>
                  <a:pt x="16265" y="63005"/>
                  <a:pt x="12813" y="57879"/>
                  <a:pt x="12813" y="52584"/>
                </a:cubicBezTo>
                <a:moveTo>
                  <a:pt x="36473" y="104559"/>
                </a:moveTo>
                <a:cubicBezTo>
                  <a:pt x="19877" y="104559"/>
                  <a:pt x="8541" y="96186"/>
                  <a:pt x="8541" y="87482"/>
                </a:cubicBezTo>
                <a:cubicBezTo>
                  <a:pt x="8541" y="79929"/>
                  <a:pt x="14786" y="73855"/>
                  <a:pt x="22013" y="73361"/>
                </a:cubicBezTo>
                <a:lnTo>
                  <a:pt x="31707" y="73361"/>
                </a:lnTo>
                <a:cubicBezTo>
                  <a:pt x="45836" y="73361"/>
                  <a:pt x="64236" y="73361"/>
                  <a:pt x="64236" y="87482"/>
                </a:cubicBezTo>
                <a:cubicBezTo>
                  <a:pt x="64236" y="96349"/>
                  <a:pt x="52572" y="104559"/>
                  <a:pt x="36473" y="104559"/>
                </a:cubicBezTo>
                <a:close/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29" name="path-1148">
            <a:extLst xmlns:a="http://schemas.openxmlformats.org/drawingml/2006/main">
              <a:ext uri="{FF2B5EF4-FFF2-40B4-BE49-F238E27FC236}">
                <a16:creationId xmlns:a16="http://schemas.microsoft.com/office/drawing/2014/main" id="{15532C05-7C24-485C-831D-0C1CB2109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4532" y="6273450"/>
            <a:ext cx="85760" cy="104607"/>
          </a:xfrm>
          <a:custGeom xmlns:a="http://schemas.openxmlformats.org/drawingml/2006/main">
            <a:pathLst>
              <a:path w="85760" h="104607">
                <a:moveTo>
                  <a:pt x="12652" y="92752"/>
                </a:moveTo>
                <a:cubicBezTo>
                  <a:pt x="11336" y="98360"/>
                  <a:pt x="11008" y="99515"/>
                  <a:pt x="3780" y="99515"/>
                </a:cubicBezTo>
                <a:cubicBezTo>
                  <a:pt x="1807" y="99515"/>
                  <a:pt x="0" y="99515"/>
                  <a:pt x="0" y="102637"/>
                </a:cubicBezTo>
                <a:cubicBezTo>
                  <a:pt x="0" y="103950"/>
                  <a:pt x="822" y="104607"/>
                  <a:pt x="2136" y="104607"/>
                </a:cubicBezTo>
                <a:cubicBezTo>
                  <a:pt x="6573" y="104607"/>
                  <a:pt x="11336" y="104116"/>
                  <a:pt x="15936" y="104116"/>
                </a:cubicBezTo>
                <a:cubicBezTo>
                  <a:pt x="21359" y="104116"/>
                  <a:pt x="26944" y="104607"/>
                  <a:pt x="32201" y="104607"/>
                </a:cubicBezTo>
                <a:cubicBezTo>
                  <a:pt x="33023" y="104607"/>
                  <a:pt x="35159" y="104607"/>
                  <a:pt x="35159" y="101323"/>
                </a:cubicBezTo>
                <a:cubicBezTo>
                  <a:pt x="35159" y="99515"/>
                  <a:pt x="33517" y="99515"/>
                  <a:pt x="31216" y="99515"/>
                </a:cubicBezTo>
                <a:cubicBezTo>
                  <a:pt x="23001" y="99515"/>
                  <a:pt x="23001" y="98360"/>
                  <a:pt x="23001" y="96876"/>
                </a:cubicBezTo>
                <a:cubicBezTo>
                  <a:pt x="23001" y="94898"/>
                  <a:pt x="29902" y="68037"/>
                  <a:pt x="31053" y="63928"/>
                </a:cubicBezTo>
                <a:cubicBezTo>
                  <a:pt x="33189" y="68693"/>
                  <a:pt x="37789" y="74444"/>
                  <a:pt x="46167" y="74444"/>
                </a:cubicBezTo>
                <a:cubicBezTo>
                  <a:pt x="65224" y="74444"/>
                  <a:pt x="85760" y="50453"/>
                  <a:pt x="85760" y="26295"/>
                </a:cubicBezTo>
                <a:cubicBezTo>
                  <a:pt x="85760" y="10847"/>
                  <a:pt x="76397" y="0"/>
                  <a:pt x="63910" y="0"/>
                </a:cubicBezTo>
                <a:cubicBezTo>
                  <a:pt x="55695" y="0"/>
                  <a:pt x="47809" y="5916"/>
                  <a:pt x="42389" y="12326"/>
                </a:cubicBezTo>
                <a:cubicBezTo>
                  <a:pt x="40744" y="3452"/>
                  <a:pt x="33680" y="0"/>
                  <a:pt x="27601" y="0"/>
                </a:cubicBezTo>
                <a:cubicBezTo>
                  <a:pt x="20045" y="0"/>
                  <a:pt x="16924" y="6410"/>
                  <a:pt x="15445" y="9368"/>
                </a:cubicBezTo>
                <a:cubicBezTo>
                  <a:pt x="12487" y="14956"/>
                  <a:pt x="10351" y="24816"/>
                  <a:pt x="10351" y="25309"/>
                </a:cubicBezTo>
                <a:cubicBezTo>
                  <a:pt x="10351" y="26951"/>
                  <a:pt x="11993" y="26951"/>
                  <a:pt x="12324" y="26951"/>
                </a:cubicBezTo>
                <a:cubicBezTo>
                  <a:pt x="13966" y="26951"/>
                  <a:pt x="14129" y="26788"/>
                  <a:pt x="15116" y="23174"/>
                </a:cubicBezTo>
                <a:cubicBezTo>
                  <a:pt x="17909" y="11504"/>
                  <a:pt x="21196" y="3615"/>
                  <a:pt x="27109" y="3615"/>
                </a:cubicBezTo>
                <a:cubicBezTo>
                  <a:pt x="29902" y="3615"/>
                  <a:pt x="32201" y="4931"/>
                  <a:pt x="32201" y="11176"/>
                </a:cubicBezTo>
                <a:cubicBezTo>
                  <a:pt x="32201" y="14956"/>
                  <a:pt x="31709" y="16763"/>
                  <a:pt x="31053" y="19556"/>
                </a:cubicBezTo>
                <a:lnTo>
                  <a:pt x="12652" y="92752"/>
                </a:lnTo>
                <a:moveTo>
                  <a:pt x="41567" y="21364"/>
                </a:moveTo>
                <a:cubicBezTo>
                  <a:pt x="42717" y="16926"/>
                  <a:pt x="47152" y="12326"/>
                  <a:pt x="50110" y="9862"/>
                </a:cubicBezTo>
                <a:cubicBezTo>
                  <a:pt x="55861" y="4766"/>
                  <a:pt x="60624" y="3615"/>
                  <a:pt x="63416" y="3615"/>
                </a:cubicBezTo>
                <a:cubicBezTo>
                  <a:pt x="69989" y="3615"/>
                  <a:pt x="73933" y="9368"/>
                  <a:pt x="73933" y="19065"/>
                </a:cubicBezTo>
                <a:cubicBezTo>
                  <a:pt x="73933" y="28759"/>
                  <a:pt x="68510" y="47658"/>
                  <a:pt x="65552" y="53903"/>
                </a:cubicBezTo>
                <a:cubicBezTo>
                  <a:pt x="59967" y="65407"/>
                  <a:pt x="52080" y="70832"/>
                  <a:pt x="46001" y="70832"/>
                </a:cubicBezTo>
                <a:cubicBezTo>
                  <a:pt x="35159" y="70832"/>
                  <a:pt x="33023" y="57192"/>
                  <a:pt x="33023" y="56204"/>
                </a:cubicBezTo>
                <a:cubicBezTo>
                  <a:pt x="33023" y="55876"/>
                  <a:pt x="33023" y="55547"/>
                  <a:pt x="33517" y="53574"/>
                </a:cubicBezTo>
                <a:lnTo>
                  <a:pt x="41567" y="21364"/>
                </a:lnTo>
                <a:close/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30" name="path-1149">
            <a:extLst xmlns:a="http://schemas.openxmlformats.org/drawingml/2006/main">
              <a:ext uri="{FF2B5EF4-FFF2-40B4-BE49-F238E27FC236}">
                <a16:creationId xmlns:a16="http://schemas.microsoft.com/office/drawing/2014/main" id="{EA5E4F72-40FA-4448-B444-04CCE484B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8723" y="6222911"/>
            <a:ext cx="38115" cy="164291"/>
          </a:xfrm>
          <a:custGeom xmlns:a="http://schemas.openxmlformats.org/drawingml/2006/main">
            <a:pathLst>
              <a:path w="38115" h="164291">
                <a:moveTo>
                  <a:pt x="38115" y="162649"/>
                </a:moveTo>
                <a:cubicBezTo>
                  <a:pt x="38115" y="162157"/>
                  <a:pt x="38115" y="161826"/>
                  <a:pt x="35322" y="159034"/>
                </a:cubicBezTo>
                <a:cubicBezTo>
                  <a:pt x="14786" y="138334"/>
                  <a:pt x="9529" y="107282"/>
                  <a:pt x="9529" y="82145"/>
                </a:cubicBezTo>
                <a:cubicBezTo>
                  <a:pt x="9529" y="53559"/>
                  <a:pt x="15771" y="24973"/>
                  <a:pt x="35979" y="4437"/>
                </a:cubicBezTo>
                <a:cubicBezTo>
                  <a:pt x="38115" y="2467"/>
                  <a:pt x="38115" y="2136"/>
                  <a:pt x="38115" y="1645"/>
                </a:cubicBezTo>
                <a:cubicBezTo>
                  <a:pt x="38115" y="494"/>
                  <a:pt x="37458" y="0"/>
                  <a:pt x="36473" y="0"/>
                </a:cubicBezTo>
                <a:cubicBezTo>
                  <a:pt x="34828" y="0"/>
                  <a:pt x="20042" y="11173"/>
                  <a:pt x="10348" y="32038"/>
                </a:cubicBezTo>
                <a:cubicBezTo>
                  <a:pt x="1970" y="50110"/>
                  <a:pt x="0" y="68345"/>
                  <a:pt x="0" y="82145"/>
                </a:cubicBezTo>
                <a:cubicBezTo>
                  <a:pt x="0" y="94960"/>
                  <a:pt x="1805" y="114840"/>
                  <a:pt x="10842" y="133406"/>
                </a:cubicBezTo>
                <a:cubicBezTo>
                  <a:pt x="20699" y="153614"/>
                  <a:pt x="34828" y="164291"/>
                  <a:pt x="36473" y="164291"/>
                </a:cubicBezTo>
                <a:cubicBezTo>
                  <a:pt x="37458" y="164291"/>
                  <a:pt x="38115" y="163799"/>
                  <a:pt x="38115" y="162649"/>
                </a:cubicBezTo>
                <a:close/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31" name="path-1150">
            <a:extLst xmlns:a="http://schemas.openxmlformats.org/drawingml/2006/main">
              <a:ext uri="{FF2B5EF4-FFF2-40B4-BE49-F238E27FC236}">
                <a16:creationId xmlns:a16="http://schemas.microsoft.com/office/drawing/2014/main" id="{EA3AF82F-FD16-418E-AFD4-B22F1D51F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1764" y="6232056"/>
            <a:ext cx="41895" cy="115356"/>
          </a:xfrm>
          <a:custGeom xmlns:a="http://schemas.openxmlformats.org/drawingml/2006/main">
            <a:pathLst>
              <a:path w="41895" h="115356">
                <a:moveTo>
                  <a:pt x="41238" y="5751"/>
                </a:moveTo>
                <a:cubicBezTo>
                  <a:pt x="41895" y="3452"/>
                  <a:pt x="41895" y="3124"/>
                  <a:pt x="41895" y="2958"/>
                </a:cubicBezTo>
                <a:cubicBezTo>
                  <a:pt x="41895" y="822"/>
                  <a:pt x="40087" y="0"/>
                  <a:pt x="38280" y="0"/>
                </a:cubicBezTo>
                <a:cubicBezTo>
                  <a:pt x="37623" y="0"/>
                  <a:pt x="37458" y="0"/>
                  <a:pt x="37129" y="165"/>
                </a:cubicBezTo>
                <a:lnTo>
                  <a:pt x="15936" y="1151"/>
                </a:lnTo>
                <a:cubicBezTo>
                  <a:pt x="13637" y="1316"/>
                  <a:pt x="10679" y="1479"/>
                  <a:pt x="10679" y="6079"/>
                </a:cubicBezTo>
                <a:cubicBezTo>
                  <a:pt x="10679" y="9037"/>
                  <a:pt x="13800" y="9037"/>
                  <a:pt x="14951" y="9037"/>
                </a:cubicBezTo>
                <a:cubicBezTo>
                  <a:pt x="16758" y="9037"/>
                  <a:pt x="19717" y="9037"/>
                  <a:pt x="21850" y="9366"/>
                </a:cubicBezTo>
                <a:lnTo>
                  <a:pt x="822" y="93667"/>
                </a:lnTo>
                <a:cubicBezTo>
                  <a:pt x="328" y="95474"/>
                  <a:pt x="0" y="96953"/>
                  <a:pt x="0" y="99255"/>
                </a:cubicBezTo>
                <a:cubicBezTo>
                  <a:pt x="0" y="110099"/>
                  <a:pt x="10845" y="115356"/>
                  <a:pt x="20536" y="115356"/>
                </a:cubicBezTo>
                <a:cubicBezTo>
                  <a:pt x="26616" y="115356"/>
                  <a:pt x="31216" y="111907"/>
                  <a:pt x="34831" y="105993"/>
                </a:cubicBezTo>
                <a:cubicBezTo>
                  <a:pt x="38774" y="99583"/>
                  <a:pt x="41073" y="90709"/>
                  <a:pt x="41073" y="89724"/>
                </a:cubicBezTo>
                <a:cubicBezTo>
                  <a:pt x="41073" y="87422"/>
                  <a:pt x="38608" y="87422"/>
                  <a:pt x="37129" y="87422"/>
                </a:cubicBezTo>
                <a:cubicBezTo>
                  <a:pt x="35322" y="87422"/>
                  <a:pt x="34665" y="87422"/>
                  <a:pt x="33845" y="88245"/>
                </a:cubicBezTo>
                <a:cubicBezTo>
                  <a:pt x="33517" y="88573"/>
                  <a:pt x="33517" y="88901"/>
                  <a:pt x="32529" y="93010"/>
                </a:cubicBezTo>
                <a:cubicBezTo>
                  <a:pt x="29408" y="105499"/>
                  <a:pt x="25793" y="109443"/>
                  <a:pt x="21359" y="109443"/>
                </a:cubicBezTo>
                <a:cubicBezTo>
                  <a:pt x="18894" y="109443"/>
                  <a:pt x="17581" y="107801"/>
                  <a:pt x="17581" y="103526"/>
                </a:cubicBezTo>
                <a:cubicBezTo>
                  <a:pt x="17581" y="100240"/>
                  <a:pt x="18072" y="98598"/>
                  <a:pt x="18566" y="96297"/>
                </a:cubicBezTo>
                <a:lnTo>
                  <a:pt x="41238" y="5751"/>
                </a:lnTo>
                <a:close/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32" name="path-1151">
            <a:extLst xmlns:a="http://schemas.openxmlformats.org/drawingml/2006/main">
              <a:ext uri="{FF2B5EF4-FFF2-40B4-BE49-F238E27FC236}">
                <a16:creationId xmlns:a16="http://schemas.microsoft.com/office/drawing/2014/main" id="{5C5C9C6D-1D16-4D16-B880-A9A4E59E0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8380" y="6298965"/>
            <a:ext cx="38871" cy="72940"/>
          </a:xfrm>
          <a:custGeom xmlns:a="http://schemas.openxmlformats.org/drawingml/2006/main">
            <a:pathLst>
              <a:path w="38871" h="72940">
                <a:moveTo>
                  <a:pt x="23460" y="26431"/>
                </a:moveTo>
                <a:lnTo>
                  <a:pt x="35191" y="26431"/>
                </a:lnTo>
                <a:cubicBezTo>
                  <a:pt x="37376" y="26431"/>
                  <a:pt x="38871" y="26431"/>
                  <a:pt x="38871" y="23900"/>
                </a:cubicBezTo>
                <a:cubicBezTo>
                  <a:pt x="38871" y="22290"/>
                  <a:pt x="37376" y="22290"/>
                  <a:pt x="35421" y="22290"/>
                </a:cubicBezTo>
                <a:lnTo>
                  <a:pt x="24495" y="22290"/>
                </a:lnTo>
                <a:lnTo>
                  <a:pt x="28751" y="5287"/>
                </a:lnTo>
                <a:cubicBezTo>
                  <a:pt x="28867" y="4712"/>
                  <a:pt x="29096" y="4138"/>
                  <a:pt x="29096" y="3678"/>
                </a:cubicBezTo>
                <a:cubicBezTo>
                  <a:pt x="29096" y="1609"/>
                  <a:pt x="27486" y="0"/>
                  <a:pt x="25185" y="0"/>
                </a:cubicBezTo>
                <a:cubicBezTo>
                  <a:pt x="22311" y="0"/>
                  <a:pt x="20586" y="1955"/>
                  <a:pt x="19780" y="4942"/>
                </a:cubicBezTo>
                <a:cubicBezTo>
                  <a:pt x="18975" y="7814"/>
                  <a:pt x="20470" y="2299"/>
                  <a:pt x="15411" y="22290"/>
                </a:cubicBezTo>
                <a:lnTo>
                  <a:pt x="3680" y="22290"/>
                </a:lnTo>
                <a:cubicBezTo>
                  <a:pt x="1495" y="22290"/>
                  <a:pt x="0" y="22290"/>
                  <a:pt x="0" y="24820"/>
                </a:cubicBezTo>
                <a:cubicBezTo>
                  <a:pt x="0" y="26431"/>
                  <a:pt x="1379" y="26431"/>
                  <a:pt x="3450" y="26431"/>
                </a:cubicBezTo>
                <a:lnTo>
                  <a:pt x="14375" y="26431"/>
                </a:lnTo>
                <a:lnTo>
                  <a:pt x="7590" y="53530"/>
                </a:lnTo>
                <a:cubicBezTo>
                  <a:pt x="6900" y="56401"/>
                  <a:pt x="5865" y="60536"/>
                  <a:pt x="5865" y="62027"/>
                </a:cubicBezTo>
                <a:cubicBezTo>
                  <a:pt x="5865" y="68803"/>
                  <a:pt x="11615" y="72940"/>
                  <a:pt x="18171" y="72940"/>
                </a:cubicBezTo>
                <a:cubicBezTo>
                  <a:pt x="30936" y="72940"/>
                  <a:pt x="38181" y="56861"/>
                  <a:pt x="38181" y="55368"/>
                </a:cubicBezTo>
                <a:cubicBezTo>
                  <a:pt x="38181" y="53874"/>
                  <a:pt x="36686" y="53874"/>
                  <a:pt x="36340" y="53874"/>
                </a:cubicBezTo>
                <a:cubicBezTo>
                  <a:pt x="34961" y="53874"/>
                  <a:pt x="34845" y="54104"/>
                  <a:pt x="33926" y="56057"/>
                </a:cubicBezTo>
                <a:cubicBezTo>
                  <a:pt x="30706" y="63291"/>
                  <a:pt x="24841" y="69720"/>
                  <a:pt x="18515" y="69720"/>
                </a:cubicBezTo>
                <a:cubicBezTo>
                  <a:pt x="16100" y="69720"/>
                  <a:pt x="14491" y="68229"/>
                  <a:pt x="14491" y="64094"/>
                </a:cubicBezTo>
                <a:cubicBezTo>
                  <a:pt x="14491" y="62947"/>
                  <a:pt x="14951" y="60536"/>
                  <a:pt x="15181" y="59386"/>
                </a:cubicBezTo>
                <a:lnTo>
                  <a:pt x="23460" y="26431"/>
                </a:lnTo>
                <a:close/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33" name="path-1152">
            <a:extLst xmlns:a="http://schemas.openxmlformats.org/drawingml/2006/main">
              <a:ext uri="{FF2B5EF4-FFF2-40B4-BE49-F238E27FC236}">
                <a16:creationId xmlns:a16="http://schemas.microsoft.com/office/drawing/2014/main" id="{AF2731A2-4914-4959-9E15-8DF0FED5D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0933" y="6222911"/>
            <a:ext cx="6573" cy="164291"/>
          </a:xfrm>
          <a:custGeom xmlns:a="http://schemas.openxmlformats.org/drawingml/2006/main">
            <a:pathLst>
              <a:path w="6573" h="164291">
                <a:moveTo>
                  <a:pt x="6573" y="5916"/>
                </a:moveTo>
                <a:cubicBezTo>
                  <a:pt x="6573" y="2958"/>
                  <a:pt x="6573" y="0"/>
                  <a:pt x="3287" y="0"/>
                </a:cubicBezTo>
                <a:cubicBezTo>
                  <a:pt x="0" y="0"/>
                  <a:pt x="0" y="2958"/>
                  <a:pt x="0" y="5916"/>
                </a:cubicBezTo>
                <a:lnTo>
                  <a:pt x="0" y="158377"/>
                </a:lnTo>
                <a:cubicBezTo>
                  <a:pt x="0" y="161335"/>
                  <a:pt x="0" y="164291"/>
                  <a:pt x="3287" y="164291"/>
                </a:cubicBezTo>
                <a:cubicBezTo>
                  <a:pt x="6573" y="164291"/>
                  <a:pt x="6573" y="161335"/>
                  <a:pt x="6573" y="158377"/>
                </a:cubicBezTo>
                <a:lnTo>
                  <a:pt x="6573" y="5916"/>
                </a:lnTo>
                <a:close/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34" name="path-1153">
            <a:extLst xmlns:a="http://schemas.openxmlformats.org/drawingml/2006/main">
              <a:ext uri="{FF2B5EF4-FFF2-40B4-BE49-F238E27FC236}">
                <a16:creationId xmlns:a16="http://schemas.microsoft.com/office/drawing/2014/main" id="{BB27676A-32B9-4213-9296-BE562E122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4586" y="6230773"/>
            <a:ext cx="82311" cy="116640"/>
          </a:xfrm>
          <a:custGeom xmlns:a="http://schemas.openxmlformats.org/drawingml/2006/main">
            <a:pathLst>
              <a:path w="82311" h="116640">
                <a:moveTo>
                  <a:pt x="82311" y="34823"/>
                </a:moveTo>
                <a:cubicBezTo>
                  <a:pt x="82311" y="5916"/>
                  <a:pt x="65224" y="0"/>
                  <a:pt x="55201" y="0"/>
                </a:cubicBezTo>
                <a:cubicBezTo>
                  <a:pt x="42223" y="0"/>
                  <a:pt x="25793" y="8543"/>
                  <a:pt x="13472" y="30880"/>
                </a:cubicBezTo>
                <a:cubicBezTo>
                  <a:pt x="5094" y="46320"/>
                  <a:pt x="0" y="68661"/>
                  <a:pt x="0" y="81970"/>
                </a:cubicBezTo>
                <a:cubicBezTo>
                  <a:pt x="0" y="105798"/>
                  <a:pt x="12487" y="116640"/>
                  <a:pt x="27272" y="116640"/>
                </a:cubicBezTo>
                <a:cubicBezTo>
                  <a:pt x="38280" y="116640"/>
                  <a:pt x="52737" y="110235"/>
                  <a:pt x="64073" y="93474"/>
                </a:cubicBezTo>
                <a:cubicBezTo>
                  <a:pt x="77874" y="73261"/>
                  <a:pt x="82311" y="47139"/>
                  <a:pt x="82311" y="34823"/>
                </a:cubicBezTo>
                <a:moveTo>
                  <a:pt x="24973" y="54367"/>
                </a:moveTo>
                <a:cubicBezTo>
                  <a:pt x="27272" y="44840"/>
                  <a:pt x="31544" y="29894"/>
                  <a:pt x="36473" y="21354"/>
                </a:cubicBezTo>
                <a:cubicBezTo>
                  <a:pt x="40253" y="14620"/>
                  <a:pt x="46986" y="5916"/>
                  <a:pt x="54873" y="5916"/>
                </a:cubicBezTo>
                <a:cubicBezTo>
                  <a:pt x="61774" y="5916"/>
                  <a:pt x="64730" y="13144"/>
                  <a:pt x="64730" y="22833"/>
                </a:cubicBezTo>
                <a:cubicBezTo>
                  <a:pt x="64730" y="33179"/>
                  <a:pt x="61118" y="47468"/>
                  <a:pt x="59310" y="54367"/>
                </a:cubicBezTo>
                <a:lnTo>
                  <a:pt x="24973" y="54367"/>
                </a:lnTo>
                <a:moveTo>
                  <a:pt x="57337" y="62251"/>
                </a:moveTo>
                <a:cubicBezTo>
                  <a:pt x="47152" y="106289"/>
                  <a:pt x="33351" y="110726"/>
                  <a:pt x="27601" y="110726"/>
                </a:cubicBezTo>
                <a:cubicBezTo>
                  <a:pt x="25302" y="110726"/>
                  <a:pt x="21850" y="110069"/>
                  <a:pt x="19551" y="104975"/>
                </a:cubicBezTo>
                <a:cubicBezTo>
                  <a:pt x="17581" y="100538"/>
                  <a:pt x="17581" y="94131"/>
                  <a:pt x="17581" y="93965"/>
                </a:cubicBezTo>
                <a:cubicBezTo>
                  <a:pt x="17581" y="84600"/>
                  <a:pt x="21193" y="69318"/>
                  <a:pt x="23001" y="62251"/>
                </a:cubicBezTo>
                <a:lnTo>
                  <a:pt x="57337" y="62251"/>
                </a:lnTo>
                <a:close/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35" name="path-1154">
            <a:extLst xmlns:a="http://schemas.openxmlformats.org/drawingml/2006/main">
              <a:ext uri="{FF2B5EF4-FFF2-40B4-BE49-F238E27FC236}">
                <a16:creationId xmlns:a16="http://schemas.microsoft.com/office/drawing/2014/main" id="{E13E37AB-8F96-4227-B569-0494F61DD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8701" y="6328716"/>
            <a:ext cx="19220" cy="49180"/>
          </a:xfrm>
          <a:custGeom xmlns:a="http://schemas.openxmlformats.org/drawingml/2006/main">
            <a:pathLst>
              <a:path w="19220" h="49180">
                <a:moveTo>
                  <a:pt x="19220" y="17250"/>
                </a:moveTo>
                <a:cubicBezTo>
                  <a:pt x="19220" y="6408"/>
                  <a:pt x="15114" y="0"/>
                  <a:pt x="8706" y="0"/>
                </a:cubicBezTo>
                <a:cubicBezTo>
                  <a:pt x="3284" y="0"/>
                  <a:pt x="0" y="4106"/>
                  <a:pt x="0" y="8706"/>
                </a:cubicBezTo>
                <a:cubicBezTo>
                  <a:pt x="0" y="13144"/>
                  <a:pt x="3284" y="17413"/>
                  <a:pt x="8706" y="17413"/>
                </a:cubicBezTo>
                <a:cubicBezTo>
                  <a:pt x="10677" y="17413"/>
                  <a:pt x="12813" y="16756"/>
                  <a:pt x="14457" y="15279"/>
                </a:cubicBezTo>
                <a:cubicBezTo>
                  <a:pt x="14949" y="14949"/>
                  <a:pt x="15114" y="14786"/>
                  <a:pt x="15277" y="14786"/>
                </a:cubicBezTo>
                <a:cubicBezTo>
                  <a:pt x="15442" y="14786"/>
                  <a:pt x="15608" y="14949"/>
                  <a:pt x="15608" y="17250"/>
                </a:cubicBezTo>
                <a:cubicBezTo>
                  <a:pt x="15608" y="29433"/>
                  <a:pt x="9857" y="39310"/>
                  <a:pt x="4435" y="44743"/>
                </a:cubicBezTo>
                <a:cubicBezTo>
                  <a:pt x="2627" y="46553"/>
                  <a:pt x="2627" y="46881"/>
                  <a:pt x="2627" y="47375"/>
                </a:cubicBezTo>
                <a:cubicBezTo>
                  <a:pt x="2627" y="48523"/>
                  <a:pt x="3449" y="49180"/>
                  <a:pt x="4272" y="49180"/>
                </a:cubicBezTo>
                <a:cubicBezTo>
                  <a:pt x="6077" y="49180"/>
                  <a:pt x="19220" y="36513"/>
                  <a:pt x="19220" y="17250"/>
                </a:cubicBezTo>
                <a:close/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36" name="path-1155">
            <a:extLst xmlns:a="http://schemas.openxmlformats.org/drawingml/2006/main">
              <a:ext uri="{FF2B5EF4-FFF2-40B4-BE49-F238E27FC236}">
                <a16:creationId xmlns:a16="http://schemas.microsoft.com/office/drawing/2014/main" id="{C4D9A899-B0DB-49EA-BA62-547309CC5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3999" y="6233500"/>
            <a:ext cx="150162" cy="112629"/>
          </a:xfrm>
          <a:custGeom xmlns:a="http://schemas.openxmlformats.org/drawingml/2006/main">
            <a:pathLst>
              <a:path w="150162" h="112629">
                <a:moveTo>
                  <a:pt x="89212" y="47779"/>
                </a:moveTo>
                <a:lnTo>
                  <a:pt x="110897" y="26438"/>
                </a:lnTo>
                <a:lnTo>
                  <a:pt x="121085" y="16097"/>
                </a:lnTo>
                <a:cubicBezTo>
                  <a:pt x="127655" y="9857"/>
                  <a:pt x="129626" y="7887"/>
                  <a:pt x="146712" y="7724"/>
                </a:cubicBezTo>
                <a:cubicBezTo>
                  <a:pt x="149833" y="7724"/>
                  <a:pt x="150162" y="3452"/>
                  <a:pt x="150162" y="2958"/>
                </a:cubicBezTo>
                <a:cubicBezTo>
                  <a:pt x="150162" y="1973"/>
                  <a:pt x="149505" y="0"/>
                  <a:pt x="146878" y="0"/>
                </a:cubicBezTo>
                <a:cubicBezTo>
                  <a:pt x="141127" y="0"/>
                  <a:pt x="134885" y="494"/>
                  <a:pt x="128969" y="494"/>
                </a:cubicBezTo>
                <a:cubicBezTo>
                  <a:pt x="124206" y="494"/>
                  <a:pt x="112376" y="0"/>
                  <a:pt x="107613" y="0"/>
                </a:cubicBezTo>
                <a:cubicBezTo>
                  <a:pt x="106297" y="0"/>
                  <a:pt x="103013" y="0"/>
                  <a:pt x="103013" y="4603"/>
                </a:cubicBezTo>
                <a:cubicBezTo>
                  <a:pt x="103013" y="7558"/>
                  <a:pt x="105640" y="7724"/>
                  <a:pt x="107119" y="7724"/>
                </a:cubicBezTo>
                <a:cubicBezTo>
                  <a:pt x="112047" y="7887"/>
                  <a:pt x="116319" y="9200"/>
                  <a:pt x="116976" y="9366"/>
                </a:cubicBezTo>
                <a:lnTo>
                  <a:pt x="85597" y="40393"/>
                </a:lnTo>
                <a:lnTo>
                  <a:pt x="70481" y="8709"/>
                </a:lnTo>
                <a:cubicBezTo>
                  <a:pt x="72125" y="8380"/>
                  <a:pt x="77217" y="7724"/>
                  <a:pt x="80012" y="7724"/>
                </a:cubicBezTo>
                <a:cubicBezTo>
                  <a:pt x="81817" y="7724"/>
                  <a:pt x="84775" y="7724"/>
                  <a:pt x="84775" y="3124"/>
                </a:cubicBezTo>
                <a:cubicBezTo>
                  <a:pt x="84775" y="822"/>
                  <a:pt x="83296" y="0"/>
                  <a:pt x="81160" y="0"/>
                </a:cubicBezTo>
                <a:cubicBezTo>
                  <a:pt x="75575" y="0"/>
                  <a:pt x="61774" y="494"/>
                  <a:pt x="56189" y="494"/>
                </a:cubicBezTo>
                <a:cubicBezTo>
                  <a:pt x="52409" y="494"/>
                  <a:pt x="48631" y="331"/>
                  <a:pt x="44853" y="331"/>
                </a:cubicBezTo>
                <a:cubicBezTo>
                  <a:pt x="41073" y="331"/>
                  <a:pt x="37132" y="0"/>
                  <a:pt x="33351" y="0"/>
                </a:cubicBezTo>
                <a:cubicBezTo>
                  <a:pt x="31872" y="0"/>
                  <a:pt x="28751" y="0"/>
                  <a:pt x="28751" y="4603"/>
                </a:cubicBezTo>
                <a:cubicBezTo>
                  <a:pt x="28751" y="7724"/>
                  <a:pt x="30887" y="7724"/>
                  <a:pt x="35487" y="7724"/>
                </a:cubicBezTo>
                <a:cubicBezTo>
                  <a:pt x="37789" y="7724"/>
                  <a:pt x="39596" y="7724"/>
                  <a:pt x="41895" y="7887"/>
                </a:cubicBezTo>
                <a:cubicBezTo>
                  <a:pt x="44196" y="8215"/>
                  <a:pt x="44359" y="8380"/>
                  <a:pt x="45344" y="10351"/>
                </a:cubicBezTo>
                <a:lnTo>
                  <a:pt x="68017" y="57794"/>
                </a:lnTo>
                <a:lnTo>
                  <a:pt x="26781" y="98505"/>
                </a:lnTo>
                <a:cubicBezTo>
                  <a:pt x="23823" y="101298"/>
                  <a:pt x="20373" y="104745"/>
                  <a:pt x="5751" y="104908"/>
                </a:cubicBezTo>
                <a:cubicBezTo>
                  <a:pt x="2795" y="104908"/>
                  <a:pt x="0" y="104908"/>
                  <a:pt x="0" y="109673"/>
                </a:cubicBezTo>
                <a:cubicBezTo>
                  <a:pt x="0" y="110824"/>
                  <a:pt x="822" y="112629"/>
                  <a:pt x="3287" y="112629"/>
                </a:cubicBezTo>
                <a:cubicBezTo>
                  <a:pt x="7230" y="112629"/>
                  <a:pt x="17252" y="112138"/>
                  <a:pt x="21196" y="112138"/>
                </a:cubicBezTo>
                <a:cubicBezTo>
                  <a:pt x="25959" y="112138"/>
                  <a:pt x="37789" y="112629"/>
                  <a:pt x="42552" y="112629"/>
                </a:cubicBezTo>
                <a:cubicBezTo>
                  <a:pt x="43868" y="112629"/>
                  <a:pt x="47152" y="112629"/>
                  <a:pt x="47152" y="107866"/>
                </a:cubicBezTo>
                <a:cubicBezTo>
                  <a:pt x="47152" y="104908"/>
                  <a:pt x="44196" y="104908"/>
                  <a:pt x="42880" y="104908"/>
                </a:cubicBezTo>
                <a:cubicBezTo>
                  <a:pt x="39596" y="104908"/>
                  <a:pt x="36310" y="104416"/>
                  <a:pt x="33189" y="103266"/>
                </a:cubicBezTo>
                <a:lnTo>
                  <a:pt x="71469" y="65181"/>
                </a:lnTo>
                <a:lnTo>
                  <a:pt x="90032" y="103923"/>
                </a:lnTo>
                <a:cubicBezTo>
                  <a:pt x="89869" y="103923"/>
                  <a:pt x="84447" y="104908"/>
                  <a:pt x="80503" y="104908"/>
                </a:cubicBezTo>
                <a:cubicBezTo>
                  <a:pt x="78861" y="104908"/>
                  <a:pt x="75740" y="104908"/>
                  <a:pt x="75740" y="109673"/>
                </a:cubicBezTo>
                <a:cubicBezTo>
                  <a:pt x="75740" y="110165"/>
                  <a:pt x="75903" y="112629"/>
                  <a:pt x="79353" y="112629"/>
                </a:cubicBezTo>
                <a:cubicBezTo>
                  <a:pt x="84940" y="112629"/>
                  <a:pt x="98904" y="112138"/>
                  <a:pt x="104489" y="112138"/>
                </a:cubicBezTo>
                <a:cubicBezTo>
                  <a:pt x="108269" y="112138"/>
                  <a:pt x="112047" y="112301"/>
                  <a:pt x="115825" y="112301"/>
                </a:cubicBezTo>
                <a:cubicBezTo>
                  <a:pt x="119606" y="112301"/>
                  <a:pt x="123549" y="112629"/>
                  <a:pt x="127327" y="112629"/>
                </a:cubicBezTo>
                <a:cubicBezTo>
                  <a:pt x="128640" y="112629"/>
                  <a:pt x="131927" y="112629"/>
                  <a:pt x="131927" y="107866"/>
                </a:cubicBezTo>
                <a:cubicBezTo>
                  <a:pt x="131927" y="104908"/>
                  <a:pt x="129297" y="104908"/>
                  <a:pt x="125354" y="104908"/>
                </a:cubicBezTo>
                <a:cubicBezTo>
                  <a:pt x="123055" y="104908"/>
                  <a:pt x="121413" y="104908"/>
                  <a:pt x="118949" y="104745"/>
                </a:cubicBezTo>
                <a:cubicBezTo>
                  <a:pt x="116484" y="104416"/>
                  <a:pt x="116319" y="104251"/>
                  <a:pt x="115168" y="102118"/>
                </a:cubicBezTo>
                <a:lnTo>
                  <a:pt x="89212" y="47779"/>
                </a:lnTo>
                <a:close/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37" name="path-1156">
            <a:extLst xmlns:a="http://schemas.openxmlformats.org/drawingml/2006/main">
              <a:ext uri="{FF2B5EF4-FFF2-40B4-BE49-F238E27FC236}">
                <a16:creationId xmlns:a16="http://schemas.microsoft.com/office/drawing/2014/main" id="{588C8F34-BBE9-441F-994C-D07CAA984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0109" y="6328716"/>
            <a:ext cx="19220" cy="49180"/>
          </a:xfrm>
          <a:custGeom xmlns:a="http://schemas.openxmlformats.org/drawingml/2006/main">
            <a:pathLst>
              <a:path w="19220" h="49180">
                <a:moveTo>
                  <a:pt x="19220" y="17250"/>
                </a:moveTo>
                <a:cubicBezTo>
                  <a:pt x="19220" y="6408"/>
                  <a:pt x="15114" y="0"/>
                  <a:pt x="8706" y="0"/>
                </a:cubicBezTo>
                <a:cubicBezTo>
                  <a:pt x="3284" y="0"/>
                  <a:pt x="0" y="4106"/>
                  <a:pt x="0" y="8706"/>
                </a:cubicBezTo>
                <a:cubicBezTo>
                  <a:pt x="0" y="13144"/>
                  <a:pt x="3284" y="17413"/>
                  <a:pt x="8706" y="17413"/>
                </a:cubicBezTo>
                <a:cubicBezTo>
                  <a:pt x="10677" y="17413"/>
                  <a:pt x="12813" y="16756"/>
                  <a:pt x="14457" y="15279"/>
                </a:cubicBezTo>
                <a:cubicBezTo>
                  <a:pt x="14949" y="14949"/>
                  <a:pt x="15114" y="14786"/>
                  <a:pt x="15277" y="14786"/>
                </a:cubicBezTo>
                <a:cubicBezTo>
                  <a:pt x="15442" y="14786"/>
                  <a:pt x="15608" y="14949"/>
                  <a:pt x="15608" y="17250"/>
                </a:cubicBezTo>
                <a:cubicBezTo>
                  <a:pt x="15608" y="29433"/>
                  <a:pt x="9857" y="39310"/>
                  <a:pt x="4435" y="44743"/>
                </a:cubicBezTo>
                <a:cubicBezTo>
                  <a:pt x="2627" y="46553"/>
                  <a:pt x="2627" y="46881"/>
                  <a:pt x="2627" y="47375"/>
                </a:cubicBezTo>
                <a:cubicBezTo>
                  <a:pt x="2627" y="48523"/>
                  <a:pt x="3449" y="49180"/>
                  <a:pt x="4272" y="49180"/>
                </a:cubicBezTo>
                <a:cubicBezTo>
                  <a:pt x="6077" y="49180"/>
                  <a:pt x="19220" y="36513"/>
                  <a:pt x="19220" y="17250"/>
                </a:cubicBezTo>
                <a:close/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38" name="path-1157">
            <a:extLst xmlns:a="http://schemas.openxmlformats.org/drawingml/2006/main">
              <a:ext uri="{FF2B5EF4-FFF2-40B4-BE49-F238E27FC236}">
                <a16:creationId xmlns:a16="http://schemas.microsoft.com/office/drawing/2014/main" id="{B936544D-AE7E-4A98-B312-B716D34D0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4421" y="6232056"/>
            <a:ext cx="41895" cy="115356"/>
          </a:xfrm>
          <a:custGeom xmlns:a="http://schemas.openxmlformats.org/drawingml/2006/main">
            <a:pathLst>
              <a:path w="41895" h="115356">
                <a:moveTo>
                  <a:pt x="41238" y="5751"/>
                </a:moveTo>
                <a:cubicBezTo>
                  <a:pt x="41895" y="3452"/>
                  <a:pt x="41895" y="3124"/>
                  <a:pt x="41895" y="2958"/>
                </a:cubicBezTo>
                <a:cubicBezTo>
                  <a:pt x="41895" y="822"/>
                  <a:pt x="40087" y="0"/>
                  <a:pt x="38280" y="0"/>
                </a:cubicBezTo>
                <a:cubicBezTo>
                  <a:pt x="37623" y="0"/>
                  <a:pt x="37458" y="0"/>
                  <a:pt x="37129" y="165"/>
                </a:cubicBezTo>
                <a:lnTo>
                  <a:pt x="15936" y="1151"/>
                </a:lnTo>
                <a:cubicBezTo>
                  <a:pt x="13637" y="1316"/>
                  <a:pt x="10679" y="1479"/>
                  <a:pt x="10679" y="6079"/>
                </a:cubicBezTo>
                <a:cubicBezTo>
                  <a:pt x="10679" y="9037"/>
                  <a:pt x="13800" y="9037"/>
                  <a:pt x="14951" y="9037"/>
                </a:cubicBezTo>
                <a:cubicBezTo>
                  <a:pt x="16758" y="9037"/>
                  <a:pt x="19717" y="9037"/>
                  <a:pt x="21850" y="9366"/>
                </a:cubicBezTo>
                <a:lnTo>
                  <a:pt x="822" y="93667"/>
                </a:lnTo>
                <a:cubicBezTo>
                  <a:pt x="328" y="95474"/>
                  <a:pt x="0" y="96953"/>
                  <a:pt x="0" y="99255"/>
                </a:cubicBezTo>
                <a:cubicBezTo>
                  <a:pt x="0" y="110099"/>
                  <a:pt x="10845" y="115356"/>
                  <a:pt x="20536" y="115356"/>
                </a:cubicBezTo>
                <a:cubicBezTo>
                  <a:pt x="26616" y="115356"/>
                  <a:pt x="31216" y="111907"/>
                  <a:pt x="34831" y="105993"/>
                </a:cubicBezTo>
                <a:cubicBezTo>
                  <a:pt x="38774" y="99583"/>
                  <a:pt x="41073" y="90709"/>
                  <a:pt x="41073" y="89724"/>
                </a:cubicBezTo>
                <a:cubicBezTo>
                  <a:pt x="41073" y="87422"/>
                  <a:pt x="38608" y="87422"/>
                  <a:pt x="37129" y="87422"/>
                </a:cubicBezTo>
                <a:cubicBezTo>
                  <a:pt x="35322" y="87422"/>
                  <a:pt x="34665" y="87422"/>
                  <a:pt x="33845" y="88245"/>
                </a:cubicBezTo>
                <a:cubicBezTo>
                  <a:pt x="33517" y="88573"/>
                  <a:pt x="33517" y="88901"/>
                  <a:pt x="32529" y="93010"/>
                </a:cubicBezTo>
                <a:cubicBezTo>
                  <a:pt x="29408" y="105499"/>
                  <a:pt x="25793" y="109443"/>
                  <a:pt x="21359" y="109443"/>
                </a:cubicBezTo>
                <a:cubicBezTo>
                  <a:pt x="18894" y="109443"/>
                  <a:pt x="17581" y="107801"/>
                  <a:pt x="17581" y="103526"/>
                </a:cubicBezTo>
                <a:cubicBezTo>
                  <a:pt x="17581" y="100240"/>
                  <a:pt x="18072" y="98598"/>
                  <a:pt x="18566" y="96297"/>
                </a:cubicBezTo>
                <a:lnTo>
                  <a:pt x="41238" y="5751"/>
                </a:lnTo>
                <a:close/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39" name="path-1158">
            <a:extLst xmlns:a="http://schemas.openxmlformats.org/drawingml/2006/main">
              <a:ext uri="{FF2B5EF4-FFF2-40B4-BE49-F238E27FC236}">
                <a16:creationId xmlns:a16="http://schemas.microsoft.com/office/drawing/2014/main" id="{97D0D2AE-B096-4D49-B3D8-1E807FE45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8742" y="6299426"/>
            <a:ext cx="41861" cy="76369"/>
          </a:xfrm>
          <a:custGeom xmlns:a="http://schemas.openxmlformats.org/drawingml/2006/main">
            <a:pathLst>
              <a:path w="41861" h="76369">
                <a:moveTo>
                  <a:pt x="25990" y="3213"/>
                </a:moveTo>
                <a:cubicBezTo>
                  <a:pt x="25990" y="116"/>
                  <a:pt x="25761" y="0"/>
                  <a:pt x="22541" y="0"/>
                </a:cubicBezTo>
                <a:cubicBezTo>
                  <a:pt x="15181" y="7202"/>
                  <a:pt x="4715" y="7316"/>
                  <a:pt x="0" y="7316"/>
                </a:cubicBezTo>
                <a:lnTo>
                  <a:pt x="0" y="11455"/>
                </a:lnTo>
                <a:cubicBezTo>
                  <a:pt x="2760" y="11455"/>
                  <a:pt x="10350" y="11455"/>
                  <a:pt x="16676" y="8235"/>
                </a:cubicBezTo>
                <a:lnTo>
                  <a:pt x="16676" y="66935"/>
                </a:lnTo>
                <a:cubicBezTo>
                  <a:pt x="16676" y="70735"/>
                  <a:pt x="16676" y="72230"/>
                  <a:pt x="5175" y="72230"/>
                </a:cubicBezTo>
                <a:lnTo>
                  <a:pt x="805" y="72230"/>
                </a:lnTo>
                <a:lnTo>
                  <a:pt x="805" y="76369"/>
                </a:lnTo>
                <a:cubicBezTo>
                  <a:pt x="2874" y="76255"/>
                  <a:pt x="17020" y="75909"/>
                  <a:pt x="21275" y="75909"/>
                </a:cubicBezTo>
                <a:cubicBezTo>
                  <a:pt x="24841" y="75909"/>
                  <a:pt x="39331" y="76255"/>
                  <a:pt x="41861" y="76369"/>
                </a:cubicBezTo>
                <a:lnTo>
                  <a:pt x="41861" y="72230"/>
                </a:lnTo>
                <a:lnTo>
                  <a:pt x="37491" y="72230"/>
                </a:lnTo>
                <a:cubicBezTo>
                  <a:pt x="25990" y="72230"/>
                  <a:pt x="25990" y="70735"/>
                  <a:pt x="25990" y="66935"/>
                </a:cubicBezTo>
                <a:lnTo>
                  <a:pt x="25990" y="3213"/>
                </a:lnTo>
                <a:close/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40" name="path-1159">
            <a:extLst xmlns:a="http://schemas.openxmlformats.org/drawingml/2006/main">
              <a:ext uri="{FF2B5EF4-FFF2-40B4-BE49-F238E27FC236}">
                <a16:creationId xmlns:a16="http://schemas.microsoft.com/office/drawing/2014/main" id="{08022D08-4792-495B-9172-3E20C61B7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73661" y="6326267"/>
            <a:ext cx="13226" cy="49528"/>
          </a:xfrm>
          <a:custGeom xmlns:a="http://schemas.openxmlformats.org/drawingml/2006/main">
            <a:pathLst>
              <a:path w="13226" h="49528">
                <a:moveTo>
                  <a:pt x="13226" y="6672"/>
                </a:moveTo>
                <a:cubicBezTo>
                  <a:pt x="13226" y="2646"/>
                  <a:pt x="10006" y="0"/>
                  <a:pt x="6670" y="0"/>
                </a:cubicBezTo>
                <a:cubicBezTo>
                  <a:pt x="2646" y="0"/>
                  <a:pt x="0" y="3222"/>
                  <a:pt x="0" y="6556"/>
                </a:cubicBezTo>
                <a:cubicBezTo>
                  <a:pt x="0" y="10581"/>
                  <a:pt x="3220" y="13226"/>
                  <a:pt x="6556" y="13226"/>
                </a:cubicBezTo>
                <a:cubicBezTo>
                  <a:pt x="10581" y="13226"/>
                  <a:pt x="13226" y="10006"/>
                  <a:pt x="13226" y="6672"/>
                </a:cubicBezTo>
                <a:moveTo>
                  <a:pt x="13226" y="42973"/>
                </a:moveTo>
                <a:cubicBezTo>
                  <a:pt x="13226" y="38948"/>
                  <a:pt x="10006" y="36303"/>
                  <a:pt x="6670" y="36303"/>
                </a:cubicBezTo>
                <a:cubicBezTo>
                  <a:pt x="2646" y="36303"/>
                  <a:pt x="0" y="39524"/>
                  <a:pt x="0" y="42858"/>
                </a:cubicBezTo>
                <a:cubicBezTo>
                  <a:pt x="0" y="46883"/>
                  <a:pt x="3220" y="49528"/>
                  <a:pt x="6556" y="49528"/>
                </a:cubicBezTo>
                <a:cubicBezTo>
                  <a:pt x="10581" y="49528"/>
                  <a:pt x="13226" y="46308"/>
                  <a:pt x="13226" y="42973"/>
                </a:cubicBezTo>
                <a:close/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41" name="path-1160">
            <a:extLst xmlns:a="http://schemas.openxmlformats.org/drawingml/2006/main">
              <a:ext uri="{FF2B5EF4-FFF2-40B4-BE49-F238E27FC236}">
                <a16:creationId xmlns:a16="http://schemas.microsoft.com/office/drawing/2014/main" id="{C44B2938-4CD9-4651-9094-74275D7C0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2130" y="6289543"/>
            <a:ext cx="29902" cy="114891"/>
          </a:xfrm>
          <a:custGeom xmlns:a="http://schemas.openxmlformats.org/drawingml/2006/main">
            <a:pathLst>
              <a:path w="29902" h="114891">
                <a:moveTo>
                  <a:pt x="27601" y="0"/>
                </a:moveTo>
                <a:cubicBezTo>
                  <a:pt x="5751" y="15412"/>
                  <a:pt x="0" y="39794"/>
                  <a:pt x="0" y="57389"/>
                </a:cubicBezTo>
                <a:cubicBezTo>
                  <a:pt x="0" y="73605"/>
                  <a:pt x="4831" y="98790"/>
                  <a:pt x="27601" y="114891"/>
                </a:cubicBezTo>
                <a:cubicBezTo>
                  <a:pt x="28521" y="114891"/>
                  <a:pt x="29902" y="114891"/>
                  <a:pt x="29902" y="113512"/>
                </a:cubicBezTo>
                <a:cubicBezTo>
                  <a:pt x="29902" y="112822"/>
                  <a:pt x="29556" y="112592"/>
                  <a:pt x="28751" y="111787"/>
                </a:cubicBezTo>
                <a:cubicBezTo>
                  <a:pt x="13456" y="97987"/>
                  <a:pt x="7821" y="78435"/>
                  <a:pt x="7821" y="57505"/>
                </a:cubicBezTo>
                <a:cubicBezTo>
                  <a:pt x="7821" y="26452"/>
                  <a:pt x="19666" y="11273"/>
                  <a:pt x="29096" y="2762"/>
                </a:cubicBezTo>
                <a:cubicBezTo>
                  <a:pt x="29556" y="2301"/>
                  <a:pt x="29902" y="1957"/>
                  <a:pt x="29902" y="1381"/>
                </a:cubicBezTo>
                <a:cubicBezTo>
                  <a:pt x="29902" y="0"/>
                  <a:pt x="28521" y="0"/>
                  <a:pt x="27601" y="0"/>
                </a:cubicBezTo>
                <a:close/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42" name="path-1161">
            <a:extLst xmlns:a="http://schemas.openxmlformats.org/drawingml/2006/main">
              <a:ext uri="{FF2B5EF4-FFF2-40B4-BE49-F238E27FC236}">
                <a16:creationId xmlns:a16="http://schemas.microsoft.com/office/drawing/2014/main" id="{9B7112B3-90A6-4DE2-8128-F819D0AAF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5061" y="6303978"/>
            <a:ext cx="38871" cy="72940"/>
          </a:xfrm>
          <a:custGeom xmlns:a="http://schemas.openxmlformats.org/drawingml/2006/main">
            <a:pathLst>
              <a:path w="38871" h="72940">
                <a:moveTo>
                  <a:pt x="23460" y="26431"/>
                </a:moveTo>
                <a:lnTo>
                  <a:pt x="35191" y="26431"/>
                </a:lnTo>
                <a:cubicBezTo>
                  <a:pt x="37376" y="26431"/>
                  <a:pt x="38871" y="26431"/>
                  <a:pt x="38871" y="23900"/>
                </a:cubicBezTo>
                <a:cubicBezTo>
                  <a:pt x="38871" y="22290"/>
                  <a:pt x="37376" y="22290"/>
                  <a:pt x="35421" y="22290"/>
                </a:cubicBezTo>
                <a:lnTo>
                  <a:pt x="24495" y="22290"/>
                </a:lnTo>
                <a:lnTo>
                  <a:pt x="28751" y="5287"/>
                </a:lnTo>
                <a:cubicBezTo>
                  <a:pt x="28867" y="4712"/>
                  <a:pt x="29096" y="4138"/>
                  <a:pt x="29096" y="3678"/>
                </a:cubicBezTo>
                <a:cubicBezTo>
                  <a:pt x="29096" y="1609"/>
                  <a:pt x="27486" y="0"/>
                  <a:pt x="25185" y="0"/>
                </a:cubicBezTo>
                <a:cubicBezTo>
                  <a:pt x="22311" y="0"/>
                  <a:pt x="20586" y="1955"/>
                  <a:pt x="19780" y="4942"/>
                </a:cubicBezTo>
                <a:cubicBezTo>
                  <a:pt x="18975" y="7814"/>
                  <a:pt x="20470" y="2299"/>
                  <a:pt x="15411" y="22290"/>
                </a:cubicBezTo>
                <a:lnTo>
                  <a:pt x="3680" y="22290"/>
                </a:lnTo>
                <a:cubicBezTo>
                  <a:pt x="1495" y="22290"/>
                  <a:pt x="0" y="22290"/>
                  <a:pt x="0" y="24820"/>
                </a:cubicBezTo>
                <a:cubicBezTo>
                  <a:pt x="0" y="26431"/>
                  <a:pt x="1379" y="26431"/>
                  <a:pt x="3450" y="26431"/>
                </a:cubicBezTo>
                <a:lnTo>
                  <a:pt x="14375" y="26431"/>
                </a:lnTo>
                <a:lnTo>
                  <a:pt x="7590" y="53530"/>
                </a:lnTo>
                <a:cubicBezTo>
                  <a:pt x="6900" y="56401"/>
                  <a:pt x="5865" y="60536"/>
                  <a:pt x="5865" y="62027"/>
                </a:cubicBezTo>
                <a:cubicBezTo>
                  <a:pt x="5865" y="68803"/>
                  <a:pt x="11615" y="72940"/>
                  <a:pt x="18171" y="72940"/>
                </a:cubicBezTo>
                <a:cubicBezTo>
                  <a:pt x="30936" y="72940"/>
                  <a:pt x="38181" y="56861"/>
                  <a:pt x="38181" y="55368"/>
                </a:cubicBezTo>
                <a:cubicBezTo>
                  <a:pt x="38181" y="53874"/>
                  <a:pt x="36686" y="53874"/>
                  <a:pt x="36340" y="53874"/>
                </a:cubicBezTo>
                <a:cubicBezTo>
                  <a:pt x="34961" y="53874"/>
                  <a:pt x="34845" y="54104"/>
                  <a:pt x="33926" y="56057"/>
                </a:cubicBezTo>
                <a:cubicBezTo>
                  <a:pt x="30706" y="63291"/>
                  <a:pt x="24841" y="69720"/>
                  <a:pt x="18515" y="69720"/>
                </a:cubicBezTo>
                <a:cubicBezTo>
                  <a:pt x="16100" y="69720"/>
                  <a:pt x="14491" y="68229"/>
                  <a:pt x="14491" y="64094"/>
                </a:cubicBezTo>
                <a:cubicBezTo>
                  <a:pt x="14491" y="62947"/>
                  <a:pt x="14951" y="60536"/>
                  <a:pt x="15181" y="59386"/>
                </a:cubicBezTo>
                <a:lnTo>
                  <a:pt x="23460" y="26431"/>
                </a:lnTo>
                <a:close/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43" name="path-1162">
            <a:extLst xmlns:a="http://schemas.openxmlformats.org/drawingml/2006/main">
              <a:ext uri="{FF2B5EF4-FFF2-40B4-BE49-F238E27FC236}">
                <a16:creationId xmlns:a16="http://schemas.microsoft.com/office/drawing/2014/main" id="{F2F1750D-45E6-46BF-8F9F-23DC26403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2271" y="6344124"/>
            <a:ext cx="77743" cy="5636"/>
          </a:xfrm>
          <a:custGeom xmlns:a="http://schemas.openxmlformats.org/drawingml/2006/main">
            <a:pathLst>
              <a:path w="77743" h="5636">
                <a:moveTo>
                  <a:pt x="73142" y="5636"/>
                </a:moveTo>
                <a:cubicBezTo>
                  <a:pt x="74983" y="5636"/>
                  <a:pt x="77743" y="5636"/>
                  <a:pt x="77743" y="2876"/>
                </a:cubicBezTo>
                <a:cubicBezTo>
                  <a:pt x="77743" y="0"/>
                  <a:pt x="75097" y="0"/>
                  <a:pt x="73142" y="0"/>
                </a:cubicBezTo>
                <a:lnTo>
                  <a:pt x="4601" y="0"/>
                </a:lnTo>
                <a:cubicBezTo>
                  <a:pt x="2760" y="0"/>
                  <a:pt x="0" y="0"/>
                  <a:pt x="0" y="2760"/>
                </a:cubicBezTo>
                <a:cubicBezTo>
                  <a:pt x="0" y="5636"/>
                  <a:pt x="2646" y="5636"/>
                  <a:pt x="4601" y="5636"/>
                </a:cubicBezTo>
                <a:lnTo>
                  <a:pt x="73142" y="5636"/>
                </a:lnTo>
                <a:close/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44" name="path-1163">
            <a:extLst xmlns:a="http://schemas.openxmlformats.org/drawingml/2006/main">
              <a:ext uri="{FF2B5EF4-FFF2-40B4-BE49-F238E27FC236}">
                <a16:creationId xmlns:a16="http://schemas.microsoft.com/office/drawing/2014/main" id="{7B178EEC-D3BC-4E30-B38E-B750EB48B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5074" y="6299426"/>
            <a:ext cx="41861" cy="76369"/>
          </a:xfrm>
          <a:custGeom xmlns:a="http://schemas.openxmlformats.org/drawingml/2006/main">
            <a:pathLst>
              <a:path w="41861" h="76369">
                <a:moveTo>
                  <a:pt x="25990" y="3213"/>
                </a:moveTo>
                <a:cubicBezTo>
                  <a:pt x="25990" y="116"/>
                  <a:pt x="25761" y="0"/>
                  <a:pt x="22541" y="0"/>
                </a:cubicBezTo>
                <a:cubicBezTo>
                  <a:pt x="15181" y="7202"/>
                  <a:pt x="4715" y="7316"/>
                  <a:pt x="0" y="7316"/>
                </a:cubicBezTo>
                <a:lnTo>
                  <a:pt x="0" y="11455"/>
                </a:lnTo>
                <a:cubicBezTo>
                  <a:pt x="2760" y="11455"/>
                  <a:pt x="10350" y="11455"/>
                  <a:pt x="16676" y="8235"/>
                </a:cubicBezTo>
                <a:lnTo>
                  <a:pt x="16676" y="66935"/>
                </a:lnTo>
                <a:cubicBezTo>
                  <a:pt x="16676" y="70735"/>
                  <a:pt x="16676" y="72230"/>
                  <a:pt x="5175" y="72230"/>
                </a:cubicBezTo>
                <a:lnTo>
                  <a:pt x="805" y="72230"/>
                </a:lnTo>
                <a:lnTo>
                  <a:pt x="805" y="76369"/>
                </a:lnTo>
                <a:cubicBezTo>
                  <a:pt x="2874" y="76255"/>
                  <a:pt x="17020" y="75909"/>
                  <a:pt x="21275" y="75909"/>
                </a:cubicBezTo>
                <a:cubicBezTo>
                  <a:pt x="24841" y="75909"/>
                  <a:pt x="39331" y="76255"/>
                  <a:pt x="41861" y="76369"/>
                </a:cubicBezTo>
                <a:lnTo>
                  <a:pt x="41861" y="72230"/>
                </a:lnTo>
                <a:lnTo>
                  <a:pt x="37491" y="72230"/>
                </a:lnTo>
                <a:cubicBezTo>
                  <a:pt x="25990" y="72230"/>
                  <a:pt x="25990" y="70735"/>
                  <a:pt x="25990" y="66935"/>
                </a:cubicBezTo>
                <a:lnTo>
                  <a:pt x="25990" y="3213"/>
                </a:lnTo>
                <a:close/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45" name="path-1164">
            <a:extLst xmlns:a="http://schemas.openxmlformats.org/drawingml/2006/main">
              <a:ext uri="{FF2B5EF4-FFF2-40B4-BE49-F238E27FC236}">
                <a16:creationId xmlns:a16="http://schemas.microsoft.com/office/drawing/2014/main" id="{40CB232C-B582-4300-89DB-405530453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76199" y="6289543"/>
            <a:ext cx="29784" cy="114891"/>
          </a:xfrm>
          <a:custGeom xmlns:a="http://schemas.openxmlformats.org/drawingml/2006/main">
            <a:pathLst>
              <a:path w="29784" h="114891">
                <a:moveTo>
                  <a:pt x="2185" y="0"/>
                </a:moveTo>
                <a:cubicBezTo>
                  <a:pt x="1379" y="0"/>
                  <a:pt x="0" y="0"/>
                  <a:pt x="0" y="1381"/>
                </a:cubicBezTo>
                <a:cubicBezTo>
                  <a:pt x="0" y="1957"/>
                  <a:pt x="344" y="2301"/>
                  <a:pt x="1034" y="3106"/>
                </a:cubicBezTo>
                <a:cubicBezTo>
                  <a:pt x="10924" y="12192"/>
                  <a:pt x="21965" y="27717"/>
                  <a:pt x="21965" y="57389"/>
                </a:cubicBezTo>
                <a:cubicBezTo>
                  <a:pt x="21965" y="81425"/>
                  <a:pt x="14489" y="99596"/>
                  <a:pt x="2069" y="110867"/>
                </a:cubicBezTo>
                <a:cubicBezTo>
                  <a:pt x="114" y="112822"/>
                  <a:pt x="0" y="112936"/>
                  <a:pt x="0" y="113512"/>
                </a:cubicBezTo>
                <a:cubicBezTo>
                  <a:pt x="0" y="114087"/>
                  <a:pt x="344" y="114891"/>
                  <a:pt x="1495" y="114891"/>
                </a:cubicBezTo>
                <a:cubicBezTo>
                  <a:pt x="2874" y="114891"/>
                  <a:pt x="13800" y="107301"/>
                  <a:pt x="21389" y="92926"/>
                </a:cubicBezTo>
                <a:cubicBezTo>
                  <a:pt x="26450" y="83380"/>
                  <a:pt x="29784" y="70959"/>
                  <a:pt x="29784" y="57505"/>
                </a:cubicBezTo>
                <a:cubicBezTo>
                  <a:pt x="29784" y="41289"/>
                  <a:pt x="24955" y="16102"/>
                  <a:pt x="2185" y="0"/>
                </a:cubicBezTo>
                <a:close/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46" name="path-1165">
            <a:extLst xmlns:a="http://schemas.openxmlformats.org/drawingml/2006/main">
              <a:ext uri="{FF2B5EF4-FFF2-40B4-BE49-F238E27FC236}">
                <a16:creationId xmlns:a16="http://schemas.microsoft.com/office/drawing/2014/main" id="{E2EE81F4-1B58-4F23-AAC8-9B5B255D4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6952" y="6222911"/>
            <a:ext cx="38115" cy="164291"/>
          </a:xfrm>
          <a:custGeom xmlns:a="http://schemas.openxmlformats.org/drawingml/2006/main">
            <a:pathLst>
              <a:path w="38115" h="164291">
                <a:moveTo>
                  <a:pt x="38115" y="82145"/>
                </a:moveTo>
                <a:cubicBezTo>
                  <a:pt x="38115" y="69333"/>
                  <a:pt x="36310" y="49453"/>
                  <a:pt x="27272" y="30887"/>
                </a:cubicBezTo>
                <a:cubicBezTo>
                  <a:pt x="17415" y="10679"/>
                  <a:pt x="3287" y="0"/>
                  <a:pt x="1642" y="0"/>
                </a:cubicBezTo>
                <a:cubicBezTo>
                  <a:pt x="657" y="0"/>
                  <a:pt x="0" y="659"/>
                  <a:pt x="0" y="1645"/>
                </a:cubicBezTo>
                <a:cubicBezTo>
                  <a:pt x="0" y="2136"/>
                  <a:pt x="0" y="2467"/>
                  <a:pt x="3121" y="5422"/>
                </a:cubicBezTo>
                <a:cubicBezTo>
                  <a:pt x="19223" y="21687"/>
                  <a:pt x="28586" y="47809"/>
                  <a:pt x="28586" y="82145"/>
                </a:cubicBezTo>
                <a:cubicBezTo>
                  <a:pt x="28586" y="110240"/>
                  <a:pt x="22509" y="139154"/>
                  <a:pt x="2136" y="159856"/>
                </a:cubicBezTo>
                <a:cubicBezTo>
                  <a:pt x="0" y="161826"/>
                  <a:pt x="0" y="162157"/>
                  <a:pt x="0" y="162649"/>
                </a:cubicBezTo>
                <a:cubicBezTo>
                  <a:pt x="0" y="163634"/>
                  <a:pt x="657" y="164291"/>
                  <a:pt x="1642" y="164291"/>
                </a:cubicBezTo>
                <a:cubicBezTo>
                  <a:pt x="3287" y="164291"/>
                  <a:pt x="18072" y="153120"/>
                  <a:pt x="27766" y="132255"/>
                </a:cubicBezTo>
                <a:cubicBezTo>
                  <a:pt x="36144" y="114183"/>
                  <a:pt x="38115" y="95946"/>
                  <a:pt x="38115" y="82145"/>
                </a:cubicBezTo>
                <a:close/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47" name="path-1166">
            <a:extLst xmlns:a="http://schemas.openxmlformats.org/drawingml/2006/main">
              <a:ext uri="{FF2B5EF4-FFF2-40B4-BE49-F238E27FC236}">
                <a16:creationId xmlns:a16="http://schemas.microsoft.com/office/drawing/2014/main" id="{B34D10EC-D1FC-4A68-8F2D-C60F3FE06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3773" y="6107855"/>
            <a:ext cx="43209" cy="394144"/>
          </a:xfrm>
          <a:custGeom xmlns:a="http://schemas.openxmlformats.org/drawingml/2006/main">
            <a:pathLst>
              <a:path w="43209" h="394144">
                <a:moveTo>
                  <a:pt x="34174" y="385106"/>
                </a:moveTo>
                <a:lnTo>
                  <a:pt x="0" y="385106"/>
                </a:lnTo>
                <a:lnTo>
                  <a:pt x="0" y="394144"/>
                </a:lnTo>
                <a:lnTo>
                  <a:pt x="43209" y="394144"/>
                </a:lnTo>
                <a:lnTo>
                  <a:pt x="43209" y="0"/>
                </a:lnTo>
                <a:lnTo>
                  <a:pt x="0" y="0"/>
                </a:lnTo>
                <a:lnTo>
                  <a:pt x="0" y="9035"/>
                </a:lnTo>
                <a:lnTo>
                  <a:pt x="34174" y="9035"/>
                </a:lnTo>
                <a:lnTo>
                  <a:pt x="34174" y="385106"/>
                </a:lnTo>
                <a:close/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48" name="path-1168">
            <a:extLst xmlns:a="http://schemas.openxmlformats.org/drawingml/2006/main">
              <a:ext uri="{FF2B5EF4-FFF2-40B4-BE49-F238E27FC236}">
                <a16:creationId xmlns:a16="http://schemas.microsoft.com/office/drawing/2014/main" id="{CC84E43B-43F2-4E4A-AAFD-CC86D0F5B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797" y="6630219"/>
            <a:ext cx="66866" cy="74444"/>
          </a:xfrm>
          <a:custGeom xmlns:a="http://schemas.openxmlformats.org/drawingml/2006/main">
            <a:pathLst>
              <a:path w="66866" h="74444">
                <a:moveTo>
                  <a:pt x="9694" y="62943"/>
                </a:moveTo>
                <a:cubicBezTo>
                  <a:pt x="9200" y="65407"/>
                  <a:pt x="8215" y="69187"/>
                  <a:pt x="8215" y="70010"/>
                </a:cubicBezTo>
                <a:cubicBezTo>
                  <a:pt x="8215" y="72968"/>
                  <a:pt x="10514" y="74444"/>
                  <a:pt x="12978" y="74444"/>
                </a:cubicBezTo>
                <a:cubicBezTo>
                  <a:pt x="14951" y="74444"/>
                  <a:pt x="17907" y="73131"/>
                  <a:pt x="19057" y="69844"/>
                </a:cubicBezTo>
                <a:cubicBezTo>
                  <a:pt x="19386" y="69187"/>
                  <a:pt x="24973" y="46836"/>
                  <a:pt x="25630" y="43878"/>
                </a:cubicBezTo>
                <a:cubicBezTo>
                  <a:pt x="26944" y="38455"/>
                  <a:pt x="29902" y="26951"/>
                  <a:pt x="30887" y="22514"/>
                </a:cubicBezTo>
                <a:cubicBezTo>
                  <a:pt x="31544" y="20376"/>
                  <a:pt x="36144" y="12655"/>
                  <a:pt x="40087" y="9042"/>
                </a:cubicBezTo>
                <a:cubicBezTo>
                  <a:pt x="41401" y="7892"/>
                  <a:pt x="46167" y="3615"/>
                  <a:pt x="53231" y="3615"/>
                </a:cubicBezTo>
                <a:cubicBezTo>
                  <a:pt x="57503" y="3615"/>
                  <a:pt x="59967" y="5590"/>
                  <a:pt x="60130" y="5590"/>
                </a:cubicBezTo>
                <a:cubicBezTo>
                  <a:pt x="55201" y="6413"/>
                  <a:pt x="51586" y="10356"/>
                  <a:pt x="51586" y="14628"/>
                </a:cubicBezTo>
                <a:cubicBezTo>
                  <a:pt x="51586" y="17255"/>
                  <a:pt x="53394" y="20376"/>
                  <a:pt x="57831" y="20376"/>
                </a:cubicBezTo>
                <a:cubicBezTo>
                  <a:pt x="62266" y="20376"/>
                  <a:pt x="66866" y="16598"/>
                  <a:pt x="66866" y="10684"/>
                </a:cubicBezTo>
                <a:cubicBezTo>
                  <a:pt x="66866" y="4934"/>
                  <a:pt x="61609" y="0"/>
                  <a:pt x="53231" y="0"/>
                </a:cubicBezTo>
                <a:cubicBezTo>
                  <a:pt x="42552" y="0"/>
                  <a:pt x="35322" y="8055"/>
                  <a:pt x="32201" y="12655"/>
                </a:cubicBezTo>
                <a:cubicBezTo>
                  <a:pt x="30887" y="5262"/>
                  <a:pt x="24973" y="0"/>
                  <a:pt x="17250" y="0"/>
                </a:cubicBezTo>
                <a:cubicBezTo>
                  <a:pt x="9694" y="0"/>
                  <a:pt x="6571" y="6413"/>
                  <a:pt x="5094" y="9371"/>
                </a:cubicBezTo>
                <a:cubicBezTo>
                  <a:pt x="2136" y="14956"/>
                  <a:pt x="0" y="24816"/>
                  <a:pt x="0" y="25307"/>
                </a:cubicBezTo>
                <a:cubicBezTo>
                  <a:pt x="0" y="26951"/>
                  <a:pt x="1642" y="26951"/>
                  <a:pt x="1970" y="26951"/>
                </a:cubicBezTo>
                <a:cubicBezTo>
                  <a:pt x="3615" y="26951"/>
                  <a:pt x="3778" y="26786"/>
                  <a:pt x="4766" y="23171"/>
                </a:cubicBezTo>
                <a:cubicBezTo>
                  <a:pt x="7558" y="11507"/>
                  <a:pt x="10842" y="3615"/>
                  <a:pt x="16758" y="3615"/>
                </a:cubicBezTo>
                <a:cubicBezTo>
                  <a:pt x="19551" y="3615"/>
                  <a:pt x="21850" y="4934"/>
                  <a:pt x="21850" y="11176"/>
                </a:cubicBezTo>
                <a:cubicBezTo>
                  <a:pt x="21850" y="14628"/>
                  <a:pt x="21359" y="16435"/>
                  <a:pt x="19223" y="24979"/>
                </a:cubicBezTo>
                <a:lnTo>
                  <a:pt x="9694" y="62943"/>
                </a:lnTo>
                <a:close/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49" name="path-1169">
            <a:extLst xmlns:a="http://schemas.openxmlformats.org/drawingml/2006/main">
              <a:ext uri="{FF2B5EF4-FFF2-40B4-BE49-F238E27FC236}">
                <a16:creationId xmlns:a16="http://schemas.microsoft.com/office/drawing/2014/main" id="{93C9F6C5-8702-43D1-9B98-49249DE5E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0989" y="6655734"/>
            <a:ext cx="38871" cy="72940"/>
          </a:xfrm>
          <a:custGeom xmlns:a="http://schemas.openxmlformats.org/drawingml/2006/main">
            <a:pathLst>
              <a:path w="38871" h="72940">
                <a:moveTo>
                  <a:pt x="23460" y="26431"/>
                </a:moveTo>
                <a:lnTo>
                  <a:pt x="35191" y="26431"/>
                </a:lnTo>
                <a:cubicBezTo>
                  <a:pt x="37376" y="26431"/>
                  <a:pt x="38871" y="26431"/>
                  <a:pt x="38871" y="23900"/>
                </a:cubicBezTo>
                <a:cubicBezTo>
                  <a:pt x="38871" y="22290"/>
                  <a:pt x="37376" y="22290"/>
                  <a:pt x="35421" y="22290"/>
                </a:cubicBezTo>
                <a:lnTo>
                  <a:pt x="24495" y="22290"/>
                </a:lnTo>
                <a:lnTo>
                  <a:pt x="28751" y="5287"/>
                </a:lnTo>
                <a:cubicBezTo>
                  <a:pt x="28867" y="4712"/>
                  <a:pt x="29096" y="4138"/>
                  <a:pt x="29096" y="3678"/>
                </a:cubicBezTo>
                <a:cubicBezTo>
                  <a:pt x="29096" y="1609"/>
                  <a:pt x="27486" y="0"/>
                  <a:pt x="25185" y="0"/>
                </a:cubicBezTo>
                <a:cubicBezTo>
                  <a:pt x="22311" y="0"/>
                  <a:pt x="20586" y="1955"/>
                  <a:pt x="19780" y="4942"/>
                </a:cubicBezTo>
                <a:cubicBezTo>
                  <a:pt x="18975" y="7814"/>
                  <a:pt x="20470" y="2299"/>
                  <a:pt x="15411" y="22290"/>
                </a:cubicBezTo>
                <a:lnTo>
                  <a:pt x="3680" y="22290"/>
                </a:lnTo>
                <a:cubicBezTo>
                  <a:pt x="1495" y="22290"/>
                  <a:pt x="0" y="22290"/>
                  <a:pt x="0" y="24820"/>
                </a:cubicBezTo>
                <a:cubicBezTo>
                  <a:pt x="0" y="26431"/>
                  <a:pt x="1379" y="26431"/>
                  <a:pt x="3450" y="26431"/>
                </a:cubicBezTo>
                <a:lnTo>
                  <a:pt x="14375" y="26431"/>
                </a:lnTo>
                <a:lnTo>
                  <a:pt x="7590" y="53530"/>
                </a:lnTo>
                <a:cubicBezTo>
                  <a:pt x="6900" y="56401"/>
                  <a:pt x="5865" y="60536"/>
                  <a:pt x="5865" y="62027"/>
                </a:cubicBezTo>
                <a:cubicBezTo>
                  <a:pt x="5865" y="68803"/>
                  <a:pt x="11615" y="72940"/>
                  <a:pt x="18171" y="72940"/>
                </a:cubicBezTo>
                <a:cubicBezTo>
                  <a:pt x="30936" y="72940"/>
                  <a:pt x="38181" y="56861"/>
                  <a:pt x="38181" y="55368"/>
                </a:cubicBezTo>
                <a:cubicBezTo>
                  <a:pt x="38181" y="53874"/>
                  <a:pt x="36686" y="53874"/>
                  <a:pt x="36340" y="53874"/>
                </a:cubicBezTo>
                <a:cubicBezTo>
                  <a:pt x="34961" y="53874"/>
                  <a:pt x="34845" y="54104"/>
                  <a:pt x="33926" y="56057"/>
                </a:cubicBezTo>
                <a:cubicBezTo>
                  <a:pt x="30706" y="63291"/>
                  <a:pt x="24841" y="69720"/>
                  <a:pt x="18515" y="69720"/>
                </a:cubicBezTo>
                <a:cubicBezTo>
                  <a:pt x="16100" y="69720"/>
                  <a:pt x="14491" y="68229"/>
                  <a:pt x="14491" y="64094"/>
                </a:cubicBezTo>
                <a:cubicBezTo>
                  <a:pt x="14491" y="62947"/>
                  <a:pt x="14951" y="60536"/>
                  <a:pt x="15181" y="59386"/>
                </a:cubicBezTo>
                <a:lnTo>
                  <a:pt x="23460" y="26431"/>
                </a:lnTo>
                <a:close/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50" name="path-1170">
            <a:extLst xmlns:a="http://schemas.openxmlformats.org/drawingml/2006/main">
              <a:ext uri="{FF2B5EF4-FFF2-40B4-BE49-F238E27FC236}">
                <a16:creationId xmlns:a16="http://schemas.microsoft.com/office/drawing/2014/main" id="{F6E37200-18AF-4548-8262-3EEBBD3D7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3435" y="6648763"/>
            <a:ext cx="22755" cy="42795"/>
          </a:xfrm>
          <a:custGeom xmlns:a="http://schemas.openxmlformats.org/drawingml/2006/main">
            <a:pathLst>
              <a:path w="22755" h="42795">
                <a:moveTo>
                  <a:pt x="21934" y="7721"/>
                </a:moveTo>
                <a:cubicBezTo>
                  <a:pt x="22015" y="7638"/>
                  <a:pt x="22755" y="6078"/>
                  <a:pt x="22755" y="4846"/>
                </a:cubicBezTo>
                <a:cubicBezTo>
                  <a:pt x="22755" y="1889"/>
                  <a:pt x="20126" y="0"/>
                  <a:pt x="17662" y="0"/>
                </a:cubicBezTo>
                <a:cubicBezTo>
                  <a:pt x="14294" y="0"/>
                  <a:pt x="13390" y="2546"/>
                  <a:pt x="12979" y="3778"/>
                </a:cubicBezTo>
                <a:lnTo>
                  <a:pt x="330" y="39345"/>
                </a:lnTo>
                <a:cubicBezTo>
                  <a:pt x="0" y="40331"/>
                  <a:pt x="0" y="40578"/>
                  <a:pt x="0" y="40660"/>
                </a:cubicBezTo>
                <a:cubicBezTo>
                  <a:pt x="0" y="41974"/>
                  <a:pt x="3451" y="42795"/>
                  <a:pt x="3532" y="42795"/>
                </a:cubicBezTo>
                <a:cubicBezTo>
                  <a:pt x="4272" y="42795"/>
                  <a:pt x="4436" y="42385"/>
                  <a:pt x="4930" y="41399"/>
                </a:cubicBezTo>
                <a:lnTo>
                  <a:pt x="21934" y="7721"/>
                </a:lnTo>
                <a:close/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51" name="path-1171">
            <a:extLst xmlns:a="http://schemas.openxmlformats.org/drawingml/2006/main">
              <a:ext uri="{FF2B5EF4-FFF2-40B4-BE49-F238E27FC236}">
                <a16:creationId xmlns:a16="http://schemas.microsoft.com/office/drawing/2014/main" id="{5C9BC6BD-A9ED-40A0-95DE-8F17CF659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3282" y="6642580"/>
            <a:ext cx="109252" cy="38493"/>
          </a:xfrm>
          <a:custGeom xmlns:a="http://schemas.openxmlformats.org/drawingml/2006/main">
            <a:pathLst>
              <a:path w="109252" h="38493">
                <a:moveTo>
                  <a:pt x="103667" y="6571"/>
                </a:moveTo>
                <a:cubicBezTo>
                  <a:pt x="106131" y="6571"/>
                  <a:pt x="109252" y="6571"/>
                  <a:pt x="109252" y="3287"/>
                </a:cubicBezTo>
                <a:cubicBezTo>
                  <a:pt x="109252" y="0"/>
                  <a:pt x="106131" y="0"/>
                  <a:pt x="103830" y="0"/>
                </a:cubicBezTo>
                <a:lnTo>
                  <a:pt x="5420" y="0"/>
                </a:lnTo>
                <a:cubicBezTo>
                  <a:pt x="3121" y="0"/>
                  <a:pt x="0" y="0"/>
                  <a:pt x="0" y="3287"/>
                </a:cubicBezTo>
                <a:cubicBezTo>
                  <a:pt x="0" y="6571"/>
                  <a:pt x="3121" y="6571"/>
                  <a:pt x="5585" y="6571"/>
                </a:cubicBezTo>
                <a:lnTo>
                  <a:pt x="103667" y="6571"/>
                </a:lnTo>
                <a:moveTo>
                  <a:pt x="103830" y="38493"/>
                </a:moveTo>
                <a:cubicBezTo>
                  <a:pt x="106131" y="38493"/>
                  <a:pt x="109252" y="38493"/>
                  <a:pt x="109252" y="35207"/>
                </a:cubicBezTo>
                <a:cubicBezTo>
                  <a:pt x="109252" y="31920"/>
                  <a:pt x="106131" y="31920"/>
                  <a:pt x="103667" y="31920"/>
                </a:cubicBezTo>
                <a:lnTo>
                  <a:pt x="5585" y="31920"/>
                </a:lnTo>
                <a:cubicBezTo>
                  <a:pt x="3121" y="31920"/>
                  <a:pt x="0" y="31920"/>
                  <a:pt x="0" y="35207"/>
                </a:cubicBezTo>
                <a:cubicBezTo>
                  <a:pt x="0" y="38493"/>
                  <a:pt x="3121" y="38493"/>
                  <a:pt x="5420" y="38493"/>
                </a:cubicBezTo>
                <a:lnTo>
                  <a:pt x="103830" y="38493"/>
                </a:lnTo>
                <a:close/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52" name="path-1172">
            <a:extLst xmlns:a="http://schemas.openxmlformats.org/drawingml/2006/main">
              <a:ext uri="{FF2B5EF4-FFF2-40B4-BE49-F238E27FC236}">
                <a16:creationId xmlns:a16="http://schemas.microsoft.com/office/drawing/2014/main" id="{A75EBD21-ED9E-4E65-9E2F-56ED636F8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1134" y="6658464"/>
            <a:ext cx="100383" cy="6571"/>
          </a:xfrm>
          <a:custGeom xmlns:a="http://schemas.openxmlformats.org/drawingml/2006/main">
            <a:pathLst>
              <a:path w="100383" h="6571">
                <a:moveTo>
                  <a:pt x="94632" y="6571"/>
                </a:moveTo>
                <a:cubicBezTo>
                  <a:pt x="97425" y="6571"/>
                  <a:pt x="100383" y="6571"/>
                  <a:pt x="100383" y="3287"/>
                </a:cubicBezTo>
                <a:cubicBezTo>
                  <a:pt x="100383" y="0"/>
                  <a:pt x="97425" y="0"/>
                  <a:pt x="94632" y="0"/>
                </a:cubicBezTo>
                <a:lnTo>
                  <a:pt x="5751" y="0"/>
                </a:lnTo>
                <a:cubicBezTo>
                  <a:pt x="2958" y="0"/>
                  <a:pt x="0" y="0"/>
                  <a:pt x="0" y="3287"/>
                </a:cubicBezTo>
                <a:cubicBezTo>
                  <a:pt x="0" y="6571"/>
                  <a:pt x="2958" y="6571"/>
                  <a:pt x="5751" y="6571"/>
                </a:cubicBezTo>
                <a:lnTo>
                  <a:pt x="94632" y="6571"/>
                </a:lnTo>
                <a:close/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53" name="path-1173">
            <a:extLst xmlns:a="http://schemas.openxmlformats.org/drawingml/2006/main">
              <a:ext uri="{FF2B5EF4-FFF2-40B4-BE49-F238E27FC236}">
                <a16:creationId xmlns:a16="http://schemas.microsoft.com/office/drawing/2014/main" id="{2019CF3A-AC3B-472E-8252-A6FDD09AC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1855" y="6590750"/>
            <a:ext cx="117304" cy="112148"/>
          </a:xfrm>
          <a:custGeom xmlns:a="http://schemas.openxmlformats.org/drawingml/2006/main">
            <a:pathLst>
              <a:path w="117304" h="112148">
                <a:moveTo>
                  <a:pt x="43209" y="60265"/>
                </a:moveTo>
                <a:lnTo>
                  <a:pt x="71138" y="60265"/>
                </a:lnTo>
                <a:cubicBezTo>
                  <a:pt x="94467" y="60265"/>
                  <a:pt x="117304" y="43188"/>
                  <a:pt x="117304" y="24798"/>
                </a:cubicBezTo>
                <a:cubicBezTo>
                  <a:pt x="117304" y="12156"/>
                  <a:pt x="106460" y="0"/>
                  <a:pt x="84938" y="0"/>
                </a:cubicBezTo>
                <a:lnTo>
                  <a:pt x="31707" y="0"/>
                </a:lnTo>
                <a:cubicBezTo>
                  <a:pt x="28586" y="0"/>
                  <a:pt x="26778" y="0"/>
                  <a:pt x="26778" y="3124"/>
                </a:cubicBezTo>
                <a:cubicBezTo>
                  <a:pt x="26778" y="5094"/>
                  <a:pt x="28258" y="5094"/>
                  <a:pt x="31544" y="5094"/>
                </a:cubicBezTo>
                <a:cubicBezTo>
                  <a:pt x="33680" y="5094"/>
                  <a:pt x="36638" y="5259"/>
                  <a:pt x="38608" y="5422"/>
                </a:cubicBezTo>
                <a:cubicBezTo>
                  <a:pt x="41238" y="5751"/>
                  <a:pt x="42223" y="6245"/>
                  <a:pt x="42223" y="8050"/>
                </a:cubicBezTo>
                <a:cubicBezTo>
                  <a:pt x="42223" y="8706"/>
                  <a:pt x="42058" y="9200"/>
                  <a:pt x="41567" y="11171"/>
                </a:cubicBezTo>
                <a:lnTo>
                  <a:pt x="19551" y="99340"/>
                </a:lnTo>
                <a:cubicBezTo>
                  <a:pt x="17907" y="105743"/>
                  <a:pt x="17578" y="107056"/>
                  <a:pt x="4600" y="107056"/>
                </a:cubicBezTo>
                <a:cubicBezTo>
                  <a:pt x="1807" y="107056"/>
                  <a:pt x="0" y="107056"/>
                  <a:pt x="0" y="110177"/>
                </a:cubicBezTo>
                <a:cubicBezTo>
                  <a:pt x="0" y="112148"/>
                  <a:pt x="1970" y="112148"/>
                  <a:pt x="2464" y="112148"/>
                </a:cubicBezTo>
                <a:cubicBezTo>
                  <a:pt x="7064" y="112148"/>
                  <a:pt x="18729" y="111656"/>
                  <a:pt x="23329" y="111656"/>
                </a:cubicBezTo>
                <a:cubicBezTo>
                  <a:pt x="26778" y="111656"/>
                  <a:pt x="30393" y="111819"/>
                  <a:pt x="33843" y="111819"/>
                </a:cubicBezTo>
                <a:cubicBezTo>
                  <a:pt x="37458" y="111819"/>
                  <a:pt x="41073" y="112148"/>
                  <a:pt x="44522" y="112148"/>
                </a:cubicBezTo>
                <a:cubicBezTo>
                  <a:pt x="45673" y="112148"/>
                  <a:pt x="47809" y="112148"/>
                  <a:pt x="47809" y="108864"/>
                </a:cubicBezTo>
                <a:cubicBezTo>
                  <a:pt x="47809" y="107056"/>
                  <a:pt x="46330" y="107056"/>
                  <a:pt x="43209" y="107056"/>
                </a:cubicBezTo>
                <a:cubicBezTo>
                  <a:pt x="37129" y="107056"/>
                  <a:pt x="32529" y="107056"/>
                  <a:pt x="32529" y="104101"/>
                </a:cubicBezTo>
                <a:cubicBezTo>
                  <a:pt x="32529" y="103115"/>
                  <a:pt x="32858" y="102296"/>
                  <a:pt x="33023" y="101310"/>
                </a:cubicBezTo>
                <a:lnTo>
                  <a:pt x="43209" y="60265"/>
                </a:lnTo>
                <a:moveTo>
                  <a:pt x="55038" y="11334"/>
                </a:moveTo>
                <a:cubicBezTo>
                  <a:pt x="56515" y="5588"/>
                  <a:pt x="56843" y="5094"/>
                  <a:pt x="63910" y="5094"/>
                </a:cubicBezTo>
                <a:lnTo>
                  <a:pt x="79681" y="5094"/>
                </a:lnTo>
                <a:cubicBezTo>
                  <a:pt x="93316" y="5094"/>
                  <a:pt x="102025" y="9529"/>
                  <a:pt x="102025" y="20857"/>
                </a:cubicBezTo>
                <a:cubicBezTo>
                  <a:pt x="102025" y="27260"/>
                  <a:pt x="98738" y="41381"/>
                  <a:pt x="92331" y="47292"/>
                </a:cubicBezTo>
                <a:cubicBezTo>
                  <a:pt x="84116" y="54682"/>
                  <a:pt x="74259" y="55994"/>
                  <a:pt x="67031" y="55994"/>
                </a:cubicBezTo>
                <a:lnTo>
                  <a:pt x="43865" y="55994"/>
                </a:lnTo>
                <a:lnTo>
                  <a:pt x="55038" y="11334"/>
                </a:lnTo>
                <a:close/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54" name="path-1174">
            <a:extLst xmlns:a="http://schemas.openxmlformats.org/drawingml/2006/main">
              <a:ext uri="{FF2B5EF4-FFF2-40B4-BE49-F238E27FC236}">
                <a16:creationId xmlns:a16="http://schemas.microsoft.com/office/drawing/2014/main" id="{CFE91BCB-4772-4F28-A65D-1968CD56C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9848" y="6579680"/>
            <a:ext cx="38115" cy="164291"/>
          </a:xfrm>
          <a:custGeom xmlns:a="http://schemas.openxmlformats.org/drawingml/2006/main">
            <a:pathLst>
              <a:path w="38115" h="164291">
                <a:moveTo>
                  <a:pt x="38115" y="162649"/>
                </a:moveTo>
                <a:cubicBezTo>
                  <a:pt x="38115" y="162157"/>
                  <a:pt x="38115" y="161826"/>
                  <a:pt x="35322" y="159034"/>
                </a:cubicBezTo>
                <a:cubicBezTo>
                  <a:pt x="14786" y="138334"/>
                  <a:pt x="9529" y="107282"/>
                  <a:pt x="9529" y="82145"/>
                </a:cubicBezTo>
                <a:cubicBezTo>
                  <a:pt x="9529" y="53559"/>
                  <a:pt x="15771" y="24973"/>
                  <a:pt x="35979" y="4437"/>
                </a:cubicBezTo>
                <a:cubicBezTo>
                  <a:pt x="38115" y="2467"/>
                  <a:pt x="38115" y="2136"/>
                  <a:pt x="38115" y="1645"/>
                </a:cubicBezTo>
                <a:cubicBezTo>
                  <a:pt x="38115" y="494"/>
                  <a:pt x="37458" y="0"/>
                  <a:pt x="36473" y="0"/>
                </a:cubicBezTo>
                <a:cubicBezTo>
                  <a:pt x="34828" y="0"/>
                  <a:pt x="20042" y="11173"/>
                  <a:pt x="10348" y="32038"/>
                </a:cubicBezTo>
                <a:cubicBezTo>
                  <a:pt x="1970" y="50110"/>
                  <a:pt x="0" y="68345"/>
                  <a:pt x="0" y="82145"/>
                </a:cubicBezTo>
                <a:cubicBezTo>
                  <a:pt x="0" y="94960"/>
                  <a:pt x="1805" y="114840"/>
                  <a:pt x="10842" y="133406"/>
                </a:cubicBezTo>
                <a:cubicBezTo>
                  <a:pt x="20699" y="153614"/>
                  <a:pt x="34828" y="164291"/>
                  <a:pt x="36473" y="164291"/>
                </a:cubicBezTo>
                <a:cubicBezTo>
                  <a:pt x="37458" y="164291"/>
                  <a:pt x="38115" y="163799"/>
                  <a:pt x="38115" y="162649"/>
                </a:cubicBezTo>
                <a:close/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55" name="path-1175">
            <a:extLst xmlns:a="http://schemas.openxmlformats.org/drawingml/2006/main">
              <a:ext uri="{FF2B5EF4-FFF2-40B4-BE49-F238E27FC236}">
                <a16:creationId xmlns:a16="http://schemas.microsoft.com/office/drawing/2014/main" id="{E9D90EB0-DA54-4391-AF2D-7D7472CE1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1246" y="6600141"/>
            <a:ext cx="50436" cy="104522"/>
          </a:xfrm>
          <a:custGeom xmlns:a="http://schemas.openxmlformats.org/drawingml/2006/main">
            <a:pathLst>
              <a:path w="50436" h="104522">
                <a:moveTo>
                  <a:pt x="30065" y="37097"/>
                </a:moveTo>
                <a:lnTo>
                  <a:pt x="45507" y="37097"/>
                </a:lnTo>
                <a:cubicBezTo>
                  <a:pt x="48794" y="37097"/>
                  <a:pt x="50436" y="37097"/>
                  <a:pt x="50436" y="33810"/>
                </a:cubicBezTo>
                <a:cubicBezTo>
                  <a:pt x="50436" y="32003"/>
                  <a:pt x="48794" y="32003"/>
                  <a:pt x="45836" y="32003"/>
                </a:cubicBezTo>
                <a:lnTo>
                  <a:pt x="31379" y="32003"/>
                </a:lnTo>
                <a:cubicBezTo>
                  <a:pt x="37295" y="8701"/>
                  <a:pt x="38115" y="5420"/>
                  <a:pt x="38115" y="4435"/>
                </a:cubicBezTo>
                <a:cubicBezTo>
                  <a:pt x="38115" y="1642"/>
                  <a:pt x="36144" y="0"/>
                  <a:pt x="33351" y="0"/>
                </a:cubicBezTo>
                <a:cubicBezTo>
                  <a:pt x="32858" y="0"/>
                  <a:pt x="28258" y="163"/>
                  <a:pt x="26778" y="5911"/>
                </a:cubicBezTo>
                <a:lnTo>
                  <a:pt x="20371" y="32003"/>
                </a:lnTo>
                <a:lnTo>
                  <a:pt x="4929" y="32003"/>
                </a:lnTo>
                <a:cubicBezTo>
                  <a:pt x="1642" y="32003"/>
                  <a:pt x="0" y="32003"/>
                  <a:pt x="0" y="35126"/>
                </a:cubicBezTo>
                <a:cubicBezTo>
                  <a:pt x="0" y="37097"/>
                  <a:pt x="1314" y="37097"/>
                  <a:pt x="4600" y="37097"/>
                </a:cubicBezTo>
                <a:lnTo>
                  <a:pt x="19057" y="37097"/>
                </a:lnTo>
                <a:cubicBezTo>
                  <a:pt x="7227" y="83685"/>
                  <a:pt x="6571" y="86472"/>
                  <a:pt x="6571" y="89425"/>
                </a:cubicBezTo>
                <a:cubicBezTo>
                  <a:pt x="6571" y="98285"/>
                  <a:pt x="12815" y="104522"/>
                  <a:pt x="21687" y="104522"/>
                </a:cubicBezTo>
                <a:cubicBezTo>
                  <a:pt x="38443" y="104522"/>
                  <a:pt x="47809" y="80568"/>
                  <a:pt x="47809" y="79255"/>
                </a:cubicBezTo>
                <a:cubicBezTo>
                  <a:pt x="47809" y="77615"/>
                  <a:pt x="46495" y="77615"/>
                  <a:pt x="45836" y="77615"/>
                </a:cubicBezTo>
                <a:cubicBezTo>
                  <a:pt x="44359" y="77615"/>
                  <a:pt x="44194" y="78107"/>
                  <a:pt x="43371" y="79912"/>
                </a:cubicBezTo>
                <a:cubicBezTo>
                  <a:pt x="36307" y="96971"/>
                  <a:pt x="27601" y="100909"/>
                  <a:pt x="22015" y="100909"/>
                </a:cubicBezTo>
                <a:cubicBezTo>
                  <a:pt x="18563" y="100909"/>
                  <a:pt x="16921" y="98776"/>
                  <a:pt x="16921" y="93364"/>
                </a:cubicBezTo>
                <a:cubicBezTo>
                  <a:pt x="16921" y="89425"/>
                  <a:pt x="17250" y="88277"/>
                  <a:pt x="17907" y="85489"/>
                </a:cubicBezTo>
                <a:lnTo>
                  <a:pt x="30065" y="37097"/>
                </a:lnTo>
                <a:close/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56" name="path-1176">
            <a:extLst xmlns:a="http://schemas.openxmlformats.org/drawingml/2006/main">
              <a:ext uri="{FF2B5EF4-FFF2-40B4-BE49-F238E27FC236}">
                <a16:creationId xmlns:a16="http://schemas.microsoft.com/office/drawing/2014/main" id="{0260CF2A-C502-4B1F-BD2E-5D45AC98D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1285" y="6676227"/>
            <a:ext cx="56352" cy="52335"/>
          </a:xfrm>
          <a:custGeom xmlns:a="http://schemas.openxmlformats.org/drawingml/2006/main">
            <a:pathLst>
              <a:path w="56352" h="52335">
                <a:moveTo>
                  <a:pt x="26336" y="0"/>
                </a:moveTo>
                <a:cubicBezTo>
                  <a:pt x="13112" y="1381"/>
                  <a:pt x="0" y="10813"/>
                  <a:pt x="0" y="26801"/>
                </a:cubicBezTo>
                <a:lnTo>
                  <a:pt x="0" y="27837"/>
                </a:lnTo>
                <a:cubicBezTo>
                  <a:pt x="805" y="43251"/>
                  <a:pt x="14951" y="52335"/>
                  <a:pt x="28521" y="52335"/>
                </a:cubicBezTo>
                <a:cubicBezTo>
                  <a:pt x="41517" y="52335"/>
                  <a:pt x="55547" y="43135"/>
                  <a:pt x="56352" y="27837"/>
                </a:cubicBezTo>
                <a:lnTo>
                  <a:pt x="56352" y="27261"/>
                </a:lnTo>
                <a:cubicBezTo>
                  <a:pt x="56352" y="11273"/>
                  <a:pt x="43012" y="0"/>
                  <a:pt x="27601" y="0"/>
                </a:cubicBezTo>
                <a:lnTo>
                  <a:pt x="26336" y="0"/>
                </a:lnTo>
                <a:moveTo>
                  <a:pt x="10466" y="28756"/>
                </a:moveTo>
                <a:cubicBezTo>
                  <a:pt x="10466" y="27837"/>
                  <a:pt x="10352" y="26917"/>
                  <a:pt x="10352" y="25996"/>
                </a:cubicBezTo>
                <a:cubicBezTo>
                  <a:pt x="10352" y="19670"/>
                  <a:pt x="10925" y="12192"/>
                  <a:pt x="16446" y="7361"/>
                </a:cubicBezTo>
                <a:cubicBezTo>
                  <a:pt x="19666" y="4601"/>
                  <a:pt x="23806" y="3222"/>
                  <a:pt x="27947" y="3222"/>
                </a:cubicBezTo>
                <a:cubicBezTo>
                  <a:pt x="33122" y="3222"/>
                  <a:pt x="38411" y="5291"/>
                  <a:pt x="41747" y="9318"/>
                </a:cubicBezTo>
                <a:cubicBezTo>
                  <a:pt x="45313" y="13458"/>
                  <a:pt x="45886" y="19440"/>
                  <a:pt x="45886" y="24387"/>
                </a:cubicBezTo>
                <a:cubicBezTo>
                  <a:pt x="45886" y="30827"/>
                  <a:pt x="45772" y="38188"/>
                  <a:pt x="41171" y="43251"/>
                </a:cubicBezTo>
                <a:cubicBezTo>
                  <a:pt x="37951" y="46931"/>
                  <a:pt x="33006" y="48656"/>
                  <a:pt x="28177" y="48656"/>
                </a:cubicBezTo>
                <a:cubicBezTo>
                  <a:pt x="19320" y="48656"/>
                  <a:pt x="12536" y="43019"/>
                  <a:pt x="10925" y="33473"/>
                </a:cubicBezTo>
                <a:cubicBezTo>
                  <a:pt x="10696" y="31862"/>
                  <a:pt x="10696" y="30367"/>
                  <a:pt x="10466" y="28756"/>
                </a:cubicBezTo>
                <a:close/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57" name="path-1177">
            <a:extLst xmlns:a="http://schemas.openxmlformats.org/drawingml/2006/main">
              <a:ext uri="{FF2B5EF4-FFF2-40B4-BE49-F238E27FC236}">
                <a16:creationId xmlns:a16="http://schemas.microsoft.com/office/drawing/2014/main" id="{5E63C0A4-4A50-4DD8-B43E-D09F8CCE2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7938" y="6642580"/>
            <a:ext cx="109252" cy="38493"/>
          </a:xfrm>
          <a:custGeom xmlns:a="http://schemas.openxmlformats.org/drawingml/2006/main">
            <a:pathLst>
              <a:path w="109252" h="38493">
                <a:moveTo>
                  <a:pt x="103667" y="6571"/>
                </a:moveTo>
                <a:cubicBezTo>
                  <a:pt x="106131" y="6571"/>
                  <a:pt x="109252" y="6571"/>
                  <a:pt x="109252" y="3287"/>
                </a:cubicBezTo>
                <a:cubicBezTo>
                  <a:pt x="109252" y="0"/>
                  <a:pt x="106131" y="0"/>
                  <a:pt x="103830" y="0"/>
                </a:cubicBezTo>
                <a:lnTo>
                  <a:pt x="5420" y="0"/>
                </a:lnTo>
                <a:cubicBezTo>
                  <a:pt x="3121" y="0"/>
                  <a:pt x="0" y="0"/>
                  <a:pt x="0" y="3287"/>
                </a:cubicBezTo>
                <a:cubicBezTo>
                  <a:pt x="0" y="6571"/>
                  <a:pt x="3121" y="6571"/>
                  <a:pt x="5585" y="6571"/>
                </a:cubicBezTo>
                <a:lnTo>
                  <a:pt x="103667" y="6571"/>
                </a:lnTo>
                <a:moveTo>
                  <a:pt x="103830" y="38493"/>
                </a:moveTo>
                <a:cubicBezTo>
                  <a:pt x="106131" y="38493"/>
                  <a:pt x="109252" y="38493"/>
                  <a:pt x="109252" y="35207"/>
                </a:cubicBezTo>
                <a:cubicBezTo>
                  <a:pt x="109252" y="31920"/>
                  <a:pt x="106131" y="31920"/>
                  <a:pt x="103667" y="31920"/>
                </a:cubicBezTo>
                <a:lnTo>
                  <a:pt x="5585" y="31920"/>
                </a:lnTo>
                <a:cubicBezTo>
                  <a:pt x="3121" y="31920"/>
                  <a:pt x="0" y="31920"/>
                  <a:pt x="0" y="35207"/>
                </a:cubicBezTo>
                <a:cubicBezTo>
                  <a:pt x="0" y="38493"/>
                  <a:pt x="3121" y="38493"/>
                  <a:pt x="5420" y="38493"/>
                </a:cubicBezTo>
                <a:lnTo>
                  <a:pt x="103830" y="38493"/>
                </a:lnTo>
                <a:close/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58" name="path-1178">
            <a:extLst xmlns:a="http://schemas.openxmlformats.org/drawingml/2006/main">
              <a:ext uri="{FF2B5EF4-FFF2-40B4-BE49-F238E27FC236}">
                <a16:creationId xmlns:a16="http://schemas.microsoft.com/office/drawing/2014/main" id="{11968FBB-7B98-4DDF-B2D0-B5F011564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8558" y="6600141"/>
            <a:ext cx="50436" cy="104522"/>
          </a:xfrm>
          <a:custGeom xmlns:a="http://schemas.openxmlformats.org/drawingml/2006/main">
            <a:pathLst>
              <a:path w="50436" h="104522">
                <a:moveTo>
                  <a:pt x="30065" y="37097"/>
                </a:moveTo>
                <a:lnTo>
                  <a:pt x="45507" y="37097"/>
                </a:lnTo>
                <a:cubicBezTo>
                  <a:pt x="48794" y="37097"/>
                  <a:pt x="50436" y="37097"/>
                  <a:pt x="50436" y="33810"/>
                </a:cubicBezTo>
                <a:cubicBezTo>
                  <a:pt x="50436" y="32003"/>
                  <a:pt x="48794" y="32003"/>
                  <a:pt x="45836" y="32003"/>
                </a:cubicBezTo>
                <a:lnTo>
                  <a:pt x="31379" y="32003"/>
                </a:lnTo>
                <a:cubicBezTo>
                  <a:pt x="37295" y="8701"/>
                  <a:pt x="38115" y="5420"/>
                  <a:pt x="38115" y="4435"/>
                </a:cubicBezTo>
                <a:cubicBezTo>
                  <a:pt x="38115" y="1642"/>
                  <a:pt x="36144" y="0"/>
                  <a:pt x="33351" y="0"/>
                </a:cubicBezTo>
                <a:cubicBezTo>
                  <a:pt x="32858" y="0"/>
                  <a:pt x="28258" y="163"/>
                  <a:pt x="26778" y="5911"/>
                </a:cubicBezTo>
                <a:lnTo>
                  <a:pt x="20371" y="32003"/>
                </a:lnTo>
                <a:lnTo>
                  <a:pt x="4929" y="32003"/>
                </a:lnTo>
                <a:cubicBezTo>
                  <a:pt x="1642" y="32003"/>
                  <a:pt x="0" y="32003"/>
                  <a:pt x="0" y="35126"/>
                </a:cubicBezTo>
                <a:cubicBezTo>
                  <a:pt x="0" y="37097"/>
                  <a:pt x="1314" y="37097"/>
                  <a:pt x="4600" y="37097"/>
                </a:cubicBezTo>
                <a:lnTo>
                  <a:pt x="19057" y="37097"/>
                </a:lnTo>
                <a:cubicBezTo>
                  <a:pt x="7227" y="83685"/>
                  <a:pt x="6571" y="86472"/>
                  <a:pt x="6571" y="89425"/>
                </a:cubicBezTo>
                <a:cubicBezTo>
                  <a:pt x="6571" y="98285"/>
                  <a:pt x="12815" y="104522"/>
                  <a:pt x="21687" y="104522"/>
                </a:cubicBezTo>
                <a:cubicBezTo>
                  <a:pt x="38443" y="104522"/>
                  <a:pt x="47809" y="80568"/>
                  <a:pt x="47809" y="79255"/>
                </a:cubicBezTo>
                <a:cubicBezTo>
                  <a:pt x="47809" y="77615"/>
                  <a:pt x="46495" y="77615"/>
                  <a:pt x="45836" y="77615"/>
                </a:cubicBezTo>
                <a:cubicBezTo>
                  <a:pt x="44359" y="77615"/>
                  <a:pt x="44194" y="78107"/>
                  <a:pt x="43371" y="79912"/>
                </a:cubicBezTo>
                <a:cubicBezTo>
                  <a:pt x="36307" y="96971"/>
                  <a:pt x="27601" y="100909"/>
                  <a:pt x="22015" y="100909"/>
                </a:cubicBezTo>
                <a:cubicBezTo>
                  <a:pt x="18563" y="100909"/>
                  <a:pt x="16921" y="98776"/>
                  <a:pt x="16921" y="93364"/>
                </a:cubicBezTo>
                <a:cubicBezTo>
                  <a:pt x="16921" y="89425"/>
                  <a:pt x="17250" y="88277"/>
                  <a:pt x="17907" y="85489"/>
                </a:cubicBezTo>
                <a:lnTo>
                  <a:pt x="30065" y="37097"/>
                </a:lnTo>
                <a:close/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59" name="path-1179">
            <a:extLst xmlns:a="http://schemas.openxmlformats.org/drawingml/2006/main">
              <a:ext uri="{FF2B5EF4-FFF2-40B4-BE49-F238E27FC236}">
                <a16:creationId xmlns:a16="http://schemas.microsoft.com/office/drawing/2014/main" id="{17D58F69-B73B-4335-A0F4-81CE95451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9615" y="6570778"/>
            <a:ext cx="28867" cy="59576"/>
          </a:xfrm>
          <a:custGeom xmlns:a="http://schemas.openxmlformats.org/drawingml/2006/main">
            <a:pathLst>
              <a:path w="28867" h="59576">
                <a:moveTo>
                  <a:pt x="27831" y="10006"/>
                </a:moveTo>
                <a:cubicBezTo>
                  <a:pt x="28751" y="8051"/>
                  <a:pt x="28867" y="7130"/>
                  <a:pt x="28867" y="6326"/>
                </a:cubicBezTo>
                <a:cubicBezTo>
                  <a:pt x="28867" y="2760"/>
                  <a:pt x="25647" y="0"/>
                  <a:pt x="22081" y="0"/>
                </a:cubicBezTo>
                <a:cubicBezTo>
                  <a:pt x="17711" y="0"/>
                  <a:pt x="16330" y="3566"/>
                  <a:pt x="15756" y="5405"/>
                </a:cubicBezTo>
                <a:lnTo>
                  <a:pt x="576" y="55206"/>
                </a:lnTo>
                <a:cubicBezTo>
                  <a:pt x="460" y="55436"/>
                  <a:pt x="0" y="56931"/>
                  <a:pt x="0" y="57047"/>
                </a:cubicBezTo>
                <a:cubicBezTo>
                  <a:pt x="0" y="58426"/>
                  <a:pt x="3566" y="59576"/>
                  <a:pt x="4485" y="59576"/>
                </a:cubicBezTo>
                <a:cubicBezTo>
                  <a:pt x="5291" y="59576"/>
                  <a:pt x="5405" y="59346"/>
                  <a:pt x="6210" y="57621"/>
                </a:cubicBezTo>
                <a:lnTo>
                  <a:pt x="27831" y="10006"/>
                </a:lnTo>
                <a:close/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60" name="path-1180">
            <a:extLst xmlns:a="http://schemas.openxmlformats.org/drawingml/2006/main">
              <a:ext uri="{FF2B5EF4-FFF2-40B4-BE49-F238E27FC236}">
                <a16:creationId xmlns:a16="http://schemas.microsoft.com/office/drawing/2014/main" id="{56E49AB5-E8C2-43BC-8E3F-4B805F1A7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552" y="6579680"/>
            <a:ext cx="38115" cy="164291"/>
          </a:xfrm>
          <a:custGeom xmlns:a="http://schemas.openxmlformats.org/drawingml/2006/main">
            <a:pathLst>
              <a:path w="38115" h="164291">
                <a:moveTo>
                  <a:pt x="38115" y="82145"/>
                </a:moveTo>
                <a:cubicBezTo>
                  <a:pt x="38115" y="69333"/>
                  <a:pt x="36310" y="49453"/>
                  <a:pt x="27272" y="30887"/>
                </a:cubicBezTo>
                <a:cubicBezTo>
                  <a:pt x="17415" y="10679"/>
                  <a:pt x="3287" y="0"/>
                  <a:pt x="1642" y="0"/>
                </a:cubicBezTo>
                <a:cubicBezTo>
                  <a:pt x="657" y="0"/>
                  <a:pt x="0" y="659"/>
                  <a:pt x="0" y="1645"/>
                </a:cubicBezTo>
                <a:cubicBezTo>
                  <a:pt x="0" y="2136"/>
                  <a:pt x="0" y="2467"/>
                  <a:pt x="3121" y="5422"/>
                </a:cubicBezTo>
                <a:cubicBezTo>
                  <a:pt x="19223" y="21687"/>
                  <a:pt x="28586" y="47809"/>
                  <a:pt x="28586" y="82145"/>
                </a:cubicBezTo>
                <a:cubicBezTo>
                  <a:pt x="28586" y="110240"/>
                  <a:pt x="22509" y="139154"/>
                  <a:pt x="2136" y="159856"/>
                </a:cubicBezTo>
                <a:cubicBezTo>
                  <a:pt x="0" y="161826"/>
                  <a:pt x="0" y="162157"/>
                  <a:pt x="0" y="162649"/>
                </a:cubicBezTo>
                <a:cubicBezTo>
                  <a:pt x="0" y="163634"/>
                  <a:pt x="657" y="164291"/>
                  <a:pt x="1642" y="164291"/>
                </a:cubicBezTo>
                <a:cubicBezTo>
                  <a:pt x="3287" y="164291"/>
                  <a:pt x="18072" y="153120"/>
                  <a:pt x="27766" y="132255"/>
                </a:cubicBezTo>
                <a:cubicBezTo>
                  <a:pt x="36144" y="114183"/>
                  <a:pt x="38115" y="95946"/>
                  <a:pt x="38115" y="82145"/>
                </a:cubicBezTo>
                <a:close/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61" name="path-1181">
            <a:extLst xmlns:a="http://schemas.openxmlformats.org/drawingml/2006/main">
              <a:ext uri="{FF2B5EF4-FFF2-40B4-BE49-F238E27FC236}">
                <a16:creationId xmlns:a16="http://schemas.microsoft.com/office/drawing/2014/main" id="{6881FB18-B81F-43BE-A2F9-AC41AFAE7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9181" y="6587060"/>
            <a:ext cx="102519" cy="119528"/>
          </a:xfrm>
          <a:custGeom xmlns:a="http://schemas.openxmlformats.org/drawingml/2006/main">
            <a:pathLst>
              <a:path w="102519" h="119528">
                <a:moveTo>
                  <a:pt x="24480" y="100629"/>
                </a:moveTo>
                <a:cubicBezTo>
                  <a:pt x="33351" y="86816"/>
                  <a:pt x="36144" y="76292"/>
                  <a:pt x="38280" y="67575"/>
                </a:cubicBezTo>
                <a:cubicBezTo>
                  <a:pt x="44031" y="44883"/>
                  <a:pt x="50273" y="25151"/>
                  <a:pt x="60458" y="13805"/>
                </a:cubicBezTo>
                <a:cubicBezTo>
                  <a:pt x="62431" y="11667"/>
                  <a:pt x="63745" y="10188"/>
                  <a:pt x="69002" y="10188"/>
                </a:cubicBezTo>
                <a:cubicBezTo>
                  <a:pt x="80338" y="10188"/>
                  <a:pt x="80666" y="21534"/>
                  <a:pt x="80666" y="23835"/>
                </a:cubicBezTo>
                <a:cubicBezTo>
                  <a:pt x="80666" y="26796"/>
                  <a:pt x="79847" y="29097"/>
                  <a:pt x="79847" y="29920"/>
                </a:cubicBezTo>
                <a:cubicBezTo>
                  <a:pt x="79847" y="31070"/>
                  <a:pt x="80832" y="31070"/>
                  <a:pt x="80995" y="31070"/>
                </a:cubicBezTo>
                <a:cubicBezTo>
                  <a:pt x="83624" y="31070"/>
                  <a:pt x="88059" y="29263"/>
                  <a:pt x="92168" y="26302"/>
                </a:cubicBezTo>
                <a:cubicBezTo>
                  <a:pt x="95126" y="24001"/>
                  <a:pt x="96602" y="22356"/>
                  <a:pt x="96602" y="15613"/>
                </a:cubicBezTo>
                <a:cubicBezTo>
                  <a:pt x="96602" y="6736"/>
                  <a:pt x="92002" y="0"/>
                  <a:pt x="82802" y="0"/>
                </a:cubicBezTo>
                <a:cubicBezTo>
                  <a:pt x="77545" y="0"/>
                  <a:pt x="63088" y="1316"/>
                  <a:pt x="46986" y="17586"/>
                </a:cubicBezTo>
                <a:cubicBezTo>
                  <a:pt x="33845" y="31070"/>
                  <a:pt x="26122" y="60669"/>
                  <a:pt x="23001" y="73003"/>
                </a:cubicBezTo>
                <a:cubicBezTo>
                  <a:pt x="20045" y="84349"/>
                  <a:pt x="18729" y="89445"/>
                  <a:pt x="13800" y="99312"/>
                </a:cubicBezTo>
                <a:cubicBezTo>
                  <a:pt x="12650" y="101285"/>
                  <a:pt x="8378" y="108520"/>
                  <a:pt x="6079" y="110659"/>
                </a:cubicBezTo>
                <a:cubicBezTo>
                  <a:pt x="1642" y="114765"/>
                  <a:pt x="0" y="117723"/>
                  <a:pt x="0" y="118543"/>
                </a:cubicBezTo>
                <a:cubicBezTo>
                  <a:pt x="0" y="118871"/>
                  <a:pt x="328" y="119528"/>
                  <a:pt x="1479" y="119528"/>
                </a:cubicBezTo>
                <a:cubicBezTo>
                  <a:pt x="2136" y="119528"/>
                  <a:pt x="5585" y="118871"/>
                  <a:pt x="9857" y="116078"/>
                </a:cubicBezTo>
                <a:cubicBezTo>
                  <a:pt x="12650" y="114436"/>
                  <a:pt x="12978" y="114108"/>
                  <a:pt x="16758" y="110165"/>
                </a:cubicBezTo>
                <a:cubicBezTo>
                  <a:pt x="24973" y="110328"/>
                  <a:pt x="30722" y="111807"/>
                  <a:pt x="41073" y="114765"/>
                </a:cubicBezTo>
                <a:cubicBezTo>
                  <a:pt x="49451" y="117064"/>
                  <a:pt x="57831" y="119528"/>
                  <a:pt x="66209" y="119528"/>
                </a:cubicBezTo>
                <a:cubicBezTo>
                  <a:pt x="79518" y="119528"/>
                  <a:pt x="92990" y="109508"/>
                  <a:pt x="98247" y="102273"/>
                </a:cubicBezTo>
                <a:cubicBezTo>
                  <a:pt x="101531" y="97833"/>
                  <a:pt x="102519" y="93722"/>
                  <a:pt x="102519" y="93228"/>
                </a:cubicBezTo>
                <a:cubicBezTo>
                  <a:pt x="102519" y="92078"/>
                  <a:pt x="101531" y="92078"/>
                  <a:pt x="101368" y="92078"/>
                </a:cubicBezTo>
                <a:cubicBezTo>
                  <a:pt x="98738" y="92078"/>
                  <a:pt x="94795" y="93885"/>
                  <a:pt x="92002" y="95858"/>
                </a:cubicBezTo>
                <a:cubicBezTo>
                  <a:pt x="87568" y="98656"/>
                  <a:pt x="87239" y="99641"/>
                  <a:pt x="86254" y="102436"/>
                </a:cubicBezTo>
                <a:cubicBezTo>
                  <a:pt x="85432" y="105068"/>
                  <a:pt x="84447" y="106384"/>
                  <a:pt x="83790" y="107369"/>
                </a:cubicBezTo>
                <a:cubicBezTo>
                  <a:pt x="82474" y="109342"/>
                  <a:pt x="82311" y="109342"/>
                  <a:pt x="79847" y="109342"/>
                </a:cubicBezTo>
                <a:cubicBezTo>
                  <a:pt x="71960" y="109342"/>
                  <a:pt x="63745" y="106876"/>
                  <a:pt x="52903" y="103918"/>
                </a:cubicBezTo>
                <a:cubicBezTo>
                  <a:pt x="48302" y="102601"/>
                  <a:pt x="39265" y="99969"/>
                  <a:pt x="31050" y="99969"/>
                </a:cubicBezTo>
                <a:cubicBezTo>
                  <a:pt x="28914" y="99969"/>
                  <a:pt x="26616" y="100135"/>
                  <a:pt x="24480" y="100629"/>
                </a:cubicBezTo>
                <a:close/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62" name="path-1182">
            <a:extLst xmlns:a="http://schemas.openxmlformats.org/drawingml/2006/main">
              <a:ext uri="{FF2B5EF4-FFF2-40B4-BE49-F238E27FC236}">
                <a16:creationId xmlns:a16="http://schemas.microsoft.com/office/drawing/2014/main" id="{18380571-30CC-4274-81A0-5B2C37D89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3662" y="6579680"/>
            <a:ext cx="38115" cy="164291"/>
          </a:xfrm>
          <a:custGeom xmlns:a="http://schemas.openxmlformats.org/drawingml/2006/main">
            <a:pathLst>
              <a:path w="38115" h="164291">
                <a:moveTo>
                  <a:pt x="38115" y="162649"/>
                </a:moveTo>
                <a:cubicBezTo>
                  <a:pt x="38115" y="162157"/>
                  <a:pt x="38115" y="161826"/>
                  <a:pt x="35322" y="159034"/>
                </a:cubicBezTo>
                <a:cubicBezTo>
                  <a:pt x="14786" y="138334"/>
                  <a:pt x="9529" y="107282"/>
                  <a:pt x="9529" y="82145"/>
                </a:cubicBezTo>
                <a:cubicBezTo>
                  <a:pt x="9529" y="53559"/>
                  <a:pt x="15771" y="24973"/>
                  <a:pt x="35979" y="4437"/>
                </a:cubicBezTo>
                <a:cubicBezTo>
                  <a:pt x="38115" y="2467"/>
                  <a:pt x="38115" y="2136"/>
                  <a:pt x="38115" y="1645"/>
                </a:cubicBezTo>
                <a:cubicBezTo>
                  <a:pt x="38115" y="494"/>
                  <a:pt x="37458" y="0"/>
                  <a:pt x="36473" y="0"/>
                </a:cubicBezTo>
                <a:cubicBezTo>
                  <a:pt x="34828" y="0"/>
                  <a:pt x="20042" y="11173"/>
                  <a:pt x="10348" y="32038"/>
                </a:cubicBezTo>
                <a:cubicBezTo>
                  <a:pt x="1970" y="50110"/>
                  <a:pt x="0" y="68345"/>
                  <a:pt x="0" y="82145"/>
                </a:cubicBezTo>
                <a:cubicBezTo>
                  <a:pt x="0" y="94960"/>
                  <a:pt x="1805" y="114840"/>
                  <a:pt x="10842" y="133406"/>
                </a:cubicBezTo>
                <a:cubicBezTo>
                  <a:pt x="20699" y="153614"/>
                  <a:pt x="34828" y="164291"/>
                  <a:pt x="36473" y="164291"/>
                </a:cubicBezTo>
                <a:cubicBezTo>
                  <a:pt x="37458" y="164291"/>
                  <a:pt x="38115" y="163799"/>
                  <a:pt x="38115" y="162649"/>
                </a:cubicBezTo>
                <a:close/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63" name="path-1183">
            <a:extLst xmlns:a="http://schemas.openxmlformats.org/drawingml/2006/main">
              <a:ext uri="{FF2B5EF4-FFF2-40B4-BE49-F238E27FC236}">
                <a16:creationId xmlns:a16="http://schemas.microsoft.com/office/drawing/2014/main" id="{52981D15-BF40-4DC2-9165-A7B7DA5E1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6062" y="6630219"/>
            <a:ext cx="75738" cy="106372"/>
          </a:xfrm>
          <a:custGeom xmlns:a="http://schemas.openxmlformats.org/drawingml/2006/main">
            <a:pathLst>
              <a:path w="75738" h="106372">
                <a:moveTo>
                  <a:pt x="75081" y="10025"/>
                </a:moveTo>
                <a:cubicBezTo>
                  <a:pt x="75738" y="7724"/>
                  <a:pt x="75738" y="7395"/>
                  <a:pt x="75738" y="6245"/>
                </a:cubicBezTo>
                <a:cubicBezTo>
                  <a:pt x="75738" y="3287"/>
                  <a:pt x="73439" y="1807"/>
                  <a:pt x="70975" y="1807"/>
                </a:cubicBezTo>
                <a:cubicBezTo>
                  <a:pt x="69330" y="1807"/>
                  <a:pt x="66703" y="2795"/>
                  <a:pt x="65224" y="5259"/>
                </a:cubicBezTo>
                <a:cubicBezTo>
                  <a:pt x="64895" y="6082"/>
                  <a:pt x="63582" y="11176"/>
                  <a:pt x="62923" y="14134"/>
                </a:cubicBezTo>
                <a:cubicBezTo>
                  <a:pt x="61774" y="18405"/>
                  <a:pt x="60624" y="22843"/>
                  <a:pt x="59639" y="27280"/>
                </a:cubicBezTo>
                <a:lnTo>
                  <a:pt x="52246" y="56861"/>
                </a:lnTo>
                <a:cubicBezTo>
                  <a:pt x="51586" y="59328"/>
                  <a:pt x="44522" y="70832"/>
                  <a:pt x="33680" y="70832"/>
                </a:cubicBezTo>
                <a:cubicBezTo>
                  <a:pt x="25302" y="70832"/>
                  <a:pt x="23494" y="63599"/>
                  <a:pt x="23494" y="57520"/>
                </a:cubicBezTo>
                <a:cubicBezTo>
                  <a:pt x="23494" y="49960"/>
                  <a:pt x="26287" y="39772"/>
                  <a:pt x="31872" y="25309"/>
                </a:cubicBezTo>
                <a:cubicBezTo>
                  <a:pt x="34502" y="18571"/>
                  <a:pt x="35159" y="16763"/>
                  <a:pt x="35159" y="13477"/>
                </a:cubicBezTo>
                <a:cubicBezTo>
                  <a:pt x="35159" y="6082"/>
                  <a:pt x="29902" y="0"/>
                  <a:pt x="21687" y="0"/>
                </a:cubicBezTo>
                <a:cubicBezTo>
                  <a:pt x="6079" y="0"/>
                  <a:pt x="0" y="23830"/>
                  <a:pt x="0" y="25309"/>
                </a:cubicBezTo>
                <a:cubicBezTo>
                  <a:pt x="0" y="26951"/>
                  <a:pt x="1642" y="26951"/>
                  <a:pt x="1970" y="26951"/>
                </a:cubicBezTo>
                <a:cubicBezTo>
                  <a:pt x="3615" y="26951"/>
                  <a:pt x="3778" y="26623"/>
                  <a:pt x="4600" y="23993"/>
                </a:cubicBezTo>
                <a:cubicBezTo>
                  <a:pt x="9037" y="8546"/>
                  <a:pt x="15608" y="3615"/>
                  <a:pt x="21193" y="3615"/>
                </a:cubicBezTo>
                <a:cubicBezTo>
                  <a:pt x="22507" y="3615"/>
                  <a:pt x="25302" y="3615"/>
                  <a:pt x="25302" y="8874"/>
                </a:cubicBezTo>
                <a:cubicBezTo>
                  <a:pt x="25302" y="12983"/>
                  <a:pt x="23657" y="17257"/>
                  <a:pt x="22507" y="20378"/>
                </a:cubicBezTo>
                <a:cubicBezTo>
                  <a:pt x="15936" y="37799"/>
                  <a:pt x="12978" y="47167"/>
                  <a:pt x="12978" y="54891"/>
                </a:cubicBezTo>
                <a:cubicBezTo>
                  <a:pt x="12978" y="69516"/>
                  <a:pt x="23329" y="74444"/>
                  <a:pt x="33023" y="74444"/>
                </a:cubicBezTo>
                <a:cubicBezTo>
                  <a:pt x="39431" y="74444"/>
                  <a:pt x="45016" y="71652"/>
                  <a:pt x="49616" y="67051"/>
                </a:cubicBezTo>
                <a:cubicBezTo>
                  <a:pt x="47480" y="75595"/>
                  <a:pt x="45510" y="83644"/>
                  <a:pt x="38937" y="92351"/>
                </a:cubicBezTo>
                <a:cubicBezTo>
                  <a:pt x="34665" y="97956"/>
                  <a:pt x="28423" y="102759"/>
                  <a:pt x="20865" y="102759"/>
                </a:cubicBezTo>
                <a:cubicBezTo>
                  <a:pt x="18566" y="102759"/>
                  <a:pt x="11173" y="102260"/>
                  <a:pt x="8378" y="95803"/>
                </a:cubicBezTo>
                <a:cubicBezTo>
                  <a:pt x="11008" y="95803"/>
                  <a:pt x="13144" y="95803"/>
                  <a:pt x="15442" y="93830"/>
                </a:cubicBezTo>
                <a:cubicBezTo>
                  <a:pt x="17087" y="92351"/>
                  <a:pt x="18729" y="90215"/>
                  <a:pt x="18729" y="87094"/>
                </a:cubicBezTo>
                <a:cubicBezTo>
                  <a:pt x="18729" y="82002"/>
                  <a:pt x="14294" y="81343"/>
                  <a:pt x="12650" y="81343"/>
                </a:cubicBezTo>
                <a:cubicBezTo>
                  <a:pt x="8872" y="81343"/>
                  <a:pt x="3449" y="83973"/>
                  <a:pt x="3449" y="92022"/>
                </a:cubicBezTo>
                <a:cubicBezTo>
                  <a:pt x="3449" y="100275"/>
                  <a:pt x="10679" y="106372"/>
                  <a:pt x="20865" y="106372"/>
                </a:cubicBezTo>
                <a:cubicBezTo>
                  <a:pt x="37786" y="106372"/>
                  <a:pt x="54710" y="91366"/>
                  <a:pt x="59310" y="72802"/>
                </a:cubicBezTo>
                <a:lnTo>
                  <a:pt x="75081" y="10025"/>
                </a:lnTo>
                <a:close/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64" name="path-1184">
            <a:extLst xmlns:a="http://schemas.openxmlformats.org/drawingml/2006/main">
              <a:ext uri="{FF2B5EF4-FFF2-40B4-BE49-F238E27FC236}">
                <a16:creationId xmlns:a16="http://schemas.microsoft.com/office/drawing/2014/main" id="{3F161138-3E0B-488F-A478-CA9D7C7E1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1894" y="6685485"/>
            <a:ext cx="19220" cy="49180"/>
          </a:xfrm>
          <a:custGeom xmlns:a="http://schemas.openxmlformats.org/drawingml/2006/main">
            <a:pathLst>
              <a:path w="19220" h="49180">
                <a:moveTo>
                  <a:pt x="19220" y="17250"/>
                </a:moveTo>
                <a:cubicBezTo>
                  <a:pt x="19220" y="6408"/>
                  <a:pt x="15114" y="0"/>
                  <a:pt x="8706" y="0"/>
                </a:cubicBezTo>
                <a:cubicBezTo>
                  <a:pt x="3284" y="0"/>
                  <a:pt x="0" y="4106"/>
                  <a:pt x="0" y="8706"/>
                </a:cubicBezTo>
                <a:cubicBezTo>
                  <a:pt x="0" y="13144"/>
                  <a:pt x="3284" y="17413"/>
                  <a:pt x="8706" y="17413"/>
                </a:cubicBezTo>
                <a:cubicBezTo>
                  <a:pt x="10677" y="17413"/>
                  <a:pt x="12813" y="16756"/>
                  <a:pt x="14457" y="15279"/>
                </a:cubicBezTo>
                <a:cubicBezTo>
                  <a:pt x="14949" y="14949"/>
                  <a:pt x="15114" y="14786"/>
                  <a:pt x="15277" y="14786"/>
                </a:cubicBezTo>
                <a:cubicBezTo>
                  <a:pt x="15442" y="14786"/>
                  <a:pt x="15608" y="14949"/>
                  <a:pt x="15608" y="17250"/>
                </a:cubicBezTo>
                <a:cubicBezTo>
                  <a:pt x="15608" y="29433"/>
                  <a:pt x="9857" y="39310"/>
                  <a:pt x="4435" y="44743"/>
                </a:cubicBezTo>
                <a:cubicBezTo>
                  <a:pt x="2627" y="46553"/>
                  <a:pt x="2627" y="46881"/>
                  <a:pt x="2627" y="47375"/>
                </a:cubicBezTo>
                <a:cubicBezTo>
                  <a:pt x="2627" y="48523"/>
                  <a:pt x="3449" y="49180"/>
                  <a:pt x="4272" y="49180"/>
                </a:cubicBezTo>
                <a:cubicBezTo>
                  <a:pt x="6077" y="49180"/>
                  <a:pt x="19220" y="36513"/>
                  <a:pt x="19220" y="17250"/>
                </a:cubicBezTo>
                <a:close/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65" name="path-1185">
            <a:extLst xmlns:a="http://schemas.openxmlformats.org/drawingml/2006/main">
              <a:ext uri="{FF2B5EF4-FFF2-40B4-BE49-F238E27FC236}">
                <a16:creationId xmlns:a16="http://schemas.microsoft.com/office/drawing/2014/main" id="{64F57CAF-CFDA-4D93-8273-9F4B713B9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7331" y="6630219"/>
            <a:ext cx="67688" cy="104607"/>
          </a:xfrm>
          <a:custGeom xmlns:a="http://schemas.openxmlformats.org/drawingml/2006/main">
            <a:pathLst>
              <a:path w="67688" h="104607">
                <a:moveTo>
                  <a:pt x="67688" y="1807"/>
                </a:moveTo>
                <a:cubicBezTo>
                  <a:pt x="67688" y="1151"/>
                  <a:pt x="67194" y="165"/>
                  <a:pt x="66044" y="165"/>
                </a:cubicBezTo>
                <a:cubicBezTo>
                  <a:pt x="64239" y="165"/>
                  <a:pt x="57666" y="6738"/>
                  <a:pt x="54873" y="11504"/>
                </a:cubicBezTo>
                <a:cubicBezTo>
                  <a:pt x="51258" y="2630"/>
                  <a:pt x="44851" y="0"/>
                  <a:pt x="39594" y="0"/>
                </a:cubicBezTo>
                <a:cubicBezTo>
                  <a:pt x="20208" y="0"/>
                  <a:pt x="0" y="24322"/>
                  <a:pt x="0" y="48152"/>
                </a:cubicBezTo>
                <a:cubicBezTo>
                  <a:pt x="0" y="64256"/>
                  <a:pt x="9694" y="74444"/>
                  <a:pt x="21687" y="74444"/>
                </a:cubicBezTo>
                <a:cubicBezTo>
                  <a:pt x="28751" y="74444"/>
                  <a:pt x="35159" y="70503"/>
                  <a:pt x="41073" y="64587"/>
                </a:cubicBezTo>
                <a:cubicBezTo>
                  <a:pt x="39594" y="70338"/>
                  <a:pt x="34171" y="92589"/>
                  <a:pt x="33680" y="94073"/>
                </a:cubicBezTo>
                <a:cubicBezTo>
                  <a:pt x="32366" y="98691"/>
                  <a:pt x="31050" y="99350"/>
                  <a:pt x="21850" y="99515"/>
                </a:cubicBezTo>
                <a:cubicBezTo>
                  <a:pt x="19714" y="99515"/>
                  <a:pt x="18072" y="99515"/>
                  <a:pt x="18072" y="102802"/>
                </a:cubicBezTo>
                <a:cubicBezTo>
                  <a:pt x="18072" y="102965"/>
                  <a:pt x="18072" y="104607"/>
                  <a:pt x="20208" y="104607"/>
                </a:cubicBezTo>
                <a:cubicBezTo>
                  <a:pt x="25465" y="104607"/>
                  <a:pt x="31216" y="104116"/>
                  <a:pt x="36638" y="104116"/>
                </a:cubicBezTo>
                <a:cubicBezTo>
                  <a:pt x="42223" y="104116"/>
                  <a:pt x="48137" y="104607"/>
                  <a:pt x="53559" y="104607"/>
                </a:cubicBezTo>
                <a:cubicBezTo>
                  <a:pt x="54379" y="104607"/>
                  <a:pt x="56515" y="104607"/>
                  <a:pt x="56515" y="101323"/>
                </a:cubicBezTo>
                <a:cubicBezTo>
                  <a:pt x="56515" y="99515"/>
                  <a:pt x="54873" y="99515"/>
                  <a:pt x="52243" y="99515"/>
                </a:cubicBezTo>
                <a:cubicBezTo>
                  <a:pt x="44359" y="99515"/>
                  <a:pt x="44359" y="98360"/>
                  <a:pt x="44359" y="96876"/>
                </a:cubicBezTo>
                <a:cubicBezTo>
                  <a:pt x="44359" y="95723"/>
                  <a:pt x="44688" y="94732"/>
                  <a:pt x="45016" y="93248"/>
                </a:cubicBezTo>
                <a:lnTo>
                  <a:pt x="67688" y="1807"/>
                </a:lnTo>
                <a:moveTo>
                  <a:pt x="22178" y="70832"/>
                </a:moveTo>
                <a:cubicBezTo>
                  <a:pt x="12321" y="70832"/>
                  <a:pt x="11664" y="58177"/>
                  <a:pt x="11664" y="55382"/>
                </a:cubicBezTo>
                <a:cubicBezTo>
                  <a:pt x="11664" y="47495"/>
                  <a:pt x="16430" y="29581"/>
                  <a:pt x="19223" y="22680"/>
                </a:cubicBezTo>
                <a:cubicBezTo>
                  <a:pt x="24314" y="10519"/>
                  <a:pt x="32858" y="3615"/>
                  <a:pt x="39594" y="3615"/>
                </a:cubicBezTo>
                <a:cubicBezTo>
                  <a:pt x="50273" y="3615"/>
                  <a:pt x="52574" y="16926"/>
                  <a:pt x="52574" y="18077"/>
                </a:cubicBezTo>
                <a:cubicBezTo>
                  <a:pt x="52574" y="19065"/>
                  <a:pt x="43537" y="55054"/>
                  <a:pt x="43043" y="55713"/>
                </a:cubicBezTo>
                <a:cubicBezTo>
                  <a:pt x="40579" y="60313"/>
                  <a:pt x="31379" y="70832"/>
                  <a:pt x="22178" y="70832"/>
                </a:cubicBezTo>
                <a:close/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66" name="path-1186">
            <a:extLst xmlns:a="http://schemas.openxmlformats.org/drawingml/2006/main">
              <a:ext uri="{FF2B5EF4-FFF2-40B4-BE49-F238E27FC236}">
                <a16:creationId xmlns:a16="http://schemas.microsoft.com/office/drawing/2014/main" id="{09BB5BB3-2C3D-4D17-ACFA-E30CD216E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6251" y="6579680"/>
            <a:ext cx="38115" cy="164291"/>
          </a:xfrm>
          <a:custGeom xmlns:a="http://schemas.openxmlformats.org/drawingml/2006/main">
            <a:pathLst>
              <a:path w="38115" h="164291">
                <a:moveTo>
                  <a:pt x="38115" y="162649"/>
                </a:moveTo>
                <a:cubicBezTo>
                  <a:pt x="38115" y="162157"/>
                  <a:pt x="38115" y="161826"/>
                  <a:pt x="35322" y="159034"/>
                </a:cubicBezTo>
                <a:cubicBezTo>
                  <a:pt x="14786" y="138334"/>
                  <a:pt x="9529" y="107282"/>
                  <a:pt x="9529" y="82145"/>
                </a:cubicBezTo>
                <a:cubicBezTo>
                  <a:pt x="9529" y="53559"/>
                  <a:pt x="15771" y="24973"/>
                  <a:pt x="35979" y="4437"/>
                </a:cubicBezTo>
                <a:cubicBezTo>
                  <a:pt x="38115" y="2467"/>
                  <a:pt x="38115" y="2136"/>
                  <a:pt x="38115" y="1645"/>
                </a:cubicBezTo>
                <a:cubicBezTo>
                  <a:pt x="38115" y="494"/>
                  <a:pt x="37458" y="0"/>
                  <a:pt x="36473" y="0"/>
                </a:cubicBezTo>
                <a:cubicBezTo>
                  <a:pt x="34828" y="0"/>
                  <a:pt x="20042" y="11173"/>
                  <a:pt x="10348" y="32038"/>
                </a:cubicBezTo>
                <a:cubicBezTo>
                  <a:pt x="1970" y="50110"/>
                  <a:pt x="0" y="68345"/>
                  <a:pt x="0" y="82145"/>
                </a:cubicBezTo>
                <a:cubicBezTo>
                  <a:pt x="0" y="94960"/>
                  <a:pt x="1805" y="114840"/>
                  <a:pt x="10842" y="133406"/>
                </a:cubicBezTo>
                <a:cubicBezTo>
                  <a:pt x="20699" y="153614"/>
                  <a:pt x="34828" y="164291"/>
                  <a:pt x="36473" y="164291"/>
                </a:cubicBezTo>
                <a:cubicBezTo>
                  <a:pt x="37458" y="164291"/>
                  <a:pt x="38115" y="163799"/>
                  <a:pt x="38115" y="162649"/>
                </a:cubicBezTo>
                <a:close/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67" name="path-1187">
            <a:extLst xmlns:a="http://schemas.openxmlformats.org/drawingml/2006/main">
              <a:ext uri="{FF2B5EF4-FFF2-40B4-BE49-F238E27FC236}">
                <a16:creationId xmlns:a16="http://schemas.microsoft.com/office/drawing/2014/main" id="{9A442263-5800-42A6-B79A-0EEC60FC2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1443" y="6587542"/>
            <a:ext cx="82311" cy="116640"/>
          </a:xfrm>
          <a:custGeom xmlns:a="http://schemas.openxmlformats.org/drawingml/2006/main">
            <a:pathLst>
              <a:path w="82311" h="116640">
                <a:moveTo>
                  <a:pt x="82311" y="34823"/>
                </a:moveTo>
                <a:cubicBezTo>
                  <a:pt x="82311" y="5916"/>
                  <a:pt x="65224" y="0"/>
                  <a:pt x="55201" y="0"/>
                </a:cubicBezTo>
                <a:cubicBezTo>
                  <a:pt x="42223" y="0"/>
                  <a:pt x="25793" y="8543"/>
                  <a:pt x="13472" y="30880"/>
                </a:cubicBezTo>
                <a:cubicBezTo>
                  <a:pt x="5094" y="46320"/>
                  <a:pt x="0" y="68661"/>
                  <a:pt x="0" y="81970"/>
                </a:cubicBezTo>
                <a:cubicBezTo>
                  <a:pt x="0" y="105798"/>
                  <a:pt x="12487" y="116640"/>
                  <a:pt x="27272" y="116640"/>
                </a:cubicBezTo>
                <a:cubicBezTo>
                  <a:pt x="38280" y="116640"/>
                  <a:pt x="52737" y="110235"/>
                  <a:pt x="64073" y="93474"/>
                </a:cubicBezTo>
                <a:cubicBezTo>
                  <a:pt x="77874" y="73261"/>
                  <a:pt x="82311" y="47139"/>
                  <a:pt x="82311" y="34823"/>
                </a:cubicBezTo>
                <a:moveTo>
                  <a:pt x="24973" y="54367"/>
                </a:moveTo>
                <a:cubicBezTo>
                  <a:pt x="27272" y="44840"/>
                  <a:pt x="31544" y="29894"/>
                  <a:pt x="36473" y="21354"/>
                </a:cubicBezTo>
                <a:cubicBezTo>
                  <a:pt x="40253" y="14620"/>
                  <a:pt x="46986" y="5916"/>
                  <a:pt x="54873" y="5916"/>
                </a:cubicBezTo>
                <a:cubicBezTo>
                  <a:pt x="61774" y="5916"/>
                  <a:pt x="64730" y="13144"/>
                  <a:pt x="64730" y="22833"/>
                </a:cubicBezTo>
                <a:cubicBezTo>
                  <a:pt x="64730" y="33179"/>
                  <a:pt x="61118" y="47468"/>
                  <a:pt x="59310" y="54367"/>
                </a:cubicBezTo>
                <a:lnTo>
                  <a:pt x="24973" y="54367"/>
                </a:lnTo>
                <a:moveTo>
                  <a:pt x="57337" y="62251"/>
                </a:moveTo>
                <a:cubicBezTo>
                  <a:pt x="47152" y="106289"/>
                  <a:pt x="33351" y="110726"/>
                  <a:pt x="27601" y="110726"/>
                </a:cubicBezTo>
                <a:cubicBezTo>
                  <a:pt x="25302" y="110726"/>
                  <a:pt x="21850" y="110069"/>
                  <a:pt x="19551" y="104975"/>
                </a:cubicBezTo>
                <a:cubicBezTo>
                  <a:pt x="17581" y="100538"/>
                  <a:pt x="17581" y="94131"/>
                  <a:pt x="17581" y="93965"/>
                </a:cubicBezTo>
                <a:cubicBezTo>
                  <a:pt x="17581" y="84600"/>
                  <a:pt x="21193" y="69318"/>
                  <a:pt x="23001" y="62251"/>
                </a:cubicBezTo>
                <a:lnTo>
                  <a:pt x="57337" y="62251"/>
                </a:lnTo>
                <a:close/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68" name="path-1188">
            <a:extLst xmlns:a="http://schemas.openxmlformats.org/drawingml/2006/main">
              <a:ext uri="{FF2B5EF4-FFF2-40B4-BE49-F238E27FC236}">
                <a16:creationId xmlns:a16="http://schemas.microsoft.com/office/drawing/2014/main" id="{2014116A-662E-4506-BA3F-FCCF2B854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5559" y="6685485"/>
            <a:ext cx="19220" cy="49180"/>
          </a:xfrm>
          <a:custGeom xmlns:a="http://schemas.openxmlformats.org/drawingml/2006/main">
            <a:pathLst>
              <a:path w="19220" h="49180">
                <a:moveTo>
                  <a:pt x="19220" y="17250"/>
                </a:moveTo>
                <a:cubicBezTo>
                  <a:pt x="19220" y="6408"/>
                  <a:pt x="15114" y="0"/>
                  <a:pt x="8706" y="0"/>
                </a:cubicBezTo>
                <a:cubicBezTo>
                  <a:pt x="3284" y="0"/>
                  <a:pt x="0" y="4106"/>
                  <a:pt x="0" y="8706"/>
                </a:cubicBezTo>
                <a:cubicBezTo>
                  <a:pt x="0" y="13144"/>
                  <a:pt x="3284" y="17413"/>
                  <a:pt x="8706" y="17413"/>
                </a:cubicBezTo>
                <a:cubicBezTo>
                  <a:pt x="10677" y="17413"/>
                  <a:pt x="12813" y="16756"/>
                  <a:pt x="14457" y="15279"/>
                </a:cubicBezTo>
                <a:cubicBezTo>
                  <a:pt x="14949" y="14949"/>
                  <a:pt x="15114" y="14786"/>
                  <a:pt x="15277" y="14786"/>
                </a:cubicBezTo>
                <a:cubicBezTo>
                  <a:pt x="15442" y="14786"/>
                  <a:pt x="15608" y="14949"/>
                  <a:pt x="15608" y="17250"/>
                </a:cubicBezTo>
                <a:cubicBezTo>
                  <a:pt x="15608" y="29433"/>
                  <a:pt x="9857" y="39310"/>
                  <a:pt x="4435" y="44743"/>
                </a:cubicBezTo>
                <a:cubicBezTo>
                  <a:pt x="2627" y="46553"/>
                  <a:pt x="2627" y="46881"/>
                  <a:pt x="2627" y="47375"/>
                </a:cubicBezTo>
                <a:cubicBezTo>
                  <a:pt x="2627" y="48523"/>
                  <a:pt x="3449" y="49180"/>
                  <a:pt x="4272" y="49180"/>
                </a:cubicBezTo>
                <a:cubicBezTo>
                  <a:pt x="6077" y="49180"/>
                  <a:pt x="19220" y="36513"/>
                  <a:pt x="19220" y="17250"/>
                </a:cubicBezTo>
                <a:close/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69" name="path-1189">
            <a:extLst xmlns:a="http://schemas.openxmlformats.org/drawingml/2006/main">
              <a:ext uri="{FF2B5EF4-FFF2-40B4-BE49-F238E27FC236}">
                <a16:creationId xmlns:a16="http://schemas.microsoft.com/office/drawing/2014/main" id="{CA136594-F65C-45D6-88D3-7EDFE7B5B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0856" y="6590269"/>
            <a:ext cx="150162" cy="112629"/>
          </a:xfrm>
          <a:custGeom xmlns:a="http://schemas.openxmlformats.org/drawingml/2006/main">
            <a:pathLst>
              <a:path w="150162" h="112629">
                <a:moveTo>
                  <a:pt x="89212" y="47779"/>
                </a:moveTo>
                <a:lnTo>
                  <a:pt x="110897" y="26438"/>
                </a:lnTo>
                <a:lnTo>
                  <a:pt x="121085" y="16097"/>
                </a:lnTo>
                <a:cubicBezTo>
                  <a:pt x="127655" y="9857"/>
                  <a:pt x="129626" y="7887"/>
                  <a:pt x="146712" y="7724"/>
                </a:cubicBezTo>
                <a:cubicBezTo>
                  <a:pt x="149833" y="7724"/>
                  <a:pt x="150162" y="3452"/>
                  <a:pt x="150162" y="2958"/>
                </a:cubicBezTo>
                <a:cubicBezTo>
                  <a:pt x="150162" y="1973"/>
                  <a:pt x="149505" y="0"/>
                  <a:pt x="146878" y="0"/>
                </a:cubicBezTo>
                <a:cubicBezTo>
                  <a:pt x="141127" y="0"/>
                  <a:pt x="134885" y="494"/>
                  <a:pt x="128969" y="494"/>
                </a:cubicBezTo>
                <a:cubicBezTo>
                  <a:pt x="124206" y="494"/>
                  <a:pt x="112376" y="0"/>
                  <a:pt x="107613" y="0"/>
                </a:cubicBezTo>
                <a:cubicBezTo>
                  <a:pt x="106297" y="0"/>
                  <a:pt x="103013" y="0"/>
                  <a:pt x="103013" y="4603"/>
                </a:cubicBezTo>
                <a:cubicBezTo>
                  <a:pt x="103013" y="7558"/>
                  <a:pt x="105640" y="7724"/>
                  <a:pt x="107119" y="7724"/>
                </a:cubicBezTo>
                <a:cubicBezTo>
                  <a:pt x="112047" y="7887"/>
                  <a:pt x="116319" y="9200"/>
                  <a:pt x="116976" y="9366"/>
                </a:cubicBezTo>
                <a:lnTo>
                  <a:pt x="85597" y="40393"/>
                </a:lnTo>
                <a:lnTo>
                  <a:pt x="70481" y="8709"/>
                </a:lnTo>
                <a:cubicBezTo>
                  <a:pt x="72125" y="8380"/>
                  <a:pt x="77217" y="7724"/>
                  <a:pt x="80012" y="7724"/>
                </a:cubicBezTo>
                <a:cubicBezTo>
                  <a:pt x="81817" y="7724"/>
                  <a:pt x="84775" y="7724"/>
                  <a:pt x="84775" y="3124"/>
                </a:cubicBezTo>
                <a:cubicBezTo>
                  <a:pt x="84775" y="822"/>
                  <a:pt x="83296" y="0"/>
                  <a:pt x="81160" y="0"/>
                </a:cubicBezTo>
                <a:cubicBezTo>
                  <a:pt x="75575" y="0"/>
                  <a:pt x="61774" y="494"/>
                  <a:pt x="56189" y="494"/>
                </a:cubicBezTo>
                <a:cubicBezTo>
                  <a:pt x="52409" y="494"/>
                  <a:pt x="48631" y="331"/>
                  <a:pt x="44853" y="331"/>
                </a:cubicBezTo>
                <a:cubicBezTo>
                  <a:pt x="41073" y="331"/>
                  <a:pt x="37132" y="0"/>
                  <a:pt x="33351" y="0"/>
                </a:cubicBezTo>
                <a:cubicBezTo>
                  <a:pt x="31872" y="0"/>
                  <a:pt x="28751" y="0"/>
                  <a:pt x="28751" y="4603"/>
                </a:cubicBezTo>
                <a:cubicBezTo>
                  <a:pt x="28751" y="7724"/>
                  <a:pt x="30887" y="7724"/>
                  <a:pt x="35487" y="7724"/>
                </a:cubicBezTo>
                <a:cubicBezTo>
                  <a:pt x="37789" y="7724"/>
                  <a:pt x="39596" y="7724"/>
                  <a:pt x="41895" y="7887"/>
                </a:cubicBezTo>
                <a:cubicBezTo>
                  <a:pt x="44196" y="8215"/>
                  <a:pt x="44359" y="8380"/>
                  <a:pt x="45344" y="10351"/>
                </a:cubicBezTo>
                <a:lnTo>
                  <a:pt x="68017" y="57794"/>
                </a:lnTo>
                <a:lnTo>
                  <a:pt x="26781" y="98505"/>
                </a:lnTo>
                <a:cubicBezTo>
                  <a:pt x="23823" y="101298"/>
                  <a:pt x="20373" y="104745"/>
                  <a:pt x="5751" y="104908"/>
                </a:cubicBezTo>
                <a:cubicBezTo>
                  <a:pt x="2795" y="104908"/>
                  <a:pt x="0" y="104908"/>
                  <a:pt x="0" y="109673"/>
                </a:cubicBezTo>
                <a:cubicBezTo>
                  <a:pt x="0" y="110824"/>
                  <a:pt x="822" y="112629"/>
                  <a:pt x="3287" y="112629"/>
                </a:cubicBezTo>
                <a:cubicBezTo>
                  <a:pt x="7230" y="112629"/>
                  <a:pt x="17252" y="112138"/>
                  <a:pt x="21196" y="112138"/>
                </a:cubicBezTo>
                <a:cubicBezTo>
                  <a:pt x="25959" y="112138"/>
                  <a:pt x="37789" y="112629"/>
                  <a:pt x="42552" y="112629"/>
                </a:cubicBezTo>
                <a:cubicBezTo>
                  <a:pt x="43868" y="112629"/>
                  <a:pt x="47152" y="112629"/>
                  <a:pt x="47152" y="107866"/>
                </a:cubicBezTo>
                <a:cubicBezTo>
                  <a:pt x="47152" y="104908"/>
                  <a:pt x="44196" y="104908"/>
                  <a:pt x="42880" y="104908"/>
                </a:cubicBezTo>
                <a:cubicBezTo>
                  <a:pt x="39596" y="104908"/>
                  <a:pt x="36310" y="104416"/>
                  <a:pt x="33189" y="103266"/>
                </a:cubicBezTo>
                <a:lnTo>
                  <a:pt x="71469" y="65181"/>
                </a:lnTo>
                <a:lnTo>
                  <a:pt x="90032" y="103923"/>
                </a:lnTo>
                <a:cubicBezTo>
                  <a:pt x="89869" y="103923"/>
                  <a:pt x="84447" y="104908"/>
                  <a:pt x="80503" y="104908"/>
                </a:cubicBezTo>
                <a:cubicBezTo>
                  <a:pt x="78861" y="104908"/>
                  <a:pt x="75740" y="104908"/>
                  <a:pt x="75740" y="109673"/>
                </a:cubicBezTo>
                <a:cubicBezTo>
                  <a:pt x="75740" y="110165"/>
                  <a:pt x="75903" y="112629"/>
                  <a:pt x="79353" y="112629"/>
                </a:cubicBezTo>
                <a:cubicBezTo>
                  <a:pt x="84940" y="112629"/>
                  <a:pt x="98904" y="112138"/>
                  <a:pt x="104489" y="112138"/>
                </a:cubicBezTo>
                <a:cubicBezTo>
                  <a:pt x="108269" y="112138"/>
                  <a:pt x="112047" y="112301"/>
                  <a:pt x="115825" y="112301"/>
                </a:cubicBezTo>
                <a:cubicBezTo>
                  <a:pt x="119606" y="112301"/>
                  <a:pt x="123549" y="112629"/>
                  <a:pt x="127327" y="112629"/>
                </a:cubicBezTo>
                <a:cubicBezTo>
                  <a:pt x="128640" y="112629"/>
                  <a:pt x="131927" y="112629"/>
                  <a:pt x="131927" y="107866"/>
                </a:cubicBezTo>
                <a:cubicBezTo>
                  <a:pt x="131927" y="104908"/>
                  <a:pt x="129297" y="104908"/>
                  <a:pt x="125354" y="104908"/>
                </a:cubicBezTo>
                <a:cubicBezTo>
                  <a:pt x="123055" y="104908"/>
                  <a:pt x="121413" y="104908"/>
                  <a:pt x="118949" y="104745"/>
                </a:cubicBezTo>
                <a:cubicBezTo>
                  <a:pt x="116484" y="104416"/>
                  <a:pt x="116319" y="104251"/>
                  <a:pt x="115168" y="102118"/>
                </a:cubicBezTo>
                <a:lnTo>
                  <a:pt x="89212" y="47779"/>
                </a:lnTo>
                <a:close/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70" name="path-1190">
            <a:extLst xmlns:a="http://schemas.openxmlformats.org/drawingml/2006/main">
              <a:ext uri="{FF2B5EF4-FFF2-40B4-BE49-F238E27FC236}">
                <a16:creationId xmlns:a16="http://schemas.microsoft.com/office/drawing/2014/main" id="{CE55EB00-CAC1-4E51-ABE1-CEAD8423C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6967" y="6685485"/>
            <a:ext cx="19220" cy="49180"/>
          </a:xfrm>
          <a:custGeom xmlns:a="http://schemas.openxmlformats.org/drawingml/2006/main">
            <a:pathLst>
              <a:path w="19220" h="49180">
                <a:moveTo>
                  <a:pt x="19220" y="17250"/>
                </a:moveTo>
                <a:cubicBezTo>
                  <a:pt x="19220" y="6408"/>
                  <a:pt x="15114" y="0"/>
                  <a:pt x="8706" y="0"/>
                </a:cubicBezTo>
                <a:cubicBezTo>
                  <a:pt x="3284" y="0"/>
                  <a:pt x="0" y="4106"/>
                  <a:pt x="0" y="8706"/>
                </a:cubicBezTo>
                <a:cubicBezTo>
                  <a:pt x="0" y="13144"/>
                  <a:pt x="3284" y="17413"/>
                  <a:pt x="8706" y="17413"/>
                </a:cubicBezTo>
                <a:cubicBezTo>
                  <a:pt x="10677" y="17413"/>
                  <a:pt x="12813" y="16756"/>
                  <a:pt x="14457" y="15279"/>
                </a:cubicBezTo>
                <a:cubicBezTo>
                  <a:pt x="14949" y="14949"/>
                  <a:pt x="15114" y="14786"/>
                  <a:pt x="15277" y="14786"/>
                </a:cubicBezTo>
                <a:cubicBezTo>
                  <a:pt x="15442" y="14786"/>
                  <a:pt x="15608" y="14949"/>
                  <a:pt x="15608" y="17250"/>
                </a:cubicBezTo>
                <a:cubicBezTo>
                  <a:pt x="15608" y="29433"/>
                  <a:pt x="9857" y="39310"/>
                  <a:pt x="4435" y="44743"/>
                </a:cubicBezTo>
                <a:cubicBezTo>
                  <a:pt x="2627" y="46553"/>
                  <a:pt x="2627" y="46881"/>
                  <a:pt x="2627" y="47375"/>
                </a:cubicBezTo>
                <a:cubicBezTo>
                  <a:pt x="2627" y="48523"/>
                  <a:pt x="3449" y="49180"/>
                  <a:pt x="4272" y="49180"/>
                </a:cubicBezTo>
                <a:cubicBezTo>
                  <a:pt x="6077" y="49180"/>
                  <a:pt x="19220" y="36513"/>
                  <a:pt x="19220" y="17250"/>
                </a:cubicBezTo>
                <a:close/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71" name="path-1191">
            <a:extLst xmlns:a="http://schemas.openxmlformats.org/drawingml/2006/main">
              <a:ext uri="{FF2B5EF4-FFF2-40B4-BE49-F238E27FC236}">
                <a16:creationId xmlns:a16="http://schemas.microsoft.com/office/drawing/2014/main" id="{BEDA0FC8-AF7E-48B7-9C4C-B0D011B0B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1279" y="6588825"/>
            <a:ext cx="41895" cy="115356"/>
          </a:xfrm>
          <a:custGeom xmlns:a="http://schemas.openxmlformats.org/drawingml/2006/main">
            <a:pathLst>
              <a:path w="41895" h="115356">
                <a:moveTo>
                  <a:pt x="41238" y="5751"/>
                </a:moveTo>
                <a:cubicBezTo>
                  <a:pt x="41895" y="3452"/>
                  <a:pt x="41895" y="3124"/>
                  <a:pt x="41895" y="2958"/>
                </a:cubicBezTo>
                <a:cubicBezTo>
                  <a:pt x="41895" y="822"/>
                  <a:pt x="40087" y="0"/>
                  <a:pt x="38280" y="0"/>
                </a:cubicBezTo>
                <a:cubicBezTo>
                  <a:pt x="37623" y="0"/>
                  <a:pt x="37458" y="0"/>
                  <a:pt x="37129" y="165"/>
                </a:cubicBezTo>
                <a:lnTo>
                  <a:pt x="15936" y="1151"/>
                </a:lnTo>
                <a:cubicBezTo>
                  <a:pt x="13637" y="1316"/>
                  <a:pt x="10679" y="1479"/>
                  <a:pt x="10679" y="6079"/>
                </a:cubicBezTo>
                <a:cubicBezTo>
                  <a:pt x="10679" y="9037"/>
                  <a:pt x="13800" y="9037"/>
                  <a:pt x="14951" y="9037"/>
                </a:cubicBezTo>
                <a:cubicBezTo>
                  <a:pt x="16758" y="9037"/>
                  <a:pt x="19717" y="9037"/>
                  <a:pt x="21850" y="9366"/>
                </a:cubicBezTo>
                <a:lnTo>
                  <a:pt x="822" y="93667"/>
                </a:lnTo>
                <a:cubicBezTo>
                  <a:pt x="328" y="95474"/>
                  <a:pt x="0" y="96953"/>
                  <a:pt x="0" y="99255"/>
                </a:cubicBezTo>
                <a:cubicBezTo>
                  <a:pt x="0" y="110099"/>
                  <a:pt x="10845" y="115356"/>
                  <a:pt x="20536" y="115356"/>
                </a:cubicBezTo>
                <a:cubicBezTo>
                  <a:pt x="26616" y="115356"/>
                  <a:pt x="31216" y="111907"/>
                  <a:pt x="34831" y="105993"/>
                </a:cubicBezTo>
                <a:cubicBezTo>
                  <a:pt x="38774" y="99583"/>
                  <a:pt x="41073" y="90709"/>
                  <a:pt x="41073" y="89724"/>
                </a:cubicBezTo>
                <a:cubicBezTo>
                  <a:pt x="41073" y="87422"/>
                  <a:pt x="38608" y="87422"/>
                  <a:pt x="37129" y="87422"/>
                </a:cubicBezTo>
                <a:cubicBezTo>
                  <a:pt x="35322" y="87422"/>
                  <a:pt x="34665" y="87422"/>
                  <a:pt x="33845" y="88245"/>
                </a:cubicBezTo>
                <a:cubicBezTo>
                  <a:pt x="33517" y="88573"/>
                  <a:pt x="33517" y="88901"/>
                  <a:pt x="32529" y="93010"/>
                </a:cubicBezTo>
                <a:cubicBezTo>
                  <a:pt x="29408" y="105499"/>
                  <a:pt x="25793" y="109443"/>
                  <a:pt x="21359" y="109443"/>
                </a:cubicBezTo>
                <a:cubicBezTo>
                  <a:pt x="18894" y="109443"/>
                  <a:pt x="17581" y="107801"/>
                  <a:pt x="17581" y="103526"/>
                </a:cubicBezTo>
                <a:cubicBezTo>
                  <a:pt x="17581" y="100240"/>
                  <a:pt x="18072" y="98598"/>
                  <a:pt x="18566" y="96297"/>
                </a:cubicBezTo>
                <a:lnTo>
                  <a:pt x="41238" y="5751"/>
                </a:lnTo>
                <a:close/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72" name="path-1192">
            <a:extLst xmlns:a="http://schemas.openxmlformats.org/drawingml/2006/main">
              <a:ext uri="{FF2B5EF4-FFF2-40B4-BE49-F238E27FC236}">
                <a16:creationId xmlns:a16="http://schemas.microsoft.com/office/drawing/2014/main" id="{C70B25E8-19B6-4BBE-BF7E-4A25C1B89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5601" y="6651182"/>
            <a:ext cx="41861" cy="76369"/>
          </a:xfrm>
          <a:custGeom xmlns:a="http://schemas.openxmlformats.org/drawingml/2006/main">
            <a:pathLst>
              <a:path w="41861" h="76369">
                <a:moveTo>
                  <a:pt x="25990" y="3213"/>
                </a:moveTo>
                <a:cubicBezTo>
                  <a:pt x="25990" y="116"/>
                  <a:pt x="25761" y="0"/>
                  <a:pt x="22541" y="0"/>
                </a:cubicBezTo>
                <a:cubicBezTo>
                  <a:pt x="15181" y="7202"/>
                  <a:pt x="4715" y="7316"/>
                  <a:pt x="0" y="7316"/>
                </a:cubicBezTo>
                <a:lnTo>
                  <a:pt x="0" y="11455"/>
                </a:lnTo>
                <a:cubicBezTo>
                  <a:pt x="2760" y="11455"/>
                  <a:pt x="10350" y="11455"/>
                  <a:pt x="16676" y="8235"/>
                </a:cubicBezTo>
                <a:lnTo>
                  <a:pt x="16676" y="66935"/>
                </a:lnTo>
                <a:cubicBezTo>
                  <a:pt x="16676" y="70735"/>
                  <a:pt x="16676" y="72230"/>
                  <a:pt x="5175" y="72230"/>
                </a:cubicBezTo>
                <a:lnTo>
                  <a:pt x="805" y="72230"/>
                </a:lnTo>
                <a:lnTo>
                  <a:pt x="805" y="76369"/>
                </a:lnTo>
                <a:cubicBezTo>
                  <a:pt x="2874" y="76255"/>
                  <a:pt x="17020" y="75909"/>
                  <a:pt x="21275" y="75909"/>
                </a:cubicBezTo>
                <a:cubicBezTo>
                  <a:pt x="24841" y="75909"/>
                  <a:pt x="39331" y="76255"/>
                  <a:pt x="41861" y="76369"/>
                </a:cubicBezTo>
                <a:lnTo>
                  <a:pt x="41861" y="72230"/>
                </a:lnTo>
                <a:lnTo>
                  <a:pt x="37491" y="72230"/>
                </a:lnTo>
                <a:cubicBezTo>
                  <a:pt x="25990" y="72230"/>
                  <a:pt x="25990" y="70735"/>
                  <a:pt x="25990" y="66935"/>
                </a:cubicBezTo>
                <a:lnTo>
                  <a:pt x="25990" y="3213"/>
                </a:lnTo>
                <a:close/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73" name="path-1193">
            <a:extLst xmlns:a="http://schemas.openxmlformats.org/drawingml/2006/main">
              <a:ext uri="{FF2B5EF4-FFF2-40B4-BE49-F238E27FC236}">
                <a16:creationId xmlns:a16="http://schemas.microsoft.com/office/drawing/2014/main" id="{7C5B0978-D7F6-4513-AA62-3C92DDB77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0519" y="6678024"/>
            <a:ext cx="13226" cy="49528"/>
          </a:xfrm>
          <a:custGeom xmlns:a="http://schemas.openxmlformats.org/drawingml/2006/main">
            <a:pathLst>
              <a:path w="13226" h="49528">
                <a:moveTo>
                  <a:pt x="13226" y="6672"/>
                </a:moveTo>
                <a:cubicBezTo>
                  <a:pt x="13226" y="2646"/>
                  <a:pt x="10006" y="0"/>
                  <a:pt x="6670" y="0"/>
                </a:cubicBezTo>
                <a:cubicBezTo>
                  <a:pt x="2646" y="0"/>
                  <a:pt x="0" y="3222"/>
                  <a:pt x="0" y="6556"/>
                </a:cubicBezTo>
                <a:cubicBezTo>
                  <a:pt x="0" y="10581"/>
                  <a:pt x="3220" y="13226"/>
                  <a:pt x="6556" y="13226"/>
                </a:cubicBezTo>
                <a:cubicBezTo>
                  <a:pt x="10581" y="13226"/>
                  <a:pt x="13226" y="10006"/>
                  <a:pt x="13226" y="6672"/>
                </a:cubicBezTo>
                <a:moveTo>
                  <a:pt x="13226" y="42973"/>
                </a:moveTo>
                <a:cubicBezTo>
                  <a:pt x="13226" y="38948"/>
                  <a:pt x="10006" y="36303"/>
                  <a:pt x="6670" y="36303"/>
                </a:cubicBezTo>
                <a:cubicBezTo>
                  <a:pt x="2646" y="36303"/>
                  <a:pt x="0" y="39524"/>
                  <a:pt x="0" y="42858"/>
                </a:cubicBezTo>
                <a:cubicBezTo>
                  <a:pt x="0" y="46883"/>
                  <a:pt x="3220" y="49528"/>
                  <a:pt x="6556" y="49528"/>
                </a:cubicBezTo>
                <a:cubicBezTo>
                  <a:pt x="10581" y="49528"/>
                  <a:pt x="13226" y="46308"/>
                  <a:pt x="13226" y="42973"/>
                </a:cubicBezTo>
                <a:close/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74" name="path-1194">
            <a:extLst xmlns:a="http://schemas.openxmlformats.org/drawingml/2006/main">
              <a:ext uri="{FF2B5EF4-FFF2-40B4-BE49-F238E27FC236}">
                <a16:creationId xmlns:a16="http://schemas.microsoft.com/office/drawing/2014/main" id="{DFC1782C-1A0D-4E41-963A-9EA0D0DD9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0566" y="6655734"/>
            <a:ext cx="38871" cy="72940"/>
          </a:xfrm>
          <a:custGeom xmlns:a="http://schemas.openxmlformats.org/drawingml/2006/main">
            <a:pathLst>
              <a:path w="38871" h="72940">
                <a:moveTo>
                  <a:pt x="23460" y="26431"/>
                </a:moveTo>
                <a:lnTo>
                  <a:pt x="35191" y="26431"/>
                </a:lnTo>
                <a:cubicBezTo>
                  <a:pt x="37376" y="26431"/>
                  <a:pt x="38871" y="26431"/>
                  <a:pt x="38871" y="23900"/>
                </a:cubicBezTo>
                <a:cubicBezTo>
                  <a:pt x="38871" y="22290"/>
                  <a:pt x="37376" y="22290"/>
                  <a:pt x="35421" y="22290"/>
                </a:cubicBezTo>
                <a:lnTo>
                  <a:pt x="24495" y="22290"/>
                </a:lnTo>
                <a:lnTo>
                  <a:pt x="28751" y="5287"/>
                </a:lnTo>
                <a:cubicBezTo>
                  <a:pt x="28867" y="4712"/>
                  <a:pt x="29096" y="4138"/>
                  <a:pt x="29096" y="3678"/>
                </a:cubicBezTo>
                <a:cubicBezTo>
                  <a:pt x="29096" y="1609"/>
                  <a:pt x="27486" y="0"/>
                  <a:pt x="25185" y="0"/>
                </a:cubicBezTo>
                <a:cubicBezTo>
                  <a:pt x="22311" y="0"/>
                  <a:pt x="20586" y="1955"/>
                  <a:pt x="19780" y="4942"/>
                </a:cubicBezTo>
                <a:cubicBezTo>
                  <a:pt x="18975" y="7814"/>
                  <a:pt x="20470" y="2299"/>
                  <a:pt x="15411" y="22290"/>
                </a:cubicBezTo>
                <a:lnTo>
                  <a:pt x="3680" y="22290"/>
                </a:lnTo>
                <a:cubicBezTo>
                  <a:pt x="1495" y="22290"/>
                  <a:pt x="0" y="22290"/>
                  <a:pt x="0" y="24820"/>
                </a:cubicBezTo>
                <a:cubicBezTo>
                  <a:pt x="0" y="26431"/>
                  <a:pt x="1379" y="26431"/>
                  <a:pt x="3450" y="26431"/>
                </a:cubicBezTo>
                <a:lnTo>
                  <a:pt x="14375" y="26431"/>
                </a:lnTo>
                <a:lnTo>
                  <a:pt x="7590" y="53530"/>
                </a:lnTo>
                <a:cubicBezTo>
                  <a:pt x="6900" y="56401"/>
                  <a:pt x="5865" y="60536"/>
                  <a:pt x="5865" y="62027"/>
                </a:cubicBezTo>
                <a:cubicBezTo>
                  <a:pt x="5865" y="68803"/>
                  <a:pt x="11615" y="72940"/>
                  <a:pt x="18171" y="72940"/>
                </a:cubicBezTo>
                <a:cubicBezTo>
                  <a:pt x="30936" y="72940"/>
                  <a:pt x="38181" y="56861"/>
                  <a:pt x="38181" y="55368"/>
                </a:cubicBezTo>
                <a:cubicBezTo>
                  <a:pt x="38181" y="53874"/>
                  <a:pt x="36686" y="53874"/>
                  <a:pt x="36340" y="53874"/>
                </a:cubicBezTo>
                <a:cubicBezTo>
                  <a:pt x="34961" y="53874"/>
                  <a:pt x="34845" y="54104"/>
                  <a:pt x="33926" y="56057"/>
                </a:cubicBezTo>
                <a:cubicBezTo>
                  <a:pt x="30706" y="63291"/>
                  <a:pt x="24841" y="69720"/>
                  <a:pt x="18515" y="69720"/>
                </a:cubicBezTo>
                <a:cubicBezTo>
                  <a:pt x="16100" y="69720"/>
                  <a:pt x="14491" y="68229"/>
                  <a:pt x="14491" y="64094"/>
                </a:cubicBezTo>
                <a:cubicBezTo>
                  <a:pt x="14491" y="62947"/>
                  <a:pt x="14951" y="60536"/>
                  <a:pt x="15181" y="59386"/>
                </a:cubicBezTo>
                <a:lnTo>
                  <a:pt x="23460" y="26431"/>
                </a:lnTo>
                <a:close/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75" name="path-1195">
            <a:extLst xmlns:a="http://schemas.openxmlformats.org/drawingml/2006/main">
              <a:ext uri="{FF2B5EF4-FFF2-40B4-BE49-F238E27FC236}">
                <a16:creationId xmlns:a16="http://schemas.microsoft.com/office/drawing/2014/main" id="{F17AE352-DC4D-4B80-87E1-02A4782D4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3012" y="6648763"/>
            <a:ext cx="22755" cy="42795"/>
          </a:xfrm>
          <a:custGeom xmlns:a="http://schemas.openxmlformats.org/drawingml/2006/main">
            <a:pathLst>
              <a:path w="22755" h="42795">
                <a:moveTo>
                  <a:pt x="21934" y="7721"/>
                </a:moveTo>
                <a:cubicBezTo>
                  <a:pt x="22015" y="7638"/>
                  <a:pt x="22755" y="6078"/>
                  <a:pt x="22755" y="4846"/>
                </a:cubicBezTo>
                <a:cubicBezTo>
                  <a:pt x="22755" y="1889"/>
                  <a:pt x="20126" y="0"/>
                  <a:pt x="17662" y="0"/>
                </a:cubicBezTo>
                <a:cubicBezTo>
                  <a:pt x="14294" y="0"/>
                  <a:pt x="13390" y="2546"/>
                  <a:pt x="12979" y="3778"/>
                </a:cubicBezTo>
                <a:lnTo>
                  <a:pt x="330" y="39345"/>
                </a:lnTo>
                <a:cubicBezTo>
                  <a:pt x="0" y="40331"/>
                  <a:pt x="0" y="40578"/>
                  <a:pt x="0" y="40660"/>
                </a:cubicBezTo>
                <a:cubicBezTo>
                  <a:pt x="0" y="41974"/>
                  <a:pt x="3451" y="42795"/>
                  <a:pt x="3532" y="42795"/>
                </a:cubicBezTo>
                <a:cubicBezTo>
                  <a:pt x="4272" y="42795"/>
                  <a:pt x="4436" y="42385"/>
                  <a:pt x="4930" y="41399"/>
                </a:cubicBezTo>
                <a:lnTo>
                  <a:pt x="21934" y="7721"/>
                </a:lnTo>
                <a:close/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76" name="path-1196">
            <a:extLst xmlns:a="http://schemas.openxmlformats.org/drawingml/2006/main">
              <a:ext uri="{FF2B5EF4-FFF2-40B4-BE49-F238E27FC236}">
                <a16:creationId xmlns:a16="http://schemas.microsoft.com/office/drawing/2014/main" id="{FC282481-43AA-4276-A256-2D8731CE9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7393" y="6579680"/>
            <a:ext cx="38115" cy="164291"/>
          </a:xfrm>
          <a:custGeom xmlns:a="http://schemas.openxmlformats.org/drawingml/2006/main">
            <a:pathLst>
              <a:path w="38115" h="164291">
                <a:moveTo>
                  <a:pt x="38115" y="82145"/>
                </a:moveTo>
                <a:cubicBezTo>
                  <a:pt x="38115" y="69333"/>
                  <a:pt x="36310" y="49453"/>
                  <a:pt x="27272" y="30887"/>
                </a:cubicBezTo>
                <a:cubicBezTo>
                  <a:pt x="17415" y="10679"/>
                  <a:pt x="3287" y="0"/>
                  <a:pt x="1642" y="0"/>
                </a:cubicBezTo>
                <a:cubicBezTo>
                  <a:pt x="657" y="0"/>
                  <a:pt x="0" y="659"/>
                  <a:pt x="0" y="1645"/>
                </a:cubicBezTo>
                <a:cubicBezTo>
                  <a:pt x="0" y="2136"/>
                  <a:pt x="0" y="2467"/>
                  <a:pt x="3121" y="5422"/>
                </a:cubicBezTo>
                <a:cubicBezTo>
                  <a:pt x="19223" y="21687"/>
                  <a:pt x="28586" y="47809"/>
                  <a:pt x="28586" y="82145"/>
                </a:cubicBezTo>
                <a:cubicBezTo>
                  <a:pt x="28586" y="110240"/>
                  <a:pt x="22509" y="139154"/>
                  <a:pt x="2136" y="159856"/>
                </a:cubicBezTo>
                <a:cubicBezTo>
                  <a:pt x="0" y="161826"/>
                  <a:pt x="0" y="162157"/>
                  <a:pt x="0" y="162649"/>
                </a:cubicBezTo>
                <a:cubicBezTo>
                  <a:pt x="0" y="163634"/>
                  <a:pt x="657" y="164291"/>
                  <a:pt x="1642" y="164291"/>
                </a:cubicBezTo>
                <a:cubicBezTo>
                  <a:pt x="3287" y="164291"/>
                  <a:pt x="18072" y="153120"/>
                  <a:pt x="27766" y="132255"/>
                </a:cubicBezTo>
                <a:cubicBezTo>
                  <a:pt x="36144" y="114183"/>
                  <a:pt x="38115" y="95946"/>
                  <a:pt x="38115" y="82145"/>
                </a:cubicBezTo>
                <a:close/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77" name="path-1197">
            <a:extLst xmlns:a="http://schemas.openxmlformats.org/drawingml/2006/main">
              <a:ext uri="{FF2B5EF4-FFF2-40B4-BE49-F238E27FC236}">
                <a16:creationId xmlns:a16="http://schemas.microsoft.com/office/drawing/2014/main" id="{42016CF6-8C9F-4702-8937-4C1F2A9C6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1285" y="6579680"/>
            <a:ext cx="38115" cy="164291"/>
          </a:xfrm>
          <a:custGeom xmlns:a="http://schemas.openxmlformats.org/drawingml/2006/main">
            <a:pathLst>
              <a:path w="38115" h="164291">
                <a:moveTo>
                  <a:pt x="38115" y="82145"/>
                </a:moveTo>
                <a:cubicBezTo>
                  <a:pt x="38115" y="69333"/>
                  <a:pt x="36310" y="49453"/>
                  <a:pt x="27272" y="30887"/>
                </a:cubicBezTo>
                <a:cubicBezTo>
                  <a:pt x="17415" y="10679"/>
                  <a:pt x="3287" y="0"/>
                  <a:pt x="1642" y="0"/>
                </a:cubicBezTo>
                <a:cubicBezTo>
                  <a:pt x="657" y="0"/>
                  <a:pt x="0" y="659"/>
                  <a:pt x="0" y="1645"/>
                </a:cubicBezTo>
                <a:cubicBezTo>
                  <a:pt x="0" y="2136"/>
                  <a:pt x="0" y="2467"/>
                  <a:pt x="3121" y="5422"/>
                </a:cubicBezTo>
                <a:cubicBezTo>
                  <a:pt x="19223" y="21687"/>
                  <a:pt x="28586" y="47809"/>
                  <a:pt x="28586" y="82145"/>
                </a:cubicBezTo>
                <a:cubicBezTo>
                  <a:pt x="28586" y="110240"/>
                  <a:pt x="22509" y="139154"/>
                  <a:pt x="2136" y="159856"/>
                </a:cubicBezTo>
                <a:cubicBezTo>
                  <a:pt x="0" y="161826"/>
                  <a:pt x="0" y="162157"/>
                  <a:pt x="0" y="162649"/>
                </a:cubicBezTo>
                <a:cubicBezTo>
                  <a:pt x="0" y="163634"/>
                  <a:pt x="657" y="164291"/>
                  <a:pt x="1642" y="164291"/>
                </a:cubicBezTo>
                <a:cubicBezTo>
                  <a:pt x="3287" y="164291"/>
                  <a:pt x="18072" y="153120"/>
                  <a:pt x="27766" y="132255"/>
                </a:cubicBezTo>
                <a:cubicBezTo>
                  <a:pt x="36144" y="114183"/>
                  <a:pt x="38115" y="95946"/>
                  <a:pt x="38115" y="82145"/>
                </a:cubicBezTo>
                <a:close/>
              </a:path>
            </a:pathLst>
          </a:custGeom>
          <a:solidFill xmlns:a="http://schemas.openxmlformats.org/drawingml/2006/main">
            <a:srgbClr val="935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78" name="path-1198">
            <a:extLst xmlns:a="http://schemas.openxmlformats.org/drawingml/2006/main">
              <a:ext uri="{FF2B5EF4-FFF2-40B4-BE49-F238E27FC236}">
                <a16:creationId xmlns:a16="http://schemas.microsoft.com/office/drawing/2014/main" id="{21162C5C-0AD3-4454-9BCF-D2F7FFD4D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1690" y="3636375"/>
            <a:ext cx="610241" cy="191"/>
          </a:xfrm>
          <a:custGeom xmlns:a="http://schemas.openxmlformats.org/drawingml/2006/main">
            <a:pathLst>
              <a:path w="610241" h="191">
                <a:moveTo>
                  <a:pt x="0" y="0"/>
                </a:moveTo>
                <a:lnTo>
                  <a:pt x="610241" y="0"/>
                </a:lnTo>
              </a:path>
            </a:pathLst>
          </a:custGeom>
          <a:noFill xmlns:a="http://schemas.openxmlformats.org/drawingml/2006/main"/>
          <a:ln xmlns:a="http://schemas.openxmlformats.org/drawingml/2006/main" w="16491">
            <a:solidFill>
              <a:srgbClr val="531B93"/>
            </a:solidFill>
            <a:prstDash val="solid"/>
          </a:ln>
        </p:spPr>
      </p:sp>
      <p:sp>
        <p:nvSpPr>
          <p:cNvPr id="1279" name="text-1199 Gradient">
            <a:extLst xmlns:a="http://schemas.openxmlformats.org/drawingml/2006/main">
              <a:ext uri="{FF2B5EF4-FFF2-40B4-BE49-F238E27FC236}">
                <a16:creationId xmlns:a16="http://schemas.microsoft.com/office/drawing/2014/main" id="{3993E62F-3B6E-41E0-9DEA-91F918435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51690" y="3466234"/>
            <a:ext cx="636976" cy="207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69" b="1" i="1">
                <a:solidFill>
                  <a:srgbClr val="531B9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69" b="1" i="1">
                <a:solidFill>
                  <a:srgbClr val="531B93"/>
                </a:solidFill>
                <a:latin typeface="Arial"/>
                <a:ea typeface="Arial"/>
                <a:cs typeface="Arial"/>
              </a:defRPr>
            </a:pPr>
            <a:r>
              <a:rPr sz="1169" b="1" i="1">
                <a:solidFill>
                  <a:srgbClr val="531B93"/>
                </a:solidFill>
                <a:latin typeface="Arial"/>
                <a:ea typeface="Arial"/>
                <a:cs typeface="Arial"/>
              </a:rPr>
              <a:t>Gradient</a:t>
            </a:r>
          </a:p>
        </p:txBody>
      </p:sp>
      <p:sp>
        <p:nvSpPr>
          <p:cNvPr id="1280" name="path-1200">
            <a:extLst xmlns:a="http://schemas.openxmlformats.org/drawingml/2006/main">
              <a:ext uri="{FF2B5EF4-FFF2-40B4-BE49-F238E27FC236}">
                <a16:creationId xmlns:a16="http://schemas.microsoft.com/office/drawing/2014/main" id="{642A04E6-17F6-4112-BB30-9B1419FAB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5913" y="3801283"/>
            <a:ext cx="387864" cy="191"/>
          </a:xfrm>
          <a:custGeom xmlns:a="http://schemas.openxmlformats.org/drawingml/2006/main">
            <a:pathLst>
              <a:path w="387864" h="191">
                <a:moveTo>
                  <a:pt x="0" y="0"/>
                </a:moveTo>
                <a:lnTo>
                  <a:pt x="387864" y="0"/>
                </a:lnTo>
              </a:path>
            </a:pathLst>
          </a:custGeom>
          <a:noFill xmlns:a="http://schemas.openxmlformats.org/drawingml/2006/main"/>
          <a:ln xmlns:a="http://schemas.openxmlformats.org/drawingml/2006/main" w="16491">
            <a:solidFill>
              <a:srgbClr val="531B93"/>
            </a:solidFill>
            <a:prstDash val="solid"/>
          </a:ln>
        </p:spPr>
      </p:sp>
      <p:sp>
        <p:nvSpPr>
          <p:cNvPr id="1281" name="path-1201">
            <a:extLst xmlns:a="http://schemas.openxmlformats.org/drawingml/2006/main">
              <a:ext uri="{FF2B5EF4-FFF2-40B4-BE49-F238E27FC236}">
                <a16:creationId xmlns:a16="http://schemas.microsoft.com/office/drawing/2014/main" id="{543CF0E5-5D80-46C5-9E61-B6EB0A060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1002" y="3801283"/>
            <a:ext cx="181893" cy="191"/>
          </a:xfrm>
          <a:custGeom xmlns:a="http://schemas.openxmlformats.org/drawingml/2006/main">
            <a:pathLst>
              <a:path w="181893" h="191">
                <a:moveTo>
                  <a:pt x="0" y="0"/>
                </a:moveTo>
                <a:lnTo>
                  <a:pt x="18189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6491">
            <a:solidFill>
              <a:srgbClr val="531B93"/>
            </a:solidFill>
            <a:prstDash val="solid"/>
          </a:ln>
        </p:spPr>
      </p:sp>
      <p:sp>
        <p:nvSpPr>
          <p:cNvPr id="1282" name="path-1202">
            <a:extLst xmlns:a="http://schemas.openxmlformats.org/drawingml/2006/main">
              <a:ext uri="{FF2B5EF4-FFF2-40B4-BE49-F238E27FC236}">
                <a16:creationId xmlns:a16="http://schemas.microsoft.com/office/drawing/2014/main" id="{67B94501-BB49-485E-9042-A58D95E14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0115" y="3801283"/>
            <a:ext cx="121124" cy="191"/>
          </a:xfrm>
          <a:custGeom xmlns:a="http://schemas.openxmlformats.org/drawingml/2006/main">
            <a:pathLst>
              <a:path w="121124" h="191">
                <a:moveTo>
                  <a:pt x="0" y="0"/>
                </a:moveTo>
                <a:lnTo>
                  <a:pt x="121124" y="0"/>
                </a:lnTo>
              </a:path>
            </a:pathLst>
          </a:custGeom>
          <a:noFill xmlns:a="http://schemas.openxmlformats.org/drawingml/2006/main"/>
          <a:ln xmlns:a="http://schemas.openxmlformats.org/drawingml/2006/main" w="16491">
            <a:solidFill>
              <a:srgbClr val="531B93"/>
            </a:solidFill>
            <a:prstDash val="solid"/>
          </a:ln>
        </p:spPr>
      </p:sp>
      <p:sp>
        <p:nvSpPr>
          <p:cNvPr id="1283" name="path-1203">
            <a:extLst xmlns:a="http://schemas.openxmlformats.org/drawingml/2006/main">
              <a:ext uri="{FF2B5EF4-FFF2-40B4-BE49-F238E27FC236}">
                <a16:creationId xmlns:a16="http://schemas.microsoft.com/office/drawing/2014/main" id="{0E75A90D-E660-457A-B861-F08B3F900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2657" y="3801283"/>
            <a:ext cx="346721" cy="191"/>
          </a:xfrm>
          <a:custGeom xmlns:a="http://schemas.openxmlformats.org/drawingml/2006/main">
            <a:pathLst>
              <a:path w="346721" h="191">
                <a:moveTo>
                  <a:pt x="0" y="0"/>
                </a:moveTo>
                <a:lnTo>
                  <a:pt x="346721" y="0"/>
                </a:lnTo>
              </a:path>
            </a:pathLst>
          </a:custGeom>
          <a:noFill xmlns:a="http://schemas.openxmlformats.org/drawingml/2006/main"/>
          <a:ln xmlns:a="http://schemas.openxmlformats.org/drawingml/2006/main" w="16491">
            <a:solidFill>
              <a:srgbClr val="531B93"/>
            </a:solidFill>
            <a:prstDash val="solid"/>
          </a:ln>
        </p:spPr>
      </p:sp>
      <p:sp>
        <p:nvSpPr>
          <p:cNvPr id="1284" name="text-1204 Back-propagation">
            <a:extLst xmlns:a="http://schemas.openxmlformats.org/drawingml/2006/main">
              <a:ext uri="{FF2B5EF4-FFF2-40B4-BE49-F238E27FC236}">
                <a16:creationId xmlns:a16="http://schemas.microsoft.com/office/drawing/2014/main" id="{C9A9A0DC-B3C3-4660-A91F-A6130D29D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25913" y="3636010"/>
            <a:ext cx="1288415" cy="2078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69" b="1" i="1">
                <a:solidFill>
                  <a:srgbClr val="531B9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69" b="1" i="1">
                <a:solidFill>
                  <a:srgbClr val="531B93"/>
                </a:solidFill>
                <a:latin typeface="Arial"/>
                <a:ea typeface="Arial"/>
                <a:cs typeface="Arial"/>
              </a:defRPr>
            </a:pPr>
            <a:r>
              <a:rPr sz="1169" b="1" i="1">
                <a:solidFill>
                  <a:srgbClr val="531B93"/>
                </a:solidFill>
                <a:latin typeface="Arial"/>
                <a:ea typeface="Arial"/>
                <a:cs typeface="Arial"/>
              </a:rPr>
              <a:t>Back-propagation</a:t>
            </a:r>
          </a:p>
        </p:txBody>
      </p:sp>
      <p:sp>
        <p:nvSpPr>
          <p:cNvPr id="1285" name="path-1205">
            <a:extLst xmlns:a="http://schemas.openxmlformats.org/drawingml/2006/main">
              <a:ext uri="{FF2B5EF4-FFF2-40B4-BE49-F238E27FC236}">
                <a16:creationId xmlns:a16="http://schemas.microsoft.com/office/drawing/2014/main" id="{6CB0ADA4-DDB8-4006-A915-A5FEAB64B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6431" y="3054073"/>
            <a:ext cx="3802731" cy="421982"/>
          </a:xfrm>
          <a:custGeom xmlns:a="http://schemas.openxmlformats.org/drawingml/2006/main">
            <a:pathLst>
              <a:path w="3802731" h="421982">
                <a:moveTo>
                  <a:pt x="41227" y="0"/>
                </a:moveTo>
                <a:lnTo>
                  <a:pt x="3761504" y="0"/>
                </a:lnTo>
                <a:cubicBezTo>
                  <a:pt x="3784344" y="0"/>
                  <a:pt x="3802731" y="18462"/>
                  <a:pt x="3802731" y="41227"/>
                </a:cubicBezTo>
                <a:lnTo>
                  <a:pt x="3802731" y="380755"/>
                </a:lnTo>
                <a:cubicBezTo>
                  <a:pt x="3802731" y="403520"/>
                  <a:pt x="3784344" y="421982"/>
                  <a:pt x="3761504" y="421982"/>
                </a:cubicBezTo>
                <a:lnTo>
                  <a:pt x="41227" y="421982"/>
                </a:lnTo>
                <a:cubicBezTo>
                  <a:pt x="18454" y="421982"/>
                  <a:pt x="0" y="403520"/>
                  <a:pt x="0" y="380755"/>
                </a:cubicBezTo>
                <a:lnTo>
                  <a:pt x="0" y="41227"/>
                </a:lnTo>
                <a:cubicBezTo>
                  <a:pt x="0" y="18462"/>
                  <a:pt x="18454" y="0"/>
                  <a:pt x="41227" y="0"/>
                </a:cubicBezTo>
              </a:path>
            </a:pathLst>
          </a:custGeom>
          <a:solidFill xmlns:a="http://schemas.openxmlformats.org/drawingml/2006/main">
            <a:srgbClr val="531B93">
              <a:alpha val="6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86" name="path-1207">
            <a:extLst xmlns:a="http://schemas.openxmlformats.org/drawingml/2006/main">
              <a:ext uri="{FF2B5EF4-FFF2-40B4-BE49-F238E27FC236}">
                <a16:creationId xmlns:a16="http://schemas.microsoft.com/office/drawing/2014/main" id="{129E1CFF-564A-431C-8275-F2558ED15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3300" y="3183351"/>
            <a:ext cx="121245" cy="117603"/>
          </a:xfrm>
          <a:custGeom xmlns:a="http://schemas.openxmlformats.org/drawingml/2006/main">
            <a:pathLst>
              <a:path w="121245" h="117603">
                <a:moveTo>
                  <a:pt x="120425" y="3615"/>
                </a:moveTo>
                <a:cubicBezTo>
                  <a:pt x="120754" y="3124"/>
                  <a:pt x="121245" y="1973"/>
                  <a:pt x="121245" y="1316"/>
                </a:cubicBezTo>
                <a:cubicBezTo>
                  <a:pt x="121245" y="165"/>
                  <a:pt x="121082" y="0"/>
                  <a:pt x="117302" y="0"/>
                </a:cubicBezTo>
                <a:lnTo>
                  <a:pt x="3943" y="0"/>
                </a:lnTo>
                <a:cubicBezTo>
                  <a:pt x="163" y="0"/>
                  <a:pt x="0" y="165"/>
                  <a:pt x="0" y="1316"/>
                </a:cubicBezTo>
                <a:cubicBezTo>
                  <a:pt x="0" y="1973"/>
                  <a:pt x="491" y="3124"/>
                  <a:pt x="820" y="3615"/>
                </a:cubicBezTo>
                <a:lnTo>
                  <a:pt x="56187" y="114482"/>
                </a:lnTo>
                <a:cubicBezTo>
                  <a:pt x="57337" y="116617"/>
                  <a:pt x="57829" y="117603"/>
                  <a:pt x="60624" y="117603"/>
                </a:cubicBezTo>
                <a:cubicBezTo>
                  <a:pt x="63416" y="117603"/>
                  <a:pt x="63908" y="116617"/>
                  <a:pt x="65058" y="114482"/>
                </a:cubicBezTo>
                <a:lnTo>
                  <a:pt x="120425" y="3615"/>
                </a:lnTo>
                <a:moveTo>
                  <a:pt x="20371" y="11830"/>
                </a:moveTo>
                <a:lnTo>
                  <a:pt x="110568" y="11830"/>
                </a:lnTo>
                <a:lnTo>
                  <a:pt x="65552" y="102163"/>
                </a:lnTo>
                <a:lnTo>
                  <a:pt x="20371" y="11830"/>
                </a:lnTo>
                <a:close/>
              </a:path>
            </a:pathLst>
          </a:custGeom>
          <a:solidFill xmlns:a="http://schemas.openxmlformats.org/drawingml/2006/main">
            <a:srgbClr val="531B9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87" name="path-1208">
            <a:extLst xmlns:a="http://schemas.openxmlformats.org/drawingml/2006/main">
              <a:ext uri="{FF2B5EF4-FFF2-40B4-BE49-F238E27FC236}">
                <a16:creationId xmlns:a16="http://schemas.microsoft.com/office/drawing/2014/main" id="{1BBFD851-3C01-4363-95CF-B5927EB58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9285" y="3239387"/>
            <a:ext cx="62562" cy="81648"/>
          </a:xfrm>
          <a:custGeom xmlns:a="http://schemas.openxmlformats.org/drawingml/2006/main">
            <a:pathLst>
              <a:path w="62562" h="81648">
                <a:moveTo>
                  <a:pt x="62562" y="25513"/>
                </a:moveTo>
                <a:cubicBezTo>
                  <a:pt x="62562" y="5521"/>
                  <a:pt x="50142" y="0"/>
                  <a:pt x="40941" y="0"/>
                </a:cubicBezTo>
                <a:cubicBezTo>
                  <a:pt x="35537" y="0"/>
                  <a:pt x="22886" y="1841"/>
                  <a:pt x="11845" y="17817"/>
                </a:cubicBezTo>
                <a:cubicBezTo>
                  <a:pt x="4026" y="29075"/>
                  <a:pt x="0" y="45974"/>
                  <a:pt x="0" y="56103"/>
                </a:cubicBezTo>
                <a:cubicBezTo>
                  <a:pt x="0" y="73828"/>
                  <a:pt x="10120" y="81648"/>
                  <a:pt x="21735" y="81648"/>
                </a:cubicBezTo>
                <a:cubicBezTo>
                  <a:pt x="27715" y="81648"/>
                  <a:pt x="39216" y="79233"/>
                  <a:pt x="49566" y="65540"/>
                </a:cubicBezTo>
                <a:cubicBezTo>
                  <a:pt x="57731" y="54606"/>
                  <a:pt x="62562" y="37462"/>
                  <a:pt x="62562" y="25513"/>
                </a:cubicBezTo>
                <a:moveTo>
                  <a:pt x="18515" y="37577"/>
                </a:moveTo>
                <a:cubicBezTo>
                  <a:pt x="20701" y="29649"/>
                  <a:pt x="22656" y="22411"/>
                  <a:pt x="26566" y="15748"/>
                </a:cubicBezTo>
                <a:cubicBezTo>
                  <a:pt x="29211" y="11382"/>
                  <a:pt x="34617" y="5291"/>
                  <a:pt x="40712" y="5291"/>
                </a:cubicBezTo>
                <a:cubicBezTo>
                  <a:pt x="44621" y="5291"/>
                  <a:pt x="48877" y="8165"/>
                  <a:pt x="48877" y="18046"/>
                </a:cubicBezTo>
                <a:cubicBezTo>
                  <a:pt x="48877" y="24250"/>
                  <a:pt x="47382" y="30223"/>
                  <a:pt x="45657" y="37577"/>
                </a:cubicBezTo>
                <a:lnTo>
                  <a:pt x="18515" y="37577"/>
                </a:lnTo>
                <a:moveTo>
                  <a:pt x="44046" y="44018"/>
                </a:moveTo>
                <a:cubicBezTo>
                  <a:pt x="42782" y="49082"/>
                  <a:pt x="40252" y="58981"/>
                  <a:pt x="35881" y="66002"/>
                </a:cubicBezTo>
                <a:cubicBezTo>
                  <a:pt x="32087" y="72216"/>
                  <a:pt x="26796" y="76359"/>
                  <a:pt x="21967" y="76359"/>
                </a:cubicBezTo>
                <a:cubicBezTo>
                  <a:pt x="16446" y="76359"/>
                  <a:pt x="13686" y="71066"/>
                  <a:pt x="13686" y="63584"/>
                </a:cubicBezTo>
                <a:cubicBezTo>
                  <a:pt x="13686" y="57714"/>
                  <a:pt x="15527" y="49658"/>
                  <a:pt x="16906" y="44018"/>
                </a:cubicBezTo>
                <a:lnTo>
                  <a:pt x="44046" y="44018"/>
                </a:lnTo>
                <a:close/>
              </a:path>
            </a:pathLst>
          </a:custGeom>
          <a:solidFill xmlns:a="http://schemas.openxmlformats.org/drawingml/2006/main">
            <a:srgbClr val="531B9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88" name="path-1209">
            <a:extLst xmlns:a="http://schemas.openxmlformats.org/drawingml/2006/main">
              <a:ext uri="{FF2B5EF4-FFF2-40B4-BE49-F238E27FC236}">
                <a16:creationId xmlns:a16="http://schemas.microsoft.com/office/drawing/2014/main" id="{C06E20A0-4367-43FF-8826-698F8A44C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2519" y="3183351"/>
            <a:ext cx="90197" cy="112148"/>
          </a:xfrm>
          <a:custGeom xmlns:a="http://schemas.openxmlformats.org/drawingml/2006/main">
            <a:pathLst>
              <a:path w="90197" h="112148">
                <a:moveTo>
                  <a:pt x="90197" y="69791"/>
                </a:moveTo>
                <a:lnTo>
                  <a:pt x="86089" y="69791"/>
                </a:lnTo>
                <a:cubicBezTo>
                  <a:pt x="84281" y="86537"/>
                  <a:pt x="81982" y="107056"/>
                  <a:pt x="53066" y="107056"/>
                </a:cubicBezTo>
                <a:lnTo>
                  <a:pt x="39594" y="107056"/>
                </a:lnTo>
                <a:cubicBezTo>
                  <a:pt x="31872" y="107056"/>
                  <a:pt x="31544" y="105908"/>
                  <a:pt x="31544" y="100491"/>
                </a:cubicBezTo>
                <a:lnTo>
                  <a:pt x="31544" y="12976"/>
                </a:lnTo>
                <a:cubicBezTo>
                  <a:pt x="31544" y="7393"/>
                  <a:pt x="31544" y="5094"/>
                  <a:pt x="47152" y="5094"/>
                </a:cubicBezTo>
                <a:lnTo>
                  <a:pt x="52574" y="5094"/>
                </a:lnTo>
                <a:lnTo>
                  <a:pt x="52574" y="0"/>
                </a:lnTo>
                <a:cubicBezTo>
                  <a:pt x="46658" y="494"/>
                  <a:pt x="31709" y="494"/>
                  <a:pt x="24973" y="494"/>
                </a:cubicBezTo>
                <a:cubicBezTo>
                  <a:pt x="18566" y="494"/>
                  <a:pt x="5751" y="494"/>
                  <a:pt x="0" y="0"/>
                </a:cubicBezTo>
                <a:lnTo>
                  <a:pt x="0" y="5094"/>
                </a:lnTo>
                <a:lnTo>
                  <a:pt x="3943" y="5094"/>
                </a:lnTo>
                <a:cubicBezTo>
                  <a:pt x="16593" y="5094"/>
                  <a:pt x="16921" y="6901"/>
                  <a:pt x="16921" y="12813"/>
                </a:cubicBezTo>
                <a:lnTo>
                  <a:pt x="16921" y="99340"/>
                </a:lnTo>
                <a:cubicBezTo>
                  <a:pt x="16921" y="105251"/>
                  <a:pt x="16593" y="107056"/>
                  <a:pt x="3943" y="107056"/>
                </a:cubicBezTo>
                <a:lnTo>
                  <a:pt x="0" y="107056"/>
                </a:lnTo>
                <a:lnTo>
                  <a:pt x="0" y="112148"/>
                </a:lnTo>
                <a:lnTo>
                  <a:pt x="85597" y="112148"/>
                </a:lnTo>
                <a:lnTo>
                  <a:pt x="90197" y="69791"/>
                </a:lnTo>
                <a:close/>
              </a:path>
            </a:pathLst>
          </a:custGeom>
          <a:solidFill xmlns:a="http://schemas.openxmlformats.org/drawingml/2006/main">
            <a:srgbClr val="531B9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89" name="path-1210">
            <a:extLst xmlns:a="http://schemas.openxmlformats.org/drawingml/2006/main">
              <a:ext uri="{FF2B5EF4-FFF2-40B4-BE49-F238E27FC236}">
                <a16:creationId xmlns:a16="http://schemas.microsoft.com/office/drawing/2014/main" id="{37A20EE7-9927-4D4A-B2E1-7B04DD260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5289" y="3269373"/>
            <a:ext cx="41287" cy="50651"/>
          </a:xfrm>
          <a:custGeom xmlns:a="http://schemas.openxmlformats.org/drawingml/2006/main">
            <a:pathLst>
              <a:path w="41287" h="50651">
                <a:moveTo>
                  <a:pt x="0" y="1265"/>
                </a:moveTo>
                <a:lnTo>
                  <a:pt x="0" y="5408"/>
                </a:lnTo>
                <a:lnTo>
                  <a:pt x="1611" y="5408"/>
                </a:lnTo>
                <a:cubicBezTo>
                  <a:pt x="5175" y="5408"/>
                  <a:pt x="8625" y="5754"/>
                  <a:pt x="8625" y="11166"/>
                </a:cubicBezTo>
                <a:lnTo>
                  <a:pt x="8625" y="41791"/>
                </a:lnTo>
                <a:cubicBezTo>
                  <a:pt x="8625" y="46397"/>
                  <a:pt x="5866" y="46511"/>
                  <a:pt x="0" y="46511"/>
                </a:cubicBezTo>
                <a:lnTo>
                  <a:pt x="0" y="50651"/>
                </a:lnTo>
                <a:lnTo>
                  <a:pt x="28177" y="50651"/>
                </a:lnTo>
                <a:lnTo>
                  <a:pt x="28177" y="46511"/>
                </a:lnTo>
                <a:cubicBezTo>
                  <a:pt x="26912" y="46511"/>
                  <a:pt x="25531" y="46627"/>
                  <a:pt x="24265" y="46627"/>
                </a:cubicBezTo>
                <a:cubicBezTo>
                  <a:pt x="20472" y="46627"/>
                  <a:pt x="17366" y="46051"/>
                  <a:pt x="17366" y="41907"/>
                </a:cubicBezTo>
                <a:lnTo>
                  <a:pt x="17366" y="32925"/>
                </a:lnTo>
                <a:cubicBezTo>
                  <a:pt x="17366" y="30737"/>
                  <a:pt x="17252" y="28435"/>
                  <a:pt x="17252" y="26248"/>
                </a:cubicBezTo>
                <a:cubicBezTo>
                  <a:pt x="17252" y="17151"/>
                  <a:pt x="20242" y="3222"/>
                  <a:pt x="32776" y="3222"/>
                </a:cubicBezTo>
                <a:lnTo>
                  <a:pt x="32776" y="3336"/>
                </a:lnTo>
                <a:cubicBezTo>
                  <a:pt x="31397" y="4141"/>
                  <a:pt x="30821" y="5754"/>
                  <a:pt x="30821" y="7365"/>
                </a:cubicBezTo>
                <a:cubicBezTo>
                  <a:pt x="30821" y="10589"/>
                  <a:pt x="33236" y="12661"/>
                  <a:pt x="36112" y="12661"/>
                </a:cubicBezTo>
                <a:cubicBezTo>
                  <a:pt x="39216" y="12661"/>
                  <a:pt x="41287" y="10129"/>
                  <a:pt x="41287" y="7597"/>
                </a:cubicBezTo>
                <a:cubicBezTo>
                  <a:pt x="41287" y="2646"/>
                  <a:pt x="36686" y="0"/>
                  <a:pt x="32201" y="0"/>
                </a:cubicBezTo>
                <a:cubicBezTo>
                  <a:pt x="24841" y="0"/>
                  <a:pt x="18171" y="6330"/>
                  <a:pt x="16676" y="12661"/>
                </a:cubicBezTo>
                <a:lnTo>
                  <a:pt x="16560" y="0"/>
                </a:lnTo>
                <a:lnTo>
                  <a:pt x="10811" y="462"/>
                </a:lnTo>
                <a:lnTo>
                  <a:pt x="0" y="1265"/>
                </a:lnTo>
                <a:close/>
              </a:path>
            </a:pathLst>
          </a:custGeom>
          <a:solidFill xmlns:a="http://schemas.openxmlformats.org/drawingml/2006/main">
            <a:srgbClr val="531B9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90" name="path-1211">
            <a:extLst xmlns:a="http://schemas.openxmlformats.org/drawingml/2006/main">
              <a:ext uri="{FF2B5EF4-FFF2-40B4-BE49-F238E27FC236}">
                <a16:creationId xmlns:a16="http://schemas.microsoft.com/office/drawing/2014/main" id="{6581D307-4A0A-4C53-AC53-7E390BCEF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5580" y="3268811"/>
            <a:ext cx="49336" cy="52335"/>
          </a:xfrm>
          <a:custGeom xmlns:a="http://schemas.openxmlformats.org/drawingml/2006/main">
            <a:pathLst>
              <a:path w="49336" h="52335">
                <a:moveTo>
                  <a:pt x="10466" y="24932"/>
                </a:moveTo>
                <a:lnTo>
                  <a:pt x="46808" y="24932"/>
                </a:lnTo>
                <a:cubicBezTo>
                  <a:pt x="48763" y="24932"/>
                  <a:pt x="49336" y="24243"/>
                  <a:pt x="49336" y="22518"/>
                </a:cubicBezTo>
                <a:cubicBezTo>
                  <a:pt x="49336" y="10113"/>
                  <a:pt x="41401" y="0"/>
                  <a:pt x="26912" y="0"/>
                </a:cubicBezTo>
                <a:cubicBezTo>
                  <a:pt x="12996" y="0"/>
                  <a:pt x="0" y="10343"/>
                  <a:pt x="0" y="26085"/>
                </a:cubicBezTo>
                <a:cubicBezTo>
                  <a:pt x="0" y="41747"/>
                  <a:pt x="13916" y="52335"/>
                  <a:pt x="28061" y="52335"/>
                </a:cubicBezTo>
                <a:cubicBezTo>
                  <a:pt x="36456" y="52335"/>
                  <a:pt x="46692" y="47620"/>
                  <a:pt x="48992" y="38637"/>
                </a:cubicBezTo>
                <a:cubicBezTo>
                  <a:pt x="49107" y="38292"/>
                  <a:pt x="49222" y="37832"/>
                  <a:pt x="49222" y="37486"/>
                </a:cubicBezTo>
                <a:lnTo>
                  <a:pt x="49222" y="37141"/>
                </a:lnTo>
                <a:cubicBezTo>
                  <a:pt x="49107" y="36219"/>
                  <a:pt x="48303" y="35758"/>
                  <a:pt x="47382" y="35758"/>
                </a:cubicBezTo>
                <a:cubicBezTo>
                  <a:pt x="45083" y="35758"/>
                  <a:pt x="44621" y="39789"/>
                  <a:pt x="43126" y="41631"/>
                </a:cubicBezTo>
                <a:cubicBezTo>
                  <a:pt x="39792" y="46123"/>
                  <a:pt x="34271" y="48656"/>
                  <a:pt x="28637" y="48656"/>
                </a:cubicBezTo>
                <a:lnTo>
                  <a:pt x="28291" y="48656"/>
                </a:lnTo>
                <a:cubicBezTo>
                  <a:pt x="23692" y="48656"/>
                  <a:pt x="18631" y="46123"/>
                  <a:pt x="15870" y="43014"/>
                </a:cubicBezTo>
                <a:cubicBezTo>
                  <a:pt x="11271" y="38176"/>
                  <a:pt x="10466" y="31383"/>
                  <a:pt x="10466" y="24932"/>
                </a:cubicBezTo>
                <a:moveTo>
                  <a:pt x="10581" y="21944"/>
                </a:moveTo>
                <a:cubicBezTo>
                  <a:pt x="11847" y="13214"/>
                  <a:pt x="15641" y="3336"/>
                  <a:pt x="26796" y="3336"/>
                </a:cubicBezTo>
                <a:cubicBezTo>
                  <a:pt x="30937" y="3336"/>
                  <a:pt x="34271" y="4829"/>
                  <a:pt x="37491" y="8504"/>
                </a:cubicBezTo>
                <a:cubicBezTo>
                  <a:pt x="40252" y="12180"/>
                  <a:pt x="41287" y="17348"/>
                  <a:pt x="41287" y="21944"/>
                </a:cubicBezTo>
                <a:lnTo>
                  <a:pt x="10581" y="21944"/>
                </a:lnTo>
                <a:close/>
              </a:path>
            </a:pathLst>
          </a:custGeom>
          <a:solidFill xmlns:a="http://schemas.openxmlformats.org/drawingml/2006/main">
            <a:srgbClr val="531B9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91" name="path-1212">
            <a:extLst xmlns:a="http://schemas.openxmlformats.org/drawingml/2006/main">
              <a:ext uri="{FF2B5EF4-FFF2-40B4-BE49-F238E27FC236}">
                <a16:creationId xmlns:a16="http://schemas.microsoft.com/office/drawing/2014/main" id="{598D0944-42AD-4B7F-BAE7-F9963EE36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4956" y="3269373"/>
            <a:ext cx="61757" cy="73000"/>
          </a:xfrm>
          <a:custGeom xmlns:a="http://schemas.openxmlformats.org/drawingml/2006/main">
            <a:pathLst>
              <a:path w="61757" h="73000">
                <a:moveTo>
                  <a:pt x="0" y="1265"/>
                </a:moveTo>
                <a:lnTo>
                  <a:pt x="0" y="5407"/>
                </a:lnTo>
                <a:lnTo>
                  <a:pt x="2530" y="5407"/>
                </a:lnTo>
                <a:cubicBezTo>
                  <a:pt x="5751" y="5407"/>
                  <a:pt x="8625" y="5868"/>
                  <a:pt x="8625" y="10239"/>
                </a:cubicBezTo>
                <a:lnTo>
                  <a:pt x="8625" y="64358"/>
                </a:lnTo>
                <a:cubicBezTo>
                  <a:pt x="8625" y="68399"/>
                  <a:pt x="5751" y="68860"/>
                  <a:pt x="2760" y="68860"/>
                </a:cubicBezTo>
                <a:lnTo>
                  <a:pt x="0" y="68860"/>
                </a:lnTo>
                <a:lnTo>
                  <a:pt x="0" y="73000"/>
                </a:lnTo>
                <a:lnTo>
                  <a:pt x="26452" y="73000"/>
                </a:lnTo>
                <a:lnTo>
                  <a:pt x="26452" y="68860"/>
                </a:lnTo>
                <a:lnTo>
                  <a:pt x="23692" y="68860"/>
                </a:lnTo>
                <a:cubicBezTo>
                  <a:pt x="20472" y="68860"/>
                  <a:pt x="17825" y="68515"/>
                  <a:pt x="17825" y="64473"/>
                </a:cubicBezTo>
                <a:lnTo>
                  <a:pt x="17825" y="45218"/>
                </a:lnTo>
                <a:cubicBezTo>
                  <a:pt x="22197" y="49589"/>
                  <a:pt x="27831" y="51774"/>
                  <a:pt x="33696" y="51774"/>
                </a:cubicBezTo>
                <a:cubicBezTo>
                  <a:pt x="47957" y="51774"/>
                  <a:pt x="61757" y="40961"/>
                  <a:pt x="61757" y="25773"/>
                </a:cubicBezTo>
                <a:cubicBezTo>
                  <a:pt x="61757" y="11850"/>
                  <a:pt x="50026" y="0"/>
                  <a:pt x="35307" y="0"/>
                </a:cubicBezTo>
                <a:cubicBezTo>
                  <a:pt x="28521" y="0"/>
                  <a:pt x="22197" y="2416"/>
                  <a:pt x="17366" y="6903"/>
                </a:cubicBezTo>
                <a:lnTo>
                  <a:pt x="17366" y="0"/>
                </a:lnTo>
                <a:lnTo>
                  <a:pt x="0" y="1265"/>
                </a:lnTo>
                <a:moveTo>
                  <a:pt x="51177" y="27614"/>
                </a:moveTo>
                <a:cubicBezTo>
                  <a:pt x="50258" y="37509"/>
                  <a:pt x="44047" y="48554"/>
                  <a:pt x="32660" y="48554"/>
                </a:cubicBezTo>
                <a:cubicBezTo>
                  <a:pt x="27601" y="48554"/>
                  <a:pt x="22541" y="45908"/>
                  <a:pt x="19666" y="41766"/>
                </a:cubicBezTo>
                <a:cubicBezTo>
                  <a:pt x="18631" y="40615"/>
                  <a:pt x="17825" y="39350"/>
                  <a:pt x="17825" y="37739"/>
                </a:cubicBezTo>
                <a:lnTo>
                  <a:pt x="17825" y="19329"/>
                </a:lnTo>
                <a:cubicBezTo>
                  <a:pt x="17825" y="17948"/>
                  <a:pt x="17711" y="16567"/>
                  <a:pt x="17711" y="15072"/>
                </a:cubicBezTo>
                <a:cubicBezTo>
                  <a:pt x="17711" y="8744"/>
                  <a:pt x="26336" y="3682"/>
                  <a:pt x="33696" y="3682"/>
                </a:cubicBezTo>
                <a:cubicBezTo>
                  <a:pt x="45543" y="3682"/>
                  <a:pt x="51291" y="16223"/>
                  <a:pt x="51291" y="25889"/>
                </a:cubicBezTo>
                <a:cubicBezTo>
                  <a:pt x="51291" y="26463"/>
                  <a:pt x="51291" y="27038"/>
                  <a:pt x="51177" y="27614"/>
                </a:cubicBezTo>
                <a:close/>
              </a:path>
            </a:pathLst>
          </a:custGeom>
          <a:solidFill xmlns:a="http://schemas.openxmlformats.org/drawingml/2006/main">
            <a:srgbClr val="531B9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92" name="path-1213">
            <a:extLst xmlns:a="http://schemas.openxmlformats.org/drawingml/2006/main">
              <a:ext uri="{FF2B5EF4-FFF2-40B4-BE49-F238E27FC236}">
                <a16:creationId xmlns:a16="http://schemas.microsoft.com/office/drawing/2014/main" id="{656D3308-9B5F-4D86-B361-4676F51D3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7711" y="3235180"/>
            <a:ext cx="109252" cy="38493"/>
          </a:xfrm>
          <a:custGeom xmlns:a="http://schemas.openxmlformats.org/drawingml/2006/main">
            <a:pathLst>
              <a:path w="109252" h="38493">
                <a:moveTo>
                  <a:pt x="103667" y="6571"/>
                </a:moveTo>
                <a:cubicBezTo>
                  <a:pt x="106131" y="6571"/>
                  <a:pt x="109252" y="6571"/>
                  <a:pt x="109252" y="3287"/>
                </a:cubicBezTo>
                <a:cubicBezTo>
                  <a:pt x="109252" y="0"/>
                  <a:pt x="106131" y="0"/>
                  <a:pt x="103830" y="0"/>
                </a:cubicBezTo>
                <a:lnTo>
                  <a:pt x="5420" y="0"/>
                </a:lnTo>
                <a:cubicBezTo>
                  <a:pt x="3121" y="0"/>
                  <a:pt x="0" y="0"/>
                  <a:pt x="0" y="3287"/>
                </a:cubicBezTo>
                <a:cubicBezTo>
                  <a:pt x="0" y="6571"/>
                  <a:pt x="3121" y="6571"/>
                  <a:pt x="5585" y="6571"/>
                </a:cubicBezTo>
                <a:lnTo>
                  <a:pt x="103667" y="6571"/>
                </a:lnTo>
                <a:moveTo>
                  <a:pt x="103830" y="38493"/>
                </a:moveTo>
                <a:cubicBezTo>
                  <a:pt x="106131" y="38493"/>
                  <a:pt x="109252" y="38493"/>
                  <a:pt x="109252" y="35207"/>
                </a:cubicBezTo>
                <a:cubicBezTo>
                  <a:pt x="109252" y="31920"/>
                  <a:pt x="106131" y="31920"/>
                  <a:pt x="103667" y="31920"/>
                </a:cubicBezTo>
                <a:lnTo>
                  <a:pt x="5585" y="31920"/>
                </a:lnTo>
                <a:cubicBezTo>
                  <a:pt x="3121" y="31920"/>
                  <a:pt x="0" y="31920"/>
                  <a:pt x="0" y="35207"/>
                </a:cubicBezTo>
                <a:cubicBezTo>
                  <a:pt x="0" y="38493"/>
                  <a:pt x="3121" y="38493"/>
                  <a:pt x="5420" y="38493"/>
                </a:cubicBezTo>
                <a:lnTo>
                  <a:pt x="103830" y="38493"/>
                </a:lnTo>
                <a:close/>
              </a:path>
            </a:pathLst>
          </a:custGeom>
          <a:solidFill xmlns:a="http://schemas.openxmlformats.org/drawingml/2006/main">
            <a:srgbClr val="531B9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93" name="path-1214">
            <a:extLst xmlns:a="http://schemas.openxmlformats.org/drawingml/2006/main">
              <a:ext uri="{FF2B5EF4-FFF2-40B4-BE49-F238E27FC236}">
                <a16:creationId xmlns:a16="http://schemas.microsoft.com/office/drawing/2014/main" id="{AA5B0173-F7F7-4815-B406-1F153DD2C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4575" y="3198547"/>
            <a:ext cx="102682" cy="112468"/>
          </a:xfrm>
          <a:custGeom xmlns:a="http://schemas.openxmlformats.org/drawingml/2006/main">
            <a:pathLst>
              <a:path w="102682" h="112468">
                <a:moveTo>
                  <a:pt x="40250" y="57277"/>
                </a:moveTo>
                <a:cubicBezTo>
                  <a:pt x="44359" y="57277"/>
                  <a:pt x="52243" y="57277"/>
                  <a:pt x="57994" y="60727"/>
                </a:cubicBezTo>
                <a:cubicBezTo>
                  <a:pt x="65881" y="65821"/>
                  <a:pt x="66538" y="74690"/>
                  <a:pt x="66538" y="75675"/>
                </a:cubicBezTo>
                <a:cubicBezTo>
                  <a:pt x="66703" y="77974"/>
                  <a:pt x="66703" y="80110"/>
                  <a:pt x="69496" y="80110"/>
                </a:cubicBezTo>
                <a:cubicBezTo>
                  <a:pt x="72288" y="80110"/>
                  <a:pt x="72288" y="77811"/>
                  <a:pt x="72288" y="74853"/>
                </a:cubicBezTo>
                <a:lnTo>
                  <a:pt x="72288" y="30363"/>
                </a:lnTo>
                <a:cubicBezTo>
                  <a:pt x="72288" y="27736"/>
                  <a:pt x="72288" y="25111"/>
                  <a:pt x="69496" y="25111"/>
                </a:cubicBezTo>
                <a:cubicBezTo>
                  <a:pt x="66703" y="25111"/>
                  <a:pt x="66538" y="27573"/>
                  <a:pt x="66538" y="28887"/>
                </a:cubicBezTo>
                <a:cubicBezTo>
                  <a:pt x="65552" y="50052"/>
                  <a:pt x="48794" y="51200"/>
                  <a:pt x="40250" y="51363"/>
                </a:cubicBezTo>
                <a:lnTo>
                  <a:pt x="40250" y="16743"/>
                </a:lnTo>
                <a:cubicBezTo>
                  <a:pt x="40250" y="5751"/>
                  <a:pt x="43374" y="5751"/>
                  <a:pt x="47315" y="5751"/>
                </a:cubicBezTo>
                <a:lnTo>
                  <a:pt x="55201" y="5751"/>
                </a:lnTo>
                <a:cubicBezTo>
                  <a:pt x="77382" y="5751"/>
                  <a:pt x="88387" y="17072"/>
                  <a:pt x="89375" y="28393"/>
                </a:cubicBezTo>
                <a:cubicBezTo>
                  <a:pt x="89538" y="29706"/>
                  <a:pt x="89704" y="32168"/>
                  <a:pt x="92331" y="32168"/>
                </a:cubicBezTo>
                <a:cubicBezTo>
                  <a:pt x="95123" y="32168"/>
                  <a:pt x="95123" y="29541"/>
                  <a:pt x="95123" y="26753"/>
                </a:cubicBezTo>
                <a:lnTo>
                  <a:pt x="95123" y="5422"/>
                </a:lnTo>
                <a:cubicBezTo>
                  <a:pt x="95123" y="331"/>
                  <a:pt x="94795" y="0"/>
                  <a:pt x="89704" y="0"/>
                </a:cubicBezTo>
                <a:lnTo>
                  <a:pt x="5585" y="0"/>
                </a:lnTo>
                <a:cubicBezTo>
                  <a:pt x="2630" y="0"/>
                  <a:pt x="0" y="0"/>
                  <a:pt x="0" y="2958"/>
                </a:cubicBezTo>
                <a:cubicBezTo>
                  <a:pt x="0" y="5751"/>
                  <a:pt x="3121" y="5751"/>
                  <a:pt x="4435" y="5751"/>
                </a:cubicBezTo>
                <a:cubicBezTo>
                  <a:pt x="13800" y="5751"/>
                  <a:pt x="14457" y="7064"/>
                  <a:pt x="14457" y="15104"/>
                </a:cubicBezTo>
                <a:lnTo>
                  <a:pt x="14457" y="97357"/>
                </a:lnTo>
                <a:cubicBezTo>
                  <a:pt x="14457" y="105078"/>
                  <a:pt x="13966" y="106720"/>
                  <a:pt x="5257" y="106720"/>
                </a:cubicBezTo>
                <a:cubicBezTo>
                  <a:pt x="2793" y="106720"/>
                  <a:pt x="0" y="106720"/>
                  <a:pt x="0" y="109513"/>
                </a:cubicBezTo>
                <a:cubicBezTo>
                  <a:pt x="0" y="112468"/>
                  <a:pt x="2630" y="112468"/>
                  <a:pt x="5585" y="112468"/>
                </a:cubicBezTo>
                <a:lnTo>
                  <a:pt x="92659" y="112468"/>
                </a:lnTo>
                <a:cubicBezTo>
                  <a:pt x="95783" y="112468"/>
                  <a:pt x="97425" y="112468"/>
                  <a:pt x="97919" y="110170"/>
                </a:cubicBezTo>
                <a:cubicBezTo>
                  <a:pt x="98082" y="110004"/>
                  <a:pt x="102682" y="82574"/>
                  <a:pt x="102682" y="81752"/>
                </a:cubicBezTo>
                <a:cubicBezTo>
                  <a:pt x="102682" y="79947"/>
                  <a:pt x="101203" y="78796"/>
                  <a:pt x="99889" y="78796"/>
                </a:cubicBezTo>
                <a:cubicBezTo>
                  <a:pt x="97588" y="78796"/>
                  <a:pt x="96931" y="80932"/>
                  <a:pt x="96931" y="81095"/>
                </a:cubicBezTo>
                <a:cubicBezTo>
                  <a:pt x="95946" y="85367"/>
                  <a:pt x="94304" y="92266"/>
                  <a:pt x="82311" y="99327"/>
                </a:cubicBezTo>
                <a:cubicBezTo>
                  <a:pt x="73767" y="104419"/>
                  <a:pt x="65387" y="106720"/>
                  <a:pt x="56352" y="106720"/>
                </a:cubicBezTo>
                <a:lnTo>
                  <a:pt x="47315" y="106720"/>
                </a:lnTo>
                <a:cubicBezTo>
                  <a:pt x="43374" y="106720"/>
                  <a:pt x="40250" y="106720"/>
                  <a:pt x="40250" y="95715"/>
                </a:cubicBezTo>
                <a:lnTo>
                  <a:pt x="40250" y="57277"/>
                </a:lnTo>
                <a:moveTo>
                  <a:pt x="89375" y="5751"/>
                </a:moveTo>
                <a:lnTo>
                  <a:pt x="89375" y="13627"/>
                </a:lnTo>
                <a:cubicBezTo>
                  <a:pt x="86582" y="10509"/>
                  <a:pt x="83459" y="7884"/>
                  <a:pt x="80009" y="5751"/>
                </a:cubicBezTo>
                <a:lnTo>
                  <a:pt x="89375" y="5751"/>
                </a:lnTo>
                <a:moveTo>
                  <a:pt x="57337" y="53828"/>
                </a:moveTo>
                <a:cubicBezTo>
                  <a:pt x="59967" y="52677"/>
                  <a:pt x="63579" y="50215"/>
                  <a:pt x="66538" y="46771"/>
                </a:cubicBezTo>
                <a:lnTo>
                  <a:pt x="66538" y="60564"/>
                </a:lnTo>
                <a:cubicBezTo>
                  <a:pt x="62594" y="56129"/>
                  <a:pt x="57503" y="53993"/>
                  <a:pt x="57337" y="53993"/>
                </a:cubicBezTo>
                <a:lnTo>
                  <a:pt x="57337" y="53828"/>
                </a:lnTo>
                <a:moveTo>
                  <a:pt x="20208" y="14776"/>
                </a:moveTo>
                <a:cubicBezTo>
                  <a:pt x="20208" y="12805"/>
                  <a:pt x="20208" y="8704"/>
                  <a:pt x="18894" y="5751"/>
                </a:cubicBezTo>
                <a:lnTo>
                  <a:pt x="36307" y="5751"/>
                </a:lnTo>
                <a:cubicBezTo>
                  <a:pt x="34502" y="9524"/>
                  <a:pt x="34502" y="14938"/>
                  <a:pt x="34502" y="16415"/>
                </a:cubicBezTo>
                <a:lnTo>
                  <a:pt x="34502" y="96043"/>
                </a:lnTo>
                <a:cubicBezTo>
                  <a:pt x="34502" y="101957"/>
                  <a:pt x="35650" y="105241"/>
                  <a:pt x="36307" y="106720"/>
                </a:cubicBezTo>
                <a:lnTo>
                  <a:pt x="18894" y="106720"/>
                </a:lnTo>
                <a:cubicBezTo>
                  <a:pt x="20208" y="103762"/>
                  <a:pt x="20208" y="99656"/>
                  <a:pt x="20208" y="97685"/>
                </a:cubicBezTo>
                <a:lnTo>
                  <a:pt x="20208" y="14776"/>
                </a:lnTo>
                <a:moveTo>
                  <a:pt x="81323" y="106720"/>
                </a:moveTo>
                <a:lnTo>
                  <a:pt x="81323" y="106555"/>
                </a:lnTo>
                <a:cubicBezTo>
                  <a:pt x="86582" y="103928"/>
                  <a:pt x="91017" y="100478"/>
                  <a:pt x="94304" y="97520"/>
                </a:cubicBezTo>
                <a:cubicBezTo>
                  <a:pt x="94138" y="98179"/>
                  <a:pt x="92988" y="105407"/>
                  <a:pt x="92825" y="106720"/>
                </a:cubicBezTo>
                <a:lnTo>
                  <a:pt x="81323" y="106720"/>
                </a:lnTo>
                <a:close/>
              </a:path>
            </a:pathLst>
          </a:custGeom>
          <a:solidFill xmlns:a="http://schemas.openxmlformats.org/drawingml/2006/main">
            <a:srgbClr val="531B9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94" name="path-1215">
            <a:extLst xmlns:a="http://schemas.openxmlformats.org/drawingml/2006/main">
              <a:ext uri="{FF2B5EF4-FFF2-40B4-BE49-F238E27FC236}">
                <a16:creationId xmlns:a16="http://schemas.microsoft.com/office/drawing/2014/main" id="{F21F7D41-AA4A-4970-B770-CC7127995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1106" y="3339416"/>
            <a:ext cx="112588" cy="78840"/>
          </a:xfrm>
          <a:custGeom xmlns:a="http://schemas.openxmlformats.org/drawingml/2006/main">
            <a:pathLst>
              <a:path w="112588" h="78840">
                <a:moveTo>
                  <a:pt x="68313" y="35744"/>
                </a:moveTo>
                <a:cubicBezTo>
                  <a:pt x="68197" y="35628"/>
                  <a:pt x="67507" y="34480"/>
                  <a:pt x="67507" y="34364"/>
                </a:cubicBezTo>
                <a:cubicBezTo>
                  <a:pt x="67507" y="34250"/>
                  <a:pt x="69806" y="32181"/>
                  <a:pt x="71071" y="31032"/>
                </a:cubicBezTo>
                <a:lnTo>
                  <a:pt x="90392" y="13337"/>
                </a:lnTo>
                <a:cubicBezTo>
                  <a:pt x="96718" y="7705"/>
                  <a:pt x="97983" y="6556"/>
                  <a:pt x="109828" y="6442"/>
                </a:cubicBezTo>
                <a:cubicBezTo>
                  <a:pt x="112129" y="6442"/>
                  <a:pt x="112588" y="3452"/>
                  <a:pt x="112588" y="2530"/>
                </a:cubicBezTo>
                <a:cubicBezTo>
                  <a:pt x="112588" y="691"/>
                  <a:pt x="111093" y="0"/>
                  <a:pt x="110058" y="0"/>
                </a:cubicBezTo>
                <a:cubicBezTo>
                  <a:pt x="107184" y="0"/>
                  <a:pt x="100168" y="462"/>
                  <a:pt x="97294" y="462"/>
                </a:cubicBezTo>
                <a:cubicBezTo>
                  <a:pt x="94877" y="462"/>
                  <a:pt x="91773" y="462"/>
                  <a:pt x="89358" y="346"/>
                </a:cubicBezTo>
                <a:cubicBezTo>
                  <a:pt x="86828" y="232"/>
                  <a:pt x="83952" y="0"/>
                  <a:pt x="81537" y="0"/>
                </a:cubicBezTo>
                <a:cubicBezTo>
                  <a:pt x="80732" y="0"/>
                  <a:pt x="77973" y="0"/>
                  <a:pt x="77973" y="3911"/>
                </a:cubicBezTo>
                <a:cubicBezTo>
                  <a:pt x="77973" y="6326"/>
                  <a:pt x="80388" y="6442"/>
                  <a:pt x="81307" y="6442"/>
                </a:cubicBezTo>
                <a:cubicBezTo>
                  <a:pt x="82918" y="6442"/>
                  <a:pt x="84527" y="6672"/>
                  <a:pt x="86252" y="7246"/>
                </a:cubicBezTo>
                <a:lnTo>
                  <a:pt x="63598" y="27815"/>
                </a:lnTo>
                <a:lnTo>
                  <a:pt x="51407" y="6902"/>
                </a:lnTo>
                <a:cubicBezTo>
                  <a:pt x="53822" y="6556"/>
                  <a:pt x="54281" y="6556"/>
                  <a:pt x="57387" y="6442"/>
                </a:cubicBezTo>
                <a:cubicBezTo>
                  <a:pt x="60146" y="6326"/>
                  <a:pt x="60378" y="3336"/>
                  <a:pt x="60378" y="2530"/>
                </a:cubicBezTo>
                <a:cubicBezTo>
                  <a:pt x="60378" y="805"/>
                  <a:pt x="58997" y="0"/>
                  <a:pt x="57731" y="0"/>
                </a:cubicBezTo>
                <a:cubicBezTo>
                  <a:pt x="55777" y="0"/>
                  <a:pt x="51407" y="232"/>
                  <a:pt x="49222" y="346"/>
                </a:cubicBezTo>
                <a:cubicBezTo>
                  <a:pt x="46576" y="462"/>
                  <a:pt x="42321" y="462"/>
                  <a:pt x="39676" y="462"/>
                </a:cubicBezTo>
                <a:cubicBezTo>
                  <a:pt x="37146" y="462"/>
                  <a:pt x="34271" y="346"/>
                  <a:pt x="31741" y="346"/>
                </a:cubicBezTo>
                <a:cubicBezTo>
                  <a:pt x="29096" y="346"/>
                  <a:pt x="26220" y="0"/>
                  <a:pt x="23692" y="0"/>
                </a:cubicBezTo>
                <a:cubicBezTo>
                  <a:pt x="22886" y="0"/>
                  <a:pt x="20126" y="0"/>
                  <a:pt x="20126" y="3911"/>
                </a:cubicBezTo>
                <a:cubicBezTo>
                  <a:pt x="20126" y="6442"/>
                  <a:pt x="22426" y="6442"/>
                  <a:pt x="24955" y="6442"/>
                </a:cubicBezTo>
                <a:cubicBezTo>
                  <a:pt x="26450" y="6442"/>
                  <a:pt x="27945" y="6442"/>
                  <a:pt x="29440" y="6556"/>
                </a:cubicBezTo>
                <a:cubicBezTo>
                  <a:pt x="31281" y="6672"/>
                  <a:pt x="31395" y="6786"/>
                  <a:pt x="32201" y="8165"/>
                </a:cubicBezTo>
                <a:lnTo>
                  <a:pt x="50602" y="39650"/>
                </a:lnTo>
                <a:lnTo>
                  <a:pt x="19206" y="68148"/>
                </a:lnTo>
                <a:cubicBezTo>
                  <a:pt x="16906" y="70217"/>
                  <a:pt x="13800" y="72286"/>
                  <a:pt x="4485" y="72400"/>
                </a:cubicBezTo>
                <a:cubicBezTo>
                  <a:pt x="2415" y="72400"/>
                  <a:pt x="0" y="72400"/>
                  <a:pt x="0" y="76311"/>
                </a:cubicBezTo>
                <a:cubicBezTo>
                  <a:pt x="0" y="77691"/>
                  <a:pt x="1149" y="78840"/>
                  <a:pt x="2530" y="78840"/>
                </a:cubicBezTo>
                <a:cubicBezTo>
                  <a:pt x="5405" y="78840"/>
                  <a:pt x="12421" y="78380"/>
                  <a:pt x="15295" y="78380"/>
                </a:cubicBezTo>
                <a:cubicBezTo>
                  <a:pt x="17711" y="78380"/>
                  <a:pt x="20816" y="78380"/>
                  <a:pt x="23230" y="78496"/>
                </a:cubicBezTo>
                <a:cubicBezTo>
                  <a:pt x="25761" y="78610"/>
                  <a:pt x="28637" y="78840"/>
                  <a:pt x="31165" y="78840"/>
                </a:cubicBezTo>
                <a:cubicBezTo>
                  <a:pt x="32890" y="78840"/>
                  <a:pt x="34731" y="78036"/>
                  <a:pt x="34731" y="74930"/>
                </a:cubicBezTo>
                <a:cubicBezTo>
                  <a:pt x="34731" y="74700"/>
                  <a:pt x="34731" y="72516"/>
                  <a:pt x="31741" y="72400"/>
                </a:cubicBezTo>
                <a:cubicBezTo>
                  <a:pt x="29440" y="72400"/>
                  <a:pt x="27945" y="72056"/>
                  <a:pt x="26336" y="71596"/>
                </a:cubicBezTo>
                <a:lnTo>
                  <a:pt x="54281" y="46201"/>
                </a:lnTo>
                <a:lnTo>
                  <a:pt x="69347" y="71940"/>
                </a:lnTo>
                <a:cubicBezTo>
                  <a:pt x="67392" y="72170"/>
                  <a:pt x="64747" y="72286"/>
                  <a:pt x="63366" y="72400"/>
                </a:cubicBezTo>
                <a:cubicBezTo>
                  <a:pt x="62562" y="72516"/>
                  <a:pt x="60378" y="72861"/>
                  <a:pt x="60378" y="76311"/>
                </a:cubicBezTo>
                <a:cubicBezTo>
                  <a:pt x="60378" y="77347"/>
                  <a:pt x="61181" y="78840"/>
                  <a:pt x="63136" y="78840"/>
                </a:cubicBezTo>
                <a:cubicBezTo>
                  <a:pt x="65782" y="78840"/>
                  <a:pt x="69003" y="78610"/>
                  <a:pt x="71647" y="78496"/>
                </a:cubicBezTo>
                <a:cubicBezTo>
                  <a:pt x="74177" y="78380"/>
                  <a:pt x="78547" y="78380"/>
                  <a:pt x="81077" y="78380"/>
                </a:cubicBezTo>
                <a:cubicBezTo>
                  <a:pt x="83608" y="78380"/>
                  <a:pt x="86482" y="78496"/>
                  <a:pt x="89013" y="78496"/>
                </a:cubicBezTo>
                <a:cubicBezTo>
                  <a:pt x="91657" y="78496"/>
                  <a:pt x="94647" y="78840"/>
                  <a:pt x="97178" y="78840"/>
                </a:cubicBezTo>
                <a:cubicBezTo>
                  <a:pt x="98789" y="78840"/>
                  <a:pt x="100744" y="78150"/>
                  <a:pt x="100744" y="74930"/>
                </a:cubicBezTo>
                <a:cubicBezTo>
                  <a:pt x="100744" y="72400"/>
                  <a:pt x="98327" y="72400"/>
                  <a:pt x="95798" y="72400"/>
                </a:cubicBezTo>
                <a:cubicBezTo>
                  <a:pt x="94303" y="72400"/>
                  <a:pt x="92808" y="72400"/>
                  <a:pt x="91313" y="72286"/>
                </a:cubicBezTo>
                <a:cubicBezTo>
                  <a:pt x="89472" y="72170"/>
                  <a:pt x="89358" y="72056"/>
                  <a:pt x="88553" y="70677"/>
                </a:cubicBezTo>
                <a:lnTo>
                  <a:pt x="68313" y="35744"/>
                </a:lnTo>
                <a:close/>
              </a:path>
            </a:pathLst>
          </a:custGeom>
          <a:solidFill xmlns:a="http://schemas.openxmlformats.org/drawingml/2006/main">
            <a:srgbClr val="531B9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95" name="path-1216">
            <a:extLst xmlns:a="http://schemas.openxmlformats.org/drawingml/2006/main">
              <a:ext uri="{FF2B5EF4-FFF2-40B4-BE49-F238E27FC236}">
                <a16:creationId xmlns:a16="http://schemas.microsoft.com/office/drawing/2014/main" id="{7B389FD2-16D2-428E-9661-494524558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7330" y="3405032"/>
            <a:ext cx="14605" cy="35459"/>
          </a:xfrm>
          <a:custGeom xmlns:a="http://schemas.openxmlformats.org/drawingml/2006/main">
            <a:pathLst>
              <a:path w="14605" h="35459">
                <a:moveTo>
                  <a:pt x="11385" y="11385"/>
                </a:moveTo>
                <a:cubicBezTo>
                  <a:pt x="11385" y="17718"/>
                  <a:pt x="10234" y="25094"/>
                  <a:pt x="2415" y="32467"/>
                </a:cubicBezTo>
                <a:cubicBezTo>
                  <a:pt x="1955" y="32929"/>
                  <a:pt x="1609" y="33275"/>
                  <a:pt x="1609" y="33848"/>
                </a:cubicBezTo>
                <a:cubicBezTo>
                  <a:pt x="1609" y="34654"/>
                  <a:pt x="2529" y="35459"/>
                  <a:pt x="3220" y="35459"/>
                </a:cubicBezTo>
                <a:cubicBezTo>
                  <a:pt x="4829" y="35459"/>
                  <a:pt x="14605" y="26245"/>
                  <a:pt x="14605" y="12535"/>
                </a:cubicBezTo>
                <a:cubicBezTo>
                  <a:pt x="14605" y="5405"/>
                  <a:pt x="11845" y="0"/>
                  <a:pt x="6554" y="0"/>
                </a:cubicBezTo>
                <a:cubicBezTo>
                  <a:pt x="2759" y="0"/>
                  <a:pt x="0" y="2990"/>
                  <a:pt x="0" y="6554"/>
                </a:cubicBezTo>
                <a:cubicBezTo>
                  <a:pt x="0" y="10236"/>
                  <a:pt x="2644" y="13224"/>
                  <a:pt x="6670" y="13224"/>
                </a:cubicBezTo>
                <a:cubicBezTo>
                  <a:pt x="9430" y="13224"/>
                  <a:pt x="11269" y="11385"/>
                  <a:pt x="11385" y="11385"/>
                </a:cubicBezTo>
                <a:close/>
              </a:path>
            </a:pathLst>
          </a:custGeom>
          <a:solidFill xmlns:a="http://schemas.openxmlformats.org/drawingml/2006/main">
            <a:srgbClr val="531B9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96" name="path-1217">
            <a:extLst xmlns:a="http://schemas.openxmlformats.org/drawingml/2006/main">
              <a:ext uri="{FF2B5EF4-FFF2-40B4-BE49-F238E27FC236}">
                <a16:creationId xmlns:a16="http://schemas.microsoft.com/office/drawing/2014/main" id="{FCE8DCC4-061B-47ED-8561-232C9852E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8875" y="3367493"/>
            <a:ext cx="58997" cy="74235"/>
          </a:xfrm>
          <a:custGeom xmlns:a="http://schemas.openxmlformats.org/drawingml/2006/main">
            <a:pathLst>
              <a:path w="58997" h="74235">
                <a:moveTo>
                  <a:pt x="58537" y="7363"/>
                </a:moveTo>
                <a:cubicBezTo>
                  <a:pt x="58997" y="5752"/>
                  <a:pt x="58997" y="5522"/>
                  <a:pt x="58997" y="4831"/>
                </a:cubicBezTo>
                <a:cubicBezTo>
                  <a:pt x="58997" y="2530"/>
                  <a:pt x="57156" y="1151"/>
                  <a:pt x="55201" y="1151"/>
                </a:cubicBezTo>
                <a:cubicBezTo>
                  <a:pt x="53936" y="1151"/>
                  <a:pt x="51751" y="1727"/>
                  <a:pt x="50486" y="3911"/>
                </a:cubicBezTo>
                <a:cubicBezTo>
                  <a:pt x="50140" y="4601"/>
                  <a:pt x="49221" y="8283"/>
                  <a:pt x="48645" y="10585"/>
                </a:cubicBezTo>
                <a:lnTo>
                  <a:pt x="46230" y="20135"/>
                </a:lnTo>
                <a:cubicBezTo>
                  <a:pt x="45541" y="22895"/>
                  <a:pt x="41975" y="37391"/>
                  <a:pt x="41631" y="38657"/>
                </a:cubicBezTo>
                <a:cubicBezTo>
                  <a:pt x="41515" y="38657"/>
                  <a:pt x="36456" y="48666"/>
                  <a:pt x="27486" y="48666"/>
                </a:cubicBezTo>
                <a:cubicBezTo>
                  <a:pt x="19664" y="48666"/>
                  <a:pt x="19664" y="41189"/>
                  <a:pt x="19664" y="39118"/>
                </a:cubicBezTo>
                <a:cubicBezTo>
                  <a:pt x="19664" y="32904"/>
                  <a:pt x="22311" y="25657"/>
                  <a:pt x="25761" y="16797"/>
                </a:cubicBezTo>
                <a:cubicBezTo>
                  <a:pt x="27140" y="13115"/>
                  <a:pt x="27715" y="11734"/>
                  <a:pt x="27715" y="9780"/>
                </a:cubicBezTo>
                <a:cubicBezTo>
                  <a:pt x="27715" y="4257"/>
                  <a:pt x="23000" y="0"/>
                  <a:pt x="16790" y="0"/>
                </a:cubicBezTo>
                <a:cubicBezTo>
                  <a:pt x="5175" y="0"/>
                  <a:pt x="0" y="15646"/>
                  <a:pt x="0" y="17602"/>
                </a:cubicBezTo>
                <a:cubicBezTo>
                  <a:pt x="0" y="19098"/>
                  <a:pt x="1609" y="19098"/>
                  <a:pt x="1955" y="19098"/>
                </a:cubicBezTo>
                <a:cubicBezTo>
                  <a:pt x="3564" y="19098"/>
                  <a:pt x="3680" y="18524"/>
                  <a:pt x="4024" y="17257"/>
                </a:cubicBezTo>
                <a:cubicBezTo>
                  <a:pt x="6900" y="7709"/>
                  <a:pt x="11845" y="3222"/>
                  <a:pt x="16444" y="3222"/>
                </a:cubicBezTo>
                <a:cubicBezTo>
                  <a:pt x="18399" y="3222"/>
                  <a:pt x="19320" y="4487"/>
                  <a:pt x="19320" y="7247"/>
                </a:cubicBezTo>
                <a:cubicBezTo>
                  <a:pt x="19320" y="9894"/>
                  <a:pt x="18285" y="12426"/>
                  <a:pt x="17710" y="13921"/>
                </a:cubicBezTo>
                <a:cubicBezTo>
                  <a:pt x="12191" y="27958"/>
                  <a:pt x="11039" y="32215"/>
                  <a:pt x="11039" y="37277"/>
                </a:cubicBezTo>
                <a:cubicBezTo>
                  <a:pt x="11039" y="39232"/>
                  <a:pt x="11039" y="44641"/>
                  <a:pt x="15525" y="48322"/>
                </a:cubicBezTo>
                <a:cubicBezTo>
                  <a:pt x="19091" y="51312"/>
                  <a:pt x="23920" y="51886"/>
                  <a:pt x="27026" y="51886"/>
                </a:cubicBezTo>
                <a:cubicBezTo>
                  <a:pt x="31625" y="51886"/>
                  <a:pt x="35765" y="50161"/>
                  <a:pt x="39560" y="46711"/>
                </a:cubicBezTo>
                <a:cubicBezTo>
                  <a:pt x="38065" y="53037"/>
                  <a:pt x="36800" y="57868"/>
                  <a:pt x="31971" y="63619"/>
                </a:cubicBezTo>
                <a:cubicBezTo>
                  <a:pt x="28865" y="67185"/>
                  <a:pt x="24265" y="71015"/>
                  <a:pt x="18169" y="71015"/>
                </a:cubicBezTo>
                <a:cubicBezTo>
                  <a:pt x="17366" y="71015"/>
                  <a:pt x="11959" y="71015"/>
                  <a:pt x="9544" y="67185"/>
                </a:cubicBezTo>
                <a:cubicBezTo>
                  <a:pt x="15755" y="66495"/>
                  <a:pt x="15755" y="60974"/>
                  <a:pt x="15755" y="60858"/>
                </a:cubicBezTo>
                <a:cubicBezTo>
                  <a:pt x="15755" y="57179"/>
                  <a:pt x="12421" y="56489"/>
                  <a:pt x="11269" y="56489"/>
                </a:cubicBezTo>
                <a:cubicBezTo>
                  <a:pt x="8395" y="56489"/>
                  <a:pt x="4599" y="58790"/>
                  <a:pt x="4599" y="64079"/>
                </a:cubicBezTo>
                <a:cubicBezTo>
                  <a:pt x="4599" y="69971"/>
                  <a:pt x="10120" y="74235"/>
                  <a:pt x="18285" y="74235"/>
                </a:cubicBezTo>
                <a:cubicBezTo>
                  <a:pt x="29900" y="74235"/>
                  <a:pt x="44046" y="65230"/>
                  <a:pt x="47611" y="50853"/>
                </a:cubicBezTo>
                <a:lnTo>
                  <a:pt x="58537" y="7363"/>
                </a:lnTo>
                <a:close/>
              </a:path>
            </a:pathLst>
          </a:custGeom>
          <a:solidFill xmlns:a="http://schemas.openxmlformats.org/drawingml/2006/main">
            <a:srgbClr val="531B9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97" name="path-1218">
            <a:extLst xmlns:a="http://schemas.openxmlformats.org/drawingml/2006/main">
              <a:ext uri="{FF2B5EF4-FFF2-40B4-BE49-F238E27FC236}">
                <a16:creationId xmlns:a16="http://schemas.microsoft.com/office/drawing/2014/main" id="{C822C17E-DDAA-43E0-A811-EC138A463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7112" y="3405032"/>
            <a:ext cx="14605" cy="35459"/>
          </a:xfrm>
          <a:custGeom xmlns:a="http://schemas.openxmlformats.org/drawingml/2006/main">
            <a:pathLst>
              <a:path w="14605" h="35459">
                <a:moveTo>
                  <a:pt x="11385" y="11385"/>
                </a:moveTo>
                <a:cubicBezTo>
                  <a:pt x="11385" y="17718"/>
                  <a:pt x="10234" y="25094"/>
                  <a:pt x="2415" y="32467"/>
                </a:cubicBezTo>
                <a:cubicBezTo>
                  <a:pt x="1955" y="32929"/>
                  <a:pt x="1609" y="33275"/>
                  <a:pt x="1609" y="33848"/>
                </a:cubicBezTo>
                <a:cubicBezTo>
                  <a:pt x="1609" y="34654"/>
                  <a:pt x="2529" y="35459"/>
                  <a:pt x="3220" y="35459"/>
                </a:cubicBezTo>
                <a:cubicBezTo>
                  <a:pt x="4829" y="35459"/>
                  <a:pt x="14605" y="26245"/>
                  <a:pt x="14605" y="12535"/>
                </a:cubicBezTo>
                <a:cubicBezTo>
                  <a:pt x="14605" y="5405"/>
                  <a:pt x="11845" y="0"/>
                  <a:pt x="6554" y="0"/>
                </a:cubicBezTo>
                <a:cubicBezTo>
                  <a:pt x="2759" y="0"/>
                  <a:pt x="0" y="2990"/>
                  <a:pt x="0" y="6554"/>
                </a:cubicBezTo>
                <a:cubicBezTo>
                  <a:pt x="0" y="10236"/>
                  <a:pt x="2644" y="13224"/>
                  <a:pt x="6670" y="13224"/>
                </a:cubicBezTo>
                <a:cubicBezTo>
                  <a:pt x="9430" y="13224"/>
                  <a:pt x="11269" y="11385"/>
                  <a:pt x="11385" y="11385"/>
                </a:cubicBezTo>
                <a:close/>
              </a:path>
            </a:pathLst>
          </a:custGeom>
          <a:solidFill xmlns:a="http://schemas.openxmlformats.org/drawingml/2006/main">
            <a:srgbClr val="531B9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98" name="path-1219">
            <a:extLst xmlns:a="http://schemas.openxmlformats.org/drawingml/2006/main">
              <a:ext uri="{FF2B5EF4-FFF2-40B4-BE49-F238E27FC236}">
                <a16:creationId xmlns:a16="http://schemas.microsoft.com/office/drawing/2014/main" id="{DF57F437-A358-4FEA-9949-C76CA2BB2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8075" y="3338405"/>
            <a:ext cx="32317" cy="80749"/>
          </a:xfrm>
          <a:custGeom xmlns:a="http://schemas.openxmlformats.org/drawingml/2006/main">
            <a:pathLst>
              <a:path w="32317" h="80749">
                <a:moveTo>
                  <a:pt x="30130" y="4947"/>
                </a:moveTo>
                <a:cubicBezTo>
                  <a:pt x="30592" y="3336"/>
                  <a:pt x="30592" y="3106"/>
                  <a:pt x="30592" y="2530"/>
                </a:cubicBezTo>
                <a:cubicBezTo>
                  <a:pt x="30592" y="1957"/>
                  <a:pt x="30246" y="0"/>
                  <a:pt x="27601" y="0"/>
                </a:cubicBezTo>
                <a:cubicBezTo>
                  <a:pt x="27142" y="0"/>
                  <a:pt x="26910" y="0"/>
                  <a:pt x="26796" y="116"/>
                </a:cubicBezTo>
                <a:lnTo>
                  <a:pt x="11271" y="805"/>
                </a:lnTo>
                <a:cubicBezTo>
                  <a:pt x="10006" y="921"/>
                  <a:pt x="7246" y="1035"/>
                  <a:pt x="7246" y="4831"/>
                </a:cubicBezTo>
                <a:cubicBezTo>
                  <a:pt x="7246" y="7361"/>
                  <a:pt x="9776" y="7361"/>
                  <a:pt x="11271" y="7361"/>
                </a:cubicBezTo>
                <a:cubicBezTo>
                  <a:pt x="13340" y="7361"/>
                  <a:pt x="14951" y="7361"/>
                  <a:pt x="14951" y="7935"/>
                </a:cubicBezTo>
                <a:cubicBezTo>
                  <a:pt x="14951" y="8167"/>
                  <a:pt x="14835" y="8857"/>
                  <a:pt x="14605" y="9546"/>
                </a:cubicBezTo>
                <a:lnTo>
                  <a:pt x="576" y="65453"/>
                </a:lnTo>
                <a:cubicBezTo>
                  <a:pt x="230" y="66718"/>
                  <a:pt x="0" y="67753"/>
                  <a:pt x="0" y="69364"/>
                </a:cubicBezTo>
                <a:cubicBezTo>
                  <a:pt x="0" y="77415"/>
                  <a:pt x="8971" y="80749"/>
                  <a:pt x="16216" y="80749"/>
                </a:cubicBezTo>
                <a:cubicBezTo>
                  <a:pt x="28521" y="80749"/>
                  <a:pt x="32317" y="63382"/>
                  <a:pt x="32317" y="62806"/>
                </a:cubicBezTo>
                <a:cubicBezTo>
                  <a:pt x="32317" y="60736"/>
                  <a:pt x="30362" y="60736"/>
                  <a:pt x="28637" y="60736"/>
                </a:cubicBezTo>
                <a:cubicBezTo>
                  <a:pt x="25990" y="60736"/>
                  <a:pt x="25531" y="60851"/>
                  <a:pt x="24955" y="63268"/>
                </a:cubicBezTo>
                <a:cubicBezTo>
                  <a:pt x="23576" y="68674"/>
                  <a:pt x="21391" y="75460"/>
                  <a:pt x="17020" y="75460"/>
                </a:cubicBezTo>
                <a:cubicBezTo>
                  <a:pt x="14260" y="75460"/>
                  <a:pt x="13916" y="72584"/>
                  <a:pt x="13916" y="70859"/>
                </a:cubicBezTo>
                <a:cubicBezTo>
                  <a:pt x="13916" y="69594"/>
                  <a:pt x="13916" y="69248"/>
                  <a:pt x="14491" y="67064"/>
                </a:cubicBezTo>
                <a:lnTo>
                  <a:pt x="30130" y="4947"/>
                </a:lnTo>
                <a:close/>
              </a:path>
            </a:pathLst>
          </a:custGeom>
          <a:solidFill xmlns:a="http://schemas.openxmlformats.org/drawingml/2006/main">
            <a:srgbClr val="531B9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99" name="path-1220">
            <a:extLst xmlns:a="http://schemas.openxmlformats.org/drawingml/2006/main">
              <a:ext uri="{FF2B5EF4-FFF2-40B4-BE49-F238E27FC236}">
                <a16:creationId xmlns:a16="http://schemas.microsoft.com/office/drawing/2014/main" id="{8BDB4F7E-C9ED-4156-8D0F-430356ED7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1446" y="3380069"/>
            <a:ext cx="33763" cy="54710"/>
          </a:xfrm>
          <a:custGeom xmlns:a="http://schemas.openxmlformats.org/drawingml/2006/main">
            <a:pathLst>
              <a:path w="33763" h="54710">
                <a:moveTo>
                  <a:pt x="20947" y="2473"/>
                </a:moveTo>
                <a:cubicBezTo>
                  <a:pt x="20947" y="0"/>
                  <a:pt x="20701" y="0"/>
                  <a:pt x="17991" y="0"/>
                </a:cubicBezTo>
                <a:cubicBezTo>
                  <a:pt x="12158" y="5291"/>
                  <a:pt x="3040" y="5291"/>
                  <a:pt x="1396" y="5291"/>
                </a:cubicBezTo>
                <a:lnTo>
                  <a:pt x="0" y="5291"/>
                </a:lnTo>
                <a:lnTo>
                  <a:pt x="0" y="8904"/>
                </a:lnTo>
                <a:lnTo>
                  <a:pt x="1396" y="8904"/>
                </a:lnTo>
                <a:cubicBezTo>
                  <a:pt x="3287" y="8904"/>
                  <a:pt x="8625" y="8659"/>
                  <a:pt x="13390" y="6604"/>
                </a:cubicBezTo>
                <a:lnTo>
                  <a:pt x="13390" y="47648"/>
                </a:lnTo>
                <a:cubicBezTo>
                  <a:pt x="13390" y="50194"/>
                  <a:pt x="13390" y="51096"/>
                  <a:pt x="4683" y="51096"/>
                </a:cubicBezTo>
                <a:lnTo>
                  <a:pt x="575" y="51096"/>
                </a:lnTo>
                <a:lnTo>
                  <a:pt x="575" y="54710"/>
                </a:lnTo>
                <a:cubicBezTo>
                  <a:pt x="5093" y="54382"/>
                  <a:pt x="12404" y="54382"/>
                  <a:pt x="17168" y="54382"/>
                </a:cubicBezTo>
                <a:cubicBezTo>
                  <a:pt x="21933" y="54382"/>
                  <a:pt x="29244" y="54382"/>
                  <a:pt x="33763" y="54710"/>
                </a:cubicBezTo>
                <a:lnTo>
                  <a:pt x="33763" y="51096"/>
                </a:lnTo>
                <a:lnTo>
                  <a:pt x="29655" y="51096"/>
                </a:lnTo>
                <a:cubicBezTo>
                  <a:pt x="20947" y="51096"/>
                  <a:pt x="20947" y="50194"/>
                  <a:pt x="20947" y="47648"/>
                </a:cubicBezTo>
                <a:lnTo>
                  <a:pt x="20947" y="2473"/>
                </a:lnTo>
                <a:close/>
              </a:path>
            </a:pathLst>
          </a:custGeom>
          <a:solidFill xmlns:a="http://schemas.openxmlformats.org/drawingml/2006/main">
            <a:srgbClr val="531B9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00" name="path-1221">
            <a:extLst xmlns:a="http://schemas.openxmlformats.org/drawingml/2006/main">
              <a:ext uri="{FF2B5EF4-FFF2-40B4-BE49-F238E27FC236}">
                <a16:creationId xmlns:a16="http://schemas.microsoft.com/office/drawing/2014/main" id="{3C6A7707-DBA3-45A7-B8E8-5B1089C1D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7108" y="3399402"/>
            <a:ext cx="10021" cy="35377"/>
          </a:xfrm>
          <a:custGeom xmlns:a="http://schemas.openxmlformats.org/drawingml/2006/main">
            <a:pathLst>
              <a:path w="10021" h="35377">
                <a:moveTo>
                  <a:pt x="10021" y="5011"/>
                </a:moveTo>
                <a:cubicBezTo>
                  <a:pt x="10021" y="2219"/>
                  <a:pt x="7803" y="0"/>
                  <a:pt x="5010" y="0"/>
                </a:cubicBezTo>
                <a:cubicBezTo>
                  <a:pt x="2300" y="0"/>
                  <a:pt x="0" y="2219"/>
                  <a:pt x="0" y="5011"/>
                </a:cubicBezTo>
                <a:cubicBezTo>
                  <a:pt x="0" y="7804"/>
                  <a:pt x="2217" y="10022"/>
                  <a:pt x="5010" y="10022"/>
                </a:cubicBezTo>
                <a:cubicBezTo>
                  <a:pt x="7721" y="10022"/>
                  <a:pt x="10021" y="7804"/>
                  <a:pt x="10021" y="5011"/>
                </a:cubicBezTo>
                <a:moveTo>
                  <a:pt x="10021" y="30367"/>
                </a:moveTo>
                <a:cubicBezTo>
                  <a:pt x="10021" y="27574"/>
                  <a:pt x="7803" y="25356"/>
                  <a:pt x="5010" y="25356"/>
                </a:cubicBezTo>
                <a:cubicBezTo>
                  <a:pt x="2300" y="25356"/>
                  <a:pt x="0" y="27574"/>
                  <a:pt x="0" y="30367"/>
                </a:cubicBezTo>
                <a:cubicBezTo>
                  <a:pt x="0" y="33160"/>
                  <a:pt x="2217" y="35377"/>
                  <a:pt x="5010" y="35377"/>
                </a:cubicBezTo>
                <a:cubicBezTo>
                  <a:pt x="7721" y="35377"/>
                  <a:pt x="10021" y="33160"/>
                  <a:pt x="10021" y="30367"/>
                </a:cubicBezTo>
                <a:close/>
              </a:path>
            </a:pathLst>
          </a:custGeom>
          <a:solidFill xmlns:a="http://schemas.openxmlformats.org/drawingml/2006/main">
            <a:srgbClr val="531B9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01" name="path-1222">
            <a:extLst xmlns:a="http://schemas.openxmlformats.org/drawingml/2006/main">
              <a:ext uri="{FF2B5EF4-FFF2-40B4-BE49-F238E27FC236}">
                <a16:creationId xmlns:a16="http://schemas.microsoft.com/office/drawing/2014/main" id="{0FAAD6BF-09AD-48E2-97DC-696375703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5764" y="3379340"/>
            <a:ext cx="69083" cy="55438"/>
          </a:xfrm>
          <a:custGeom xmlns:a="http://schemas.openxmlformats.org/drawingml/2006/main">
            <a:pathLst>
              <a:path w="69083" h="55438">
                <a:moveTo>
                  <a:pt x="40662" y="6408"/>
                </a:moveTo>
                <a:cubicBezTo>
                  <a:pt x="41318" y="3862"/>
                  <a:pt x="41318" y="3696"/>
                  <a:pt x="44769" y="3696"/>
                </a:cubicBezTo>
                <a:lnTo>
                  <a:pt x="53558" y="3696"/>
                </a:lnTo>
                <a:cubicBezTo>
                  <a:pt x="62758" y="3696"/>
                  <a:pt x="63909" y="6243"/>
                  <a:pt x="63909" y="11335"/>
                </a:cubicBezTo>
                <a:cubicBezTo>
                  <a:pt x="63909" y="11910"/>
                  <a:pt x="63909" y="13471"/>
                  <a:pt x="63334" y="17413"/>
                </a:cubicBezTo>
                <a:lnTo>
                  <a:pt x="63251" y="18152"/>
                </a:lnTo>
                <a:cubicBezTo>
                  <a:pt x="63251" y="18973"/>
                  <a:pt x="63745" y="19630"/>
                  <a:pt x="64977" y="19630"/>
                </a:cubicBezTo>
                <a:cubicBezTo>
                  <a:pt x="66538" y="19630"/>
                  <a:pt x="66702" y="18891"/>
                  <a:pt x="66866" y="17413"/>
                </a:cubicBezTo>
                <a:lnTo>
                  <a:pt x="68919" y="2711"/>
                </a:lnTo>
                <a:cubicBezTo>
                  <a:pt x="69083" y="1890"/>
                  <a:pt x="69083" y="1726"/>
                  <a:pt x="69083" y="1396"/>
                </a:cubicBezTo>
                <a:cubicBezTo>
                  <a:pt x="69083" y="0"/>
                  <a:pt x="67770" y="0"/>
                  <a:pt x="66373" y="0"/>
                </a:cubicBezTo>
                <a:lnTo>
                  <a:pt x="8789" y="0"/>
                </a:lnTo>
                <a:cubicBezTo>
                  <a:pt x="6653" y="0"/>
                  <a:pt x="6571" y="0"/>
                  <a:pt x="5914" y="1726"/>
                </a:cubicBezTo>
                <a:lnTo>
                  <a:pt x="493" y="16837"/>
                </a:lnTo>
                <a:cubicBezTo>
                  <a:pt x="410" y="17002"/>
                  <a:pt x="0" y="18152"/>
                  <a:pt x="0" y="18234"/>
                </a:cubicBezTo>
                <a:cubicBezTo>
                  <a:pt x="0" y="18726"/>
                  <a:pt x="328" y="19630"/>
                  <a:pt x="1725" y="19630"/>
                </a:cubicBezTo>
                <a:cubicBezTo>
                  <a:pt x="3038" y="19630"/>
                  <a:pt x="3121" y="19384"/>
                  <a:pt x="3861" y="17413"/>
                </a:cubicBezTo>
                <a:cubicBezTo>
                  <a:pt x="7557" y="7640"/>
                  <a:pt x="9939" y="3696"/>
                  <a:pt x="21110" y="3696"/>
                </a:cubicBezTo>
                <a:lnTo>
                  <a:pt x="29982" y="3696"/>
                </a:lnTo>
                <a:cubicBezTo>
                  <a:pt x="30640" y="3696"/>
                  <a:pt x="31790" y="3696"/>
                  <a:pt x="32611" y="3862"/>
                </a:cubicBezTo>
                <a:lnTo>
                  <a:pt x="32611" y="4354"/>
                </a:lnTo>
                <a:lnTo>
                  <a:pt x="21604" y="48292"/>
                </a:lnTo>
                <a:cubicBezTo>
                  <a:pt x="20946" y="50921"/>
                  <a:pt x="20701" y="51742"/>
                  <a:pt x="12074" y="51742"/>
                </a:cubicBezTo>
                <a:lnTo>
                  <a:pt x="10268" y="51742"/>
                </a:lnTo>
                <a:cubicBezTo>
                  <a:pt x="8542" y="51742"/>
                  <a:pt x="8461" y="51825"/>
                  <a:pt x="8050" y="52153"/>
                </a:cubicBezTo>
                <a:cubicBezTo>
                  <a:pt x="7638" y="52564"/>
                  <a:pt x="7310" y="53468"/>
                  <a:pt x="7310" y="54042"/>
                </a:cubicBezTo>
                <a:cubicBezTo>
                  <a:pt x="7310" y="54536"/>
                  <a:pt x="7638" y="55438"/>
                  <a:pt x="8953" y="55438"/>
                </a:cubicBezTo>
                <a:cubicBezTo>
                  <a:pt x="11418" y="55438"/>
                  <a:pt x="14046" y="55193"/>
                  <a:pt x="16510" y="55193"/>
                </a:cubicBezTo>
                <a:cubicBezTo>
                  <a:pt x="19057" y="55193"/>
                  <a:pt x="21604" y="55110"/>
                  <a:pt x="24150" y="55110"/>
                </a:cubicBezTo>
                <a:cubicBezTo>
                  <a:pt x="26778" y="55110"/>
                  <a:pt x="29490" y="55193"/>
                  <a:pt x="32118" y="55193"/>
                </a:cubicBezTo>
                <a:cubicBezTo>
                  <a:pt x="34582" y="55193"/>
                  <a:pt x="37211" y="55438"/>
                  <a:pt x="39676" y="55438"/>
                </a:cubicBezTo>
                <a:cubicBezTo>
                  <a:pt x="40250" y="55438"/>
                  <a:pt x="41811" y="55438"/>
                  <a:pt x="41811" y="53138"/>
                </a:cubicBezTo>
                <a:cubicBezTo>
                  <a:pt x="41811" y="51742"/>
                  <a:pt x="40579" y="51742"/>
                  <a:pt x="39182" y="51742"/>
                </a:cubicBezTo>
                <a:lnTo>
                  <a:pt x="37376" y="51742"/>
                </a:lnTo>
                <a:cubicBezTo>
                  <a:pt x="35240" y="51742"/>
                  <a:pt x="33022" y="51742"/>
                  <a:pt x="30886" y="51332"/>
                </a:cubicBezTo>
                <a:cubicBezTo>
                  <a:pt x="30229" y="51249"/>
                  <a:pt x="29737" y="51168"/>
                  <a:pt x="29737" y="50264"/>
                </a:cubicBezTo>
                <a:cubicBezTo>
                  <a:pt x="29737" y="49853"/>
                  <a:pt x="29737" y="49689"/>
                  <a:pt x="30065" y="48539"/>
                </a:cubicBezTo>
                <a:lnTo>
                  <a:pt x="40662" y="6408"/>
                </a:lnTo>
                <a:close/>
              </a:path>
            </a:pathLst>
          </a:custGeom>
          <a:solidFill xmlns:a="http://schemas.openxmlformats.org/drawingml/2006/main">
            <a:srgbClr val="531B9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02" name="path-1223">
            <a:extLst xmlns:a="http://schemas.openxmlformats.org/drawingml/2006/main">
              <a:ext uri="{FF2B5EF4-FFF2-40B4-BE49-F238E27FC236}">
                <a16:creationId xmlns:a16="http://schemas.microsoft.com/office/drawing/2014/main" id="{17DDA7D2-8E31-4CD6-8802-4394DD8FB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6123" y="3139413"/>
            <a:ext cx="218670" cy="230071"/>
          </a:xfrm>
          <a:custGeom xmlns:a="http://schemas.openxmlformats.org/drawingml/2006/main">
            <a:pathLst>
              <a:path w="218670" h="230071">
                <a:moveTo>
                  <a:pt x="198790" y="230071"/>
                </a:moveTo>
                <a:lnTo>
                  <a:pt x="218670" y="177487"/>
                </a:lnTo>
                <a:lnTo>
                  <a:pt x="214564" y="177487"/>
                </a:lnTo>
                <a:cubicBezTo>
                  <a:pt x="208156" y="194579"/>
                  <a:pt x="190741" y="205754"/>
                  <a:pt x="171846" y="210685"/>
                </a:cubicBezTo>
                <a:cubicBezTo>
                  <a:pt x="168397" y="211505"/>
                  <a:pt x="152298" y="215779"/>
                  <a:pt x="120754" y="215779"/>
                </a:cubicBezTo>
                <a:lnTo>
                  <a:pt x="21684" y="215779"/>
                </a:lnTo>
                <a:lnTo>
                  <a:pt x="105309" y="117668"/>
                </a:lnTo>
                <a:cubicBezTo>
                  <a:pt x="106460" y="116352"/>
                  <a:pt x="106788" y="115858"/>
                  <a:pt x="106788" y="115038"/>
                </a:cubicBezTo>
                <a:cubicBezTo>
                  <a:pt x="106788" y="114710"/>
                  <a:pt x="106788" y="114216"/>
                  <a:pt x="105637" y="112571"/>
                </a:cubicBezTo>
                <a:lnTo>
                  <a:pt x="29077" y="7887"/>
                </a:lnTo>
                <a:lnTo>
                  <a:pt x="119109" y="7887"/>
                </a:lnTo>
                <a:cubicBezTo>
                  <a:pt x="141125" y="7887"/>
                  <a:pt x="156076" y="10185"/>
                  <a:pt x="157555" y="10516"/>
                </a:cubicBezTo>
                <a:cubicBezTo>
                  <a:pt x="166426" y="11830"/>
                  <a:pt x="180718" y="14625"/>
                  <a:pt x="193699" y="22840"/>
                </a:cubicBezTo>
                <a:cubicBezTo>
                  <a:pt x="197805" y="25470"/>
                  <a:pt x="208976" y="32865"/>
                  <a:pt x="214564" y="46177"/>
                </a:cubicBezTo>
                <a:lnTo>
                  <a:pt x="218670" y="46177"/>
                </a:lnTo>
                <a:lnTo>
                  <a:pt x="198790" y="0"/>
                </a:lnTo>
                <a:lnTo>
                  <a:pt x="4600" y="0"/>
                </a:lnTo>
                <a:cubicBezTo>
                  <a:pt x="820" y="0"/>
                  <a:pt x="657" y="165"/>
                  <a:pt x="163" y="1151"/>
                </a:cubicBezTo>
                <a:cubicBezTo>
                  <a:pt x="0" y="1645"/>
                  <a:pt x="0" y="4766"/>
                  <a:pt x="0" y="6573"/>
                </a:cubicBezTo>
                <a:lnTo>
                  <a:pt x="86908" y="125554"/>
                </a:lnTo>
                <a:lnTo>
                  <a:pt x="1805" y="225308"/>
                </a:lnTo>
                <a:cubicBezTo>
                  <a:pt x="163" y="227278"/>
                  <a:pt x="163" y="228101"/>
                  <a:pt x="163" y="228266"/>
                </a:cubicBezTo>
                <a:cubicBezTo>
                  <a:pt x="163" y="230071"/>
                  <a:pt x="1642" y="230071"/>
                  <a:pt x="4600" y="230071"/>
                </a:cubicBezTo>
                <a:lnTo>
                  <a:pt x="198790" y="230071"/>
                </a:lnTo>
                <a:close/>
              </a:path>
            </a:pathLst>
          </a:custGeom>
          <a:solidFill xmlns:a="http://schemas.openxmlformats.org/drawingml/2006/main">
            <a:srgbClr val="531B9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03" name="path-1224">
            <a:extLst xmlns:a="http://schemas.openxmlformats.org/drawingml/2006/main">
              <a:ext uri="{FF2B5EF4-FFF2-40B4-BE49-F238E27FC236}">
                <a16:creationId xmlns:a16="http://schemas.microsoft.com/office/drawing/2014/main" id="{E7F5B4E2-DF67-4F3F-8569-ADB8CB3D3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9169" y="3085908"/>
            <a:ext cx="85907" cy="77698"/>
          </a:xfrm>
          <a:custGeom xmlns:a="http://schemas.openxmlformats.org/drawingml/2006/main">
            <a:pathLst>
              <a:path w="85907" h="77698">
                <a:moveTo>
                  <a:pt x="50946" y="8163"/>
                </a:moveTo>
                <a:cubicBezTo>
                  <a:pt x="51751" y="4831"/>
                  <a:pt x="51981" y="4485"/>
                  <a:pt x="54511" y="4255"/>
                </a:cubicBezTo>
                <a:cubicBezTo>
                  <a:pt x="55085" y="4141"/>
                  <a:pt x="59111" y="4141"/>
                  <a:pt x="61411" y="4141"/>
                </a:cubicBezTo>
                <a:cubicBezTo>
                  <a:pt x="68427" y="4141"/>
                  <a:pt x="71415" y="4141"/>
                  <a:pt x="74292" y="5061"/>
                </a:cubicBezTo>
                <a:cubicBezTo>
                  <a:pt x="79466" y="6670"/>
                  <a:pt x="79696" y="10002"/>
                  <a:pt x="79696" y="14140"/>
                </a:cubicBezTo>
                <a:cubicBezTo>
                  <a:pt x="79696" y="15979"/>
                  <a:pt x="79696" y="17473"/>
                  <a:pt x="78891" y="23450"/>
                </a:cubicBezTo>
                <a:lnTo>
                  <a:pt x="78661" y="24713"/>
                </a:lnTo>
                <a:cubicBezTo>
                  <a:pt x="78661" y="25862"/>
                  <a:pt x="79466" y="26438"/>
                  <a:pt x="80616" y="26438"/>
                </a:cubicBezTo>
                <a:cubicBezTo>
                  <a:pt x="82341" y="26438"/>
                  <a:pt x="82571" y="25403"/>
                  <a:pt x="82802" y="23564"/>
                </a:cubicBezTo>
                <a:lnTo>
                  <a:pt x="85907" y="1611"/>
                </a:lnTo>
                <a:cubicBezTo>
                  <a:pt x="85907" y="0"/>
                  <a:pt x="84527" y="0"/>
                  <a:pt x="82457" y="0"/>
                </a:cubicBezTo>
                <a:lnTo>
                  <a:pt x="11729" y="0"/>
                </a:lnTo>
                <a:cubicBezTo>
                  <a:pt x="8855" y="0"/>
                  <a:pt x="8625" y="0"/>
                  <a:pt x="7819" y="2416"/>
                </a:cubicBezTo>
                <a:lnTo>
                  <a:pt x="574" y="22760"/>
                </a:lnTo>
                <a:cubicBezTo>
                  <a:pt x="460" y="23220"/>
                  <a:pt x="0" y="24253"/>
                  <a:pt x="0" y="24829"/>
                </a:cubicBezTo>
                <a:cubicBezTo>
                  <a:pt x="0" y="25289"/>
                  <a:pt x="230" y="26438"/>
                  <a:pt x="1955" y="26438"/>
                </a:cubicBezTo>
                <a:cubicBezTo>
                  <a:pt x="3450" y="26438"/>
                  <a:pt x="3680" y="25862"/>
                  <a:pt x="4369" y="23679"/>
                </a:cubicBezTo>
                <a:cubicBezTo>
                  <a:pt x="11039" y="5291"/>
                  <a:pt x="14835" y="4141"/>
                  <a:pt x="32315" y="4141"/>
                </a:cubicBezTo>
                <a:lnTo>
                  <a:pt x="37146" y="4141"/>
                </a:lnTo>
                <a:cubicBezTo>
                  <a:pt x="40596" y="4141"/>
                  <a:pt x="40710" y="4255"/>
                  <a:pt x="40710" y="5291"/>
                </a:cubicBezTo>
                <a:cubicBezTo>
                  <a:pt x="40710" y="5405"/>
                  <a:pt x="40710" y="5980"/>
                  <a:pt x="40250" y="7704"/>
                </a:cubicBezTo>
                <a:lnTo>
                  <a:pt x="25069" y="68157"/>
                </a:lnTo>
                <a:cubicBezTo>
                  <a:pt x="24036" y="72409"/>
                  <a:pt x="23690" y="73558"/>
                  <a:pt x="11615" y="73558"/>
                </a:cubicBezTo>
                <a:cubicBezTo>
                  <a:pt x="7474" y="73558"/>
                  <a:pt x="6440" y="73558"/>
                  <a:pt x="6440" y="76088"/>
                </a:cubicBezTo>
                <a:cubicBezTo>
                  <a:pt x="6440" y="76434"/>
                  <a:pt x="6670" y="77698"/>
                  <a:pt x="8395" y="77698"/>
                </a:cubicBezTo>
                <a:cubicBezTo>
                  <a:pt x="11615" y="77698"/>
                  <a:pt x="15065" y="77354"/>
                  <a:pt x="18285" y="77354"/>
                </a:cubicBezTo>
                <a:cubicBezTo>
                  <a:pt x="21505" y="77354"/>
                  <a:pt x="24955" y="77238"/>
                  <a:pt x="28175" y="77238"/>
                </a:cubicBezTo>
                <a:cubicBezTo>
                  <a:pt x="31395" y="77238"/>
                  <a:pt x="35305" y="77238"/>
                  <a:pt x="38525" y="77354"/>
                </a:cubicBezTo>
                <a:cubicBezTo>
                  <a:pt x="41631" y="77468"/>
                  <a:pt x="45081" y="77698"/>
                  <a:pt x="48185" y="77698"/>
                </a:cubicBezTo>
                <a:cubicBezTo>
                  <a:pt x="49105" y="77698"/>
                  <a:pt x="50832" y="77698"/>
                  <a:pt x="50832" y="75169"/>
                </a:cubicBezTo>
                <a:cubicBezTo>
                  <a:pt x="50832" y="73558"/>
                  <a:pt x="49680" y="73558"/>
                  <a:pt x="46116" y="73558"/>
                </a:cubicBezTo>
                <a:cubicBezTo>
                  <a:pt x="43930" y="73558"/>
                  <a:pt x="41631" y="73444"/>
                  <a:pt x="39445" y="73328"/>
                </a:cubicBezTo>
                <a:cubicBezTo>
                  <a:pt x="35535" y="72984"/>
                  <a:pt x="35305" y="72524"/>
                  <a:pt x="35305" y="71145"/>
                </a:cubicBezTo>
                <a:cubicBezTo>
                  <a:pt x="35305" y="70340"/>
                  <a:pt x="35305" y="70110"/>
                  <a:pt x="35765" y="68501"/>
                </a:cubicBezTo>
                <a:lnTo>
                  <a:pt x="50946" y="8163"/>
                </a:lnTo>
                <a:close/>
              </a:path>
            </a:pathLst>
          </a:custGeom>
          <a:solidFill xmlns:a="http://schemas.openxmlformats.org/drawingml/2006/main">
            <a:srgbClr val="531B9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04" name="path-1225">
            <a:extLst xmlns:a="http://schemas.openxmlformats.org/drawingml/2006/main">
              <a:ext uri="{FF2B5EF4-FFF2-40B4-BE49-F238E27FC236}">
                <a16:creationId xmlns:a16="http://schemas.microsoft.com/office/drawing/2014/main" id="{3374744B-78A5-4176-A5C1-EF1097AD9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9053" y="3322264"/>
            <a:ext cx="38871" cy="72940"/>
          </a:xfrm>
          <a:custGeom xmlns:a="http://schemas.openxmlformats.org/drawingml/2006/main">
            <a:pathLst>
              <a:path w="38871" h="72940">
                <a:moveTo>
                  <a:pt x="23460" y="26431"/>
                </a:moveTo>
                <a:lnTo>
                  <a:pt x="35191" y="26431"/>
                </a:lnTo>
                <a:cubicBezTo>
                  <a:pt x="37376" y="26431"/>
                  <a:pt x="38871" y="26431"/>
                  <a:pt x="38871" y="23900"/>
                </a:cubicBezTo>
                <a:cubicBezTo>
                  <a:pt x="38871" y="22290"/>
                  <a:pt x="37376" y="22290"/>
                  <a:pt x="35421" y="22290"/>
                </a:cubicBezTo>
                <a:lnTo>
                  <a:pt x="24495" y="22290"/>
                </a:lnTo>
                <a:lnTo>
                  <a:pt x="28751" y="5287"/>
                </a:lnTo>
                <a:cubicBezTo>
                  <a:pt x="28867" y="4712"/>
                  <a:pt x="29096" y="4138"/>
                  <a:pt x="29096" y="3678"/>
                </a:cubicBezTo>
                <a:cubicBezTo>
                  <a:pt x="29096" y="1609"/>
                  <a:pt x="27486" y="0"/>
                  <a:pt x="25185" y="0"/>
                </a:cubicBezTo>
                <a:cubicBezTo>
                  <a:pt x="22311" y="0"/>
                  <a:pt x="20586" y="1955"/>
                  <a:pt x="19780" y="4942"/>
                </a:cubicBezTo>
                <a:cubicBezTo>
                  <a:pt x="18975" y="7814"/>
                  <a:pt x="20470" y="2299"/>
                  <a:pt x="15411" y="22290"/>
                </a:cubicBezTo>
                <a:lnTo>
                  <a:pt x="3680" y="22290"/>
                </a:lnTo>
                <a:cubicBezTo>
                  <a:pt x="1495" y="22290"/>
                  <a:pt x="0" y="22290"/>
                  <a:pt x="0" y="24820"/>
                </a:cubicBezTo>
                <a:cubicBezTo>
                  <a:pt x="0" y="26431"/>
                  <a:pt x="1379" y="26431"/>
                  <a:pt x="3450" y="26431"/>
                </a:cubicBezTo>
                <a:lnTo>
                  <a:pt x="14375" y="26431"/>
                </a:lnTo>
                <a:lnTo>
                  <a:pt x="7590" y="53530"/>
                </a:lnTo>
                <a:cubicBezTo>
                  <a:pt x="6900" y="56401"/>
                  <a:pt x="5865" y="60536"/>
                  <a:pt x="5865" y="62027"/>
                </a:cubicBezTo>
                <a:cubicBezTo>
                  <a:pt x="5865" y="68803"/>
                  <a:pt x="11615" y="72940"/>
                  <a:pt x="18171" y="72940"/>
                </a:cubicBezTo>
                <a:cubicBezTo>
                  <a:pt x="30936" y="72940"/>
                  <a:pt x="38181" y="56861"/>
                  <a:pt x="38181" y="55368"/>
                </a:cubicBezTo>
                <a:cubicBezTo>
                  <a:pt x="38181" y="53874"/>
                  <a:pt x="36686" y="53874"/>
                  <a:pt x="36340" y="53874"/>
                </a:cubicBezTo>
                <a:cubicBezTo>
                  <a:pt x="34961" y="53874"/>
                  <a:pt x="34845" y="54104"/>
                  <a:pt x="33926" y="56057"/>
                </a:cubicBezTo>
                <a:cubicBezTo>
                  <a:pt x="30706" y="63291"/>
                  <a:pt x="24841" y="69720"/>
                  <a:pt x="18515" y="69720"/>
                </a:cubicBezTo>
                <a:cubicBezTo>
                  <a:pt x="16100" y="69720"/>
                  <a:pt x="14491" y="68229"/>
                  <a:pt x="14491" y="64094"/>
                </a:cubicBezTo>
                <a:cubicBezTo>
                  <a:pt x="14491" y="62947"/>
                  <a:pt x="14951" y="60536"/>
                  <a:pt x="15181" y="59386"/>
                </a:cubicBezTo>
                <a:lnTo>
                  <a:pt x="23460" y="26431"/>
                </a:lnTo>
                <a:close/>
              </a:path>
            </a:pathLst>
          </a:custGeom>
          <a:solidFill xmlns:a="http://schemas.openxmlformats.org/drawingml/2006/main">
            <a:srgbClr val="531B9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05" name="path-1226">
            <a:extLst xmlns:a="http://schemas.openxmlformats.org/drawingml/2006/main">
              <a:ext uri="{FF2B5EF4-FFF2-40B4-BE49-F238E27FC236}">
                <a16:creationId xmlns:a16="http://schemas.microsoft.com/office/drawing/2014/main" id="{075A1090-A532-45DD-A341-BE3B2CDD8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1911" y="3349812"/>
            <a:ext cx="84643" cy="30925"/>
          </a:xfrm>
          <a:custGeom xmlns:a="http://schemas.openxmlformats.org/drawingml/2006/main">
            <a:pathLst>
              <a:path w="84643" h="30925">
                <a:moveTo>
                  <a:pt x="80272" y="5635"/>
                </a:moveTo>
                <a:cubicBezTo>
                  <a:pt x="81997" y="5635"/>
                  <a:pt x="84643" y="5635"/>
                  <a:pt x="84643" y="2760"/>
                </a:cubicBezTo>
                <a:cubicBezTo>
                  <a:pt x="84643" y="0"/>
                  <a:pt x="81883" y="0"/>
                  <a:pt x="80388" y="0"/>
                </a:cubicBezTo>
                <a:lnTo>
                  <a:pt x="4255" y="0"/>
                </a:lnTo>
                <a:cubicBezTo>
                  <a:pt x="2760" y="0"/>
                  <a:pt x="0" y="0"/>
                  <a:pt x="0" y="2760"/>
                </a:cubicBezTo>
                <a:cubicBezTo>
                  <a:pt x="0" y="5635"/>
                  <a:pt x="2644" y="5635"/>
                  <a:pt x="4369" y="5635"/>
                </a:cubicBezTo>
                <a:lnTo>
                  <a:pt x="80272" y="5635"/>
                </a:lnTo>
                <a:moveTo>
                  <a:pt x="80388" y="30925"/>
                </a:moveTo>
                <a:cubicBezTo>
                  <a:pt x="81883" y="30925"/>
                  <a:pt x="84643" y="30925"/>
                  <a:pt x="84643" y="28165"/>
                </a:cubicBezTo>
                <a:cubicBezTo>
                  <a:pt x="84643" y="25289"/>
                  <a:pt x="81997" y="25289"/>
                  <a:pt x="80272" y="25289"/>
                </a:cubicBezTo>
                <a:lnTo>
                  <a:pt x="4369" y="25289"/>
                </a:lnTo>
                <a:cubicBezTo>
                  <a:pt x="2644" y="25289"/>
                  <a:pt x="0" y="25289"/>
                  <a:pt x="0" y="28165"/>
                </a:cubicBezTo>
                <a:cubicBezTo>
                  <a:pt x="0" y="30925"/>
                  <a:pt x="2760" y="30925"/>
                  <a:pt x="4255" y="30925"/>
                </a:cubicBezTo>
                <a:lnTo>
                  <a:pt x="80388" y="30925"/>
                </a:lnTo>
                <a:close/>
              </a:path>
            </a:pathLst>
          </a:custGeom>
          <a:solidFill xmlns:a="http://schemas.openxmlformats.org/drawingml/2006/main">
            <a:srgbClr val="531B9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06" name="path-1227">
            <a:extLst xmlns:a="http://schemas.openxmlformats.org/drawingml/2006/main">
              <a:ext uri="{FF2B5EF4-FFF2-40B4-BE49-F238E27FC236}">
                <a16:creationId xmlns:a16="http://schemas.microsoft.com/office/drawing/2014/main" id="{F17B1A94-D990-4125-9BA4-BA6C945BA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7253" y="3317712"/>
            <a:ext cx="41861" cy="76369"/>
          </a:xfrm>
          <a:custGeom xmlns:a="http://schemas.openxmlformats.org/drawingml/2006/main">
            <a:pathLst>
              <a:path w="41861" h="76369">
                <a:moveTo>
                  <a:pt x="25990" y="3213"/>
                </a:moveTo>
                <a:cubicBezTo>
                  <a:pt x="25990" y="116"/>
                  <a:pt x="25761" y="0"/>
                  <a:pt x="22541" y="0"/>
                </a:cubicBezTo>
                <a:cubicBezTo>
                  <a:pt x="15181" y="7202"/>
                  <a:pt x="4715" y="7316"/>
                  <a:pt x="0" y="7316"/>
                </a:cubicBezTo>
                <a:lnTo>
                  <a:pt x="0" y="11455"/>
                </a:lnTo>
                <a:cubicBezTo>
                  <a:pt x="2760" y="11455"/>
                  <a:pt x="10350" y="11455"/>
                  <a:pt x="16676" y="8235"/>
                </a:cubicBezTo>
                <a:lnTo>
                  <a:pt x="16676" y="66935"/>
                </a:lnTo>
                <a:cubicBezTo>
                  <a:pt x="16676" y="70735"/>
                  <a:pt x="16676" y="72230"/>
                  <a:pt x="5175" y="72230"/>
                </a:cubicBezTo>
                <a:lnTo>
                  <a:pt x="805" y="72230"/>
                </a:lnTo>
                <a:lnTo>
                  <a:pt x="805" y="76369"/>
                </a:lnTo>
                <a:cubicBezTo>
                  <a:pt x="2874" y="76255"/>
                  <a:pt x="17020" y="75909"/>
                  <a:pt x="21275" y="75909"/>
                </a:cubicBezTo>
                <a:cubicBezTo>
                  <a:pt x="24841" y="75909"/>
                  <a:pt x="39331" y="76255"/>
                  <a:pt x="41861" y="76369"/>
                </a:cubicBezTo>
                <a:lnTo>
                  <a:pt x="41861" y="72230"/>
                </a:lnTo>
                <a:lnTo>
                  <a:pt x="37491" y="72230"/>
                </a:lnTo>
                <a:cubicBezTo>
                  <a:pt x="25990" y="72230"/>
                  <a:pt x="25990" y="70735"/>
                  <a:pt x="25990" y="66935"/>
                </a:cubicBezTo>
                <a:lnTo>
                  <a:pt x="25990" y="3213"/>
                </a:lnTo>
                <a:close/>
              </a:path>
            </a:pathLst>
          </a:custGeom>
          <a:solidFill xmlns:a="http://schemas.openxmlformats.org/drawingml/2006/main">
            <a:srgbClr val="531B9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07" name="path-1228">
            <a:extLst xmlns:a="http://schemas.openxmlformats.org/drawingml/2006/main">
              <a:ext uri="{FF2B5EF4-FFF2-40B4-BE49-F238E27FC236}">
                <a16:creationId xmlns:a16="http://schemas.microsoft.com/office/drawing/2014/main" id="{B3B4D2D6-17F0-49DC-AE00-F8E33E397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4986" y="3183351"/>
            <a:ext cx="117304" cy="112148"/>
          </a:xfrm>
          <a:custGeom xmlns:a="http://schemas.openxmlformats.org/drawingml/2006/main">
            <a:pathLst>
              <a:path w="117304" h="112148">
                <a:moveTo>
                  <a:pt x="43209" y="60265"/>
                </a:moveTo>
                <a:lnTo>
                  <a:pt x="71138" y="60265"/>
                </a:lnTo>
                <a:cubicBezTo>
                  <a:pt x="94467" y="60265"/>
                  <a:pt x="117304" y="43188"/>
                  <a:pt x="117304" y="24798"/>
                </a:cubicBezTo>
                <a:cubicBezTo>
                  <a:pt x="117304" y="12156"/>
                  <a:pt x="106460" y="0"/>
                  <a:pt x="84938" y="0"/>
                </a:cubicBezTo>
                <a:lnTo>
                  <a:pt x="31707" y="0"/>
                </a:lnTo>
                <a:cubicBezTo>
                  <a:pt x="28586" y="0"/>
                  <a:pt x="26778" y="0"/>
                  <a:pt x="26778" y="3124"/>
                </a:cubicBezTo>
                <a:cubicBezTo>
                  <a:pt x="26778" y="5094"/>
                  <a:pt x="28258" y="5094"/>
                  <a:pt x="31544" y="5094"/>
                </a:cubicBezTo>
                <a:cubicBezTo>
                  <a:pt x="33680" y="5094"/>
                  <a:pt x="36638" y="5259"/>
                  <a:pt x="38608" y="5422"/>
                </a:cubicBezTo>
                <a:cubicBezTo>
                  <a:pt x="41238" y="5751"/>
                  <a:pt x="42223" y="6245"/>
                  <a:pt x="42223" y="8050"/>
                </a:cubicBezTo>
                <a:cubicBezTo>
                  <a:pt x="42223" y="8706"/>
                  <a:pt x="42058" y="9200"/>
                  <a:pt x="41567" y="11171"/>
                </a:cubicBezTo>
                <a:lnTo>
                  <a:pt x="19551" y="99340"/>
                </a:lnTo>
                <a:cubicBezTo>
                  <a:pt x="17907" y="105743"/>
                  <a:pt x="17578" y="107056"/>
                  <a:pt x="4600" y="107056"/>
                </a:cubicBezTo>
                <a:cubicBezTo>
                  <a:pt x="1807" y="107056"/>
                  <a:pt x="0" y="107056"/>
                  <a:pt x="0" y="110177"/>
                </a:cubicBezTo>
                <a:cubicBezTo>
                  <a:pt x="0" y="112148"/>
                  <a:pt x="1970" y="112148"/>
                  <a:pt x="2464" y="112148"/>
                </a:cubicBezTo>
                <a:cubicBezTo>
                  <a:pt x="7064" y="112148"/>
                  <a:pt x="18729" y="111656"/>
                  <a:pt x="23329" y="111656"/>
                </a:cubicBezTo>
                <a:cubicBezTo>
                  <a:pt x="26778" y="111656"/>
                  <a:pt x="30393" y="111819"/>
                  <a:pt x="33843" y="111819"/>
                </a:cubicBezTo>
                <a:cubicBezTo>
                  <a:pt x="37458" y="111819"/>
                  <a:pt x="41073" y="112148"/>
                  <a:pt x="44522" y="112148"/>
                </a:cubicBezTo>
                <a:cubicBezTo>
                  <a:pt x="45673" y="112148"/>
                  <a:pt x="47809" y="112148"/>
                  <a:pt x="47809" y="108864"/>
                </a:cubicBezTo>
                <a:cubicBezTo>
                  <a:pt x="47809" y="107056"/>
                  <a:pt x="46330" y="107056"/>
                  <a:pt x="43209" y="107056"/>
                </a:cubicBezTo>
                <a:cubicBezTo>
                  <a:pt x="37129" y="107056"/>
                  <a:pt x="32529" y="107056"/>
                  <a:pt x="32529" y="104101"/>
                </a:cubicBezTo>
                <a:cubicBezTo>
                  <a:pt x="32529" y="103115"/>
                  <a:pt x="32858" y="102296"/>
                  <a:pt x="33023" y="101310"/>
                </a:cubicBezTo>
                <a:lnTo>
                  <a:pt x="43209" y="60265"/>
                </a:lnTo>
                <a:moveTo>
                  <a:pt x="55038" y="11334"/>
                </a:moveTo>
                <a:cubicBezTo>
                  <a:pt x="56515" y="5588"/>
                  <a:pt x="56843" y="5094"/>
                  <a:pt x="63910" y="5094"/>
                </a:cubicBezTo>
                <a:lnTo>
                  <a:pt x="79681" y="5094"/>
                </a:lnTo>
                <a:cubicBezTo>
                  <a:pt x="93316" y="5094"/>
                  <a:pt x="102025" y="9529"/>
                  <a:pt x="102025" y="20857"/>
                </a:cubicBezTo>
                <a:cubicBezTo>
                  <a:pt x="102025" y="27260"/>
                  <a:pt x="98738" y="41381"/>
                  <a:pt x="92331" y="47292"/>
                </a:cubicBezTo>
                <a:cubicBezTo>
                  <a:pt x="84116" y="54682"/>
                  <a:pt x="74259" y="55994"/>
                  <a:pt x="67031" y="55994"/>
                </a:cubicBezTo>
                <a:lnTo>
                  <a:pt x="43865" y="55994"/>
                </a:lnTo>
                <a:lnTo>
                  <a:pt x="55038" y="11334"/>
                </a:lnTo>
                <a:close/>
              </a:path>
            </a:pathLst>
          </a:custGeom>
          <a:solidFill xmlns:a="http://schemas.openxmlformats.org/drawingml/2006/main">
            <a:srgbClr val="531B9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08" name="path-1229">
            <a:extLst xmlns:a="http://schemas.openxmlformats.org/drawingml/2006/main">
              <a:ext uri="{FF2B5EF4-FFF2-40B4-BE49-F238E27FC236}">
                <a16:creationId xmlns:a16="http://schemas.microsoft.com/office/drawing/2014/main" id="{C0C4F202-8C35-4F6C-811E-AB3DAE5AC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979" y="3172280"/>
            <a:ext cx="38115" cy="164291"/>
          </a:xfrm>
          <a:custGeom xmlns:a="http://schemas.openxmlformats.org/drawingml/2006/main">
            <a:pathLst>
              <a:path w="38115" h="164291">
                <a:moveTo>
                  <a:pt x="38115" y="162649"/>
                </a:moveTo>
                <a:cubicBezTo>
                  <a:pt x="38115" y="162157"/>
                  <a:pt x="38115" y="161826"/>
                  <a:pt x="35322" y="159034"/>
                </a:cubicBezTo>
                <a:cubicBezTo>
                  <a:pt x="14786" y="138334"/>
                  <a:pt x="9529" y="107282"/>
                  <a:pt x="9529" y="82145"/>
                </a:cubicBezTo>
                <a:cubicBezTo>
                  <a:pt x="9529" y="53559"/>
                  <a:pt x="15771" y="24973"/>
                  <a:pt x="35979" y="4437"/>
                </a:cubicBezTo>
                <a:cubicBezTo>
                  <a:pt x="38115" y="2467"/>
                  <a:pt x="38115" y="2136"/>
                  <a:pt x="38115" y="1645"/>
                </a:cubicBezTo>
                <a:cubicBezTo>
                  <a:pt x="38115" y="494"/>
                  <a:pt x="37458" y="0"/>
                  <a:pt x="36473" y="0"/>
                </a:cubicBezTo>
                <a:cubicBezTo>
                  <a:pt x="34828" y="0"/>
                  <a:pt x="20042" y="11173"/>
                  <a:pt x="10348" y="32038"/>
                </a:cubicBezTo>
                <a:cubicBezTo>
                  <a:pt x="1970" y="50110"/>
                  <a:pt x="0" y="68345"/>
                  <a:pt x="0" y="82145"/>
                </a:cubicBezTo>
                <a:cubicBezTo>
                  <a:pt x="0" y="94960"/>
                  <a:pt x="1805" y="114840"/>
                  <a:pt x="10842" y="133406"/>
                </a:cubicBezTo>
                <a:cubicBezTo>
                  <a:pt x="20699" y="153614"/>
                  <a:pt x="34828" y="164291"/>
                  <a:pt x="36473" y="164291"/>
                </a:cubicBezTo>
                <a:cubicBezTo>
                  <a:pt x="37458" y="164291"/>
                  <a:pt x="38115" y="163799"/>
                  <a:pt x="38115" y="162649"/>
                </a:cubicBezTo>
                <a:close/>
              </a:path>
            </a:pathLst>
          </a:custGeom>
          <a:solidFill xmlns:a="http://schemas.openxmlformats.org/drawingml/2006/main">
            <a:srgbClr val="531B9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09" name="path-1230">
            <a:extLst xmlns:a="http://schemas.openxmlformats.org/drawingml/2006/main">
              <a:ext uri="{FF2B5EF4-FFF2-40B4-BE49-F238E27FC236}">
                <a16:creationId xmlns:a16="http://schemas.microsoft.com/office/drawing/2014/main" id="{E240DD60-8CF2-4D0E-8056-6CC6C3069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4393" y="3192741"/>
            <a:ext cx="50436" cy="104522"/>
          </a:xfrm>
          <a:custGeom xmlns:a="http://schemas.openxmlformats.org/drawingml/2006/main">
            <a:pathLst>
              <a:path w="50436" h="104522">
                <a:moveTo>
                  <a:pt x="30065" y="37097"/>
                </a:moveTo>
                <a:lnTo>
                  <a:pt x="45507" y="37097"/>
                </a:lnTo>
                <a:cubicBezTo>
                  <a:pt x="48794" y="37097"/>
                  <a:pt x="50436" y="37097"/>
                  <a:pt x="50436" y="33810"/>
                </a:cubicBezTo>
                <a:cubicBezTo>
                  <a:pt x="50436" y="32003"/>
                  <a:pt x="48794" y="32003"/>
                  <a:pt x="45836" y="32003"/>
                </a:cubicBezTo>
                <a:lnTo>
                  <a:pt x="31379" y="32003"/>
                </a:lnTo>
                <a:cubicBezTo>
                  <a:pt x="37295" y="8701"/>
                  <a:pt x="38115" y="5420"/>
                  <a:pt x="38115" y="4435"/>
                </a:cubicBezTo>
                <a:cubicBezTo>
                  <a:pt x="38115" y="1642"/>
                  <a:pt x="36144" y="0"/>
                  <a:pt x="33351" y="0"/>
                </a:cubicBezTo>
                <a:cubicBezTo>
                  <a:pt x="32858" y="0"/>
                  <a:pt x="28258" y="163"/>
                  <a:pt x="26778" y="5911"/>
                </a:cubicBezTo>
                <a:lnTo>
                  <a:pt x="20371" y="32003"/>
                </a:lnTo>
                <a:lnTo>
                  <a:pt x="4929" y="32003"/>
                </a:lnTo>
                <a:cubicBezTo>
                  <a:pt x="1642" y="32003"/>
                  <a:pt x="0" y="32003"/>
                  <a:pt x="0" y="35126"/>
                </a:cubicBezTo>
                <a:cubicBezTo>
                  <a:pt x="0" y="37097"/>
                  <a:pt x="1314" y="37097"/>
                  <a:pt x="4600" y="37097"/>
                </a:cubicBezTo>
                <a:lnTo>
                  <a:pt x="19057" y="37097"/>
                </a:lnTo>
                <a:cubicBezTo>
                  <a:pt x="7227" y="83685"/>
                  <a:pt x="6571" y="86472"/>
                  <a:pt x="6571" y="89425"/>
                </a:cubicBezTo>
                <a:cubicBezTo>
                  <a:pt x="6571" y="98285"/>
                  <a:pt x="12815" y="104522"/>
                  <a:pt x="21687" y="104522"/>
                </a:cubicBezTo>
                <a:cubicBezTo>
                  <a:pt x="38443" y="104522"/>
                  <a:pt x="47809" y="80568"/>
                  <a:pt x="47809" y="79255"/>
                </a:cubicBezTo>
                <a:cubicBezTo>
                  <a:pt x="47809" y="77615"/>
                  <a:pt x="46495" y="77615"/>
                  <a:pt x="45836" y="77615"/>
                </a:cubicBezTo>
                <a:cubicBezTo>
                  <a:pt x="44359" y="77615"/>
                  <a:pt x="44194" y="78107"/>
                  <a:pt x="43371" y="79912"/>
                </a:cubicBezTo>
                <a:cubicBezTo>
                  <a:pt x="36307" y="96971"/>
                  <a:pt x="27601" y="100909"/>
                  <a:pt x="22015" y="100909"/>
                </a:cubicBezTo>
                <a:cubicBezTo>
                  <a:pt x="18563" y="100909"/>
                  <a:pt x="16921" y="98776"/>
                  <a:pt x="16921" y="93364"/>
                </a:cubicBezTo>
                <a:cubicBezTo>
                  <a:pt x="16921" y="89425"/>
                  <a:pt x="17250" y="88277"/>
                  <a:pt x="17907" y="85489"/>
                </a:cubicBezTo>
                <a:lnTo>
                  <a:pt x="30065" y="37097"/>
                </a:lnTo>
                <a:close/>
              </a:path>
            </a:pathLst>
          </a:custGeom>
          <a:solidFill xmlns:a="http://schemas.openxmlformats.org/drawingml/2006/main">
            <a:srgbClr val="531B9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10" name="path-1231">
            <a:extLst xmlns:a="http://schemas.openxmlformats.org/drawingml/2006/main">
              <a:ext uri="{FF2B5EF4-FFF2-40B4-BE49-F238E27FC236}">
                <a16:creationId xmlns:a16="http://schemas.microsoft.com/office/drawing/2014/main" id="{2DD45626-C6B0-44D4-A270-325180B8E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4416" y="3268811"/>
            <a:ext cx="56352" cy="52335"/>
          </a:xfrm>
          <a:custGeom xmlns:a="http://schemas.openxmlformats.org/drawingml/2006/main">
            <a:pathLst>
              <a:path w="56352" h="52335">
                <a:moveTo>
                  <a:pt x="26336" y="0"/>
                </a:moveTo>
                <a:cubicBezTo>
                  <a:pt x="13112" y="1381"/>
                  <a:pt x="0" y="10813"/>
                  <a:pt x="0" y="26801"/>
                </a:cubicBezTo>
                <a:lnTo>
                  <a:pt x="0" y="27837"/>
                </a:lnTo>
                <a:cubicBezTo>
                  <a:pt x="805" y="43251"/>
                  <a:pt x="14951" y="52335"/>
                  <a:pt x="28521" y="52335"/>
                </a:cubicBezTo>
                <a:cubicBezTo>
                  <a:pt x="41517" y="52335"/>
                  <a:pt x="55547" y="43135"/>
                  <a:pt x="56352" y="27837"/>
                </a:cubicBezTo>
                <a:lnTo>
                  <a:pt x="56352" y="27261"/>
                </a:lnTo>
                <a:cubicBezTo>
                  <a:pt x="56352" y="11273"/>
                  <a:pt x="43012" y="0"/>
                  <a:pt x="27601" y="0"/>
                </a:cubicBezTo>
                <a:lnTo>
                  <a:pt x="26336" y="0"/>
                </a:lnTo>
                <a:moveTo>
                  <a:pt x="10466" y="28756"/>
                </a:moveTo>
                <a:cubicBezTo>
                  <a:pt x="10466" y="27837"/>
                  <a:pt x="10352" y="26917"/>
                  <a:pt x="10352" y="25996"/>
                </a:cubicBezTo>
                <a:cubicBezTo>
                  <a:pt x="10352" y="19670"/>
                  <a:pt x="10925" y="12192"/>
                  <a:pt x="16446" y="7361"/>
                </a:cubicBezTo>
                <a:cubicBezTo>
                  <a:pt x="19666" y="4601"/>
                  <a:pt x="23806" y="3222"/>
                  <a:pt x="27947" y="3222"/>
                </a:cubicBezTo>
                <a:cubicBezTo>
                  <a:pt x="33122" y="3222"/>
                  <a:pt x="38411" y="5291"/>
                  <a:pt x="41747" y="9318"/>
                </a:cubicBezTo>
                <a:cubicBezTo>
                  <a:pt x="45313" y="13458"/>
                  <a:pt x="45886" y="19440"/>
                  <a:pt x="45886" y="24387"/>
                </a:cubicBezTo>
                <a:cubicBezTo>
                  <a:pt x="45886" y="30827"/>
                  <a:pt x="45772" y="38188"/>
                  <a:pt x="41171" y="43251"/>
                </a:cubicBezTo>
                <a:cubicBezTo>
                  <a:pt x="37951" y="46931"/>
                  <a:pt x="33006" y="48656"/>
                  <a:pt x="28177" y="48656"/>
                </a:cubicBezTo>
                <a:cubicBezTo>
                  <a:pt x="19320" y="48656"/>
                  <a:pt x="12536" y="43019"/>
                  <a:pt x="10925" y="33473"/>
                </a:cubicBezTo>
                <a:cubicBezTo>
                  <a:pt x="10696" y="31862"/>
                  <a:pt x="10696" y="30367"/>
                  <a:pt x="10466" y="28756"/>
                </a:cubicBezTo>
                <a:close/>
              </a:path>
            </a:pathLst>
          </a:custGeom>
          <a:solidFill xmlns:a="http://schemas.openxmlformats.org/drawingml/2006/main">
            <a:srgbClr val="531B9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11" name="path-1232">
            <a:extLst xmlns:a="http://schemas.openxmlformats.org/drawingml/2006/main">
              <a:ext uri="{FF2B5EF4-FFF2-40B4-BE49-F238E27FC236}">
                <a16:creationId xmlns:a16="http://schemas.microsoft.com/office/drawing/2014/main" id="{76656F5E-8E5D-43DA-95CD-1EEA9718A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1085" y="3235180"/>
            <a:ext cx="109252" cy="38493"/>
          </a:xfrm>
          <a:custGeom xmlns:a="http://schemas.openxmlformats.org/drawingml/2006/main">
            <a:pathLst>
              <a:path w="109252" h="38493">
                <a:moveTo>
                  <a:pt x="103667" y="6571"/>
                </a:moveTo>
                <a:cubicBezTo>
                  <a:pt x="106131" y="6571"/>
                  <a:pt x="109252" y="6571"/>
                  <a:pt x="109252" y="3287"/>
                </a:cubicBezTo>
                <a:cubicBezTo>
                  <a:pt x="109252" y="0"/>
                  <a:pt x="106131" y="0"/>
                  <a:pt x="103830" y="0"/>
                </a:cubicBezTo>
                <a:lnTo>
                  <a:pt x="5420" y="0"/>
                </a:lnTo>
                <a:cubicBezTo>
                  <a:pt x="3121" y="0"/>
                  <a:pt x="0" y="0"/>
                  <a:pt x="0" y="3287"/>
                </a:cubicBezTo>
                <a:cubicBezTo>
                  <a:pt x="0" y="6571"/>
                  <a:pt x="3121" y="6571"/>
                  <a:pt x="5585" y="6571"/>
                </a:cubicBezTo>
                <a:lnTo>
                  <a:pt x="103667" y="6571"/>
                </a:lnTo>
                <a:moveTo>
                  <a:pt x="103830" y="38493"/>
                </a:moveTo>
                <a:cubicBezTo>
                  <a:pt x="106131" y="38493"/>
                  <a:pt x="109252" y="38493"/>
                  <a:pt x="109252" y="35207"/>
                </a:cubicBezTo>
                <a:cubicBezTo>
                  <a:pt x="109252" y="31920"/>
                  <a:pt x="106131" y="31920"/>
                  <a:pt x="103667" y="31920"/>
                </a:cubicBezTo>
                <a:lnTo>
                  <a:pt x="5585" y="31920"/>
                </a:lnTo>
                <a:cubicBezTo>
                  <a:pt x="3121" y="31920"/>
                  <a:pt x="0" y="31920"/>
                  <a:pt x="0" y="35207"/>
                </a:cubicBezTo>
                <a:cubicBezTo>
                  <a:pt x="0" y="38493"/>
                  <a:pt x="3121" y="38493"/>
                  <a:pt x="5420" y="38493"/>
                </a:cubicBezTo>
                <a:lnTo>
                  <a:pt x="103830" y="38493"/>
                </a:lnTo>
                <a:close/>
              </a:path>
            </a:pathLst>
          </a:custGeom>
          <a:solidFill xmlns:a="http://schemas.openxmlformats.org/drawingml/2006/main">
            <a:srgbClr val="531B9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12" name="path-1233">
            <a:extLst xmlns:a="http://schemas.openxmlformats.org/drawingml/2006/main">
              <a:ext uri="{FF2B5EF4-FFF2-40B4-BE49-F238E27FC236}">
                <a16:creationId xmlns:a16="http://schemas.microsoft.com/office/drawing/2014/main" id="{97AA6D7F-89CF-4A9D-91BA-07A7D52D8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1688" y="3192741"/>
            <a:ext cx="50436" cy="104522"/>
          </a:xfrm>
          <a:custGeom xmlns:a="http://schemas.openxmlformats.org/drawingml/2006/main">
            <a:pathLst>
              <a:path w="50436" h="104522">
                <a:moveTo>
                  <a:pt x="30065" y="37097"/>
                </a:moveTo>
                <a:lnTo>
                  <a:pt x="45507" y="37097"/>
                </a:lnTo>
                <a:cubicBezTo>
                  <a:pt x="48794" y="37097"/>
                  <a:pt x="50436" y="37097"/>
                  <a:pt x="50436" y="33810"/>
                </a:cubicBezTo>
                <a:cubicBezTo>
                  <a:pt x="50436" y="32003"/>
                  <a:pt x="48794" y="32003"/>
                  <a:pt x="45836" y="32003"/>
                </a:cubicBezTo>
                <a:lnTo>
                  <a:pt x="31379" y="32003"/>
                </a:lnTo>
                <a:cubicBezTo>
                  <a:pt x="37295" y="8701"/>
                  <a:pt x="38115" y="5420"/>
                  <a:pt x="38115" y="4435"/>
                </a:cubicBezTo>
                <a:cubicBezTo>
                  <a:pt x="38115" y="1642"/>
                  <a:pt x="36144" y="0"/>
                  <a:pt x="33351" y="0"/>
                </a:cubicBezTo>
                <a:cubicBezTo>
                  <a:pt x="32858" y="0"/>
                  <a:pt x="28258" y="163"/>
                  <a:pt x="26778" y="5911"/>
                </a:cubicBezTo>
                <a:lnTo>
                  <a:pt x="20371" y="32003"/>
                </a:lnTo>
                <a:lnTo>
                  <a:pt x="4929" y="32003"/>
                </a:lnTo>
                <a:cubicBezTo>
                  <a:pt x="1642" y="32003"/>
                  <a:pt x="0" y="32003"/>
                  <a:pt x="0" y="35126"/>
                </a:cubicBezTo>
                <a:cubicBezTo>
                  <a:pt x="0" y="37097"/>
                  <a:pt x="1314" y="37097"/>
                  <a:pt x="4600" y="37097"/>
                </a:cubicBezTo>
                <a:lnTo>
                  <a:pt x="19057" y="37097"/>
                </a:lnTo>
                <a:cubicBezTo>
                  <a:pt x="7227" y="83685"/>
                  <a:pt x="6571" y="86472"/>
                  <a:pt x="6571" y="89425"/>
                </a:cubicBezTo>
                <a:cubicBezTo>
                  <a:pt x="6571" y="98285"/>
                  <a:pt x="12815" y="104522"/>
                  <a:pt x="21687" y="104522"/>
                </a:cubicBezTo>
                <a:cubicBezTo>
                  <a:pt x="38443" y="104522"/>
                  <a:pt x="47809" y="80568"/>
                  <a:pt x="47809" y="79255"/>
                </a:cubicBezTo>
                <a:cubicBezTo>
                  <a:pt x="47809" y="77615"/>
                  <a:pt x="46495" y="77615"/>
                  <a:pt x="45836" y="77615"/>
                </a:cubicBezTo>
                <a:cubicBezTo>
                  <a:pt x="44359" y="77615"/>
                  <a:pt x="44194" y="78107"/>
                  <a:pt x="43371" y="79912"/>
                </a:cubicBezTo>
                <a:cubicBezTo>
                  <a:pt x="36307" y="96971"/>
                  <a:pt x="27601" y="100909"/>
                  <a:pt x="22015" y="100909"/>
                </a:cubicBezTo>
                <a:cubicBezTo>
                  <a:pt x="18563" y="100909"/>
                  <a:pt x="16921" y="98776"/>
                  <a:pt x="16921" y="93364"/>
                </a:cubicBezTo>
                <a:cubicBezTo>
                  <a:pt x="16921" y="89425"/>
                  <a:pt x="17250" y="88277"/>
                  <a:pt x="17907" y="85489"/>
                </a:cubicBezTo>
                <a:lnTo>
                  <a:pt x="30065" y="37097"/>
                </a:lnTo>
                <a:close/>
              </a:path>
            </a:pathLst>
          </a:custGeom>
          <a:solidFill xmlns:a="http://schemas.openxmlformats.org/drawingml/2006/main">
            <a:srgbClr val="531B9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13" name="path-1234">
            <a:extLst xmlns:a="http://schemas.openxmlformats.org/drawingml/2006/main">
              <a:ext uri="{FF2B5EF4-FFF2-40B4-BE49-F238E27FC236}">
                <a16:creationId xmlns:a16="http://schemas.microsoft.com/office/drawing/2014/main" id="{91B07A25-0F25-42E0-A18C-DC80DDCAF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6607" y="3172280"/>
            <a:ext cx="38115" cy="164291"/>
          </a:xfrm>
          <a:custGeom xmlns:a="http://schemas.openxmlformats.org/drawingml/2006/main">
            <a:pathLst>
              <a:path w="38115" h="164291">
                <a:moveTo>
                  <a:pt x="38115" y="82145"/>
                </a:moveTo>
                <a:cubicBezTo>
                  <a:pt x="38115" y="69333"/>
                  <a:pt x="36310" y="49453"/>
                  <a:pt x="27272" y="30887"/>
                </a:cubicBezTo>
                <a:cubicBezTo>
                  <a:pt x="17415" y="10679"/>
                  <a:pt x="3287" y="0"/>
                  <a:pt x="1642" y="0"/>
                </a:cubicBezTo>
                <a:cubicBezTo>
                  <a:pt x="657" y="0"/>
                  <a:pt x="0" y="659"/>
                  <a:pt x="0" y="1645"/>
                </a:cubicBezTo>
                <a:cubicBezTo>
                  <a:pt x="0" y="2136"/>
                  <a:pt x="0" y="2467"/>
                  <a:pt x="3121" y="5422"/>
                </a:cubicBezTo>
                <a:cubicBezTo>
                  <a:pt x="19223" y="21687"/>
                  <a:pt x="28586" y="47809"/>
                  <a:pt x="28586" y="82145"/>
                </a:cubicBezTo>
                <a:cubicBezTo>
                  <a:pt x="28586" y="110240"/>
                  <a:pt x="22509" y="139154"/>
                  <a:pt x="2136" y="159856"/>
                </a:cubicBezTo>
                <a:cubicBezTo>
                  <a:pt x="0" y="161826"/>
                  <a:pt x="0" y="162157"/>
                  <a:pt x="0" y="162649"/>
                </a:cubicBezTo>
                <a:cubicBezTo>
                  <a:pt x="0" y="163634"/>
                  <a:pt x="657" y="164291"/>
                  <a:pt x="1642" y="164291"/>
                </a:cubicBezTo>
                <a:cubicBezTo>
                  <a:pt x="3287" y="164291"/>
                  <a:pt x="18072" y="153120"/>
                  <a:pt x="27766" y="132255"/>
                </a:cubicBezTo>
                <a:cubicBezTo>
                  <a:pt x="36144" y="114183"/>
                  <a:pt x="38115" y="95946"/>
                  <a:pt x="38115" y="82145"/>
                </a:cubicBezTo>
                <a:close/>
              </a:path>
            </a:pathLst>
          </a:custGeom>
          <a:solidFill xmlns:a="http://schemas.openxmlformats.org/drawingml/2006/main">
            <a:srgbClr val="531B9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14" name="path-1235">
            <a:extLst xmlns:a="http://schemas.openxmlformats.org/drawingml/2006/main">
              <a:ext uri="{FF2B5EF4-FFF2-40B4-BE49-F238E27FC236}">
                <a16:creationId xmlns:a16="http://schemas.microsoft.com/office/drawing/2014/main" id="{20C0102D-2C21-4E11-838F-976C87B2D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1" y="3183351"/>
            <a:ext cx="121245" cy="117603"/>
          </a:xfrm>
          <a:custGeom xmlns:a="http://schemas.openxmlformats.org/drawingml/2006/main">
            <a:pathLst>
              <a:path w="121245" h="117603">
                <a:moveTo>
                  <a:pt x="120425" y="3615"/>
                </a:moveTo>
                <a:cubicBezTo>
                  <a:pt x="120754" y="3124"/>
                  <a:pt x="121245" y="1973"/>
                  <a:pt x="121245" y="1316"/>
                </a:cubicBezTo>
                <a:cubicBezTo>
                  <a:pt x="121245" y="165"/>
                  <a:pt x="121082" y="0"/>
                  <a:pt x="117302" y="0"/>
                </a:cubicBezTo>
                <a:lnTo>
                  <a:pt x="3943" y="0"/>
                </a:lnTo>
                <a:cubicBezTo>
                  <a:pt x="163" y="0"/>
                  <a:pt x="0" y="165"/>
                  <a:pt x="0" y="1316"/>
                </a:cubicBezTo>
                <a:cubicBezTo>
                  <a:pt x="0" y="1973"/>
                  <a:pt x="491" y="3124"/>
                  <a:pt x="820" y="3615"/>
                </a:cubicBezTo>
                <a:lnTo>
                  <a:pt x="56187" y="114482"/>
                </a:lnTo>
                <a:cubicBezTo>
                  <a:pt x="57337" y="116617"/>
                  <a:pt x="57829" y="117603"/>
                  <a:pt x="60624" y="117603"/>
                </a:cubicBezTo>
                <a:cubicBezTo>
                  <a:pt x="63416" y="117603"/>
                  <a:pt x="63908" y="116617"/>
                  <a:pt x="65058" y="114482"/>
                </a:cubicBezTo>
                <a:lnTo>
                  <a:pt x="120425" y="3615"/>
                </a:lnTo>
                <a:moveTo>
                  <a:pt x="20371" y="11830"/>
                </a:moveTo>
                <a:lnTo>
                  <a:pt x="110568" y="11830"/>
                </a:lnTo>
                <a:lnTo>
                  <a:pt x="65552" y="102163"/>
                </a:lnTo>
                <a:lnTo>
                  <a:pt x="20371" y="11830"/>
                </a:lnTo>
                <a:close/>
              </a:path>
            </a:pathLst>
          </a:custGeom>
          <a:solidFill xmlns:a="http://schemas.openxmlformats.org/drawingml/2006/main">
            <a:srgbClr val="531B9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15" name="path-1236">
            <a:extLst xmlns:a="http://schemas.openxmlformats.org/drawingml/2006/main">
              <a:ext uri="{FF2B5EF4-FFF2-40B4-BE49-F238E27FC236}">
                <a16:creationId xmlns:a16="http://schemas.microsoft.com/office/drawing/2014/main" id="{0F12BF00-A4C7-4D2A-8743-E82CE3388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4820" y="3239387"/>
            <a:ext cx="62562" cy="81648"/>
          </a:xfrm>
          <a:custGeom xmlns:a="http://schemas.openxmlformats.org/drawingml/2006/main">
            <a:pathLst>
              <a:path w="62562" h="81648">
                <a:moveTo>
                  <a:pt x="62562" y="25513"/>
                </a:moveTo>
                <a:cubicBezTo>
                  <a:pt x="62562" y="5521"/>
                  <a:pt x="50142" y="0"/>
                  <a:pt x="40941" y="0"/>
                </a:cubicBezTo>
                <a:cubicBezTo>
                  <a:pt x="35537" y="0"/>
                  <a:pt x="22886" y="1841"/>
                  <a:pt x="11845" y="17817"/>
                </a:cubicBezTo>
                <a:cubicBezTo>
                  <a:pt x="4026" y="29075"/>
                  <a:pt x="0" y="45974"/>
                  <a:pt x="0" y="56103"/>
                </a:cubicBezTo>
                <a:cubicBezTo>
                  <a:pt x="0" y="73828"/>
                  <a:pt x="10120" y="81648"/>
                  <a:pt x="21735" y="81648"/>
                </a:cubicBezTo>
                <a:cubicBezTo>
                  <a:pt x="27715" y="81648"/>
                  <a:pt x="39216" y="79233"/>
                  <a:pt x="49566" y="65540"/>
                </a:cubicBezTo>
                <a:cubicBezTo>
                  <a:pt x="57731" y="54606"/>
                  <a:pt x="62562" y="37462"/>
                  <a:pt x="62562" y="25513"/>
                </a:cubicBezTo>
                <a:moveTo>
                  <a:pt x="18515" y="37577"/>
                </a:moveTo>
                <a:cubicBezTo>
                  <a:pt x="20701" y="29649"/>
                  <a:pt x="22656" y="22411"/>
                  <a:pt x="26566" y="15748"/>
                </a:cubicBezTo>
                <a:cubicBezTo>
                  <a:pt x="29211" y="11382"/>
                  <a:pt x="34617" y="5291"/>
                  <a:pt x="40712" y="5291"/>
                </a:cubicBezTo>
                <a:cubicBezTo>
                  <a:pt x="44621" y="5291"/>
                  <a:pt x="48877" y="8165"/>
                  <a:pt x="48877" y="18046"/>
                </a:cubicBezTo>
                <a:cubicBezTo>
                  <a:pt x="48877" y="24250"/>
                  <a:pt x="47382" y="30223"/>
                  <a:pt x="45657" y="37577"/>
                </a:cubicBezTo>
                <a:lnTo>
                  <a:pt x="18515" y="37577"/>
                </a:lnTo>
                <a:moveTo>
                  <a:pt x="44046" y="44018"/>
                </a:moveTo>
                <a:cubicBezTo>
                  <a:pt x="42782" y="49082"/>
                  <a:pt x="40252" y="58981"/>
                  <a:pt x="35881" y="66002"/>
                </a:cubicBezTo>
                <a:cubicBezTo>
                  <a:pt x="32087" y="72216"/>
                  <a:pt x="26796" y="76359"/>
                  <a:pt x="21967" y="76359"/>
                </a:cubicBezTo>
                <a:cubicBezTo>
                  <a:pt x="16446" y="76359"/>
                  <a:pt x="13686" y="71066"/>
                  <a:pt x="13686" y="63584"/>
                </a:cubicBezTo>
                <a:cubicBezTo>
                  <a:pt x="13686" y="57714"/>
                  <a:pt x="15527" y="49658"/>
                  <a:pt x="16906" y="44018"/>
                </a:cubicBezTo>
                <a:lnTo>
                  <a:pt x="44046" y="44018"/>
                </a:lnTo>
                <a:close/>
              </a:path>
            </a:pathLst>
          </a:custGeom>
          <a:solidFill xmlns:a="http://schemas.openxmlformats.org/drawingml/2006/main">
            <a:srgbClr val="531B9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16" name="path-1237">
            <a:extLst xmlns:a="http://schemas.openxmlformats.org/drawingml/2006/main">
              <a:ext uri="{FF2B5EF4-FFF2-40B4-BE49-F238E27FC236}">
                <a16:creationId xmlns:a16="http://schemas.microsoft.com/office/drawing/2014/main" id="{D35BDC7A-AB5B-43BB-A4D2-D1BBB7DCC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724" y="3179661"/>
            <a:ext cx="102519" cy="119528"/>
          </a:xfrm>
          <a:custGeom xmlns:a="http://schemas.openxmlformats.org/drawingml/2006/main">
            <a:pathLst>
              <a:path w="102519" h="119528">
                <a:moveTo>
                  <a:pt x="24480" y="100629"/>
                </a:moveTo>
                <a:cubicBezTo>
                  <a:pt x="33351" y="86816"/>
                  <a:pt x="36144" y="76292"/>
                  <a:pt x="38280" y="67575"/>
                </a:cubicBezTo>
                <a:cubicBezTo>
                  <a:pt x="44031" y="44883"/>
                  <a:pt x="50273" y="25151"/>
                  <a:pt x="60458" y="13805"/>
                </a:cubicBezTo>
                <a:cubicBezTo>
                  <a:pt x="62431" y="11667"/>
                  <a:pt x="63745" y="10188"/>
                  <a:pt x="69002" y="10188"/>
                </a:cubicBezTo>
                <a:cubicBezTo>
                  <a:pt x="80338" y="10188"/>
                  <a:pt x="80666" y="21534"/>
                  <a:pt x="80666" y="23835"/>
                </a:cubicBezTo>
                <a:cubicBezTo>
                  <a:pt x="80666" y="26796"/>
                  <a:pt x="79847" y="29097"/>
                  <a:pt x="79847" y="29920"/>
                </a:cubicBezTo>
                <a:cubicBezTo>
                  <a:pt x="79847" y="31070"/>
                  <a:pt x="80832" y="31070"/>
                  <a:pt x="80995" y="31070"/>
                </a:cubicBezTo>
                <a:cubicBezTo>
                  <a:pt x="83624" y="31070"/>
                  <a:pt x="88059" y="29263"/>
                  <a:pt x="92168" y="26302"/>
                </a:cubicBezTo>
                <a:cubicBezTo>
                  <a:pt x="95126" y="24001"/>
                  <a:pt x="96602" y="22356"/>
                  <a:pt x="96602" y="15613"/>
                </a:cubicBezTo>
                <a:cubicBezTo>
                  <a:pt x="96602" y="6736"/>
                  <a:pt x="92002" y="0"/>
                  <a:pt x="82802" y="0"/>
                </a:cubicBezTo>
                <a:cubicBezTo>
                  <a:pt x="77545" y="0"/>
                  <a:pt x="63088" y="1316"/>
                  <a:pt x="46986" y="17586"/>
                </a:cubicBezTo>
                <a:cubicBezTo>
                  <a:pt x="33845" y="31070"/>
                  <a:pt x="26122" y="60669"/>
                  <a:pt x="23001" y="73003"/>
                </a:cubicBezTo>
                <a:cubicBezTo>
                  <a:pt x="20045" y="84349"/>
                  <a:pt x="18729" y="89445"/>
                  <a:pt x="13800" y="99312"/>
                </a:cubicBezTo>
                <a:cubicBezTo>
                  <a:pt x="12650" y="101285"/>
                  <a:pt x="8378" y="108520"/>
                  <a:pt x="6079" y="110659"/>
                </a:cubicBezTo>
                <a:cubicBezTo>
                  <a:pt x="1642" y="114765"/>
                  <a:pt x="0" y="117723"/>
                  <a:pt x="0" y="118543"/>
                </a:cubicBezTo>
                <a:cubicBezTo>
                  <a:pt x="0" y="118871"/>
                  <a:pt x="328" y="119528"/>
                  <a:pt x="1479" y="119528"/>
                </a:cubicBezTo>
                <a:cubicBezTo>
                  <a:pt x="2136" y="119528"/>
                  <a:pt x="5585" y="118871"/>
                  <a:pt x="9857" y="116078"/>
                </a:cubicBezTo>
                <a:cubicBezTo>
                  <a:pt x="12650" y="114436"/>
                  <a:pt x="12978" y="114108"/>
                  <a:pt x="16758" y="110165"/>
                </a:cubicBezTo>
                <a:cubicBezTo>
                  <a:pt x="24973" y="110328"/>
                  <a:pt x="30722" y="111807"/>
                  <a:pt x="41073" y="114765"/>
                </a:cubicBezTo>
                <a:cubicBezTo>
                  <a:pt x="49451" y="117064"/>
                  <a:pt x="57831" y="119528"/>
                  <a:pt x="66209" y="119528"/>
                </a:cubicBezTo>
                <a:cubicBezTo>
                  <a:pt x="79518" y="119528"/>
                  <a:pt x="92990" y="109508"/>
                  <a:pt x="98247" y="102273"/>
                </a:cubicBezTo>
                <a:cubicBezTo>
                  <a:pt x="101531" y="97833"/>
                  <a:pt x="102519" y="93722"/>
                  <a:pt x="102519" y="93228"/>
                </a:cubicBezTo>
                <a:cubicBezTo>
                  <a:pt x="102519" y="92078"/>
                  <a:pt x="101531" y="92078"/>
                  <a:pt x="101368" y="92078"/>
                </a:cubicBezTo>
                <a:cubicBezTo>
                  <a:pt x="98738" y="92078"/>
                  <a:pt x="94795" y="93885"/>
                  <a:pt x="92002" y="95858"/>
                </a:cubicBezTo>
                <a:cubicBezTo>
                  <a:pt x="87568" y="98656"/>
                  <a:pt x="87239" y="99641"/>
                  <a:pt x="86254" y="102436"/>
                </a:cubicBezTo>
                <a:cubicBezTo>
                  <a:pt x="85432" y="105068"/>
                  <a:pt x="84447" y="106384"/>
                  <a:pt x="83790" y="107369"/>
                </a:cubicBezTo>
                <a:cubicBezTo>
                  <a:pt x="82474" y="109342"/>
                  <a:pt x="82311" y="109342"/>
                  <a:pt x="79847" y="109342"/>
                </a:cubicBezTo>
                <a:cubicBezTo>
                  <a:pt x="71960" y="109342"/>
                  <a:pt x="63745" y="106876"/>
                  <a:pt x="52903" y="103918"/>
                </a:cubicBezTo>
                <a:cubicBezTo>
                  <a:pt x="48302" y="102601"/>
                  <a:pt x="39265" y="99969"/>
                  <a:pt x="31050" y="99969"/>
                </a:cubicBezTo>
                <a:cubicBezTo>
                  <a:pt x="28914" y="99969"/>
                  <a:pt x="26616" y="100135"/>
                  <a:pt x="24480" y="100629"/>
                </a:cubicBezTo>
                <a:close/>
              </a:path>
            </a:pathLst>
          </a:custGeom>
          <a:solidFill xmlns:a="http://schemas.openxmlformats.org/drawingml/2006/main">
            <a:srgbClr val="531B9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17" name="path-1238">
            <a:extLst xmlns:a="http://schemas.openxmlformats.org/drawingml/2006/main">
              <a:ext uri="{FF2B5EF4-FFF2-40B4-BE49-F238E27FC236}">
                <a16:creationId xmlns:a16="http://schemas.microsoft.com/office/drawing/2014/main" id="{61D02931-164D-44A4-9378-129AEAA13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2222" y="3172280"/>
            <a:ext cx="38115" cy="164291"/>
          </a:xfrm>
          <a:custGeom xmlns:a="http://schemas.openxmlformats.org/drawingml/2006/main">
            <a:pathLst>
              <a:path w="38115" h="164291">
                <a:moveTo>
                  <a:pt x="38115" y="162649"/>
                </a:moveTo>
                <a:cubicBezTo>
                  <a:pt x="38115" y="162157"/>
                  <a:pt x="38115" y="161826"/>
                  <a:pt x="35322" y="159034"/>
                </a:cubicBezTo>
                <a:cubicBezTo>
                  <a:pt x="14786" y="138334"/>
                  <a:pt x="9529" y="107282"/>
                  <a:pt x="9529" y="82145"/>
                </a:cubicBezTo>
                <a:cubicBezTo>
                  <a:pt x="9529" y="53559"/>
                  <a:pt x="15771" y="24973"/>
                  <a:pt x="35979" y="4437"/>
                </a:cubicBezTo>
                <a:cubicBezTo>
                  <a:pt x="38115" y="2467"/>
                  <a:pt x="38115" y="2136"/>
                  <a:pt x="38115" y="1645"/>
                </a:cubicBezTo>
                <a:cubicBezTo>
                  <a:pt x="38115" y="494"/>
                  <a:pt x="37458" y="0"/>
                  <a:pt x="36473" y="0"/>
                </a:cubicBezTo>
                <a:cubicBezTo>
                  <a:pt x="34828" y="0"/>
                  <a:pt x="20042" y="11173"/>
                  <a:pt x="10348" y="32038"/>
                </a:cubicBezTo>
                <a:cubicBezTo>
                  <a:pt x="1970" y="50110"/>
                  <a:pt x="0" y="68345"/>
                  <a:pt x="0" y="82145"/>
                </a:cubicBezTo>
                <a:cubicBezTo>
                  <a:pt x="0" y="94960"/>
                  <a:pt x="1805" y="114840"/>
                  <a:pt x="10842" y="133406"/>
                </a:cubicBezTo>
                <a:cubicBezTo>
                  <a:pt x="20699" y="153614"/>
                  <a:pt x="34828" y="164291"/>
                  <a:pt x="36473" y="164291"/>
                </a:cubicBezTo>
                <a:cubicBezTo>
                  <a:pt x="37458" y="164291"/>
                  <a:pt x="38115" y="163799"/>
                  <a:pt x="38115" y="162649"/>
                </a:cubicBezTo>
                <a:close/>
              </a:path>
            </a:pathLst>
          </a:custGeom>
          <a:solidFill xmlns:a="http://schemas.openxmlformats.org/drawingml/2006/main">
            <a:srgbClr val="531B9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18" name="path-1239">
            <a:extLst xmlns:a="http://schemas.openxmlformats.org/drawingml/2006/main">
              <a:ext uri="{FF2B5EF4-FFF2-40B4-BE49-F238E27FC236}">
                <a16:creationId xmlns:a16="http://schemas.microsoft.com/office/drawing/2014/main" id="{2B54EEB5-DD3A-475D-9FAE-A27A2A6F1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4606" y="3222819"/>
            <a:ext cx="75738" cy="106372"/>
          </a:xfrm>
          <a:custGeom xmlns:a="http://schemas.openxmlformats.org/drawingml/2006/main">
            <a:pathLst>
              <a:path w="75738" h="106372">
                <a:moveTo>
                  <a:pt x="75081" y="10025"/>
                </a:moveTo>
                <a:cubicBezTo>
                  <a:pt x="75738" y="7724"/>
                  <a:pt x="75738" y="7395"/>
                  <a:pt x="75738" y="6245"/>
                </a:cubicBezTo>
                <a:cubicBezTo>
                  <a:pt x="75738" y="3287"/>
                  <a:pt x="73439" y="1807"/>
                  <a:pt x="70975" y="1807"/>
                </a:cubicBezTo>
                <a:cubicBezTo>
                  <a:pt x="69330" y="1807"/>
                  <a:pt x="66703" y="2795"/>
                  <a:pt x="65224" y="5259"/>
                </a:cubicBezTo>
                <a:cubicBezTo>
                  <a:pt x="64895" y="6082"/>
                  <a:pt x="63582" y="11176"/>
                  <a:pt x="62923" y="14134"/>
                </a:cubicBezTo>
                <a:cubicBezTo>
                  <a:pt x="61774" y="18405"/>
                  <a:pt x="60624" y="22843"/>
                  <a:pt x="59639" y="27280"/>
                </a:cubicBezTo>
                <a:lnTo>
                  <a:pt x="52246" y="56861"/>
                </a:lnTo>
                <a:cubicBezTo>
                  <a:pt x="51586" y="59328"/>
                  <a:pt x="44522" y="70832"/>
                  <a:pt x="33680" y="70832"/>
                </a:cubicBezTo>
                <a:cubicBezTo>
                  <a:pt x="25302" y="70832"/>
                  <a:pt x="23494" y="63599"/>
                  <a:pt x="23494" y="57520"/>
                </a:cubicBezTo>
                <a:cubicBezTo>
                  <a:pt x="23494" y="49960"/>
                  <a:pt x="26287" y="39772"/>
                  <a:pt x="31872" y="25309"/>
                </a:cubicBezTo>
                <a:cubicBezTo>
                  <a:pt x="34502" y="18571"/>
                  <a:pt x="35159" y="16763"/>
                  <a:pt x="35159" y="13477"/>
                </a:cubicBezTo>
                <a:cubicBezTo>
                  <a:pt x="35159" y="6082"/>
                  <a:pt x="29902" y="0"/>
                  <a:pt x="21687" y="0"/>
                </a:cubicBezTo>
                <a:cubicBezTo>
                  <a:pt x="6079" y="0"/>
                  <a:pt x="0" y="23830"/>
                  <a:pt x="0" y="25309"/>
                </a:cubicBezTo>
                <a:cubicBezTo>
                  <a:pt x="0" y="26951"/>
                  <a:pt x="1642" y="26951"/>
                  <a:pt x="1970" y="26951"/>
                </a:cubicBezTo>
                <a:cubicBezTo>
                  <a:pt x="3615" y="26951"/>
                  <a:pt x="3778" y="26623"/>
                  <a:pt x="4600" y="23993"/>
                </a:cubicBezTo>
                <a:cubicBezTo>
                  <a:pt x="9037" y="8546"/>
                  <a:pt x="15608" y="3615"/>
                  <a:pt x="21193" y="3615"/>
                </a:cubicBezTo>
                <a:cubicBezTo>
                  <a:pt x="22507" y="3615"/>
                  <a:pt x="25302" y="3615"/>
                  <a:pt x="25302" y="8874"/>
                </a:cubicBezTo>
                <a:cubicBezTo>
                  <a:pt x="25302" y="12983"/>
                  <a:pt x="23657" y="17257"/>
                  <a:pt x="22507" y="20378"/>
                </a:cubicBezTo>
                <a:cubicBezTo>
                  <a:pt x="15936" y="37799"/>
                  <a:pt x="12978" y="47167"/>
                  <a:pt x="12978" y="54891"/>
                </a:cubicBezTo>
                <a:cubicBezTo>
                  <a:pt x="12978" y="69516"/>
                  <a:pt x="23329" y="74444"/>
                  <a:pt x="33023" y="74444"/>
                </a:cubicBezTo>
                <a:cubicBezTo>
                  <a:pt x="39431" y="74444"/>
                  <a:pt x="45016" y="71652"/>
                  <a:pt x="49616" y="67051"/>
                </a:cubicBezTo>
                <a:cubicBezTo>
                  <a:pt x="47480" y="75595"/>
                  <a:pt x="45510" y="83644"/>
                  <a:pt x="38937" y="92351"/>
                </a:cubicBezTo>
                <a:cubicBezTo>
                  <a:pt x="34665" y="97956"/>
                  <a:pt x="28423" y="102759"/>
                  <a:pt x="20865" y="102759"/>
                </a:cubicBezTo>
                <a:cubicBezTo>
                  <a:pt x="18566" y="102759"/>
                  <a:pt x="11173" y="102260"/>
                  <a:pt x="8378" y="95803"/>
                </a:cubicBezTo>
                <a:cubicBezTo>
                  <a:pt x="11008" y="95803"/>
                  <a:pt x="13144" y="95803"/>
                  <a:pt x="15442" y="93830"/>
                </a:cubicBezTo>
                <a:cubicBezTo>
                  <a:pt x="17087" y="92351"/>
                  <a:pt x="18729" y="90215"/>
                  <a:pt x="18729" y="87094"/>
                </a:cubicBezTo>
                <a:cubicBezTo>
                  <a:pt x="18729" y="82002"/>
                  <a:pt x="14294" y="81343"/>
                  <a:pt x="12650" y="81343"/>
                </a:cubicBezTo>
                <a:cubicBezTo>
                  <a:pt x="8872" y="81343"/>
                  <a:pt x="3449" y="83973"/>
                  <a:pt x="3449" y="92022"/>
                </a:cubicBezTo>
                <a:cubicBezTo>
                  <a:pt x="3449" y="100275"/>
                  <a:pt x="10679" y="106372"/>
                  <a:pt x="20865" y="106372"/>
                </a:cubicBezTo>
                <a:cubicBezTo>
                  <a:pt x="37786" y="106372"/>
                  <a:pt x="54710" y="91366"/>
                  <a:pt x="59310" y="72802"/>
                </a:cubicBezTo>
                <a:lnTo>
                  <a:pt x="75081" y="10025"/>
                </a:lnTo>
                <a:close/>
              </a:path>
            </a:pathLst>
          </a:custGeom>
          <a:solidFill xmlns:a="http://schemas.openxmlformats.org/drawingml/2006/main">
            <a:srgbClr val="531B9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19" name="path-1240">
            <a:extLst xmlns:a="http://schemas.openxmlformats.org/drawingml/2006/main">
              <a:ext uri="{FF2B5EF4-FFF2-40B4-BE49-F238E27FC236}">
                <a16:creationId xmlns:a16="http://schemas.microsoft.com/office/drawing/2014/main" id="{F7AFDFAF-0196-461F-9401-7A7F5D2B4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0437" y="3278086"/>
            <a:ext cx="19220" cy="49180"/>
          </a:xfrm>
          <a:custGeom xmlns:a="http://schemas.openxmlformats.org/drawingml/2006/main">
            <a:pathLst>
              <a:path w="19220" h="49180">
                <a:moveTo>
                  <a:pt x="19220" y="17250"/>
                </a:moveTo>
                <a:cubicBezTo>
                  <a:pt x="19220" y="6408"/>
                  <a:pt x="15114" y="0"/>
                  <a:pt x="8706" y="0"/>
                </a:cubicBezTo>
                <a:cubicBezTo>
                  <a:pt x="3284" y="0"/>
                  <a:pt x="0" y="4106"/>
                  <a:pt x="0" y="8706"/>
                </a:cubicBezTo>
                <a:cubicBezTo>
                  <a:pt x="0" y="13144"/>
                  <a:pt x="3284" y="17413"/>
                  <a:pt x="8706" y="17413"/>
                </a:cubicBezTo>
                <a:cubicBezTo>
                  <a:pt x="10677" y="17413"/>
                  <a:pt x="12813" y="16756"/>
                  <a:pt x="14457" y="15279"/>
                </a:cubicBezTo>
                <a:cubicBezTo>
                  <a:pt x="14949" y="14949"/>
                  <a:pt x="15114" y="14786"/>
                  <a:pt x="15277" y="14786"/>
                </a:cubicBezTo>
                <a:cubicBezTo>
                  <a:pt x="15442" y="14786"/>
                  <a:pt x="15608" y="14949"/>
                  <a:pt x="15608" y="17250"/>
                </a:cubicBezTo>
                <a:cubicBezTo>
                  <a:pt x="15608" y="29433"/>
                  <a:pt x="9857" y="39310"/>
                  <a:pt x="4435" y="44743"/>
                </a:cubicBezTo>
                <a:cubicBezTo>
                  <a:pt x="2627" y="46553"/>
                  <a:pt x="2627" y="46881"/>
                  <a:pt x="2627" y="47375"/>
                </a:cubicBezTo>
                <a:cubicBezTo>
                  <a:pt x="2627" y="48523"/>
                  <a:pt x="3449" y="49180"/>
                  <a:pt x="4272" y="49180"/>
                </a:cubicBezTo>
                <a:cubicBezTo>
                  <a:pt x="6077" y="49180"/>
                  <a:pt x="19220" y="36513"/>
                  <a:pt x="19220" y="17250"/>
                </a:cubicBezTo>
                <a:close/>
              </a:path>
            </a:pathLst>
          </a:custGeom>
          <a:solidFill xmlns:a="http://schemas.openxmlformats.org/drawingml/2006/main">
            <a:srgbClr val="531B9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20" name="path-1241">
            <a:extLst xmlns:a="http://schemas.openxmlformats.org/drawingml/2006/main">
              <a:ext uri="{FF2B5EF4-FFF2-40B4-BE49-F238E27FC236}">
                <a16:creationId xmlns:a16="http://schemas.microsoft.com/office/drawing/2014/main" id="{37955E99-FBD7-46D7-9A74-EBF8C8941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6038" y="3222819"/>
            <a:ext cx="67688" cy="104607"/>
          </a:xfrm>
          <a:custGeom xmlns:a="http://schemas.openxmlformats.org/drawingml/2006/main">
            <a:pathLst>
              <a:path w="67688" h="104607">
                <a:moveTo>
                  <a:pt x="67688" y="1807"/>
                </a:moveTo>
                <a:cubicBezTo>
                  <a:pt x="67688" y="1151"/>
                  <a:pt x="67194" y="165"/>
                  <a:pt x="66044" y="165"/>
                </a:cubicBezTo>
                <a:cubicBezTo>
                  <a:pt x="64239" y="165"/>
                  <a:pt x="57666" y="6738"/>
                  <a:pt x="54873" y="11504"/>
                </a:cubicBezTo>
                <a:cubicBezTo>
                  <a:pt x="51258" y="2630"/>
                  <a:pt x="44851" y="0"/>
                  <a:pt x="39594" y="0"/>
                </a:cubicBezTo>
                <a:cubicBezTo>
                  <a:pt x="20208" y="0"/>
                  <a:pt x="0" y="24322"/>
                  <a:pt x="0" y="48152"/>
                </a:cubicBezTo>
                <a:cubicBezTo>
                  <a:pt x="0" y="64256"/>
                  <a:pt x="9694" y="74444"/>
                  <a:pt x="21687" y="74444"/>
                </a:cubicBezTo>
                <a:cubicBezTo>
                  <a:pt x="28751" y="74444"/>
                  <a:pt x="35159" y="70503"/>
                  <a:pt x="41073" y="64587"/>
                </a:cubicBezTo>
                <a:cubicBezTo>
                  <a:pt x="39594" y="70338"/>
                  <a:pt x="34171" y="92589"/>
                  <a:pt x="33680" y="94073"/>
                </a:cubicBezTo>
                <a:cubicBezTo>
                  <a:pt x="32366" y="98691"/>
                  <a:pt x="31050" y="99350"/>
                  <a:pt x="21850" y="99515"/>
                </a:cubicBezTo>
                <a:cubicBezTo>
                  <a:pt x="19714" y="99515"/>
                  <a:pt x="18072" y="99515"/>
                  <a:pt x="18072" y="102802"/>
                </a:cubicBezTo>
                <a:cubicBezTo>
                  <a:pt x="18072" y="102965"/>
                  <a:pt x="18072" y="104607"/>
                  <a:pt x="20208" y="104607"/>
                </a:cubicBezTo>
                <a:cubicBezTo>
                  <a:pt x="25465" y="104607"/>
                  <a:pt x="31216" y="104116"/>
                  <a:pt x="36638" y="104116"/>
                </a:cubicBezTo>
                <a:cubicBezTo>
                  <a:pt x="42223" y="104116"/>
                  <a:pt x="48137" y="104607"/>
                  <a:pt x="53559" y="104607"/>
                </a:cubicBezTo>
                <a:cubicBezTo>
                  <a:pt x="54379" y="104607"/>
                  <a:pt x="56515" y="104607"/>
                  <a:pt x="56515" y="101323"/>
                </a:cubicBezTo>
                <a:cubicBezTo>
                  <a:pt x="56515" y="99515"/>
                  <a:pt x="54873" y="99515"/>
                  <a:pt x="52243" y="99515"/>
                </a:cubicBezTo>
                <a:cubicBezTo>
                  <a:pt x="44359" y="99515"/>
                  <a:pt x="44359" y="98360"/>
                  <a:pt x="44359" y="96876"/>
                </a:cubicBezTo>
                <a:cubicBezTo>
                  <a:pt x="44359" y="95723"/>
                  <a:pt x="44688" y="94732"/>
                  <a:pt x="45016" y="93248"/>
                </a:cubicBezTo>
                <a:lnTo>
                  <a:pt x="67688" y="1807"/>
                </a:lnTo>
                <a:moveTo>
                  <a:pt x="22178" y="70832"/>
                </a:moveTo>
                <a:cubicBezTo>
                  <a:pt x="12321" y="70832"/>
                  <a:pt x="11664" y="58177"/>
                  <a:pt x="11664" y="55382"/>
                </a:cubicBezTo>
                <a:cubicBezTo>
                  <a:pt x="11664" y="47495"/>
                  <a:pt x="16430" y="29581"/>
                  <a:pt x="19223" y="22680"/>
                </a:cubicBezTo>
                <a:cubicBezTo>
                  <a:pt x="24314" y="10519"/>
                  <a:pt x="32858" y="3615"/>
                  <a:pt x="39594" y="3615"/>
                </a:cubicBezTo>
                <a:cubicBezTo>
                  <a:pt x="50273" y="3615"/>
                  <a:pt x="52574" y="16926"/>
                  <a:pt x="52574" y="18077"/>
                </a:cubicBezTo>
                <a:cubicBezTo>
                  <a:pt x="52574" y="19065"/>
                  <a:pt x="43537" y="55054"/>
                  <a:pt x="43043" y="55713"/>
                </a:cubicBezTo>
                <a:cubicBezTo>
                  <a:pt x="40579" y="60313"/>
                  <a:pt x="31379" y="70832"/>
                  <a:pt x="22178" y="70832"/>
                </a:cubicBezTo>
                <a:close/>
              </a:path>
            </a:pathLst>
          </a:custGeom>
          <a:solidFill xmlns:a="http://schemas.openxmlformats.org/drawingml/2006/main">
            <a:srgbClr val="531B9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21" name="path-1242">
            <a:extLst xmlns:a="http://schemas.openxmlformats.org/drawingml/2006/main">
              <a:ext uri="{FF2B5EF4-FFF2-40B4-BE49-F238E27FC236}">
                <a16:creationId xmlns:a16="http://schemas.microsoft.com/office/drawing/2014/main" id="{EEA1FE0A-2ABD-4980-9E22-9CF398E52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4811" y="3172280"/>
            <a:ext cx="38115" cy="164291"/>
          </a:xfrm>
          <a:custGeom xmlns:a="http://schemas.openxmlformats.org/drawingml/2006/main">
            <a:pathLst>
              <a:path w="38115" h="164291">
                <a:moveTo>
                  <a:pt x="38115" y="162649"/>
                </a:moveTo>
                <a:cubicBezTo>
                  <a:pt x="38115" y="162157"/>
                  <a:pt x="38115" y="161826"/>
                  <a:pt x="35322" y="159034"/>
                </a:cubicBezTo>
                <a:cubicBezTo>
                  <a:pt x="14786" y="138334"/>
                  <a:pt x="9529" y="107282"/>
                  <a:pt x="9529" y="82145"/>
                </a:cubicBezTo>
                <a:cubicBezTo>
                  <a:pt x="9529" y="53559"/>
                  <a:pt x="15771" y="24973"/>
                  <a:pt x="35979" y="4437"/>
                </a:cubicBezTo>
                <a:cubicBezTo>
                  <a:pt x="38115" y="2467"/>
                  <a:pt x="38115" y="2136"/>
                  <a:pt x="38115" y="1645"/>
                </a:cubicBezTo>
                <a:cubicBezTo>
                  <a:pt x="38115" y="494"/>
                  <a:pt x="37458" y="0"/>
                  <a:pt x="36473" y="0"/>
                </a:cubicBezTo>
                <a:cubicBezTo>
                  <a:pt x="34828" y="0"/>
                  <a:pt x="20042" y="11173"/>
                  <a:pt x="10348" y="32038"/>
                </a:cubicBezTo>
                <a:cubicBezTo>
                  <a:pt x="1970" y="50110"/>
                  <a:pt x="0" y="68345"/>
                  <a:pt x="0" y="82145"/>
                </a:cubicBezTo>
                <a:cubicBezTo>
                  <a:pt x="0" y="94960"/>
                  <a:pt x="1805" y="114840"/>
                  <a:pt x="10842" y="133406"/>
                </a:cubicBezTo>
                <a:cubicBezTo>
                  <a:pt x="20699" y="153614"/>
                  <a:pt x="34828" y="164291"/>
                  <a:pt x="36473" y="164291"/>
                </a:cubicBezTo>
                <a:cubicBezTo>
                  <a:pt x="37458" y="164291"/>
                  <a:pt x="38115" y="163799"/>
                  <a:pt x="38115" y="162649"/>
                </a:cubicBezTo>
                <a:close/>
              </a:path>
            </a:pathLst>
          </a:custGeom>
          <a:solidFill xmlns:a="http://schemas.openxmlformats.org/drawingml/2006/main">
            <a:srgbClr val="531B9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22" name="path-1243">
            <a:extLst xmlns:a="http://schemas.openxmlformats.org/drawingml/2006/main">
              <a:ext uri="{FF2B5EF4-FFF2-40B4-BE49-F238E27FC236}">
                <a16:creationId xmlns:a16="http://schemas.microsoft.com/office/drawing/2014/main" id="{CB4717C8-1E93-4662-AF57-A670A9D1A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9986" y="3180142"/>
            <a:ext cx="82311" cy="116640"/>
          </a:xfrm>
          <a:custGeom xmlns:a="http://schemas.openxmlformats.org/drawingml/2006/main">
            <a:pathLst>
              <a:path w="82311" h="116640">
                <a:moveTo>
                  <a:pt x="82311" y="34823"/>
                </a:moveTo>
                <a:cubicBezTo>
                  <a:pt x="82311" y="5916"/>
                  <a:pt x="65224" y="0"/>
                  <a:pt x="55201" y="0"/>
                </a:cubicBezTo>
                <a:cubicBezTo>
                  <a:pt x="42223" y="0"/>
                  <a:pt x="25793" y="8543"/>
                  <a:pt x="13472" y="30880"/>
                </a:cubicBezTo>
                <a:cubicBezTo>
                  <a:pt x="5094" y="46320"/>
                  <a:pt x="0" y="68661"/>
                  <a:pt x="0" y="81970"/>
                </a:cubicBezTo>
                <a:cubicBezTo>
                  <a:pt x="0" y="105798"/>
                  <a:pt x="12487" y="116640"/>
                  <a:pt x="27272" y="116640"/>
                </a:cubicBezTo>
                <a:cubicBezTo>
                  <a:pt x="38280" y="116640"/>
                  <a:pt x="52737" y="110235"/>
                  <a:pt x="64073" y="93474"/>
                </a:cubicBezTo>
                <a:cubicBezTo>
                  <a:pt x="77874" y="73261"/>
                  <a:pt x="82311" y="47139"/>
                  <a:pt x="82311" y="34823"/>
                </a:cubicBezTo>
                <a:moveTo>
                  <a:pt x="24973" y="54367"/>
                </a:moveTo>
                <a:cubicBezTo>
                  <a:pt x="27272" y="44840"/>
                  <a:pt x="31544" y="29894"/>
                  <a:pt x="36473" y="21354"/>
                </a:cubicBezTo>
                <a:cubicBezTo>
                  <a:pt x="40253" y="14620"/>
                  <a:pt x="46986" y="5916"/>
                  <a:pt x="54873" y="5916"/>
                </a:cubicBezTo>
                <a:cubicBezTo>
                  <a:pt x="61774" y="5916"/>
                  <a:pt x="64730" y="13144"/>
                  <a:pt x="64730" y="22833"/>
                </a:cubicBezTo>
                <a:cubicBezTo>
                  <a:pt x="64730" y="33179"/>
                  <a:pt x="61118" y="47468"/>
                  <a:pt x="59310" y="54367"/>
                </a:cubicBezTo>
                <a:lnTo>
                  <a:pt x="24973" y="54367"/>
                </a:lnTo>
                <a:moveTo>
                  <a:pt x="57337" y="62251"/>
                </a:moveTo>
                <a:cubicBezTo>
                  <a:pt x="47152" y="106289"/>
                  <a:pt x="33351" y="110726"/>
                  <a:pt x="27601" y="110726"/>
                </a:cubicBezTo>
                <a:cubicBezTo>
                  <a:pt x="25302" y="110726"/>
                  <a:pt x="21850" y="110069"/>
                  <a:pt x="19551" y="104975"/>
                </a:cubicBezTo>
                <a:cubicBezTo>
                  <a:pt x="17581" y="100538"/>
                  <a:pt x="17581" y="94131"/>
                  <a:pt x="17581" y="93965"/>
                </a:cubicBezTo>
                <a:cubicBezTo>
                  <a:pt x="17581" y="84600"/>
                  <a:pt x="21193" y="69318"/>
                  <a:pt x="23001" y="62251"/>
                </a:cubicBezTo>
                <a:lnTo>
                  <a:pt x="57337" y="62251"/>
                </a:lnTo>
                <a:close/>
              </a:path>
            </a:pathLst>
          </a:custGeom>
          <a:solidFill xmlns:a="http://schemas.openxmlformats.org/drawingml/2006/main">
            <a:srgbClr val="531B9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23" name="path-1244">
            <a:extLst xmlns:a="http://schemas.openxmlformats.org/drawingml/2006/main">
              <a:ext uri="{FF2B5EF4-FFF2-40B4-BE49-F238E27FC236}">
                <a16:creationId xmlns:a16="http://schemas.microsoft.com/office/drawing/2014/main" id="{CA2B9BD8-6F46-424D-8FC6-33723137B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54118" y="3278086"/>
            <a:ext cx="19220" cy="49180"/>
          </a:xfrm>
          <a:custGeom xmlns:a="http://schemas.openxmlformats.org/drawingml/2006/main">
            <a:pathLst>
              <a:path w="19220" h="49180">
                <a:moveTo>
                  <a:pt x="19220" y="17250"/>
                </a:moveTo>
                <a:cubicBezTo>
                  <a:pt x="19220" y="6408"/>
                  <a:pt x="15114" y="0"/>
                  <a:pt x="8706" y="0"/>
                </a:cubicBezTo>
                <a:cubicBezTo>
                  <a:pt x="3284" y="0"/>
                  <a:pt x="0" y="4106"/>
                  <a:pt x="0" y="8706"/>
                </a:cubicBezTo>
                <a:cubicBezTo>
                  <a:pt x="0" y="13144"/>
                  <a:pt x="3284" y="17413"/>
                  <a:pt x="8706" y="17413"/>
                </a:cubicBezTo>
                <a:cubicBezTo>
                  <a:pt x="10677" y="17413"/>
                  <a:pt x="12813" y="16756"/>
                  <a:pt x="14457" y="15279"/>
                </a:cubicBezTo>
                <a:cubicBezTo>
                  <a:pt x="14949" y="14949"/>
                  <a:pt x="15114" y="14786"/>
                  <a:pt x="15277" y="14786"/>
                </a:cubicBezTo>
                <a:cubicBezTo>
                  <a:pt x="15442" y="14786"/>
                  <a:pt x="15608" y="14949"/>
                  <a:pt x="15608" y="17250"/>
                </a:cubicBezTo>
                <a:cubicBezTo>
                  <a:pt x="15608" y="29433"/>
                  <a:pt x="9857" y="39310"/>
                  <a:pt x="4435" y="44743"/>
                </a:cubicBezTo>
                <a:cubicBezTo>
                  <a:pt x="2627" y="46553"/>
                  <a:pt x="2627" y="46881"/>
                  <a:pt x="2627" y="47375"/>
                </a:cubicBezTo>
                <a:cubicBezTo>
                  <a:pt x="2627" y="48523"/>
                  <a:pt x="3449" y="49180"/>
                  <a:pt x="4272" y="49180"/>
                </a:cubicBezTo>
                <a:cubicBezTo>
                  <a:pt x="6077" y="49180"/>
                  <a:pt x="19220" y="36513"/>
                  <a:pt x="19220" y="17250"/>
                </a:cubicBezTo>
                <a:close/>
              </a:path>
            </a:pathLst>
          </a:custGeom>
          <a:solidFill xmlns:a="http://schemas.openxmlformats.org/drawingml/2006/main">
            <a:srgbClr val="531B9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24" name="path-1245">
            <a:extLst xmlns:a="http://schemas.openxmlformats.org/drawingml/2006/main">
              <a:ext uri="{FF2B5EF4-FFF2-40B4-BE49-F238E27FC236}">
                <a16:creationId xmlns:a16="http://schemas.microsoft.com/office/drawing/2014/main" id="{A496A40C-A077-46E3-BF94-B4121B4C2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9400" y="3182869"/>
            <a:ext cx="150162" cy="112629"/>
          </a:xfrm>
          <a:custGeom xmlns:a="http://schemas.openxmlformats.org/drawingml/2006/main">
            <a:pathLst>
              <a:path w="150162" h="112629">
                <a:moveTo>
                  <a:pt x="89212" y="47779"/>
                </a:moveTo>
                <a:lnTo>
                  <a:pt x="110897" y="26438"/>
                </a:lnTo>
                <a:lnTo>
                  <a:pt x="121085" y="16097"/>
                </a:lnTo>
                <a:cubicBezTo>
                  <a:pt x="127655" y="9857"/>
                  <a:pt x="129626" y="7887"/>
                  <a:pt x="146712" y="7724"/>
                </a:cubicBezTo>
                <a:cubicBezTo>
                  <a:pt x="149833" y="7724"/>
                  <a:pt x="150162" y="3452"/>
                  <a:pt x="150162" y="2958"/>
                </a:cubicBezTo>
                <a:cubicBezTo>
                  <a:pt x="150162" y="1973"/>
                  <a:pt x="149505" y="0"/>
                  <a:pt x="146878" y="0"/>
                </a:cubicBezTo>
                <a:cubicBezTo>
                  <a:pt x="141127" y="0"/>
                  <a:pt x="134885" y="494"/>
                  <a:pt x="128969" y="494"/>
                </a:cubicBezTo>
                <a:cubicBezTo>
                  <a:pt x="124206" y="494"/>
                  <a:pt x="112376" y="0"/>
                  <a:pt x="107613" y="0"/>
                </a:cubicBezTo>
                <a:cubicBezTo>
                  <a:pt x="106297" y="0"/>
                  <a:pt x="103013" y="0"/>
                  <a:pt x="103013" y="4603"/>
                </a:cubicBezTo>
                <a:cubicBezTo>
                  <a:pt x="103013" y="7558"/>
                  <a:pt x="105640" y="7724"/>
                  <a:pt x="107119" y="7724"/>
                </a:cubicBezTo>
                <a:cubicBezTo>
                  <a:pt x="112047" y="7887"/>
                  <a:pt x="116319" y="9200"/>
                  <a:pt x="116976" y="9366"/>
                </a:cubicBezTo>
                <a:lnTo>
                  <a:pt x="85597" y="40393"/>
                </a:lnTo>
                <a:lnTo>
                  <a:pt x="70481" y="8709"/>
                </a:lnTo>
                <a:cubicBezTo>
                  <a:pt x="72125" y="8380"/>
                  <a:pt x="77217" y="7724"/>
                  <a:pt x="80012" y="7724"/>
                </a:cubicBezTo>
                <a:cubicBezTo>
                  <a:pt x="81817" y="7724"/>
                  <a:pt x="84775" y="7724"/>
                  <a:pt x="84775" y="3124"/>
                </a:cubicBezTo>
                <a:cubicBezTo>
                  <a:pt x="84775" y="822"/>
                  <a:pt x="83296" y="0"/>
                  <a:pt x="81160" y="0"/>
                </a:cubicBezTo>
                <a:cubicBezTo>
                  <a:pt x="75575" y="0"/>
                  <a:pt x="61774" y="494"/>
                  <a:pt x="56189" y="494"/>
                </a:cubicBezTo>
                <a:cubicBezTo>
                  <a:pt x="52409" y="494"/>
                  <a:pt x="48631" y="331"/>
                  <a:pt x="44853" y="331"/>
                </a:cubicBezTo>
                <a:cubicBezTo>
                  <a:pt x="41073" y="331"/>
                  <a:pt x="37132" y="0"/>
                  <a:pt x="33351" y="0"/>
                </a:cubicBezTo>
                <a:cubicBezTo>
                  <a:pt x="31872" y="0"/>
                  <a:pt x="28751" y="0"/>
                  <a:pt x="28751" y="4603"/>
                </a:cubicBezTo>
                <a:cubicBezTo>
                  <a:pt x="28751" y="7724"/>
                  <a:pt x="30887" y="7724"/>
                  <a:pt x="35487" y="7724"/>
                </a:cubicBezTo>
                <a:cubicBezTo>
                  <a:pt x="37789" y="7724"/>
                  <a:pt x="39596" y="7724"/>
                  <a:pt x="41895" y="7887"/>
                </a:cubicBezTo>
                <a:cubicBezTo>
                  <a:pt x="44196" y="8215"/>
                  <a:pt x="44359" y="8380"/>
                  <a:pt x="45344" y="10351"/>
                </a:cubicBezTo>
                <a:lnTo>
                  <a:pt x="68017" y="57794"/>
                </a:lnTo>
                <a:lnTo>
                  <a:pt x="26781" y="98505"/>
                </a:lnTo>
                <a:cubicBezTo>
                  <a:pt x="23823" y="101298"/>
                  <a:pt x="20373" y="104745"/>
                  <a:pt x="5751" y="104908"/>
                </a:cubicBezTo>
                <a:cubicBezTo>
                  <a:pt x="2795" y="104908"/>
                  <a:pt x="0" y="104908"/>
                  <a:pt x="0" y="109673"/>
                </a:cubicBezTo>
                <a:cubicBezTo>
                  <a:pt x="0" y="110824"/>
                  <a:pt x="822" y="112629"/>
                  <a:pt x="3287" y="112629"/>
                </a:cubicBezTo>
                <a:cubicBezTo>
                  <a:pt x="7230" y="112629"/>
                  <a:pt x="17252" y="112138"/>
                  <a:pt x="21196" y="112138"/>
                </a:cubicBezTo>
                <a:cubicBezTo>
                  <a:pt x="25959" y="112138"/>
                  <a:pt x="37789" y="112629"/>
                  <a:pt x="42552" y="112629"/>
                </a:cubicBezTo>
                <a:cubicBezTo>
                  <a:pt x="43868" y="112629"/>
                  <a:pt x="47152" y="112629"/>
                  <a:pt x="47152" y="107866"/>
                </a:cubicBezTo>
                <a:cubicBezTo>
                  <a:pt x="47152" y="104908"/>
                  <a:pt x="44196" y="104908"/>
                  <a:pt x="42880" y="104908"/>
                </a:cubicBezTo>
                <a:cubicBezTo>
                  <a:pt x="39596" y="104908"/>
                  <a:pt x="36310" y="104416"/>
                  <a:pt x="33189" y="103266"/>
                </a:cubicBezTo>
                <a:lnTo>
                  <a:pt x="71469" y="65181"/>
                </a:lnTo>
                <a:lnTo>
                  <a:pt x="90032" y="103923"/>
                </a:lnTo>
                <a:cubicBezTo>
                  <a:pt x="89869" y="103923"/>
                  <a:pt x="84447" y="104908"/>
                  <a:pt x="80503" y="104908"/>
                </a:cubicBezTo>
                <a:cubicBezTo>
                  <a:pt x="78861" y="104908"/>
                  <a:pt x="75740" y="104908"/>
                  <a:pt x="75740" y="109673"/>
                </a:cubicBezTo>
                <a:cubicBezTo>
                  <a:pt x="75740" y="110165"/>
                  <a:pt x="75903" y="112629"/>
                  <a:pt x="79353" y="112629"/>
                </a:cubicBezTo>
                <a:cubicBezTo>
                  <a:pt x="84940" y="112629"/>
                  <a:pt x="98904" y="112138"/>
                  <a:pt x="104489" y="112138"/>
                </a:cubicBezTo>
                <a:cubicBezTo>
                  <a:pt x="108269" y="112138"/>
                  <a:pt x="112047" y="112301"/>
                  <a:pt x="115825" y="112301"/>
                </a:cubicBezTo>
                <a:cubicBezTo>
                  <a:pt x="119606" y="112301"/>
                  <a:pt x="123549" y="112629"/>
                  <a:pt x="127327" y="112629"/>
                </a:cubicBezTo>
                <a:cubicBezTo>
                  <a:pt x="128640" y="112629"/>
                  <a:pt x="131927" y="112629"/>
                  <a:pt x="131927" y="107866"/>
                </a:cubicBezTo>
                <a:cubicBezTo>
                  <a:pt x="131927" y="104908"/>
                  <a:pt x="129297" y="104908"/>
                  <a:pt x="125354" y="104908"/>
                </a:cubicBezTo>
                <a:cubicBezTo>
                  <a:pt x="123055" y="104908"/>
                  <a:pt x="121413" y="104908"/>
                  <a:pt x="118949" y="104745"/>
                </a:cubicBezTo>
                <a:cubicBezTo>
                  <a:pt x="116484" y="104416"/>
                  <a:pt x="116319" y="104251"/>
                  <a:pt x="115168" y="102118"/>
                </a:cubicBezTo>
                <a:lnTo>
                  <a:pt x="89212" y="47779"/>
                </a:lnTo>
                <a:close/>
              </a:path>
            </a:pathLst>
          </a:custGeom>
          <a:solidFill xmlns:a="http://schemas.openxmlformats.org/drawingml/2006/main">
            <a:srgbClr val="531B9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25" name="path-1246">
            <a:extLst xmlns:a="http://schemas.openxmlformats.org/drawingml/2006/main">
              <a:ext uri="{FF2B5EF4-FFF2-40B4-BE49-F238E27FC236}">
                <a16:creationId xmlns:a16="http://schemas.microsoft.com/office/drawing/2014/main" id="{832E345C-48DD-458B-BEC5-A08749827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5527" y="3278086"/>
            <a:ext cx="19220" cy="49180"/>
          </a:xfrm>
          <a:custGeom xmlns:a="http://schemas.openxmlformats.org/drawingml/2006/main">
            <a:pathLst>
              <a:path w="19220" h="49180">
                <a:moveTo>
                  <a:pt x="19220" y="17250"/>
                </a:moveTo>
                <a:cubicBezTo>
                  <a:pt x="19220" y="6408"/>
                  <a:pt x="15114" y="0"/>
                  <a:pt x="8706" y="0"/>
                </a:cubicBezTo>
                <a:cubicBezTo>
                  <a:pt x="3284" y="0"/>
                  <a:pt x="0" y="4106"/>
                  <a:pt x="0" y="8706"/>
                </a:cubicBezTo>
                <a:cubicBezTo>
                  <a:pt x="0" y="13144"/>
                  <a:pt x="3284" y="17413"/>
                  <a:pt x="8706" y="17413"/>
                </a:cubicBezTo>
                <a:cubicBezTo>
                  <a:pt x="10677" y="17413"/>
                  <a:pt x="12813" y="16756"/>
                  <a:pt x="14457" y="15279"/>
                </a:cubicBezTo>
                <a:cubicBezTo>
                  <a:pt x="14949" y="14949"/>
                  <a:pt x="15114" y="14786"/>
                  <a:pt x="15277" y="14786"/>
                </a:cubicBezTo>
                <a:cubicBezTo>
                  <a:pt x="15442" y="14786"/>
                  <a:pt x="15608" y="14949"/>
                  <a:pt x="15608" y="17250"/>
                </a:cubicBezTo>
                <a:cubicBezTo>
                  <a:pt x="15608" y="29433"/>
                  <a:pt x="9857" y="39310"/>
                  <a:pt x="4435" y="44743"/>
                </a:cubicBezTo>
                <a:cubicBezTo>
                  <a:pt x="2627" y="46553"/>
                  <a:pt x="2627" y="46881"/>
                  <a:pt x="2627" y="47375"/>
                </a:cubicBezTo>
                <a:cubicBezTo>
                  <a:pt x="2627" y="48523"/>
                  <a:pt x="3449" y="49180"/>
                  <a:pt x="4272" y="49180"/>
                </a:cubicBezTo>
                <a:cubicBezTo>
                  <a:pt x="6077" y="49180"/>
                  <a:pt x="19220" y="36513"/>
                  <a:pt x="19220" y="17250"/>
                </a:cubicBezTo>
                <a:close/>
              </a:path>
            </a:pathLst>
          </a:custGeom>
          <a:solidFill xmlns:a="http://schemas.openxmlformats.org/drawingml/2006/main">
            <a:srgbClr val="531B9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26" name="path-1247">
            <a:extLst xmlns:a="http://schemas.openxmlformats.org/drawingml/2006/main">
              <a:ext uri="{FF2B5EF4-FFF2-40B4-BE49-F238E27FC236}">
                <a16:creationId xmlns:a16="http://schemas.microsoft.com/office/drawing/2014/main" id="{6EF7E0A4-1863-489A-9DBC-A5E42523F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9838" y="3181425"/>
            <a:ext cx="41895" cy="115356"/>
          </a:xfrm>
          <a:custGeom xmlns:a="http://schemas.openxmlformats.org/drawingml/2006/main">
            <a:pathLst>
              <a:path w="41895" h="115356">
                <a:moveTo>
                  <a:pt x="41238" y="5751"/>
                </a:moveTo>
                <a:cubicBezTo>
                  <a:pt x="41895" y="3452"/>
                  <a:pt x="41895" y="3124"/>
                  <a:pt x="41895" y="2958"/>
                </a:cubicBezTo>
                <a:cubicBezTo>
                  <a:pt x="41895" y="822"/>
                  <a:pt x="40087" y="0"/>
                  <a:pt x="38280" y="0"/>
                </a:cubicBezTo>
                <a:cubicBezTo>
                  <a:pt x="37623" y="0"/>
                  <a:pt x="37458" y="0"/>
                  <a:pt x="37129" y="165"/>
                </a:cubicBezTo>
                <a:lnTo>
                  <a:pt x="15936" y="1151"/>
                </a:lnTo>
                <a:cubicBezTo>
                  <a:pt x="13637" y="1316"/>
                  <a:pt x="10679" y="1479"/>
                  <a:pt x="10679" y="6079"/>
                </a:cubicBezTo>
                <a:cubicBezTo>
                  <a:pt x="10679" y="9037"/>
                  <a:pt x="13800" y="9037"/>
                  <a:pt x="14951" y="9037"/>
                </a:cubicBezTo>
                <a:cubicBezTo>
                  <a:pt x="16758" y="9037"/>
                  <a:pt x="19717" y="9037"/>
                  <a:pt x="21850" y="9366"/>
                </a:cubicBezTo>
                <a:lnTo>
                  <a:pt x="822" y="93667"/>
                </a:lnTo>
                <a:cubicBezTo>
                  <a:pt x="328" y="95474"/>
                  <a:pt x="0" y="96953"/>
                  <a:pt x="0" y="99255"/>
                </a:cubicBezTo>
                <a:cubicBezTo>
                  <a:pt x="0" y="110099"/>
                  <a:pt x="10845" y="115356"/>
                  <a:pt x="20536" y="115356"/>
                </a:cubicBezTo>
                <a:cubicBezTo>
                  <a:pt x="26616" y="115356"/>
                  <a:pt x="31216" y="111907"/>
                  <a:pt x="34831" y="105993"/>
                </a:cubicBezTo>
                <a:cubicBezTo>
                  <a:pt x="38774" y="99583"/>
                  <a:pt x="41073" y="90709"/>
                  <a:pt x="41073" y="89724"/>
                </a:cubicBezTo>
                <a:cubicBezTo>
                  <a:pt x="41073" y="87422"/>
                  <a:pt x="38608" y="87422"/>
                  <a:pt x="37129" y="87422"/>
                </a:cubicBezTo>
                <a:cubicBezTo>
                  <a:pt x="35322" y="87422"/>
                  <a:pt x="34665" y="87422"/>
                  <a:pt x="33845" y="88245"/>
                </a:cubicBezTo>
                <a:cubicBezTo>
                  <a:pt x="33517" y="88573"/>
                  <a:pt x="33517" y="88901"/>
                  <a:pt x="32529" y="93010"/>
                </a:cubicBezTo>
                <a:cubicBezTo>
                  <a:pt x="29408" y="105499"/>
                  <a:pt x="25793" y="109443"/>
                  <a:pt x="21359" y="109443"/>
                </a:cubicBezTo>
                <a:cubicBezTo>
                  <a:pt x="18894" y="109443"/>
                  <a:pt x="17581" y="107801"/>
                  <a:pt x="17581" y="103526"/>
                </a:cubicBezTo>
                <a:cubicBezTo>
                  <a:pt x="17581" y="100240"/>
                  <a:pt x="18072" y="98598"/>
                  <a:pt x="18566" y="96297"/>
                </a:cubicBezTo>
                <a:lnTo>
                  <a:pt x="41238" y="5751"/>
                </a:lnTo>
                <a:close/>
              </a:path>
            </a:pathLst>
          </a:custGeom>
          <a:solidFill xmlns:a="http://schemas.openxmlformats.org/drawingml/2006/main">
            <a:srgbClr val="531B9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27" name="path-1248">
            <a:extLst xmlns:a="http://schemas.openxmlformats.org/drawingml/2006/main">
              <a:ext uri="{FF2B5EF4-FFF2-40B4-BE49-F238E27FC236}">
                <a16:creationId xmlns:a16="http://schemas.microsoft.com/office/drawing/2014/main" id="{3D06C6CD-4148-4821-AA20-1376192ED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4143" y="3243767"/>
            <a:ext cx="41861" cy="76369"/>
          </a:xfrm>
          <a:custGeom xmlns:a="http://schemas.openxmlformats.org/drawingml/2006/main">
            <a:pathLst>
              <a:path w="41861" h="76369">
                <a:moveTo>
                  <a:pt x="25990" y="3213"/>
                </a:moveTo>
                <a:cubicBezTo>
                  <a:pt x="25990" y="116"/>
                  <a:pt x="25761" y="0"/>
                  <a:pt x="22541" y="0"/>
                </a:cubicBezTo>
                <a:cubicBezTo>
                  <a:pt x="15181" y="7202"/>
                  <a:pt x="4715" y="7316"/>
                  <a:pt x="0" y="7316"/>
                </a:cubicBezTo>
                <a:lnTo>
                  <a:pt x="0" y="11455"/>
                </a:lnTo>
                <a:cubicBezTo>
                  <a:pt x="2760" y="11455"/>
                  <a:pt x="10350" y="11455"/>
                  <a:pt x="16676" y="8235"/>
                </a:cubicBezTo>
                <a:lnTo>
                  <a:pt x="16676" y="66935"/>
                </a:lnTo>
                <a:cubicBezTo>
                  <a:pt x="16676" y="70735"/>
                  <a:pt x="16676" y="72230"/>
                  <a:pt x="5175" y="72230"/>
                </a:cubicBezTo>
                <a:lnTo>
                  <a:pt x="805" y="72230"/>
                </a:lnTo>
                <a:lnTo>
                  <a:pt x="805" y="76369"/>
                </a:lnTo>
                <a:cubicBezTo>
                  <a:pt x="2874" y="76255"/>
                  <a:pt x="17020" y="75909"/>
                  <a:pt x="21275" y="75909"/>
                </a:cubicBezTo>
                <a:cubicBezTo>
                  <a:pt x="24841" y="75909"/>
                  <a:pt x="39331" y="76255"/>
                  <a:pt x="41861" y="76369"/>
                </a:cubicBezTo>
                <a:lnTo>
                  <a:pt x="41861" y="72230"/>
                </a:lnTo>
                <a:lnTo>
                  <a:pt x="37491" y="72230"/>
                </a:lnTo>
                <a:cubicBezTo>
                  <a:pt x="25990" y="72230"/>
                  <a:pt x="25990" y="70735"/>
                  <a:pt x="25990" y="66935"/>
                </a:cubicBezTo>
                <a:lnTo>
                  <a:pt x="25990" y="3213"/>
                </a:lnTo>
                <a:close/>
              </a:path>
            </a:pathLst>
          </a:custGeom>
          <a:solidFill xmlns:a="http://schemas.openxmlformats.org/drawingml/2006/main">
            <a:srgbClr val="531B9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28" name="path-1249">
            <a:extLst xmlns:a="http://schemas.openxmlformats.org/drawingml/2006/main">
              <a:ext uri="{FF2B5EF4-FFF2-40B4-BE49-F238E27FC236}">
                <a16:creationId xmlns:a16="http://schemas.microsoft.com/office/drawing/2014/main" id="{45D21897-39F4-4DF1-8C3C-5A483EEEF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9062" y="3270608"/>
            <a:ext cx="13226" cy="49528"/>
          </a:xfrm>
          <a:custGeom xmlns:a="http://schemas.openxmlformats.org/drawingml/2006/main">
            <a:pathLst>
              <a:path w="13226" h="49528">
                <a:moveTo>
                  <a:pt x="13226" y="6672"/>
                </a:moveTo>
                <a:cubicBezTo>
                  <a:pt x="13226" y="2646"/>
                  <a:pt x="10006" y="0"/>
                  <a:pt x="6670" y="0"/>
                </a:cubicBezTo>
                <a:cubicBezTo>
                  <a:pt x="2646" y="0"/>
                  <a:pt x="0" y="3222"/>
                  <a:pt x="0" y="6556"/>
                </a:cubicBezTo>
                <a:cubicBezTo>
                  <a:pt x="0" y="10581"/>
                  <a:pt x="3220" y="13226"/>
                  <a:pt x="6556" y="13226"/>
                </a:cubicBezTo>
                <a:cubicBezTo>
                  <a:pt x="10581" y="13226"/>
                  <a:pt x="13226" y="10006"/>
                  <a:pt x="13226" y="6672"/>
                </a:cubicBezTo>
                <a:moveTo>
                  <a:pt x="13226" y="42973"/>
                </a:moveTo>
                <a:cubicBezTo>
                  <a:pt x="13226" y="38948"/>
                  <a:pt x="10006" y="36303"/>
                  <a:pt x="6670" y="36303"/>
                </a:cubicBezTo>
                <a:cubicBezTo>
                  <a:pt x="2646" y="36303"/>
                  <a:pt x="0" y="39524"/>
                  <a:pt x="0" y="42858"/>
                </a:cubicBezTo>
                <a:cubicBezTo>
                  <a:pt x="0" y="46883"/>
                  <a:pt x="3220" y="49528"/>
                  <a:pt x="6556" y="49528"/>
                </a:cubicBezTo>
                <a:cubicBezTo>
                  <a:pt x="10581" y="49528"/>
                  <a:pt x="13226" y="46308"/>
                  <a:pt x="13226" y="42973"/>
                </a:cubicBezTo>
                <a:close/>
              </a:path>
            </a:pathLst>
          </a:custGeom>
          <a:solidFill xmlns:a="http://schemas.openxmlformats.org/drawingml/2006/main">
            <a:srgbClr val="531B9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29" name="path-1250">
            <a:extLst xmlns:a="http://schemas.openxmlformats.org/drawingml/2006/main">
              <a:ext uri="{FF2B5EF4-FFF2-40B4-BE49-F238E27FC236}">
                <a16:creationId xmlns:a16="http://schemas.microsoft.com/office/drawing/2014/main" id="{F923665D-72A8-4F68-94C1-0F3F987BC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19126" y="3248319"/>
            <a:ext cx="38871" cy="72940"/>
          </a:xfrm>
          <a:custGeom xmlns:a="http://schemas.openxmlformats.org/drawingml/2006/main">
            <a:pathLst>
              <a:path w="38871" h="72940">
                <a:moveTo>
                  <a:pt x="23460" y="26431"/>
                </a:moveTo>
                <a:lnTo>
                  <a:pt x="35191" y="26431"/>
                </a:lnTo>
                <a:cubicBezTo>
                  <a:pt x="37376" y="26431"/>
                  <a:pt x="38871" y="26431"/>
                  <a:pt x="38871" y="23900"/>
                </a:cubicBezTo>
                <a:cubicBezTo>
                  <a:pt x="38871" y="22290"/>
                  <a:pt x="37376" y="22290"/>
                  <a:pt x="35421" y="22290"/>
                </a:cubicBezTo>
                <a:lnTo>
                  <a:pt x="24495" y="22290"/>
                </a:lnTo>
                <a:lnTo>
                  <a:pt x="28751" y="5287"/>
                </a:lnTo>
                <a:cubicBezTo>
                  <a:pt x="28867" y="4712"/>
                  <a:pt x="29096" y="4138"/>
                  <a:pt x="29096" y="3678"/>
                </a:cubicBezTo>
                <a:cubicBezTo>
                  <a:pt x="29096" y="1609"/>
                  <a:pt x="27486" y="0"/>
                  <a:pt x="25185" y="0"/>
                </a:cubicBezTo>
                <a:cubicBezTo>
                  <a:pt x="22311" y="0"/>
                  <a:pt x="20586" y="1955"/>
                  <a:pt x="19780" y="4942"/>
                </a:cubicBezTo>
                <a:cubicBezTo>
                  <a:pt x="18975" y="7814"/>
                  <a:pt x="20470" y="2299"/>
                  <a:pt x="15411" y="22290"/>
                </a:cubicBezTo>
                <a:lnTo>
                  <a:pt x="3680" y="22290"/>
                </a:lnTo>
                <a:cubicBezTo>
                  <a:pt x="1495" y="22290"/>
                  <a:pt x="0" y="22290"/>
                  <a:pt x="0" y="24820"/>
                </a:cubicBezTo>
                <a:cubicBezTo>
                  <a:pt x="0" y="26431"/>
                  <a:pt x="1379" y="26431"/>
                  <a:pt x="3450" y="26431"/>
                </a:cubicBezTo>
                <a:lnTo>
                  <a:pt x="14375" y="26431"/>
                </a:lnTo>
                <a:lnTo>
                  <a:pt x="7590" y="53530"/>
                </a:lnTo>
                <a:cubicBezTo>
                  <a:pt x="6900" y="56401"/>
                  <a:pt x="5865" y="60536"/>
                  <a:pt x="5865" y="62027"/>
                </a:cubicBezTo>
                <a:cubicBezTo>
                  <a:pt x="5865" y="68803"/>
                  <a:pt x="11615" y="72940"/>
                  <a:pt x="18171" y="72940"/>
                </a:cubicBezTo>
                <a:cubicBezTo>
                  <a:pt x="30936" y="72940"/>
                  <a:pt x="38181" y="56861"/>
                  <a:pt x="38181" y="55368"/>
                </a:cubicBezTo>
                <a:cubicBezTo>
                  <a:pt x="38181" y="53874"/>
                  <a:pt x="36686" y="53874"/>
                  <a:pt x="36340" y="53874"/>
                </a:cubicBezTo>
                <a:cubicBezTo>
                  <a:pt x="34961" y="53874"/>
                  <a:pt x="34845" y="54104"/>
                  <a:pt x="33926" y="56057"/>
                </a:cubicBezTo>
                <a:cubicBezTo>
                  <a:pt x="30706" y="63291"/>
                  <a:pt x="24841" y="69720"/>
                  <a:pt x="18515" y="69720"/>
                </a:cubicBezTo>
                <a:cubicBezTo>
                  <a:pt x="16100" y="69720"/>
                  <a:pt x="14491" y="68229"/>
                  <a:pt x="14491" y="64094"/>
                </a:cubicBezTo>
                <a:cubicBezTo>
                  <a:pt x="14491" y="62947"/>
                  <a:pt x="14951" y="60536"/>
                  <a:pt x="15181" y="59386"/>
                </a:cubicBezTo>
                <a:lnTo>
                  <a:pt x="23460" y="26431"/>
                </a:lnTo>
                <a:close/>
              </a:path>
            </a:pathLst>
          </a:custGeom>
          <a:solidFill xmlns:a="http://schemas.openxmlformats.org/drawingml/2006/main">
            <a:srgbClr val="531B9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30" name="path-1251">
            <a:extLst xmlns:a="http://schemas.openxmlformats.org/drawingml/2006/main">
              <a:ext uri="{FF2B5EF4-FFF2-40B4-BE49-F238E27FC236}">
                <a16:creationId xmlns:a16="http://schemas.microsoft.com/office/drawing/2014/main" id="{7482EDFA-D4CD-4D05-882F-EE8CAC946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1510" y="3172280"/>
            <a:ext cx="38115" cy="164291"/>
          </a:xfrm>
          <a:custGeom xmlns:a="http://schemas.openxmlformats.org/drawingml/2006/main">
            <a:pathLst>
              <a:path w="38115" h="164291">
                <a:moveTo>
                  <a:pt x="38115" y="82145"/>
                </a:moveTo>
                <a:cubicBezTo>
                  <a:pt x="38115" y="69333"/>
                  <a:pt x="36310" y="49453"/>
                  <a:pt x="27272" y="30887"/>
                </a:cubicBezTo>
                <a:cubicBezTo>
                  <a:pt x="17415" y="10679"/>
                  <a:pt x="3287" y="0"/>
                  <a:pt x="1642" y="0"/>
                </a:cubicBezTo>
                <a:cubicBezTo>
                  <a:pt x="657" y="0"/>
                  <a:pt x="0" y="659"/>
                  <a:pt x="0" y="1645"/>
                </a:cubicBezTo>
                <a:cubicBezTo>
                  <a:pt x="0" y="2136"/>
                  <a:pt x="0" y="2467"/>
                  <a:pt x="3121" y="5422"/>
                </a:cubicBezTo>
                <a:cubicBezTo>
                  <a:pt x="19223" y="21687"/>
                  <a:pt x="28586" y="47809"/>
                  <a:pt x="28586" y="82145"/>
                </a:cubicBezTo>
                <a:cubicBezTo>
                  <a:pt x="28586" y="110240"/>
                  <a:pt x="22509" y="139154"/>
                  <a:pt x="2136" y="159856"/>
                </a:cubicBezTo>
                <a:cubicBezTo>
                  <a:pt x="0" y="161826"/>
                  <a:pt x="0" y="162157"/>
                  <a:pt x="0" y="162649"/>
                </a:cubicBezTo>
                <a:cubicBezTo>
                  <a:pt x="0" y="163634"/>
                  <a:pt x="657" y="164291"/>
                  <a:pt x="1642" y="164291"/>
                </a:cubicBezTo>
                <a:cubicBezTo>
                  <a:pt x="3287" y="164291"/>
                  <a:pt x="18072" y="153120"/>
                  <a:pt x="27766" y="132255"/>
                </a:cubicBezTo>
                <a:cubicBezTo>
                  <a:pt x="36144" y="114183"/>
                  <a:pt x="38115" y="95946"/>
                  <a:pt x="38115" y="82145"/>
                </a:cubicBezTo>
                <a:close/>
              </a:path>
            </a:pathLst>
          </a:custGeom>
          <a:solidFill xmlns:a="http://schemas.openxmlformats.org/drawingml/2006/main">
            <a:srgbClr val="531B9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31" name="path-1252">
            <a:extLst xmlns:a="http://schemas.openxmlformats.org/drawingml/2006/main">
              <a:ext uri="{FF2B5EF4-FFF2-40B4-BE49-F238E27FC236}">
                <a16:creationId xmlns:a16="http://schemas.microsoft.com/office/drawing/2014/main" id="{E3DEA267-1B9D-4726-B11C-A9ED47D3A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5402" y="3172280"/>
            <a:ext cx="38115" cy="164291"/>
          </a:xfrm>
          <a:custGeom xmlns:a="http://schemas.openxmlformats.org/drawingml/2006/main">
            <a:pathLst>
              <a:path w="38115" h="164291">
                <a:moveTo>
                  <a:pt x="38115" y="82145"/>
                </a:moveTo>
                <a:cubicBezTo>
                  <a:pt x="38115" y="69333"/>
                  <a:pt x="36310" y="49453"/>
                  <a:pt x="27272" y="30887"/>
                </a:cubicBezTo>
                <a:cubicBezTo>
                  <a:pt x="17415" y="10679"/>
                  <a:pt x="3287" y="0"/>
                  <a:pt x="1642" y="0"/>
                </a:cubicBezTo>
                <a:cubicBezTo>
                  <a:pt x="657" y="0"/>
                  <a:pt x="0" y="659"/>
                  <a:pt x="0" y="1645"/>
                </a:cubicBezTo>
                <a:cubicBezTo>
                  <a:pt x="0" y="2136"/>
                  <a:pt x="0" y="2467"/>
                  <a:pt x="3121" y="5422"/>
                </a:cubicBezTo>
                <a:cubicBezTo>
                  <a:pt x="19223" y="21687"/>
                  <a:pt x="28586" y="47809"/>
                  <a:pt x="28586" y="82145"/>
                </a:cubicBezTo>
                <a:cubicBezTo>
                  <a:pt x="28586" y="110240"/>
                  <a:pt x="22509" y="139154"/>
                  <a:pt x="2136" y="159856"/>
                </a:cubicBezTo>
                <a:cubicBezTo>
                  <a:pt x="0" y="161826"/>
                  <a:pt x="0" y="162157"/>
                  <a:pt x="0" y="162649"/>
                </a:cubicBezTo>
                <a:cubicBezTo>
                  <a:pt x="0" y="163634"/>
                  <a:pt x="657" y="164291"/>
                  <a:pt x="1642" y="164291"/>
                </a:cubicBezTo>
                <a:cubicBezTo>
                  <a:pt x="3287" y="164291"/>
                  <a:pt x="18072" y="153120"/>
                  <a:pt x="27766" y="132255"/>
                </a:cubicBezTo>
                <a:cubicBezTo>
                  <a:pt x="36144" y="114183"/>
                  <a:pt x="38115" y="95946"/>
                  <a:pt x="38115" y="82145"/>
                </a:cubicBezTo>
                <a:close/>
              </a:path>
            </a:pathLst>
          </a:custGeom>
          <a:solidFill xmlns:a="http://schemas.openxmlformats.org/drawingml/2006/main">
            <a:srgbClr val="531B9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32" name="path-1253">
            <a:extLst xmlns:a="http://schemas.openxmlformats.org/drawingml/2006/main">
              <a:ext uri="{FF2B5EF4-FFF2-40B4-BE49-F238E27FC236}">
                <a16:creationId xmlns:a16="http://schemas.microsoft.com/office/drawing/2014/main" id="{FAFAD767-0B49-45A9-AB0E-8E9C8E856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4034" y="5648246"/>
            <a:ext cx="929993" cy="191"/>
          </a:xfrm>
          <a:custGeom xmlns:a="http://schemas.openxmlformats.org/drawingml/2006/main">
            <a:pathLst>
              <a:path w="929993" h="191">
                <a:moveTo>
                  <a:pt x="0" y="0"/>
                </a:moveTo>
                <a:lnTo>
                  <a:pt x="92999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6491">
            <a:solidFill>
              <a:srgbClr val="935300"/>
            </a:solidFill>
            <a:prstDash val="solid"/>
          </a:ln>
        </p:spPr>
      </p:sp>
      <p:sp>
        <p:nvSpPr>
          <p:cNvPr id="1333" name="path-1254">
            <a:extLst xmlns:a="http://schemas.openxmlformats.org/drawingml/2006/main">
              <a:ext uri="{FF2B5EF4-FFF2-40B4-BE49-F238E27FC236}">
                <a16:creationId xmlns:a16="http://schemas.microsoft.com/office/drawing/2014/main" id="{D403709F-3171-490B-80B9-1FC78D7C6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3548" y="5648246"/>
            <a:ext cx="172579" cy="191"/>
          </a:xfrm>
          <a:custGeom xmlns:a="http://schemas.openxmlformats.org/drawingml/2006/main">
            <a:pathLst>
              <a:path w="172579" h="191">
                <a:moveTo>
                  <a:pt x="0" y="0"/>
                </a:moveTo>
                <a:lnTo>
                  <a:pt x="172579" y="0"/>
                </a:lnTo>
              </a:path>
            </a:pathLst>
          </a:custGeom>
          <a:noFill xmlns:a="http://schemas.openxmlformats.org/drawingml/2006/main"/>
          <a:ln xmlns:a="http://schemas.openxmlformats.org/drawingml/2006/main" w="16491">
            <a:solidFill>
              <a:srgbClr val="935300"/>
            </a:solidFill>
            <a:prstDash val="solid"/>
          </a:ln>
        </p:spPr>
      </p:sp>
      <p:sp>
        <p:nvSpPr>
          <p:cNvPr id="1334" name="path-1255">
            <a:extLst xmlns:a="http://schemas.openxmlformats.org/drawingml/2006/main">
              <a:ext uri="{FF2B5EF4-FFF2-40B4-BE49-F238E27FC236}">
                <a16:creationId xmlns:a16="http://schemas.microsoft.com/office/drawing/2014/main" id="{3BB48D5F-A70D-4309-B97D-0B438C986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5643" y="5648246"/>
            <a:ext cx="298320" cy="191"/>
          </a:xfrm>
          <a:custGeom xmlns:a="http://schemas.openxmlformats.org/drawingml/2006/main">
            <a:pathLst>
              <a:path w="298320" h="191">
                <a:moveTo>
                  <a:pt x="0" y="0"/>
                </a:moveTo>
                <a:lnTo>
                  <a:pt x="29832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6491">
            <a:solidFill>
              <a:srgbClr val="935300"/>
            </a:solidFill>
            <a:prstDash val="solid"/>
          </a:ln>
        </p:spPr>
      </p:sp>
      <p:sp>
        <p:nvSpPr>
          <p:cNvPr id="1335" name="text-1256 Self-rewarding">
            <a:extLst xmlns:a="http://schemas.openxmlformats.org/drawingml/2006/main">
              <a:ext uri="{FF2B5EF4-FFF2-40B4-BE49-F238E27FC236}">
                <a16:creationId xmlns:a16="http://schemas.microsoft.com/office/drawing/2014/main" id="{4B55F67F-739A-4C26-8483-D02D7F728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54034" y="5480829"/>
            <a:ext cx="1057595" cy="2078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69" b="1" i="1">
                <a:solidFill>
                  <a:srgbClr val="9353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69" b="1" i="1">
                <a:solidFill>
                  <a:srgbClr val="935300"/>
                </a:solidFill>
                <a:latin typeface="Arial"/>
                <a:ea typeface="Arial"/>
                <a:cs typeface="Arial"/>
              </a:defRPr>
            </a:pPr>
            <a:r>
              <a:rPr sz="1169" b="1" i="1">
                <a:solidFill>
                  <a:srgbClr val="935300"/>
                </a:solidFill>
                <a:latin typeface="Arial"/>
                <a:ea typeface="Arial"/>
                <a:cs typeface="Arial"/>
              </a:rPr>
              <a:t>Self-rewarding</a:t>
            </a:r>
          </a:p>
        </p:txBody>
      </p:sp>
      <p:sp>
        <p:nvSpPr>
          <p:cNvPr id="1336" name="text-1256 Signals">
            <a:extLst xmlns:a="http://schemas.openxmlformats.org/drawingml/2006/main">
              <a:ext uri="{FF2B5EF4-FFF2-40B4-BE49-F238E27FC236}">
                <a16:creationId xmlns:a16="http://schemas.microsoft.com/office/drawing/2014/main" id="{70673632-D16F-48C5-8593-C3EBD48F6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26133" y="5480848"/>
            <a:ext cx="554572" cy="2078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69" b="1" i="1">
                <a:solidFill>
                  <a:srgbClr val="9353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69" b="1" i="1">
                <a:solidFill>
                  <a:srgbClr val="935300"/>
                </a:solidFill>
                <a:latin typeface="Arial"/>
                <a:ea typeface="Arial"/>
                <a:cs typeface="Arial"/>
              </a:defRPr>
            </a:pPr>
            <a:r>
              <a:rPr sz="1169" b="1" i="1">
                <a:solidFill>
                  <a:srgbClr val="935300"/>
                </a:solidFill>
                <a:latin typeface="Arial"/>
                <a:ea typeface="Arial"/>
                <a:cs typeface="Arial"/>
              </a:rPr>
              <a:t>Signals</a:t>
            </a:r>
          </a:p>
        </p:txBody>
      </p:sp>
      <p:sp>
        <p:nvSpPr>
          <p:cNvPr id="1337" name="text-1257 for">
            <a:extLst xmlns:a="http://schemas.openxmlformats.org/drawingml/2006/main">
              <a:ext uri="{FF2B5EF4-FFF2-40B4-BE49-F238E27FC236}">
                <a16:creationId xmlns:a16="http://schemas.microsoft.com/office/drawing/2014/main" id="{13610D18-6740-46E7-95F6-8A60817DE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80966" y="5650634"/>
            <a:ext cx="224553" cy="2077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69" b="1" i="1">
                <a:solidFill>
                  <a:srgbClr val="9353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69" b="1" i="1">
                <a:solidFill>
                  <a:srgbClr val="935300"/>
                </a:solidFill>
                <a:latin typeface="Arial"/>
                <a:ea typeface="Arial"/>
                <a:cs typeface="Arial"/>
              </a:defRPr>
            </a:pPr>
            <a:r>
              <a:rPr sz="1169" b="1" i="1">
                <a:solidFill>
                  <a:srgbClr val="935300"/>
                </a:solidFill>
                <a:latin typeface="Arial"/>
                <a:ea typeface="Arial"/>
                <a:cs typeface="Arial"/>
              </a:rPr>
              <a:t>for</a:t>
            </a:r>
          </a:p>
        </p:txBody>
      </p:sp>
      <p:sp>
        <p:nvSpPr>
          <p:cNvPr id="1338" name="path-1258">
            <a:extLst xmlns:a="http://schemas.openxmlformats.org/drawingml/2006/main">
              <a:ext uri="{FF2B5EF4-FFF2-40B4-BE49-F238E27FC236}">
                <a16:creationId xmlns:a16="http://schemas.microsoft.com/office/drawing/2014/main" id="{A8988719-80AC-47B9-B509-A3A2303E5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9993" y="5821399"/>
            <a:ext cx="1607772" cy="191"/>
          </a:xfrm>
          <a:custGeom xmlns:a="http://schemas.openxmlformats.org/drawingml/2006/main">
            <a:pathLst>
              <a:path w="1607772" h="191">
                <a:moveTo>
                  <a:pt x="0" y="0"/>
                </a:moveTo>
                <a:lnTo>
                  <a:pt x="1607772" y="0"/>
                </a:lnTo>
              </a:path>
            </a:pathLst>
          </a:custGeom>
          <a:noFill xmlns:a="http://schemas.openxmlformats.org/drawingml/2006/main"/>
          <a:ln xmlns:a="http://schemas.openxmlformats.org/drawingml/2006/main" w="16491">
            <a:solidFill>
              <a:srgbClr val="935300"/>
            </a:solidFill>
            <a:prstDash val="solid"/>
          </a:ln>
        </p:spPr>
      </p:sp>
      <p:sp>
        <p:nvSpPr>
          <p:cNvPr id="1339" name="text-1259 Reinforcement">
            <a:extLst xmlns:a="http://schemas.openxmlformats.org/drawingml/2006/main">
              <a:ext uri="{FF2B5EF4-FFF2-40B4-BE49-F238E27FC236}">
                <a16:creationId xmlns:a16="http://schemas.microsoft.com/office/drawing/2014/main" id="{9C48FAD4-DC88-4135-B7E5-916939E7E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19993" y="5650600"/>
            <a:ext cx="1065868" cy="2078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69" b="1" i="1">
                <a:solidFill>
                  <a:srgbClr val="9353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69" b="1" i="1">
                <a:solidFill>
                  <a:srgbClr val="935300"/>
                </a:solidFill>
                <a:latin typeface="Arial"/>
                <a:ea typeface="Arial"/>
                <a:cs typeface="Arial"/>
              </a:defRPr>
            </a:pPr>
            <a:r>
              <a:rPr sz="1169" b="1" i="1">
                <a:solidFill>
                  <a:srgbClr val="935300"/>
                </a:solidFill>
                <a:latin typeface="Arial"/>
                <a:ea typeface="Arial"/>
                <a:cs typeface="Arial"/>
              </a:rPr>
              <a:t>Reinforcement</a:t>
            </a:r>
          </a:p>
        </p:txBody>
      </p:sp>
      <p:sp>
        <p:nvSpPr>
          <p:cNvPr id="1340" name="text-1259 Learning">
            <a:extLst xmlns:a="http://schemas.openxmlformats.org/drawingml/2006/main">
              <a:ext uri="{FF2B5EF4-FFF2-40B4-BE49-F238E27FC236}">
                <a16:creationId xmlns:a16="http://schemas.microsoft.com/office/drawing/2014/main" id="{20BA285C-C55E-4DB0-A288-FD8C7ECFF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00372" y="5650601"/>
            <a:ext cx="653427" cy="2078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69" b="1" i="1">
                <a:solidFill>
                  <a:srgbClr val="9353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69" b="1" i="1">
                <a:solidFill>
                  <a:srgbClr val="935300"/>
                </a:solidFill>
                <a:latin typeface="Arial"/>
                <a:ea typeface="Arial"/>
                <a:cs typeface="Arial"/>
              </a:defRPr>
            </a:pPr>
            <a:r>
              <a:rPr sz="1169" b="1" i="1">
                <a:solidFill>
                  <a:srgbClr val="935300"/>
                </a:solidFill>
                <a:latin typeface="Arial"/>
                <a:ea typeface="Arial"/>
                <a:cs typeface="Arial"/>
              </a:rPr>
              <a:t>Learning</a:t>
            </a:r>
          </a:p>
        </p:txBody>
      </p:sp>
      <p:sp>
        <p:nvSpPr>
          <p:cNvPr id="1341" name="text-1260 (without">
            <a:extLst xmlns:a="http://schemas.openxmlformats.org/drawingml/2006/main">
              <a:ext uri="{FF2B5EF4-FFF2-40B4-BE49-F238E27FC236}">
                <a16:creationId xmlns:a16="http://schemas.microsoft.com/office/drawing/2014/main" id="{C3A12923-34AE-4147-827C-8371152AC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12674" y="5828635"/>
            <a:ext cx="455345" cy="17318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74" b="0" i="1">
                <a:solidFill>
                  <a:srgbClr val="9353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74" b="0" i="1">
                <a:solidFill>
                  <a:srgbClr val="935300"/>
                </a:solidFill>
                <a:latin typeface="Arial"/>
                <a:ea typeface="Arial"/>
                <a:cs typeface="Arial"/>
              </a:defRPr>
            </a:pPr>
            <a:r>
              <a:rPr sz="974" b="0" i="1">
                <a:solidFill>
                  <a:srgbClr val="935300"/>
                </a:solidFill>
                <a:latin typeface="Arial"/>
                <a:ea typeface="Arial"/>
                <a:cs typeface="Arial"/>
              </a:rPr>
              <a:t>(without</a:t>
            </a:r>
          </a:p>
        </p:txBody>
      </p:sp>
      <p:sp>
        <p:nvSpPr>
          <p:cNvPr id="1342" name="text-1260 relying">
            <a:extLst xmlns:a="http://schemas.openxmlformats.org/drawingml/2006/main">
              <a:ext uri="{FF2B5EF4-FFF2-40B4-BE49-F238E27FC236}">
                <a16:creationId xmlns:a16="http://schemas.microsoft.com/office/drawing/2014/main" id="{9BDEFE49-CC66-4E91-9C58-A17E8CCAD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80109" y="5828649"/>
            <a:ext cx="386615" cy="1731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74" b="0" i="1">
                <a:solidFill>
                  <a:srgbClr val="9353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74" b="0" i="1">
                <a:solidFill>
                  <a:srgbClr val="935300"/>
                </a:solidFill>
                <a:latin typeface="Arial"/>
                <a:ea typeface="Arial"/>
                <a:cs typeface="Arial"/>
              </a:defRPr>
            </a:pPr>
            <a:r>
              <a:rPr sz="974" b="0" i="1">
                <a:solidFill>
                  <a:srgbClr val="935300"/>
                </a:solidFill>
                <a:latin typeface="Arial"/>
                <a:ea typeface="Arial"/>
                <a:cs typeface="Arial"/>
              </a:rPr>
              <a:t>relying</a:t>
            </a:r>
          </a:p>
        </p:txBody>
      </p:sp>
      <p:sp>
        <p:nvSpPr>
          <p:cNvPr id="1343" name="text-1260 on">
            <a:extLst xmlns:a="http://schemas.openxmlformats.org/drawingml/2006/main">
              <a:ext uri="{FF2B5EF4-FFF2-40B4-BE49-F238E27FC236}">
                <a16:creationId xmlns:a16="http://schemas.microsoft.com/office/drawing/2014/main" id="{F5EA6E55-E767-43B5-96A7-7F1320C9F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78825" y="5828627"/>
            <a:ext cx="159841" cy="1731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74" b="0" i="1">
                <a:solidFill>
                  <a:srgbClr val="9353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74" b="0" i="1">
                <a:solidFill>
                  <a:srgbClr val="935300"/>
                </a:solidFill>
                <a:latin typeface="Arial"/>
                <a:ea typeface="Arial"/>
                <a:cs typeface="Arial"/>
              </a:defRPr>
            </a:pPr>
            <a:r>
              <a:rPr sz="974" b="0" i="1">
                <a:solidFill>
                  <a:srgbClr val="935300"/>
                </a:solidFill>
                <a:latin typeface="Arial"/>
                <a:ea typeface="Arial"/>
                <a:cs typeface="Arial"/>
              </a:rPr>
              <a:t>on</a:t>
            </a:r>
          </a:p>
        </p:txBody>
      </p:sp>
      <p:sp>
        <p:nvSpPr>
          <p:cNvPr id="1344" name="text-1260 additional">
            <a:extLst xmlns:a="http://schemas.openxmlformats.org/drawingml/2006/main">
              <a:ext uri="{FF2B5EF4-FFF2-40B4-BE49-F238E27FC236}">
                <a16:creationId xmlns:a16="http://schemas.microsoft.com/office/drawing/2014/main" id="{C351B24B-3AF8-41A0-8B23-F7F46D8E2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50763" y="5828646"/>
            <a:ext cx="551801" cy="1731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74" b="0" i="1">
                <a:solidFill>
                  <a:srgbClr val="9353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74" b="0" i="1">
                <a:solidFill>
                  <a:srgbClr val="935300"/>
                </a:solidFill>
                <a:latin typeface="Arial"/>
                <a:ea typeface="Arial"/>
                <a:cs typeface="Arial"/>
              </a:defRPr>
            </a:pPr>
            <a:r>
              <a:rPr sz="974" b="0" i="1">
                <a:solidFill>
                  <a:srgbClr val="935300"/>
                </a:solidFill>
                <a:latin typeface="Arial"/>
                <a:ea typeface="Arial"/>
                <a:cs typeface="Arial"/>
              </a:rPr>
              <a:t>additional</a:t>
            </a:r>
          </a:p>
        </p:txBody>
      </p:sp>
      <p:sp>
        <p:nvSpPr>
          <p:cNvPr id="1345" name="text-1260 annotations)">
            <a:extLst xmlns:a="http://schemas.openxmlformats.org/drawingml/2006/main">
              <a:ext uri="{FF2B5EF4-FFF2-40B4-BE49-F238E27FC236}">
                <a16:creationId xmlns:a16="http://schemas.microsoft.com/office/drawing/2014/main" id="{09B0DC5E-9473-40B3-8A50-543A820B6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14659" y="5828638"/>
            <a:ext cx="703018" cy="1731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74" b="0" i="1">
                <a:solidFill>
                  <a:srgbClr val="9353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74" b="0" i="1">
                <a:solidFill>
                  <a:srgbClr val="935300"/>
                </a:solidFill>
                <a:latin typeface="Arial"/>
                <a:ea typeface="Arial"/>
                <a:cs typeface="Arial"/>
              </a:defRPr>
            </a:pPr>
            <a:r>
              <a:rPr sz="974" b="0" i="1">
                <a:solidFill>
                  <a:srgbClr val="935300"/>
                </a:solidFill>
                <a:latin typeface="Arial"/>
                <a:ea typeface="Arial"/>
                <a:cs typeface="Arial"/>
              </a:rPr>
              <a:t>annotations)</a:t>
            </a:r>
          </a:p>
        </p:txBody>
      </p:sp>
      <p:sp>
        <p:nvSpPr>
          <p:cNvPr id="1346" name="path-1262">
            <a:extLst xmlns:a="http://schemas.openxmlformats.org/drawingml/2006/main">
              <a:ext uri="{FF2B5EF4-FFF2-40B4-BE49-F238E27FC236}">
                <a16:creationId xmlns:a16="http://schemas.microsoft.com/office/drawing/2014/main" id="{014377A5-0273-46EB-92F0-6B189AB7B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0354" y="4227018"/>
            <a:ext cx="123022" cy="143433"/>
          </a:xfrm>
          <a:custGeom xmlns:a="http://schemas.openxmlformats.org/drawingml/2006/main">
            <a:pathLst>
              <a:path w="123022" h="143433">
                <a:moveTo>
                  <a:pt x="29376" y="120754"/>
                </a:moveTo>
                <a:cubicBezTo>
                  <a:pt x="40022" y="104179"/>
                  <a:pt x="43373" y="91550"/>
                  <a:pt x="45936" y="81090"/>
                </a:cubicBezTo>
                <a:cubicBezTo>
                  <a:pt x="52837" y="53860"/>
                  <a:pt x="60327" y="30182"/>
                  <a:pt x="72550" y="16566"/>
                </a:cubicBezTo>
                <a:cubicBezTo>
                  <a:pt x="74917" y="14000"/>
                  <a:pt x="76494" y="12226"/>
                  <a:pt x="82802" y="12226"/>
                </a:cubicBezTo>
                <a:cubicBezTo>
                  <a:pt x="96405" y="12226"/>
                  <a:pt x="96800" y="25841"/>
                  <a:pt x="96800" y="28602"/>
                </a:cubicBezTo>
                <a:cubicBezTo>
                  <a:pt x="96800" y="32155"/>
                  <a:pt x="95816" y="34917"/>
                  <a:pt x="95816" y="35903"/>
                </a:cubicBezTo>
                <a:cubicBezTo>
                  <a:pt x="95816" y="37284"/>
                  <a:pt x="96998" y="37284"/>
                  <a:pt x="97194" y="37284"/>
                </a:cubicBezTo>
                <a:cubicBezTo>
                  <a:pt x="100349" y="37284"/>
                  <a:pt x="105671" y="35115"/>
                  <a:pt x="110601" y="31563"/>
                </a:cubicBezTo>
                <a:cubicBezTo>
                  <a:pt x="114151" y="28801"/>
                  <a:pt x="115923" y="26828"/>
                  <a:pt x="115923" y="18735"/>
                </a:cubicBezTo>
                <a:cubicBezTo>
                  <a:pt x="115923" y="8083"/>
                  <a:pt x="110403" y="0"/>
                  <a:pt x="99363" y="0"/>
                </a:cubicBezTo>
                <a:cubicBezTo>
                  <a:pt x="93054" y="0"/>
                  <a:pt x="75706" y="1579"/>
                  <a:pt x="56384" y="21103"/>
                </a:cubicBezTo>
                <a:cubicBezTo>
                  <a:pt x="40614" y="37284"/>
                  <a:pt x="31346" y="72803"/>
                  <a:pt x="27601" y="87603"/>
                </a:cubicBezTo>
                <a:cubicBezTo>
                  <a:pt x="24054" y="101219"/>
                  <a:pt x="22475" y="107334"/>
                  <a:pt x="16560" y="119175"/>
                </a:cubicBezTo>
                <a:cubicBezTo>
                  <a:pt x="15180" y="121542"/>
                  <a:pt x="10054" y="130224"/>
                  <a:pt x="7295" y="132790"/>
                </a:cubicBezTo>
                <a:cubicBezTo>
                  <a:pt x="1970" y="137718"/>
                  <a:pt x="0" y="141267"/>
                  <a:pt x="0" y="142251"/>
                </a:cubicBezTo>
                <a:cubicBezTo>
                  <a:pt x="0" y="142645"/>
                  <a:pt x="394" y="143433"/>
                  <a:pt x="1775" y="143433"/>
                </a:cubicBezTo>
                <a:cubicBezTo>
                  <a:pt x="2563" y="143433"/>
                  <a:pt x="6702" y="142645"/>
                  <a:pt x="11828" y="139294"/>
                </a:cubicBezTo>
                <a:cubicBezTo>
                  <a:pt x="15180" y="137324"/>
                  <a:pt x="15574" y="136930"/>
                  <a:pt x="20110" y="132198"/>
                </a:cubicBezTo>
                <a:cubicBezTo>
                  <a:pt x="29968" y="132393"/>
                  <a:pt x="36866" y="134168"/>
                  <a:pt x="49287" y="137718"/>
                </a:cubicBezTo>
                <a:cubicBezTo>
                  <a:pt x="59341" y="140476"/>
                  <a:pt x="69397" y="143433"/>
                  <a:pt x="79451" y="143433"/>
                </a:cubicBezTo>
                <a:cubicBezTo>
                  <a:pt x="95422" y="143433"/>
                  <a:pt x="111588" y="131409"/>
                  <a:pt x="117896" y="122728"/>
                </a:cubicBezTo>
                <a:cubicBezTo>
                  <a:pt x="121837" y="117400"/>
                  <a:pt x="123022" y="112466"/>
                  <a:pt x="123022" y="111874"/>
                </a:cubicBezTo>
                <a:cubicBezTo>
                  <a:pt x="123022" y="110493"/>
                  <a:pt x="121837" y="110493"/>
                  <a:pt x="121642" y="110493"/>
                </a:cubicBezTo>
                <a:cubicBezTo>
                  <a:pt x="118486" y="110493"/>
                  <a:pt x="113754" y="112662"/>
                  <a:pt x="110403" y="115030"/>
                </a:cubicBezTo>
                <a:cubicBezTo>
                  <a:pt x="105081" y="118387"/>
                  <a:pt x="104687" y="119569"/>
                  <a:pt x="103505" y="122923"/>
                </a:cubicBezTo>
                <a:cubicBezTo>
                  <a:pt x="102518" y="126082"/>
                  <a:pt x="101336" y="127661"/>
                  <a:pt x="100548" y="128843"/>
                </a:cubicBezTo>
                <a:cubicBezTo>
                  <a:pt x="98968" y="131211"/>
                  <a:pt x="98773" y="131211"/>
                  <a:pt x="95816" y="131211"/>
                </a:cubicBezTo>
                <a:cubicBezTo>
                  <a:pt x="86352" y="131211"/>
                  <a:pt x="76494" y="128251"/>
                  <a:pt x="63483" y="124701"/>
                </a:cubicBezTo>
                <a:cubicBezTo>
                  <a:pt x="57963" y="123122"/>
                  <a:pt x="47118" y="119963"/>
                  <a:pt x="37260" y="119963"/>
                </a:cubicBezTo>
                <a:cubicBezTo>
                  <a:pt x="34697" y="119963"/>
                  <a:pt x="31939" y="120162"/>
                  <a:pt x="29376" y="12075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47" name="path-1263">
            <a:extLst xmlns:a="http://schemas.openxmlformats.org/drawingml/2006/main">
              <a:ext uri="{FF2B5EF4-FFF2-40B4-BE49-F238E27FC236}">
                <a16:creationId xmlns:a16="http://schemas.microsoft.com/office/drawing/2014/main" id="{77278F7D-9FCB-41A2-BD3F-4774E6176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35276" y="4303966"/>
            <a:ext cx="50233" cy="91643"/>
          </a:xfrm>
          <a:custGeom xmlns:a="http://schemas.openxmlformats.org/drawingml/2006/main">
            <a:pathLst>
              <a:path w="50233" h="91643">
                <a:moveTo>
                  <a:pt x="31189" y="3856"/>
                </a:moveTo>
                <a:cubicBezTo>
                  <a:pt x="31189" y="139"/>
                  <a:pt x="30913" y="0"/>
                  <a:pt x="27049" y="0"/>
                </a:cubicBezTo>
                <a:cubicBezTo>
                  <a:pt x="18217" y="8642"/>
                  <a:pt x="5658" y="8779"/>
                  <a:pt x="0" y="8779"/>
                </a:cubicBezTo>
                <a:lnTo>
                  <a:pt x="0" y="13746"/>
                </a:lnTo>
                <a:cubicBezTo>
                  <a:pt x="3312" y="13746"/>
                  <a:pt x="12420" y="13746"/>
                  <a:pt x="20011" y="9882"/>
                </a:cubicBezTo>
                <a:lnTo>
                  <a:pt x="20011" y="80322"/>
                </a:lnTo>
                <a:cubicBezTo>
                  <a:pt x="20011" y="84881"/>
                  <a:pt x="20011" y="86676"/>
                  <a:pt x="6210" y="86676"/>
                </a:cubicBezTo>
                <a:lnTo>
                  <a:pt x="967" y="86676"/>
                </a:lnTo>
                <a:lnTo>
                  <a:pt x="967" y="91643"/>
                </a:lnTo>
                <a:cubicBezTo>
                  <a:pt x="3449" y="91506"/>
                  <a:pt x="20424" y="91091"/>
                  <a:pt x="25530" y="91091"/>
                </a:cubicBezTo>
                <a:cubicBezTo>
                  <a:pt x="29809" y="91091"/>
                  <a:pt x="47197" y="91506"/>
                  <a:pt x="50233" y="91643"/>
                </a:cubicBezTo>
                <a:lnTo>
                  <a:pt x="50233" y="86676"/>
                </a:lnTo>
                <a:lnTo>
                  <a:pt x="44990" y="86676"/>
                </a:lnTo>
                <a:cubicBezTo>
                  <a:pt x="31189" y="86676"/>
                  <a:pt x="31189" y="84881"/>
                  <a:pt x="31189" y="80322"/>
                </a:cubicBezTo>
                <a:lnTo>
                  <a:pt x="31189" y="385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48" name="path-1265">
            <a:extLst xmlns:a="http://schemas.openxmlformats.org/drawingml/2006/main">
              <a:ext uri="{FF2B5EF4-FFF2-40B4-BE49-F238E27FC236}">
                <a16:creationId xmlns:a16="http://schemas.microsoft.com/office/drawing/2014/main" id="{D96B1BD2-F058-4ADC-9910-8E37A26F4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0354" y="4456281"/>
            <a:ext cx="123022" cy="143433"/>
          </a:xfrm>
          <a:custGeom xmlns:a="http://schemas.openxmlformats.org/drawingml/2006/main">
            <a:pathLst>
              <a:path w="123022" h="143433">
                <a:moveTo>
                  <a:pt x="29376" y="120754"/>
                </a:moveTo>
                <a:cubicBezTo>
                  <a:pt x="40022" y="104179"/>
                  <a:pt x="43373" y="91550"/>
                  <a:pt x="45936" y="81090"/>
                </a:cubicBezTo>
                <a:cubicBezTo>
                  <a:pt x="52837" y="53860"/>
                  <a:pt x="60327" y="30182"/>
                  <a:pt x="72550" y="16566"/>
                </a:cubicBezTo>
                <a:cubicBezTo>
                  <a:pt x="74917" y="14000"/>
                  <a:pt x="76494" y="12226"/>
                  <a:pt x="82802" y="12226"/>
                </a:cubicBezTo>
                <a:cubicBezTo>
                  <a:pt x="96405" y="12226"/>
                  <a:pt x="96800" y="25841"/>
                  <a:pt x="96800" y="28602"/>
                </a:cubicBezTo>
                <a:cubicBezTo>
                  <a:pt x="96800" y="32155"/>
                  <a:pt x="95816" y="34917"/>
                  <a:pt x="95816" y="35903"/>
                </a:cubicBezTo>
                <a:cubicBezTo>
                  <a:pt x="95816" y="37284"/>
                  <a:pt x="96998" y="37284"/>
                  <a:pt x="97194" y="37284"/>
                </a:cubicBezTo>
                <a:cubicBezTo>
                  <a:pt x="100349" y="37284"/>
                  <a:pt x="105671" y="35115"/>
                  <a:pt x="110601" y="31563"/>
                </a:cubicBezTo>
                <a:cubicBezTo>
                  <a:pt x="114151" y="28801"/>
                  <a:pt x="115923" y="26828"/>
                  <a:pt x="115923" y="18735"/>
                </a:cubicBezTo>
                <a:cubicBezTo>
                  <a:pt x="115923" y="8083"/>
                  <a:pt x="110403" y="0"/>
                  <a:pt x="99363" y="0"/>
                </a:cubicBezTo>
                <a:cubicBezTo>
                  <a:pt x="93054" y="0"/>
                  <a:pt x="75706" y="1579"/>
                  <a:pt x="56384" y="21103"/>
                </a:cubicBezTo>
                <a:cubicBezTo>
                  <a:pt x="40614" y="37284"/>
                  <a:pt x="31346" y="72803"/>
                  <a:pt x="27601" y="87603"/>
                </a:cubicBezTo>
                <a:cubicBezTo>
                  <a:pt x="24054" y="101219"/>
                  <a:pt x="22475" y="107334"/>
                  <a:pt x="16560" y="119175"/>
                </a:cubicBezTo>
                <a:cubicBezTo>
                  <a:pt x="15180" y="121542"/>
                  <a:pt x="10054" y="130224"/>
                  <a:pt x="7295" y="132790"/>
                </a:cubicBezTo>
                <a:cubicBezTo>
                  <a:pt x="1970" y="137718"/>
                  <a:pt x="0" y="141267"/>
                  <a:pt x="0" y="142251"/>
                </a:cubicBezTo>
                <a:cubicBezTo>
                  <a:pt x="0" y="142645"/>
                  <a:pt x="394" y="143433"/>
                  <a:pt x="1775" y="143433"/>
                </a:cubicBezTo>
                <a:cubicBezTo>
                  <a:pt x="2563" y="143433"/>
                  <a:pt x="6702" y="142645"/>
                  <a:pt x="11828" y="139294"/>
                </a:cubicBezTo>
                <a:cubicBezTo>
                  <a:pt x="15180" y="137324"/>
                  <a:pt x="15574" y="136930"/>
                  <a:pt x="20110" y="132198"/>
                </a:cubicBezTo>
                <a:cubicBezTo>
                  <a:pt x="29968" y="132393"/>
                  <a:pt x="36866" y="134168"/>
                  <a:pt x="49287" y="137718"/>
                </a:cubicBezTo>
                <a:cubicBezTo>
                  <a:pt x="59341" y="140476"/>
                  <a:pt x="69397" y="143433"/>
                  <a:pt x="79451" y="143433"/>
                </a:cubicBezTo>
                <a:cubicBezTo>
                  <a:pt x="95422" y="143433"/>
                  <a:pt x="111588" y="131409"/>
                  <a:pt x="117896" y="122728"/>
                </a:cubicBezTo>
                <a:cubicBezTo>
                  <a:pt x="121837" y="117400"/>
                  <a:pt x="123022" y="112466"/>
                  <a:pt x="123022" y="111874"/>
                </a:cubicBezTo>
                <a:cubicBezTo>
                  <a:pt x="123022" y="110493"/>
                  <a:pt x="121837" y="110493"/>
                  <a:pt x="121642" y="110493"/>
                </a:cubicBezTo>
                <a:cubicBezTo>
                  <a:pt x="118486" y="110493"/>
                  <a:pt x="113754" y="112662"/>
                  <a:pt x="110403" y="115030"/>
                </a:cubicBezTo>
                <a:cubicBezTo>
                  <a:pt x="105081" y="118387"/>
                  <a:pt x="104687" y="119569"/>
                  <a:pt x="103505" y="122923"/>
                </a:cubicBezTo>
                <a:cubicBezTo>
                  <a:pt x="102518" y="126082"/>
                  <a:pt x="101336" y="127661"/>
                  <a:pt x="100548" y="128843"/>
                </a:cubicBezTo>
                <a:cubicBezTo>
                  <a:pt x="98968" y="131211"/>
                  <a:pt x="98773" y="131211"/>
                  <a:pt x="95816" y="131211"/>
                </a:cubicBezTo>
                <a:cubicBezTo>
                  <a:pt x="86352" y="131211"/>
                  <a:pt x="76494" y="128251"/>
                  <a:pt x="63483" y="124701"/>
                </a:cubicBezTo>
                <a:cubicBezTo>
                  <a:pt x="57963" y="123122"/>
                  <a:pt x="47118" y="119963"/>
                  <a:pt x="37260" y="119963"/>
                </a:cubicBezTo>
                <a:cubicBezTo>
                  <a:pt x="34697" y="119963"/>
                  <a:pt x="31939" y="120162"/>
                  <a:pt x="29376" y="12075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49" name="path-1266">
            <a:extLst xmlns:a="http://schemas.openxmlformats.org/drawingml/2006/main">
              <a:ext uri="{FF2B5EF4-FFF2-40B4-BE49-F238E27FC236}">
                <a16:creationId xmlns:a16="http://schemas.microsoft.com/office/drawing/2014/main" id="{F8C15821-11B4-4CC9-9430-CE3B5FB63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8927" y="4533228"/>
            <a:ext cx="60998" cy="91643"/>
          </a:xfrm>
          <a:custGeom xmlns:a="http://schemas.openxmlformats.org/drawingml/2006/main">
            <a:pathLst>
              <a:path w="60998" h="91643">
                <a:moveTo>
                  <a:pt x="60998" y="66521"/>
                </a:moveTo>
                <a:lnTo>
                  <a:pt x="56306" y="66521"/>
                </a:lnTo>
                <a:cubicBezTo>
                  <a:pt x="55891" y="69560"/>
                  <a:pt x="54512" y="77705"/>
                  <a:pt x="52718" y="79086"/>
                </a:cubicBezTo>
                <a:cubicBezTo>
                  <a:pt x="51615" y="79914"/>
                  <a:pt x="40989" y="79914"/>
                  <a:pt x="39056" y="79914"/>
                </a:cubicBezTo>
                <a:lnTo>
                  <a:pt x="13662" y="79914"/>
                </a:lnTo>
                <a:cubicBezTo>
                  <a:pt x="28154" y="67073"/>
                  <a:pt x="32983" y="63209"/>
                  <a:pt x="41265" y="56719"/>
                </a:cubicBezTo>
                <a:cubicBezTo>
                  <a:pt x="51476" y="48574"/>
                  <a:pt x="60998" y="40014"/>
                  <a:pt x="60998" y="26899"/>
                </a:cubicBezTo>
                <a:cubicBezTo>
                  <a:pt x="60998" y="10209"/>
                  <a:pt x="46369" y="0"/>
                  <a:pt x="28706" y="0"/>
                </a:cubicBezTo>
                <a:cubicBezTo>
                  <a:pt x="11592" y="0"/>
                  <a:pt x="0" y="12001"/>
                  <a:pt x="0" y="24690"/>
                </a:cubicBezTo>
                <a:cubicBezTo>
                  <a:pt x="0" y="31730"/>
                  <a:pt x="5934" y="32418"/>
                  <a:pt x="7315" y="32418"/>
                </a:cubicBezTo>
                <a:cubicBezTo>
                  <a:pt x="10628" y="32418"/>
                  <a:pt x="14629" y="30073"/>
                  <a:pt x="14629" y="25105"/>
                </a:cubicBezTo>
                <a:cubicBezTo>
                  <a:pt x="14629" y="22620"/>
                  <a:pt x="13662" y="17790"/>
                  <a:pt x="6486" y="17790"/>
                </a:cubicBezTo>
                <a:cubicBezTo>
                  <a:pt x="10765" y="8002"/>
                  <a:pt x="20150" y="4970"/>
                  <a:pt x="26636" y="4970"/>
                </a:cubicBezTo>
                <a:cubicBezTo>
                  <a:pt x="40435" y="4970"/>
                  <a:pt x="47611" y="15722"/>
                  <a:pt x="47611" y="26899"/>
                </a:cubicBezTo>
                <a:cubicBezTo>
                  <a:pt x="47611" y="38908"/>
                  <a:pt x="39056" y="48435"/>
                  <a:pt x="34640" y="53404"/>
                </a:cubicBezTo>
                <a:lnTo>
                  <a:pt x="1381" y="86263"/>
                </a:lnTo>
                <a:cubicBezTo>
                  <a:pt x="0" y="87503"/>
                  <a:pt x="0" y="87779"/>
                  <a:pt x="0" y="91643"/>
                </a:cubicBezTo>
                <a:lnTo>
                  <a:pt x="56858" y="91643"/>
                </a:lnTo>
                <a:lnTo>
                  <a:pt x="60998" y="6652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50" name="path-1268">
            <a:extLst xmlns:a="http://schemas.openxmlformats.org/drawingml/2006/main">
              <a:ext uri="{FF2B5EF4-FFF2-40B4-BE49-F238E27FC236}">
                <a16:creationId xmlns:a16="http://schemas.microsoft.com/office/drawing/2014/main" id="{716C6DDC-5484-4415-83D7-9012DA119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367" y="4879186"/>
            <a:ext cx="123022" cy="143433"/>
          </a:xfrm>
          <a:custGeom xmlns:a="http://schemas.openxmlformats.org/drawingml/2006/main">
            <a:pathLst>
              <a:path w="123022" h="143433">
                <a:moveTo>
                  <a:pt x="29376" y="120754"/>
                </a:moveTo>
                <a:cubicBezTo>
                  <a:pt x="40022" y="104179"/>
                  <a:pt x="43373" y="91550"/>
                  <a:pt x="45936" y="81090"/>
                </a:cubicBezTo>
                <a:cubicBezTo>
                  <a:pt x="52837" y="53860"/>
                  <a:pt x="60327" y="30182"/>
                  <a:pt x="72550" y="16566"/>
                </a:cubicBezTo>
                <a:cubicBezTo>
                  <a:pt x="74917" y="14000"/>
                  <a:pt x="76494" y="12226"/>
                  <a:pt x="82802" y="12226"/>
                </a:cubicBezTo>
                <a:cubicBezTo>
                  <a:pt x="96405" y="12226"/>
                  <a:pt x="96800" y="25841"/>
                  <a:pt x="96800" y="28602"/>
                </a:cubicBezTo>
                <a:cubicBezTo>
                  <a:pt x="96800" y="32155"/>
                  <a:pt x="95816" y="34917"/>
                  <a:pt x="95816" y="35903"/>
                </a:cubicBezTo>
                <a:cubicBezTo>
                  <a:pt x="95816" y="37284"/>
                  <a:pt x="96998" y="37284"/>
                  <a:pt x="97194" y="37284"/>
                </a:cubicBezTo>
                <a:cubicBezTo>
                  <a:pt x="100349" y="37284"/>
                  <a:pt x="105671" y="35115"/>
                  <a:pt x="110601" y="31563"/>
                </a:cubicBezTo>
                <a:cubicBezTo>
                  <a:pt x="114151" y="28801"/>
                  <a:pt x="115923" y="26828"/>
                  <a:pt x="115923" y="18735"/>
                </a:cubicBezTo>
                <a:cubicBezTo>
                  <a:pt x="115923" y="8083"/>
                  <a:pt x="110403" y="0"/>
                  <a:pt x="99363" y="0"/>
                </a:cubicBezTo>
                <a:cubicBezTo>
                  <a:pt x="93054" y="0"/>
                  <a:pt x="75706" y="1579"/>
                  <a:pt x="56384" y="21103"/>
                </a:cubicBezTo>
                <a:cubicBezTo>
                  <a:pt x="40614" y="37284"/>
                  <a:pt x="31346" y="72803"/>
                  <a:pt x="27601" y="87603"/>
                </a:cubicBezTo>
                <a:cubicBezTo>
                  <a:pt x="24054" y="101219"/>
                  <a:pt x="22475" y="107334"/>
                  <a:pt x="16560" y="119175"/>
                </a:cubicBezTo>
                <a:cubicBezTo>
                  <a:pt x="15180" y="121542"/>
                  <a:pt x="10054" y="130224"/>
                  <a:pt x="7295" y="132790"/>
                </a:cubicBezTo>
                <a:cubicBezTo>
                  <a:pt x="1970" y="137718"/>
                  <a:pt x="0" y="141267"/>
                  <a:pt x="0" y="142251"/>
                </a:cubicBezTo>
                <a:cubicBezTo>
                  <a:pt x="0" y="142645"/>
                  <a:pt x="394" y="143433"/>
                  <a:pt x="1775" y="143433"/>
                </a:cubicBezTo>
                <a:cubicBezTo>
                  <a:pt x="2563" y="143433"/>
                  <a:pt x="6702" y="142645"/>
                  <a:pt x="11828" y="139294"/>
                </a:cubicBezTo>
                <a:cubicBezTo>
                  <a:pt x="15180" y="137324"/>
                  <a:pt x="15574" y="136930"/>
                  <a:pt x="20110" y="132198"/>
                </a:cubicBezTo>
                <a:cubicBezTo>
                  <a:pt x="29968" y="132393"/>
                  <a:pt x="36866" y="134168"/>
                  <a:pt x="49287" y="137718"/>
                </a:cubicBezTo>
                <a:cubicBezTo>
                  <a:pt x="59341" y="140476"/>
                  <a:pt x="69397" y="143433"/>
                  <a:pt x="79451" y="143433"/>
                </a:cubicBezTo>
                <a:cubicBezTo>
                  <a:pt x="95422" y="143433"/>
                  <a:pt x="111588" y="131409"/>
                  <a:pt x="117896" y="122728"/>
                </a:cubicBezTo>
                <a:cubicBezTo>
                  <a:pt x="121837" y="117400"/>
                  <a:pt x="123022" y="112466"/>
                  <a:pt x="123022" y="111874"/>
                </a:cubicBezTo>
                <a:cubicBezTo>
                  <a:pt x="123022" y="110493"/>
                  <a:pt x="121837" y="110493"/>
                  <a:pt x="121642" y="110493"/>
                </a:cubicBezTo>
                <a:cubicBezTo>
                  <a:pt x="118486" y="110493"/>
                  <a:pt x="113754" y="112662"/>
                  <a:pt x="110403" y="115030"/>
                </a:cubicBezTo>
                <a:cubicBezTo>
                  <a:pt x="105081" y="118387"/>
                  <a:pt x="104687" y="119569"/>
                  <a:pt x="103505" y="122923"/>
                </a:cubicBezTo>
                <a:cubicBezTo>
                  <a:pt x="102518" y="126082"/>
                  <a:pt x="101336" y="127661"/>
                  <a:pt x="100548" y="128843"/>
                </a:cubicBezTo>
                <a:cubicBezTo>
                  <a:pt x="98968" y="131211"/>
                  <a:pt x="98773" y="131211"/>
                  <a:pt x="95816" y="131211"/>
                </a:cubicBezTo>
                <a:cubicBezTo>
                  <a:pt x="86352" y="131211"/>
                  <a:pt x="76494" y="128251"/>
                  <a:pt x="63483" y="124701"/>
                </a:cubicBezTo>
                <a:cubicBezTo>
                  <a:pt x="57963" y="123122"/>
                  <a:pt x="47118" y="119963"/>
                  <a:pt x="37260" y="119963"/>
                </a:cubicBezTo>
                <a:cubicBezTo>
                  <a:pt x="34697" y="119963"/>
                  <a:pt x="31939" y="120162"/>
                  <a:pt x="29376" y="12075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51" name="path-1269">
            <a:extLst xmlns:a="http://schemas.openxmlformats.org/drawingml/2006/main">
              <a:ext uri="{FF2B5EF4-FFF2-40B4-BE49-F238E27FC236}">
                <a16:creationId xmlns:a16="http://schemas.microsoft.com/office/drawing/2014/main" id="{2BDF007D-1480-46CF-BDD0-5A1042CA7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7180" y="4954539"/>
            <a:ext cx="103088" cy="93237"/>
          </a:xfrm>
          <a:custGeom xmlns:a="http://schemas.openxmlformats.org/drawingml/2006/main">
            <a:pathLst>
              <a:path w="103088" h="93237">
                <a:moveTo>
                  <a:pt x="61135" y="9796"/>
                </a:moveTo>
                <a:cubicBezTo>
                  <a:pt x="62101" y="5797"/>
                  <a:pt x="62377" y="5382"/>
                  <a:pt x="65414" y="5106"/>
                </a:cubicBezTo>
                <a:cubicBezTo>
                  <a:pt x="66102" y="4970"/>
                  <a:pt x="70933" y="4970"/>
                  <a:pt x="73694" y="4970"/>
                </a:cubicBezTo>
                <a:cubicBezTo>
                  <a:pt x="82112" y="4970"/>
                  <a:pt x="85699" y="4970"/>
                  <a:pt x="89150" y="6073"/>
                </a:cubicBezTo>
                <a:cubicBezTo>
                  <a:pt x="95360" y="8004"/>
                  <a:pt x="95636" y="12003"/>
                  <a:pt x="95636" y="16968"/>
                </a:cubicBezTo>
                <a:cubicBezTo>
                  <a:pt x="95636" y="19175"/>
                  <a:pt x="95636" y="20967"/>
                  <a:pt x="94669" y="28139"/>
                </a:cubicBezTo>
                <a:lnTo>
                  <a:pt x="94393" y="29656"/>
                </a:lnTo>
                <a:cubicBezTo>
                  <a:pt x="94393" y="31035"/>
                  <a:pt x="95360" y="31726"/>
                  <a:pt x="96739" y="31726"/>
                </a:cubicBezTo>
                <a:cubicBezTo>
                  <a:pt x="98809" y="31726"/>
                  <a:pt x="99085" y="30483"/>
                  <a:pt x="99363" y="28276"/>
                </a:cubicBezTo>
                <a:lnTo>
                  <a:pt x="103088" y="1933"/>
                </a:lnTo>
                <a:cubicBezTo>
                  <a:pt x="103088" y="0"/>
                  <a:pt x="101433" y="0"/>
                  <a:pt x="98948" y="0"/>
                </a:cubicBezTo>
                <a:lnTo>
                  <a:pt x="14075" y="0"/>
                </a:lnTo>
                <a:cubicBezTo>
                  <a:pt x="10626" y="0"/>
                  <a:pt x="10350" y="0"/>
                  <a:pt x="9383" y="2900"/>
                </a:cubicBezTo>
                <a:lnTo>
                  <a:pt x="689" y="27312"/>
                </a:lnTo>
                <a:cubicBezTo>
                  <a:pt x="552" y="27864"/>
                  <a:pt x="0" y="29104"/>
                  <a:pt x="0" y="29795"/>
                </a:cubicBezTo>
                <a:cubicBezTo>
                  <a:pt x="0" y="30346"/>
                  <a:pt x="276" y="31726"/>
                  <a:pt x="2346" y="31726"/>
                </a:cubicBezTo>
                <a:cubicBezTo>
                  <a:pt x="4140" y="31726"/>
                  <a:pt x="4416" y="31035"/>
                  <a:pt x="5243" y="28415"/>
                </a:cubicBezTo>
                <a:cubicBezTo>
                  <a:pt x="13247" y="6349"/>
                  <a:pt x="17802" y="4970"/>
                  <a:pt x="38778" y="4970"/>
                </a:cubicBezTo>
                <a:lnTo>
                  <a:pt x="44575" y="4970"/>
                </a:lnTo>
                <a:cubicBezTo>
                  <a:pt x="48715" y="4970"/>
                  <a:pt x="48852" y="5106"/>
                  <a:pt x="48852" y="6349"/>
                </a:cubicBezTo>
                <a:cubicBezTo>
                  <a:pt x="48852" y="6486"/>
                  <a:pt x="48852" y="7176"/>
                  <a:pt x="48300" y="9244"/>
                </a:cubicBezTo>
                <a:lnTo>
                  <a:pt x="30083" y="81788"/>
                </a:lnTo>
                <a:cubicBezTo>
                  <a:pt x="28843" y="86890"/>
                  <a:pt x="28428" y="88270"/>
                  <a:pt x="13938" y="88270"/>
                </a:cubicBezTo>
                <a:cubicBezTo>
                  <a:pt x="8968" y="88270"/>
                  <a:pt x="7728" y="88270"/>
                  <a:pt x="7728" y="91306"/>
                </a:cubicBezTo>
                <a:cubicBezTo>
                  <a:pt x="7728" y="91721"/>
                  <a:pt x="8004" y="93237"/>
                  <a:pt x="10074" y="93237"/>
                </a:cubicBezTo>
                <a:cubicBezTo>
                  <a:pt x="13938" y="93237"/>
                  <a:pt x="18078" y="92824"/>
                  <a:pt x="21942" y="92824"/>
                </a:cubicBezTo>
                <a:cubicBezTo>
                  <a:pt x="25806" y="92824"/>
                  <a:pt x="29946" y="92685"/>
                  <a:pt x="33810" y="92685"/>
                </a:cubicBezTo>
                <a:cubicBezTo>
                  <a:pt x="37674" y="92685"/>
                  <a:pt x="42366" y="92685"/>
                  <a:pt x="46230" y="92824"/>
                </a:cubicBezTo>
                <a:cubicBezTo>
                  <a:pt x="49957" y="92961"/>
                  <a:pt x="54097" y="93237"/>
                  <a:pt x="57822" y="93237"/>
                </a:cubicBezTo>
                <a:cubicBezTo>
                  <a:pt x="58926" y="93237"/>
                  <a:pt x="60998" y="93237"/>
                  <a:pt x="60998" y="90203"/>
                </a:cubicBezTo>
                <a:cubicBezTo>
                  <a:pt x="60998" y="88270"/>
                  <a:pt x="59616" y="88270"/>
                  <a:pt x="55340" y="88270"/>
                </a:cubicBezTo>
                <a:cubicBezTo>
                  <a:pt x="52716" y="88270"/>
                  <a:pt x="49957" y="88133"/>
                  <a:pt x="47334" y="87994"/>
                </a:cubicBezTo>
                <a:cubicBezTo>
                  <a:pt x="42642" y="87581"/>
                  <a:pt x="42366" y="87029"/>
                  <a:pt x="42366" y="85374"/>
                </a:cubicBezTo>
                <a:cubicBezTo>
                  <a:pt x="42366" y="84408"/>
                  <a:pt x="42366" y="84132"/>
                  <a:pt x="42918" y="82201"/>
                </a:cubicBezTo>
                <a:lnTo>
                  <a:pt x="61135" y="979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52" name="text-1270 …">
            <a:extLst xmlns:a="http://schemas.openxmlformats.org/drawingml/2006/main">
              <a:ext uri="{FF2B5EF4-FFF2-40B4-BE49-F238E27FC236}">
                <a16:creationId xmlns:a16="http://schemas.microsoft.com/office/drawing/2014/main" id="{A75B198F-DB3B-4C5F-B69D-0472D7AF0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10639518" y="4658298"/>
            <a:ext cx="175134" cy="2078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69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69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69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…</a:t>
            </a:r>
          </a:p>
        </p:txBody>
      </p:sp>
      <p:sp>
        <p:nvSpPr>
          <p:cNvPr id="1353" name="path-1271">
            <a:extLst xmlns:a="http://schemas.openxmlformats.org/drawingml/2006/main">
              <a:ext uri="{FF2B5EF4-FFF2-40B4-BE49-F238E27FC236}">
                <a16:creationId xmlns:a16="http://schemas.microsoft.com/office/drawing/2014/main" id="{0F9D1934-BCCF-4E91-AF75-475E5CD54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8217" y="4189061"/>
            <a:ext cx="297576" cy="900395"/>
          </a:xfrm>
          <a:custGeom xmlns:a="http://schemas.openxmlformats.org/drawingml/2006/main">
            <a:pathLst>
              <a:path w="297576" h="900395">
                <a:moveTo>
                  <a:pt x="0" y="0"/>
                </a:moveTo>
                <a:lnTo>
                  <a:pt x="0" y="900395"/>
                </a:lnTo>
                <a:lnTo>
                  <a:pt x="297576" y="900395"/>
                </a:lnTo>
                <a:lnTo>
                  <a:pt x="297576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2368">
            <a:solidFill>
              <a:srgbClr val="000000"/>
            </a:solidFill>
            <a:prstDash val="dash"/>
          </a:ln>
        </p:spPr>
      </p:sp>
      <p:sp>
        <p:nvSpPr>
          <p:cNvPr id="1354" name="path-1272">
            <a:extLst xmlns:a="http://schemas.openxmlformats.org/drawingml/2006/main">
              <a:ext uri="{FF2B5EF4-FFF2-40B4-BE49-F238E27FC236}">
                <a16:creationId xmlns:a16="http://schemas.microsoft.com/office/drawing/2014/main" id="{7ED68B4B-2ECF-4B31-9758-E06EC1F59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3684" y="4214957"/>
            <a:ext cx="921997" cy="833521"/>
          </a:xfrm>
          <a:custGeom xmlns:a="http://schemas.openxmlformats.org/drawingml/2006/main">
            <a:pathLst>
              <a:path w="921997" h="833521">
                <a:moveTo>
                  <a:pt x="82457" y="0"/>
                </a:moveTo>
                <a:lnTo>
                  <a:pt x="839540" y="0"/>
                </a:lnTo>
                <a:cubicBezTo>
                  <a:pt x="885056" y="0"/>
                  <a:pt x="921997" y="36935"/>
                  <a:pt x="921997" y="82451"/>
                </a:cubicBezTo>
                <a:lnTo>
                  <a:pt x="921997" y="751064"/>
                </a:lnTo>
                <a:cubicBezTo>
                  <a:pt x="921997" y="796665"/>
                  <a:pt x="885056" y="833521"/>
                  <a:pt x="839540" y="833521"/>
                </a:cubicBezTo>
                <a:lnTo>
                  <a:pt x="82457" y="833521"/>
                </a:lnTo>
                <a:cubicBezTo>
                  <a:pt x="36941" y="833521"/>
                  <a:pt x="0" y="796665"/>
                  <a:pt x="0" y="751064"/>
                </a:cubicBezTo>
                <a:lnTo>
                  <a:pt x="0" y="82451"/>
                </a:lnTo>
                <a:cubicBezTo>
                  <a:pt x="0" y="36935"/>
                  <a:pt x="36941" y="0"/>
                  <a:pt x="82457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8245">
            <a:solidFill>
              <a:srgbClr val="000000"/>
            </a:solidFill>
            <a:prstDash val="dash"/>
          </a:ln>
        </p:spPr>
      </p:sp>
      <p:pic>
        <p:nvPicPr>
          <p:cNvPr id="1355" name="">
            <a:extLst xmlns:a="http://schemas.openxmlformats.org/drawingml/2006/main">
              <a:ext uri="{FF2B5EF4-FFF2-40B4-BE49-F238E27FC236}">
                <a16:creationId xmlns:a16="http://schemas.microsoft.com/office/drawing/2014/main" id="{6B35BFEA-4AB8-4272-90B1-FB79FAD19A8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94b41ed796748fd"/>
          <a:stretch xmlns:a="http://schemas.openxmlformats.org/drawingml/2006/main"/>
        </p:blipFill>
        <p:spPr>
          <a:xfrm xmlns:a="http://schemas.openxmlformats.org/drawingml/2006/main">
            <a:off x="5127087" y="4257679"/>
            <a:ext cx="857250" cy="752475"/>
          </a:xfrm>
          <a:prstGeom xmlns:a="http://schemas.openxmlformats.org/drawingml/2006/main" prst="rect">
            <a:avLst/>
          </a:prstGeom>
        </p:spPr>
      </p:pic>
      <p:sp>
        <p:nvSpPr>
          <p:cNvPr id="1356" name="path-1274">
            <a:extLst xmlns:a="http://schemas.openxmlformats.org/drawingml/2006/main">
              <a:ext uri="{FF2B5EF4-FFF2-40B4-BE49-F238E27FC236}">
                <a16:creationId xmlns:a16="http://schemas.microsoft.com/office/drawing/2014/main" id="{49A944BA-F739-4237-B67B-9C2E7BEF6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6532" y="6526459"/>
            <a:ext cx="2189306" cy="1140580"/>
          </a:xfrm>
          <a:custGeom xmlns:a="http://schemas.openxmlformats.org/drawingml/2006/main">
            <a:pathLst>
              <a:path w="2189306" h="1140580">
                <a:moveTo>
                  <a:pt x="1916223" y="0"/>
                </a:moveTo>
                <a:cubicBezTo>
                  <a:pt x="2090858" y="159632"/>
                  <a:pt x="2189306" y="387205"/>
                  <a:pt x="1788665" y="620792"/>
                </a:cubicBezTo>
                <a:cubicBezTo>
                  <a:pt x="1399813" y="847627"/>
                  <a:pt x="636704" y="1024159"/>
                  <a:pt x="0" y="1140580"/>
                </a:cubicBezTo>
              </a:path>
            </a:pathLst>
          </a:custGeom>
          <a:noFill xmlns:a="http://schemas.openxmlformats.org/drawingml/2006/main"/>
          <a:ln xmlns:a="http://schemas.openxmlformats.org/drawingml/2006/main" w="8245">
            <a:solidFill>
              <a:srgbClr val="000000"/>
            </a:solidFill>
            <a:prstDash val="dash"/>
          </a:ln>
        </p:spPr>
      </p:sp>
      <p:sp>
        <p:nvSpPr>
          <p:cNvPr id="1357" name="path-1275">
            <a:extLst xmlns:a="http://schemas.openxmlformats.org/drawingml/2006/main">
              <a:ext uri="{FF2B5EF4-FFF2-40B4-BE49-F238E27FC236}">
                <a16:creationId xmlns:a16="http://schemas.microsoft.com/office/drawing/2014/main" id="{EBC95FDD-6DF1-461E-A5D5-FEC3DB1BA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5932" y="7638292"/>
            <a:ext cx="69319" cy="48680"/>
          </a:xfrm>
          <a:custGeom xmlns:a="http://schemas.openxmlformats.org/drawingml/2006/main">
            <a:pathLst>
              <a:path w="69319" h="48680">
                <a:moveTo>
                  <a:pt x="0" y="36099"/>
                </a:moveTo>
                <a:lnTo>
                  <a:pt x="69319" y="48680"/>
                </a:lnTo>
                <a:lnTo>
                  <a:pt x="40567" y="28752"/>
                </a:lnTo>
                <a:lnTo>
                  <a:pt x="60497" y="0"/>
                </a:lnTo>
                <a:lnTo>
                  <a:pt x="0" y="36099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58" name="path-1276">
            <a:extLst xmlns:a="http://schemas.openxmlformats.org/drawingml/2006/main">
              <a:ext uri="{FF2B5EF4-FFF2-40B4-BE49-F238E27FC236}">
                <a16:creationId xmlns:a16="http://schemas.microsoft.com/office/drawing/2014/main" id="{90F1B67C-6FF1-42EE-B9F0-C64A2EBA3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5963" y="7638265"/>
            <a:ext cx="69259" cy="48730"/>
          </a:xfrm>
          <a:custGeom xmlns:a="http://schemas.openxmlformats.org/drawingml/2006/main">
            <a:pathLst>
              <a:path w="69259" h="48730">
                <a:moveTo>
                  <a:pt x="0" y="36117"/>
                </a:moveTo>
                <a:lnTo>
                  <a:pt x="69259" y="48730"/>
                </a:lnTo>
                <a:lnTo>
                  <a:pt x="40570" y="28775"/>
                </a:lnTo>
                <a:lnTo>
                  <a:pt x="60440" y="0"/>
                </a:lnTo>
                <a:lnTo>
                  <a:pt x="0" y="36117"/>
                </a:lnTo>
              </a:path>
            </a:pathLst>
          </a:custGeom>
          <a:noFill xmlns:a="http://schemas.openxmlformats.org/drawingml/2006/main"/>
          <a:ln xmlns:a="http://schemas.openxmlformats.org/drawingml/2006/main" w="8245">
            <a:solidFill>
              <a:srgbClr val="000000"/>
            </a:solidFill>
            <a:prstDash val="solid"/>
          </a:ln>
        </p:spPr>
      </p:sp>
      <p:sp>
        <p:nvSpPr>
          <p:cNvPr id="1359" name="path-1277">
            <a:extLst xmlns:a="http://schemas.openxmlformats.org/drawingml/2006/main">
              <a:ext uri="{FF2B5EF4-FFF2-40B4-BE49-F238E27FC236}">
                <a16:creationId xmlns:a16="http://schemas.microsoft.com/office/drawing/2014/main" id="{3DE33690-5053-4E10-B9C7-6A5E8482C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5124" y="6082858"/>
            <a:ext cx="913581" cy="443601"/>
          </a:xfrm>
          <a:custGeom xmlns:a="http://schemas.openxmlformats.org/drawingml/2006/main">
            <a:pathLst>
              <a:path w="913581" h="443601">
                <a:moveTo>
                  <a:pt x="0" y="0"/>
                </a:moveTo>
                <a:lnTo>
                  <a:pt x="0" y="443601"/>
                </a:lnTo>
                <a:lnTo>
                  <a:pt x="913581" y="443601"/>
                </a:lnTo>
                <a:lnTo>
                  <a:pt x="913581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245">
            <a:solidFill>
              <a:srgbClr val="000000"/>
            </a:solidFill>
            <a:prstDash val="dash"/>
          </a:ln>
        </p:spPr>
      </p:sp>
      <p:sp>
        <p:nvSpPr>
          <p:cNvPr id="1360" name="text-1278 An">
            <a:extLst xmlns:a="http://schemas.openxmlformats.org/drawingml/2006/main">
              <a:ext uri="{FF2B5EF4-FFF2-40B4-BE49-F238E27FC236}">
                <a16:creationId xmlns:a16="http://schemas.microsoft.com/office/drawing/2014/main" id="{6A495B59-A78D-4171-93E1-0D5E59FCD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89078" y="6600168"/>
            <a:ext cx="185127" cy="1848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3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3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39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An</a:t>
            </a:r>
          </a:p>
        </p:txBody>
      </p:sp>
      <p:sp>
        <p:nvSpPr>
          <p:cNvPr id="1361" name="text-1278 Improved">
            <a:extLst xmlns:a="http://schemas.openxmlformats.org/drawingml/2006/main">
              <a:ext uri="{FF2B5EF4-FFF2-40B4-BE49-F238E27FC236}">
                <a16:creationId xmlns:a16="http://schemas.microsoft.com/office/drawing/2014/main" id="{8EEF5710-F03B-4AED-9B56-BA936F443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87098" y="6600192"/>
            <a:ext cx="573707" cy="1847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3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3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39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Improved</a:t>
            </a:r>
          </a:p>
        </p:txBody>
      </p:sp>
      <p:sp>
        <p:nvSpPr>
          <p:cNvPr id="1362" name="text-1278 Implementation">
            <a:extLst xmlns:a="http://schemas.openxmlformats.org/drawingml/2006/main">
              <a:ext uri="{FF2B5EF4-FFF2-40B4-BE49-F238E27FC236}">
                <a16:creationId xmlns:a16="http://schemas.microsoft.com/office/drawing/2014/main" id="{1249B3DB-2DFE-4DFA-BE03-F9B34111D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73704" y="6600186"/>
            <a:ext cx="925767" cy="1847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3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3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39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Implementation</a:t>
            </a:r>
          </a:p>
        </p:txBody>
      </p:sp>
      <p:sp>
        <p:nvSpPr>
          <p:cNvPr id="1363" name="text-1279 c">
            <a:extLst xmlns:a="http://schemas.openxmlformats.org/drawingml/2006/main">
              <a:ext uri="{FF2B5EF4-FFF2-40B4-BE49-F238E27FC236}">
                <a16:creationId xmlns:a16="http://schemas.microsoft.com/office/drawing/2014/main" id="{FB3285DD-9EFC-4CD4-B6D7-8DDED1705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4224" y="3012856"/>
            <a:ext cx="169956" cy="3232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18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18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18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1364" name="text-1280 d">
            <a:extLst xmlns:a="http://schemas.openxmlformats.org/drawingml/2006/main">
              <a:ext uri="{FF2B5EF4-FFF2-40B4-BE49-F238E27FC236}">
                <a16:creationId xmlns:a16="http://schemas.microsoft.com/office/drawing/2014/main" id="{F7A582B9-712B-4DB0-8334-A430E0D04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4224" y="6716346"/>
            <a:ext cx="182598" cy="3233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19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19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19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</a:t>
            </a:r>
          </a:p>
        </p:txBody>
      </p:sp>
    </p:spTree>
    <p:extLst>
      <p:ext uri="{BB962C8B-B14F-4D97-AF65-F5344CB8AC3E}">
        <p14:creationId xmlns:p14="http://schemas.microsoft.com/office/powerpoint/2010/main" val="74574245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2026-10-14T12:29:47.6570000Z</dcterms:created>
  <dcterms:modified xsi:type="dcterms:W3CDTF">2026-10-14T12:29:47.6570000Z</dcterms:modified>
</coreProperties>
</file>